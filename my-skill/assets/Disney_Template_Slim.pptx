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media/image1.jpeg" ContentType="image/jpe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media/image8.jpeg" ContentType="image/jpeg"/>
  <Override PartName="/ppt/media/image9.jpeg" ContentType="image/jpeg"/>
  <Override PartName="/ppt/media/image10.jpeg" ContentType="image/jpeg"/>
  <Override PartName="/ppt/media/image11.jpeg" ContentType="image/jpeg"/>
  <Override PartName="/ppt/media/image12.jpeg" ContentType="image/jpeg"/>
  <Override PartName="/ppt/media/image13.jpeg" ContentType="image/jpeg"/>
  <Override PartName="/ppt/media/image14.jpeg" ContentType="image/jpeg"/>
  <Override PartName="/ppt/media/image15.jpeg" ContentType="image/jpeg"/>
  <Override PartName="/ppt/media/image16.jpeg" ContentType="image/jpeg"/>
  <Override PartName="/ppt/theme/theme2.xml" ContentType="application/vnd.openxmlformats-officedocument.theme+xml"/>
  <Override PartName="/ppt/media/image17.jpeg" ContentType="image/jpeg"/>
  <Override PartName="/ppt/media/image18.jpeg" ContentType="image/jpeg"/>
  <Override PartName="/ppt/media/image19.jpeg" ContentType="image/jpeg"/>
  <Override PartName="/ppt/media/image20.jpeg" ContentType="image/jpeg"/>
  <Override PartName="/ppt/media/image21.jpeg" ContentType="image/jpeg"/>
  <Override PartName="/ppt/media/image22.jpeg" ContentType="image/jpeg"/>
  <Override PartName="/ppt/media/image23.jpeg" ContentType="image/jpeg"/>
  <Override PartName="/ppt/media/image24.jpeg" ContentType="image/jpeg"/>
  <Override PartName="/ppt/media/image25.jpeg" ContentType="image/jpeg"/>
  <Override PartName="/ppt/media/image26.jpeg" ContentType="image/jpeg"/>
  <Override PartName="/ppt/media/image27.jpeg" ContentType="image/jpeg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dia/image28.jpeg" ContentType="image/jpeg"/>
  <Override PartName="/ppt/media/image29.jpeg" ContentType="image/jpeg"/>
  <Override PartName="/ppt/media/image30.jpeg" ContentType="image/jpeg"/>
  <Override PartName="/ppt/media/image31.jpeg" ContentType="image/jpeg"/>
  <Override PartName="/ppt/media/image32.jpeg" ContentType="image/jpeg"/>
  <Override PartName="/ppt/media/image33.jpeg" ContentType="image/jpeg"/>
  <Override PartName="/ppt/media/image34.jpeg" ContentType="image/jpeg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media/image35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219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363636"/>
        </a:solidFill>
        <a:effectLst/>
        <a:uFillTx/>
        <a:latin typeface="Curiosity-TWDC Medium"/>
        <a:ea typeface="Curiosity-TWDC Medium"/>
        <a:cs typeface="Curiosity-TWDC Medium"/>
        <a:sym typeface="Curiosity-TWDC Medium"/>
      </a:defRPr>
    </a:lvl1pPr>
    <a:lvl2pPr marL="0" marR="0" indent="457200" algn="l" defTabSz="1219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363636"/>
        </a:solidFill>
        <a:effectLst/>
        <a:uFillTx/>
        <a:latin typeface="Curiosity-TWDC Medium"/>
        <a:ea typeface="Curiosity-TWDC Medium"/>
        <a:cs typeface="Curiosity-TWDC Medium"/>
        <a:sym typeface="Curiosity-TWDC Medium"/>
      </a:defRPr>
    </a:lvl2pPr>
    <a:lvl3pPr marL="0" marR="0" indent="914400" algn="l" defTabSz="1219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363636"/>
        </a:solidFill>
        <a:effectLst/>
        <a:uFillTx/>
        <a:latin typeface="Curiosity-TWDC Medium"/>
        <a:ea typeface="Curiosity-TWDC Medium"/>
        <a:cs typeface="Curiosity-TWDC Medium"/>
        <a:sym typeface="Curiosity-TWDC Medium"/>
      </a:defRPr>
    </a:lvl3pPr>
    <a:lvl4pPr marL="0" marR="0" indent="1371600" algn="l" defTabSz="1219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363636"/>
        </a:solidFill>
        <a:effectLst/>
        <a:uFillTx/>
        <a:latin typeface="Curiosity-TWDC Medium"/>
        <a:ea typeface="Curiosity-TWDC Medium"/>
        <a:cs typeface="Curiosity-TWDC Medium"/>
        <a:sym typeface="Curiosity-TWDC Medium"/>
      </a:defRPr>
    </a:lvl4pPr>
    <a:lvl5pPr marL="0" marR="0" indent="1828800" algn="l" defTabSz="1219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363636"/>
        </a:solidFill>
        <a:effectLst/>
        <a:uFillTx/>
        <a:latin typeface="Curiosity-TWDC Medium"/>
        <a:ea typeface="Curiosity-TWDC Medium"/>
        <a:cs typeface="Curiosity-TWDC Medium"/>
        <a:sym typeface="Curiosity-TWDC Medium"/>
      </a:defRPr>
    </a:lvl5pPr>
    <a:lvl6pPr marL="0" marR="0" indent="2286000" algn="l" defTabSz="1219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363636"/>
        </a:solidFill>
        <a:effectLst/>
        <a:uFillTx/>
        <a:latin typeface="Curiosity-TWDC Medium"/>
        <a:ea typeface="Curiosity-TWDC Medium"/>
        <a:cs typeface="Curiosity-TWDC Medium"/>
        <a:sym typeface="Curiosity-TWDC Medium"/>
      </a:defRPr>
    </a:lvl6pPr>
    <a:lvl7pPr marL="0" marR="0" indent="2743200" algn="l" defTabSz="1219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363636"/>
        </a:solidFill>
        <a:effectLst/>
        <a:uFillTx/>
        <a:latin typeface="Curiosity-TWDC Medium"/>
        <a:ea typeface="Curiosity-TWDC Medium"/>
        <a:cs typeface="Curiosity-TWDC Medium"/>
        <a:sym typeface="Curiosity-TWDC Medium"/>
      </a:defRPr>
    </a:lvl7pPr>
    <a:lvl8pPr marL="0" marR="0" indent="3200400" algn="l" defTabSz="1219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363636"/>
        </a:solidFill>
        <a:effectLst/>
        <a:uFillTx/>
        <a:latin typeface="Curiosity-TWDC Medium"/>
        <a:ea typeface="Curiosity-TWDC Medium"/>
        <a:cs typeface="Curiosity-TWDC Medium"/>
        <a:sym typeface="Curiosity-TWDC Medium"/>
      </a:defRPr>
    </a:lvl8pPr>
    <a:lvl9pPr marL="0" marR="0" indent="3657600" algn="l" defTabSz="1219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363636"/>
        </a:solidFill>
        <a:effectLst/>
        <a:uFillTx/>
        <a:latin typeface="Curiosity-TWDC Medium"/>
        <a:ea typeface="Curiosity-TWDC Medium"/>
        <a:cs typeface="Curiosity-TWDC Medium"/>
        <a:sym typeface="Curiosity-TWDC Medium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Curiosity-TWDC Medium"/>
          <a:ea typeface="Curiosity-TWDC Medium"/>
          <a:cs typeface="Curiosity-TWDC Medium"/>
        </a:font>
        <a:srgbClr val="363636"/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CEE8F9"/>
          </a:solidFill>
        </a:fill>
      </a:tcStyle>
    </a:wholeTbl>
    <a:band2H>
      <a:tcTxStyle b="def" i="def"/>
      <a:tcStyle>
        <a:tcBdr/>
        <a:fill>
          <a:solidFill>
            <a:srgbClr val="E8F4FC"/>
          </a:solidFill>
        </a:fill>
      </a:tcStyle>
    </a:band2H>
    <a:firstCol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49C0EF"/>
          </a:solidFill>
        </a:fill>
      </a:tcStyle>
    </a:firstCol>
    <a:lastRow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1016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49C0EF"/>
          </a:solidFill>
        </a:fill>
      </a:tcStyle>
    </a:lastRow>
    <a:firstRow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1016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49C0EF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uriosity-TWDC Medium"/>
          <a:ea typeface="Curiosity-TWDC Medium"/>
          <a:cs typeface="Curiosity-TWDC Medium"/>
        </a:font>
        <a:srgbClr val="363636"/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CACACF"/>
          </a:solidFill>
        </a:fill>
      </a:tcStyle>
    </a:wholeTbl>
    <a:band2H>
      <a:tcTxStyle b="def" i="def"/>
      <a:tcStyle>
        <a:tcBdr/>
        <a:fill>
          <a:solidFill>
            <a:srgbClr val="E6E7E8"/>
          </a:solidFill>
        </a:fill>
      </a:tcStyle>
    </a:band2H>
    <a:firstCol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0D1551"/>
          </a:solidFill>
        </a:fill>
      </a:tcStyle>
    </a:firstCol>
    <a:lastRow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1016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0D1551"/>
          </a:solidFill>
        </a:fill>
      </a:tcStyle>
    </a:lastRow>
    <a:firstRow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1016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0D1551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uriosity-TWDC Medium"/>
          <a:ea typeface="Curiosity-TWDC Medium"/>
          <a:cs typeface="Curiosity-TWDC Medium"/>
        </a:font>
        <a:srgbClr val="363636"/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DECCE1"/>
          </a:solidFill>
        </a:fill>
      </a:tcStyle>
    </a:wholeTbl>
    <a:band2H>
      <a:tcTxStyle b="def" i="def"/>
      <a:tcStyle>
        <a:tcBdr/>
        <a:fill>
          <a:solidFill>
            <a:srgbClr val="EFE7F1"/>
          </a:solidFill>
        </a:fill>
      </a:tcStyle>
    </a:band2H>
    <a:firstCol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9E36A8"/>
          </a:solidFill>
        </a:fill>
      </a:tcStyle>
    </a:firstCol>
    <a:lastRow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1016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9E36A8"/>
          </a:solidFill>
        </a:fill>
      </a:tcStyle>
    </a:lastRow>
    <a:firstRow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1016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9E36A8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uriosity-TWDC Medium"/>
          <a:ea typeface="Curiosity-TWDC Medium"/>
          <a:cs typeface="Curiosity-TWDC Medium"/>
        </a:font>
        <a:srgbClr val="363636"/>
      </a:tcTxStyle>
      <a:tcStyle>
        <a:tcBdr>
          <a:left>
            <a:ln w="25400" cap="flat">
              <a:noFill/>
              <a:miter lim="400000"/>
            </a:ln>
          </a:left>
          <a:right>
            <a:ln w="25400" cap="flat">
              <a:noFill/>
              <a:miter lim="400000"/>
            </a:ln>
          </a:right>
          <a:top>
            <a:ln w="25400" cap="flat">
              <a:noFill/>
              <a:miter lim="400000"/>
            </a:ln>
          </a:top>
          <a:bottom>
            <a:ln w="25400" cap="flat">
              <a:noFill/>
              <a:miter lim="400000"/>
            </a:ln>
          </a:bottom>
          <a:insideH>
            <a:ln w="25400" cap="flat">
              <a:noFill/>
              <a:miter lim="400000"/>
            </a:ln>
          </a:insideH>
          <a:insideV>
            <a:ln w="25400" cap="flat">
              <a:noFill/>
              <a:miter lim="400000"/>
            </a:ln>
          </a:insideV>
        </a:tcBdr>
        <a:fill>
          <a:solidFill>
            <a:srgbClr val="E7E7E7"/>
          </a:solidFill>
        </a:fill>
      </a:tcStyle>
    </a:wholeTbl>
    <a:band2H>
      <a:tcTxStyle b="def" i="def"/>
      <a:tcStyle>
        <a:tcBdr/>
        <a:fill>
          <a:solidFill>
            <a:schemeClr val="accent1">
              <a:hueOff val="-12205714"/>
              <a:satOff val="-100000"/>
              <a:lumOff val="79411"/>
            </a:schemeClr>
          </a:solidFill>
        </a:fill>
      </a:tcStyle>
    </a:band2H>
    <a:firstCol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noFill/>
              <a:miter lim="400000"/>
            </a:ln>
          </a:left>
          <a:right>
            <a:ln w="25400" cap="flat">
              <a:noFill/>
              <a:miter lim="400000"/>
            </a:ln>
          </a:right>
          <a:top>
            <a:ln w="25400" cap="flat">
              <a:noFill/>
              <a:miter lim="400000"/>
            </a:ln>
          </a:top>
          <a:bottom>
            <a:ln w="25400" cap="flat">
              <a:noFill/>
              <a:miter lim="400000"/>
            </a:ln>
          </a:bottom>
          <a:insideH>
            <a:ln w="25400" cap="flat">
              <a:noFill/>
              <a:miter lim="400000"/>
            </a:ln>
          </a:insideH>
          <a:insideV>
            <a:ln w="25400" cap="flat">
              <a:noFill/>
              <a:miter lim="400000"/>
            </a:ln>
          </a:insideV>
        </a:tcBdr>
        <a:fill>
          <a:solidFill>
            <a:srgbClr val="49C0EF"/>
          </a:solidFill>
        </a:fill>
      </a:tcStyle>
    </a:firstCol>
    <a:lastRow>
      <a:tcTxStyle b="on" i="off">
        <a:font>
          <a:latin typeface="Curiosity-TWDC DemiBold"/>
          <a:ea typeface="Curiosity-TWDC DemiBold"/>
          <a:cs typeface="Curiosity-TWDC DemiBold"/>
        </a:font>
        <a:srgbClr val="363636"/>
      </a:tcTxStyle>
      <a:tcStyle>
        <a:tcBdr>
          <a:left>
            <a:ln w="25400" cap="flat">
              <a:noFill/>
              <a:miter lim="400000"/>
            </a:ln>
          </a:left>
          <a:right>
            <a:ln w="25400" cap="flat">
              <a:noFill/>
              <a:miter lim="400000"/>
            </a:ln>
          </a:right>
          <a:top>
            <a:ln w="127000" cap="flat">
              <a:solidFill>
                <a:srgbClr val="363636"/>
              </a:solidFill>
              <a:prstDash val="solid"/>
              <a:round/>
            </a:ln>
          </a:top>
          <a:bottom>
            <a:ln w="63500" cap="flat">
              <a:solidFill>
                <a:srgbClr val="363636"/>
              </a:solidFill>
              <a:prstDash val="solid"/>
              <a:round/>
            </a:ln>
          </a:bottom>
          <a:insideH>
            <a:ln w="25400" cap="flat">
              <a:noFill/>
              <a:miter lim="400000"/>
            </a:ln>
          </a:insideH>
          <a:insideV>
            <a:ln w="25400" cap="flat">
              <a:noFill/>
              <a:miter lim="400000"/>
            </a:ln>
          </a:insideV>
        </a:tcBdr>
        <a:fill>
          <a:solidFill>
            <a:schemeClr val="accent1">
              <a:hueOff val="-12205714"/>
              <a:satOff val="-100000"/>
              <a:lumOff val="79411"/>
            </a:schemeClr>
          </a:solidFill>
        </a:fill>
      </a:tcStyle>
    </a:lastRow>
    <a:firstRow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noFill/>
              <a:miter lim="400000"/>
            </a:ln>
          </a:left>
          <a:right>
            <a:ln w="25400" cap="flat">
              <a:noFill/>
              <a:miter lim="400000"/>
            </a:ln>
          </a:right>
          <a:top>
            <a:ln w="63500" cap="flat">
              <a:solidFill>
                <a:srgbClr val="363636"/>
              </a:solidFill>
              <a:prstDash val="solid"/>
              <a:round/>
            </a:ln>
          </a:top>
          <a:bottom>
            <a:ln w="63500" cap="flat">
              <a:solidFill>
                <a:srgbClr val="363636"/>
              </a:solidFill>
              <a:prstDash val="solid"/>
              <a:round/>
            </a:ln>
          </a:bottom>
          <a:insideH>
            <a:ln w="25400" cap="flat">
              <a:noFill/>
              <a:miter lim="400000"/>
            </a:ln>
          </a:insideH>
          <a:insideV>
            <a:ln w="25400" cap="flat">
              <a:noFill/>
              <a:miter lim="400000"/>
            </a:ln>
          </a:insideV>
        </a:tcBdr>
        <a:fill>
          <a:solidFill>
            <a:srgbClr val="49C0EF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uriosity-TWDC Medium"/>
          <a:ea typeface="Curiosity-TWDC Medium"/>
          <a:cs typeface="Curiosity-TWDC Medium"/>
        </a:font>
        <a:srgbClr val="363636"/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CCCCCC"/>
          </a:solidFill>
        </a:fill>
      </a:tcStyle>
    </a:wholeTbl>
    <a:band2H>
      <a:tcTxStyle b="def" i="def"/>
      <a:tcStyle>
        <a:tcBdr/>
        <a:fill>
          <a:solidFill>
            <a:srgbClr val="E7E7E7"/>
          </a:solidFill>
        </a:fill>
      </a:tcStyle>
    </a:band2H>
    <a:firstCol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363636"/>
          </a:solidFill>
        </a:fill>
      </a:tcStyle>
    </a:firstCol>
    <a:lastRow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1016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363636"/>
          </a:solidFill>
        </a:fill>
      </a:tcStyle>
    </a:lastRow>
    <a:firstRow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1016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363636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uriosity-TWDC Medium"/>
          <a:ea typeface="Curiosity-TWDC Medium"/>
          <a:cs typeface="Curiosity-TWDC Medium"/>
        </a:font>
        <a:srgbClr val="363636"/>
      </a:tcTxStyle>
      <a:tcStyle>
        <a:tcBdr>
          <a:left>
            <a:ln w="25400" cap="flat">
              <a:solidFill>
                <a:srgbClr val="363636"/>
              </a:solidFill>
              <a:prstDash val="solid"/>
              <a:round/>
            </a:ln>
          </a:left>
          <a:right>
            <a:ln w="25400" cap="flat">
              <a:solidFill>
                <a:srgbClr val="363636"/>
              </a:solidFill>
              <a:prstDash val="solid"/>
              <a:round/>
            </a:ln>
          </a:right>
          <a:top>
            <a:ln w="25400" cap="flat">
              <a:solidFill>
                <a:srgbClr val="363636"/>
              </a:solidFill>
              <a:prstDash val="solid"/>
              <a:round/>
            </a:ln>
          </a:top>
          <a:bottom>
            <a:ln w="25400" cap="flat">
              <a:solidFill>
                <a:srgbClr val="363636"/>
              </a:solidFill>
              <a:prstDash val="solid"/>
              <a:round/>
            </a:ln>
          </a:bottom>
          <a:insideH>
            <a:ln w="25400" cap="flat">
              <a:solidFill>
                <a:srgbClr val="363636"/>
              </a:solidFill>
              <a:prstDash val="solid"/>
              <a:round/>
            </a:ln>
          </a:insideH>
          <a:insideV>
            <a:ln w="25400" cap="flat">
              <a:solidFill>
                <a:srgbClr val="363636"/>
              </a:solidFill>
              <a:prstDash val="solid"/>
              <a:round/>
            </a:ln>
          </a:insideV>
        </a:tcBdr>
        <a:fill>
          <a:solidFill>
            <a:srgbClr val="363636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chemeClr val="accent1">
              <a:hueOff val="-12205714"/>
              <a:satOff val="-100000"/>
              <a:lumOff val="79411"/>
            </a:schemeClr>
          </a:solidFill>
        </a:fill>
      </a:tcStyle>
    </a:band2H>
    <a:firstCol>
      <a:tcTxStyle b="on" i="off">
        <a:font>
          <a:latin typeface="Curiosity-TWDC DemiBold"/>
          <a:ea typeface="Curiosity-TWDC DemiBold"/>
          <a:cs typeface="Curiosity-TWDC DemiBold"/>
        </a:font>
        <a:srgbClr val="363636"/>
      </a:tcTxStyle>
      <a:tcStyle>
        <a:tcBdr>
          <a:left>
            <a:ln w="25400" cap="flat">
              <a:solidFill>
                <a:srgbClr val="363636"/>
              </a:solidFill>
              <a:prstDash val="solid"/>
              <a:round/>
            </a:ln>
          </a:left>
          <a:right>
            <a:ln w="25400" cap="flat">
              <a:solidFill>
                <a:srgbClr val="363636"/>
              </a:solidFill>
              <a:prstDash val="solid"/>
              <a:round/>
            </a:ln>
          </a:right>
          <a:top>
            <a:ln w="25400" cap="flat">
              <a:solidFill>
                <a:srgbClr val="363636"/>
              </a:solidFill>
              <a:prstDash val="solid"/>
              <a:round/>
            </a:ln>
          </a:top>
          <a:bottom>
            <a:ln w="25400" cap="flat">
              <a:solidFill>
                <a:srgbClr val="363636"/>
              </a:solidFill>
              <a:prstDash val="solid"/>
              <a:round/>
            </a:ln>
          </a:bottom>
          <a:insideH>
            <a:ln w="25400" cap="flat">
              <a:solidFill>
                <a:srgbClr val="363636"/>
              </a:solidFill>
              <a:prstDash val="solid"/>
              <a:round/>
            </a:ln>
          </a:insideH>
          <a:insideV>
            <a:ln w="25400" cap="flat">
              <a:solidFill>
                <a:srgbClr val="363636"/>
              </a:solidFill>
              <a:prstDash val="solid"/>
              <a:round/>
            </a:ln>
          </a:insideV>
        </a:tcBdr>
        <a:fill>
          <a:solidFill>
            <a:srgbClr val="363636">
              <a:alpha val="20000"/>
            </a:srgbClr>
          </a:solidFill>
        </a:fill>
      </a:tcStyle>
    </a:firstCol>
    <a:lastRow>
      <a:tcTxStyle b="on" i="off">
        <a:font>
          <a:latin typeface="Curiosity-TWDC DemiBold"/>
          <a:ea typeface="Curiosity-TWDC DemiBold"/>
          <a:cs typeface="Curiosity-TWDC DemiBold"/>
        </a:font>
        <a:srgbClr val="363636"/>
      </a:tcTxStyle>
      <a:tcStyle>
        <a:tcBdr>
          <a:left>
            <a:ln w="25400" cap="flat">
              <a:solidFill>
                <a:srgbClr val="363636"/>
              </a:solidFill>
              <a:prstDash val="solid"/>
              <a:round/>
            </a:ln>
          </a:left>
          <a:right>
            <a:ln w="25400" cap="flat">
              <a:solidFill>
                <a:srgbClr val="363636"/>
              </a:solidFill>
              <a:prstDash val="solid"/>
              <a:round/>
            </a:ln>
          </a:right>
          <a:top>
            <a:ln w="127000" cap="flat">
              <a:solidFill>
                <a:srgbClr val="363636"/>
              </a:solidFill>
              <a:prstDash val="solid"/>
              <a:round/>
            </a:ln>
          </a:top>
          <a:bottom>
            <a:ln w="25400" cap="flat">
              <a:solidFill>
                <a:srgbClr val="363636"/>
              </a:solidFill>
              <a:prstDash val="solid"/>
              <a:round/>
            </a:ln>
          </a:bottom>
          <a:insideH>
            <a:ln w="25400" cap="flat">
              <a:solidFill>
                <a:srgbClr val="363636"/>
              </a:solidFill>
              <a:prstDash val="solid"/>
              <a:round/>
            </a:ln>
          </a:insideH>
          <a:insideV>
            <a:ln w="25400" cap="flat">
              <a:solidFill>
                <a:srgbClr val="363636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uriosity-TWDC DemiBold"/>
          <a:ea typeface="Curiosity-TWDC DemiBold"/>
          <a:cs typeface="Curiosity-TWDC DemiBold"/>
        </a:font>
        <a:srgbClr val="363636"/>
      </a:tcTxStyle>
      <a:tcStyle>
        <a:tcBdr>
          <a:left>
            <a:ln w="25400" cap="flat">
              <a:solidFill>
                <a:srgbClr val="363636"/>
              </a:solidFill>
              <a:prstDash val="solid"/>
              <a:round/>
            </a:ln>
          </a:left>
          <a:right>
            <a:ln w="25400" cap="flat">
              <a:solidFill>
                <a:srgbClr val="363636"/>
              </a:solidFill>
              <a:prstDash val="solid"/>
              <a:round/>
            </a:ln>
          </a:right>
          <a:top>
            <a:ln w="25400" cap="flat">
              <a:solidFill>
                <a:srgbClr val="363636"/>
              </a:solidFill>
              <a:prstDash val="solid"/>
              <a:round/>
            </a:ln>
          </a:top>
          <a:bottom>
            <a:ln w="63500" cap="flat">
              <a:solidFill>
                <a:srgbClr val="363636"/>
              </a:solidFill>
              <a:prstDash val="solid"/>
              <a:round/>
            </a:ln>
          </a:bottom>
          <a:insideH>
            <a:ln w="25400" cap="flat">
              <a:solidFill>
                <a:srgbClr val="363636"/>
              </a:solidFill>
              <a:prstDash val="solid"/>
              <a:round/>
            </a:ln>
          </a:insideH>
          <a:insideV>
            <a:ln w="25400" cap="flat">
              <a:solidFill>
                <a:srgbClr val="363636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/Relationships>
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05"/>
          <c:y val="0.005"/>
          <c:w val="0.99"/>
          <c:h val="0.9875"/>
        </c:manualLayout>
      </c:layout>
      <c:doughnutChart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rgbClr val="50B0DA"/>
            </a:solidFill>
            <a:ln w="635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miter lim="800000"/>
            </a:ln>
            <a:effectLst/>
          </c:spPr>
          <c:explosion val="0"/>
          <c:dPt>
            <c:idx val="0"/>
            <c:explosion val="0"/>
            <c:spPr>
              <a:solidFill>
                <a:srgbClr val="50B0DA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Pt>
            <c:idx val="1"/>
            <c:explosion val="0"/>
            <c:spPr>
              <a:solidFill>
                <a:srgbClr val="183F66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Pt>
            <c:idx val="2"/>
            <c:explosion val="0"/>
            <c:spPr>
              <a:solidFill>
                <a:schemeClr val="accent4">
                  <a:hueOff val="-203031"/>
                  <a:satOff val="-71423"/>
                  <a:lumOff val="-30171"/>
                </a:schemeClr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Pt>
            <c:idx val="3"/>
            <c:explosion val="0"/>
            <c:spPr>
              <a:solidFill>
                <a:srgbClr val="535353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Pt>
            <c:idx val="4"/>
            <c:explosion val="0"/>
            <c:spPr>
              <a:solidFill>
                <a:srgbClr val="A7A7A7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Pt>
            <c:idx val="5"/>
            <c:explosion val="0"/>
            <c:spPr>
              <a:solidFill>
                <a:srgbClr val="DDDDDD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Lbls>
            <c:dLbl>
              <c:idx val="0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FFFFFF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FFFFFF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FFFFFF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FFFFFF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FFFFFF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FFFFFF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#,##0%" sourceLinked="0"/>
            <c:txPr>
              <a:bodyPr/>
              <a:lstStyle/>
              <a:p>
                <a:pPr>
                  <a:defRPr b="0" i="0" strike="noStrike" sz="2340" u="none">
                    <a:solidFill>
                      <a:srgbClr val="FFFFFF"/>
                    </a:solidFill>
                    <a:latin typeface="Curiosity-TWDC Medium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leaderLines>
              <c:spPr>
                <a:noFill/>
                <a:ln w="6350" cap="flat">
                  <a:solidFill>
                    <a:schemeClr val="accent4">
                      <a:hueOff val="-203031"/>
                      <a:satOff val="-71423"/>
                      <a:lumOff val="-30171"/>
                    </a:schemeClr>
                  </a:solidFill>
                  <a:prstDash val="solid"/>
                  <a:miter lim="400000"/>
                </a:ln>
                <a:effectLst/>
              </c:spPr>
            </c:leaderLines>
          </c:dLbls>
          <c:cat>
            <c:strRef>
              <c:f>Sheet1!$B$1:$G$1</c:f>
              <c:strCache>
                <c:ptCount val="6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  <c:pt idx="4">
                  <c:v>August</c:v>
                </c:pt>
                <c:pt idx="5">
                  <c:v>September</c:v>
                </c:pt>
              </c:strCache>
            </c:strRef>
          </c:cat>
          <c:val>
            <c:numRef>
              <c:f>Sheet1!$B$2:$G$2</c:f>
              <c:numCache>
                <c:ptCount val="6"/>
                <c:pt idx="0">
                  <c:v>91.000000</c:v>
                </c:pt>
                <c:pt idx="1">
                  <c:v>76.000000</c:v>
                </c:pt>
                <c:pt idx="2">
                  <c:v>28.000000</c:v>
                </c:pt>
                <c:pt idx="3">
                  <c:v>26.000000</c:v>
                </c:pt>
                <c:pt idx="4">
                  <c:v>21.000000</c:v>
                </c:pt>
                <c:pt idx="5">
                  <c:v>18.000000</c:v>
                </c:pt>
              </c:numCache>
            </c:numRef>
          </c:val>
        </c:ser>
        <c:firstSliceAng val="0"/>
        <c:holeSize val="47"/>
      </c:doughnutChart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05"/>
          <c:y val="0.005"/>
          <c:w val="0.99"/>
          <c:h val="0.9875"/>
        </c:manualLayout>
      </c:layout>
      <c:doughnutChart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rgbClr val="50B0DA"/>
            </a:solidFill>
            <a:ln w="635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miter lim="800000"/>
            </a:ln>
            <a:effectLst/>
          </c:spPr>
          <c:explosion val="0"/>
          <c:dPt>
            <c:idx val="0"/>
            <c:explosion val="0"/>
            <c:spPr>
              <a:solidFill>
                <a:srgbClr val="50B0DA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Pt>
            <c:idx val="1"/>
            <c:explosion val="0"/>
            <c:spPr>
              <a:solidFill>
                <a:srgbClr val="183F66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Pt>
            <c:idx val="2"/>
            <c:explosion val="0"/>
            <c:spPr>
              <a:solidFill>
                <a:schemeClr val="accent4">
                  <a:hueOff val="-203031"/>
                  <a:satOff val="-71423"/>
                  <a:lumOff val="-30171"/>
                </a:schemeClr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Pt>
            <c:idx val="3"/>
            <c:explosion val="0"/>
            <c:spPr>
              <a:solidFill>
                <a:srgbClr val="535353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Pt>
            <c:idx val="4"/>
            <c:explosion val="0"/>
            <c:spPr>
              <a:solidFill>
                <a:srgbClr val="A7A7A7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Pt>
            <c:idx val="5"/>
            <c:explosion val="0"/>
            <c:spPr>
              <a:solidFill>
                <a:srgbClr val="DDDDDD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Lbls>
            <c:dLbl>
              <c:idx val="0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FFFFFF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FFFFFF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FFFFFF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FFFFFF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FFFFFF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FFFFFF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#,##0%" sourceLinked="0"/>
            <c:txPr>
              <a:bodyPr/>
              <a:lstStyle/>
              <a:p>
                <a:pPr>
                  <a:defRPr b="0" i="0" strike="noStrike" sz="2340" u="none">
                    <a:solidFill>
                      <a:srgbClr val="FFFFFF"/>
                    </a:solidFill>
                    <a:latin typeface="Curiosity-TWDC Medium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leaderLines>
              <c:spPr>
                <a:noFill/>
                <a:ln w="6350" cap="flat">
                  <a:solidFill>
                    <a:schemeClr val="accent4">
                      <a:hueOff val="-203031"/>
                      <a:satOff val="-71423"/>
                      <a:lumOff val="-30171"/>
                    </a:schemeClr>
                  </a:solidFill>
                  <a:prstDash val="solid"/>
                  <a:miter lim="400000"/>
                </a:ln>
                <a:effectLst/>
              </c:spPr>
            </c:leaderLines>
          </c:dLbls>
          <c:cat>
            <c:strRef>
              <c:f>Sheet1!$B$1:$G$1</c:f>
              <c:strCache>
                <c:ptCount val="6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  <c:pt idx="4">
                  <c:v>August</c:v>
                </c:pt>
                <c:pt idx="5">
                  <c:v>September</c:v>
                </c:pt>
              </c:strCache>
            </c:strRef>
          </c:cat>
          <c:val>
            <c:numRef>
              <c:f>Sheet1!$B$2:$G$2</c:f>
              <c:numCache>
                <c:ptCount val="6"/>
                <c:pt idx="0">
                  <c:v>91.000000</c:v>
                </c:pt>
                <c:pt idx="1">
                  <c:v>76.000000</c:v>
                </c:pt>
                <c:pt idx="2">
                  <c:v>28.000000</c:v>
                </c:pt>
                <c:pt idx="3">
                  <c:v>26.000000</c:v>
                </c:pt>
                <c:pt idx="4">
                  <c:v>21.000000</c:v>
                </c:pt>
                <c:pt idx="5">
                  <c:v>18.000000</c:v>
                </c:pt>
              </c:numCache>
            </c:numRef>
          </c:val>
        </c:ser>
        <c:firstSliceAng val="0"/>
        <c:holeSize val="47"/>
      </c:doughnutChart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152459"/>
          <c:y val="0.152459"/>
          <c:w val="0.695082"/>
          <c:h val="0.682582"/>
        </c:manualLayout>
      </c:layout>
      <c:doughnutChart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rgbClr val="50B0DA"/>
            </a:solidFill>
            <a:ln w="635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miter lim="800000"/>
            </a:ln>
            <a:effectLst/>
          </c:spPr>
          <c:explosion val="0"/>
          <c:dPt>
            <c:idx val="0"/>
            <c:explosion val="0"/>
            <c:spPr>
              <a:solidFill>
                <a:srgbClr val="50B0DA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Pt>
            <c:idx val="1"/>
            <c:explosion val="0"/>
            <c:spPr>
              <a:solidFill>
                <a:srgbClr val="183F66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Pt>
            <c:idx val="2"/>
            <c:explosion val="0"/>
            <c:spPr>
              <a:solidFill>
                <a:schemeClr val="accent4">
                  <a:hueOff val="-203031"/>
                  <a:satOff val="-71423"/>
                  <a:lumOff val="-30171"/>
                </a:schemeClr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Pt>
            <c:idx val="3"/>
            <c:explosion val="0"/>
            <c:spPr>
              <a:solidFill>
                <a:srgbClr val="535353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Pt>
            <c:idx val="4"/>
            <c:explosion val="0"/>
            <c:spPr>
              <a:solidFill>
                <a:srgbClr val="A7A7A7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Pt>
            <c:idx val="5"/>
            <c:explosion val="0"/>
            <c:spPr>
              <a:solidFill>
                <a:srgbClr val="DDDDDD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Lbls>
            <c:dLbl>
              <c:idx val="0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FFFFFF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FFFFFF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FFFFFF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FFFFFF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FFFFFF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FFFFFF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#,##0%" sourceLinked="0"/>
            <c:txPr>
              <a:bodyPr/>
              <a:lstStyle/>
              <a:p>
                <a:pPr>
                  <a:defRPr b="0" i="0" strike="noStrike" sz="2340" u="none">
                    <a:solidFill>
                      <a:srgbClr val="FFFFFF"/>
                    </a:solidFill>
                    <a:latin typeface="Curiosity-TWDC Medium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noFill/>
                <a:ln w="6350" cap="flat">
                  <a:solidFill>
                    <a:schemeClr val="accent1">
                      <a:hueOff val="-12205714"/>
                      <a:satOff val="-100000"/>
                      <a:lumOff val="79411"/>
                    </a:schemeClr>
                  </a:solidFill>
                  <a:prstDash val="solid"/>
                  <a:miter lim="400000"/>
                </a:ln>
                <a:effectLst/>
              </c:spPr>
            </c:leaderLines>
          </c:dLbls>
          <c:cat>
            <c:strRef>
              <c:f>Sheet1!$B$1:$G$1</c:f>
              <c:strCache>
                <c:ptCount val="6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  <c:pt idx="4">
                  <c:v>August</c:v>
                </c:pt>
                <c:pt idx="5">
                  <c:v>September</c:v>
                </c:pt>
              </c:strCache>
            </c:strRef>
          </c:cat>
          <c:val>
            <c:numRef>
              <c:f>Sheet1!$B$2:$G$2</c:f>
              <c:numCache>
                <c:ptCount val="6"/>
                <c:pt idx="0">
                  <c:v>91.000000</c:v>
                </c:pt>
                <c:pt idx="1">
                  <c:v>76.000000</c:v>
                </c:pt>
                <c:pt idx="2">
                  <c:v>28.000000</c:v>
                </c:pt>
                <c:pt idx="3">
                  <c:v>26.000000</c:v>
                </c:pt>
                <c:pt idx="4">
                  <c:v>21.000000</c:v>
                </c:pt>
                <c:pt idx="5">
                  <c:v>18.000000</c:v>
                </c:pt>
              </c:numCache>
            </c:numRef>
          </c:val>
        </c:ser>
        <c:firstSliceAng val="0"/>
        <c:holeSize val="75"/>
      </c:doughnutChart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663188"/>
          <c:y val="0.0716071"/>
          <c:w val="0.913457"/>
          <c:h val="0.806413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rgbClr val="50B0DA"/>
            </a:solidFill>
            <a:ln w="635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miter lim="800000"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2830" u="none">
                    <a:solidFill>
                      <a:srgbClr val="363636"/>
                    </a:solidFill>
                    <a:latin typeface="Curiosity-TWDC Medium"/>
                  </a:defRPr>
                </a:pPr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Sheet1!$B$2:$E$2</c:f>
              <c:numCache>
                <c:ptCount val="4"/>
                <c:pt idx="0">
                  <c:v>27.000000</c:v>
                </c:pt>
                <c:pt idx="1">
                  <c:v>36.000000</c:v>
                </c:pt>
                <c:pt idx="2">
                  <c:v>63.000000</c:v>
                </c:pt>
                <c:pt idx="3">
                  <c:v>143.000000</c:v>
                </c:pt>
              </c:numCache>
            </c:numRef>
          </c:val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Region 2</c:v>
                </c:pt>
              </c:strCache>
            </c:strRef>
          </c:tx>
          <c:spPr>
            <a:solidFill>
              <a:srgbClr val="183F66"/>
            </a:solidFill>
            <a:ln w="635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miter lim="800000"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2830" u="none">
                    <a:solidFill>
                      <a:srgbClr val="363636"/>
                    </a:solidFill>
                    <a:latin typeface="Curiosity-TWDC Medium"/>
                  </a:defRPr>
                </a:pPr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Sheet1!$B$3:$E$3</c:f>
              <c:numCache>
                <c:ptCount val="4"/>
                <c:pt idx="0">
                  <c:v>55.000000</c:v>
                </c:pt>
                <c:pt idx="1">
                  <c:v>43.000000</c:v>
                </c:pt>
                <c:pt idx="2">
                  <c:v>80.000000</c:v>
                </c:pt>
                <c:pt idx="3">
                  <c:v>48.000000</c:v>
                </c:pt>
              </c:numCache>
            </c:numRef>
          </c:val>
        </c:ser>
        <c:gapWidth val="150"/>
        <c:overlap val="100"/>
        <c:axId val="2094734552"/>
        <c:axId val="2094734553"/>
      </c:barChart>
      <c:catAx>
        <c:axId val="2094734552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E8E8E"/>
            </a:solidFill>
            <a:prstDash val="solid"/>
            <a:miter lim="800000"/>
          </a:ln>
        </c:spPr>
        <c:txPr>
          <a:bodyPr rot="0"/>
          <a:lstStyle/>
          <a:p>
            <a:pPr>
              <a:defRPr b="0" i="0" strike="noStrike" sz="2530" u="none">
                <a:solidFill>
                  <a:srgbClr val="FFFFFF"/>
                </a:solidFill>
                <a:latin typeface="Curiosity-TWDC Medium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E8E8E"/>
              </a:solidFill>
              <a:prstDash val="solid"/>
              <a:miter lim="800000"/>
            </a:ln>
          </c:spPr>
        </c:majorGridlines>
        <c:numFmt formatCode="General" sourceLinked="0"/>
        <c:majorTickMark val="out"/>
        <c:minorTickMark val="none"/>
        <c:tickLblPos val="high"/>
        <c:spPr>
          <a:ln w="12700" cap="flat">
            <a:solidFill>
              <a:srgbClr val="8E8E8E"/>
            </a:solidFill>
            <a:prstDash val="solid"/>
            <a:miter lim="800000"/>
          </a:ln>
        </c:spPr>
        <c:txPr>
          <a:bodyPr rot="0"/>
          <a:lstStyle/>
          <a:p>
            <a:pPr>
              <a:defRPr b="0" i="0" strike="noStrike" sz="2530" u="none">
                <a:solidFill>
                  <a:srgbClr val="FFFFFF"/>
                </a:solidFill>
                <a:latin typeface="Curiosity-TWDC Medium"/>
              </a:defRPr>
            </a:pPr>
          </a:p>
        </c:txPr>
        <c:crossAx val="2094734552"/>
        <c:crosses val="autoZero"/>
        <c:crossBetween val="between"/>
        <c:majorUnit val="50"/>
        <c:minorUnit val="2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title>
      <c:tx>
        <c:rich>
          <a:bodyPr rot="0"/>
          <a:lstStyle/>
          <a:p>
            <a:pPr>
              <a:defRPr b="0" i="0" strike="noStrike" sz="1000" u="none">
                <a:solidFill>
                  <a:srgbClr val="363636"/>
                </a:solidFill>
                <a:latin typeface="Curiosity-TWDC Medium"/>
              </a:defRPr>
            </a:pPr>
            <a:r>
              <a:rPr b="0" i="0" strike="noStrike" sz="1000" u="none">
                <a:solidFill>
                  <a:srgbClr val="363636"/>
                </a:solidFill>
                <a:latin typeface="Curiosity-TWDC Medium"/>
              </a:rPr>
              <a:t>Series 1</a:t>
            </a:r>
          </a:p>
        </c:rich>
      </c:tx>
      <c:layout>
        <c:manualLayout>
          <c:xMode val="edge"/>
          <c:yMode val="edge"/>
          <c:x val="0.483713"/>
          <c:y val="0"/>
          <c:w val="0.0325746"/>
          <c:h val="0.0737344"/>
        </c:manualLayout>
      </c:layout>
      <c:overlay val="1"/>
      <c:spPr>
        <a:noFill/>
        <a:effectLst/>
      </c:spPr>
    </c:title>
    <c:autoTitleDeleted val="1"/>
    <c:plotArea>
      <c:layout>
        <c:manualLayout>
          <c:layoutTarget val="inner"/>
          <c:xMode val="edge"/>
          <c:yMode val="edge"/>
          <c:x val="0.00995528"/>
          <c:y val="0.0737344"/>
          <c:w val="0.985045"/>
          <c:h val="0.794205"/>
        </c:manualLayout>
      </c:layout>
      <c:barChart>
        <c:barDir val="col"/>
        <c:grouping val="clustered"/>
        <c:varyColors val="0"/>
        <c:ser>
          <c:idx val="0"/>
          <c:order val="0"/>
          <c:tx>
            <c:v>Series 1</c:v>
          </c:tx>
          <c:spPr>
            <a:solidFill>
              <a:srgbClr val="DDDDDD"/>
            </a:solidFill>
            <a:ln w="12700" cap="flat">
              <a:noFill/>
              <a:miter lim="400000"/>
            </a:ln>
            <a:effectLst/>
          </c:spPr>
          <c:invertIfNegative val="0"/>
          <c:dPt>
            <c:idx val="0"/>
            <c:spPr>
              <a:solidFill>
                <a:srgbClr val="DDDDDD"/>
              </a:solidFill>
              <a:ln w="12700" cap="flat">
                <a:noFill/>
                <a:miter lim="400000"/>
              </a:ln>
              <a:effectLst/>
            </c:spPr>
          </c:dPt>
          <c:dPt>
            <c:idx val="1"/>
            <c:spPr>
              <a:solidFill>
                <a:srgbClr val="A7A7A7"/>
              </a:solidFill>
              <a:ln w="12700" cap="flat">
                <a:noFill/>
                <a:miter lim="400000"/>
              </a:ln>
              <a:effectLst/>
            </c:spPr>
          </c:dPt>
          <c:dPt>
            <c:idx val="2"/>
            <c:spPr>
              <a:solidFill>
                <a:srgbClr val="183F66"/>
              </a:solidFill>
              <a:ln w="12700" cap="flat">
                <a:noFill/>
                <a:miter lim="400000"/>
              </a:ln>
              <a:effectLst/>
            </c:spPr>
          </c:dPt>
          <c:dPt>
            <c:idx val="3"/>
            <c:spPr>
              <a:solidFill>
                <a:srgbClr val="50B0DA"/>
              </a:solidFill>
              <a:ln w="12700" cap="flat">
                <a:noFill/>
                <a:miter lim="400000"/>
              </a:ln>
              <a:effectLst/>
            </c:spPr>
          </c:dPt>
          <c:dPt>
            <c:idx val="4"/>
            <c:spPr>
              <a:solidFill>
                <a:srgbClr val="A7A7A7"/>
              </a:solidFill>
              <a:ln w="12700" cap="flat">
                <a:noFill/>
                <a:miter lim="400000"/>
              </a:ln>
              <a:effectLst/>
            </c:spPr>
          </c:dPt>
          <c:dPt>
            <c:idx val="5"/>
            <c:spPr>
              <a:solidFill>
                <a:srgbClr val="50B0DA"/>
              </a:solidFill>
              <a:ln w="12700" cap="flat">
                <a:noFill/>
                <a:miter lim="400000"/>
              </a:ln>
              <a:effectLst/>
            </c:spPr>
          </c:dPt>
          <c:dPt>
            <c:idx val="6"/>
            <c:spPr>
              <a:solidFill>
                <a:srgbClr val="E2E2E2"/>
              </a:solidFill>
              <a:ln w="12700" cap="flat">
                <a:noFill/>
                <a:miter lim="400000"/>
              </a:ln>
              <a:effectLst/>
            </c:spPr>
          </c:dPt>
          <c:dPt>
            <c:idx val="7"/>
            <c:spPr>
              <a:solidFill>
                <a:schemeClr val="accent4">
                  <a:hueOff val="-203031"/>
                  <a:satOff val="-71423"/>
                  <a:lumOff val="-30171"/>
                </a:schemeClr>
              </a:solidFill>
              <a:ln w="12700" cap="flat">
                <a:noFill/>
                <a:miter lim="400000"/>
              </a:ln>
              <a:effectLst/>
            </c:spPr>
          </c:dPt>
          <c:dPt>
            <c:idx val="8"/>
            <c:spPr>
              <a:solidFill>
                <a:srgbClr val="183F66"/>
              </a:solidFill>
              <a:ln w="12700" cap="flat">
                <a:noFill/>
                <a:miter lim="400000"/>
              </a:ln>
              <a:effectLst/>
            </c:spPr>
          </c:dPt>
          <c:dPt>
            <c:idx val="9"/>
            <c:spPr>
              <a:solidFill>
                <a:srgbClr val="50B0DA"/>
              </a:solidFill>
              <a:ln w="12700" cap="flat">
                <a:noFill/>
                <a:miter lim="400000"/>
              </a:ln>
              <a:effectLst/>
            </c:spPr>
          </c:dPt>
          <c:dPt>
            <c:idx val="10"/>
            <c:spPr>
              <a:solidFill>
                <a:srgbClr val="B3B3B3"/>
              </a:solidFill>
              <a:ln w="12700" cap="flat">
                <a:noFill/>
                <a:miter lim="400000"/>
              </a:ln>
              <a:effectLst/>
            </c:spPr>
          </c:dPt>
          <c:dLbls>
            <c:dLbl>
              <c:idx val="0"/>
              <c:numFmt formatCode="0.#" sourceLinked="0"/>
              <c:txPr>
                <a:bodyPr/>
                <a:lstStyle/>
                <a:p>
                  <a:pPr>
                    <a:defRPr b="0" i="0" strike="noStrike" sz="1800" u="none">
                      <a:solidFill>
                        <a:srgbClr val="363636"/>
                      </a:solidFill>
                      <a:latin typeface="Curiosity-TWDC Medium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0.#" sourceLinked="0"/>
              <c:txPr>
                <a:bodyPr/>
                <a:lstStyle/>
                <a:p>
                  <a:pPr>
                    <a:defRPr b="0" i="0" strike="noStrike" sz="1800" u="none">
                      <a:solidFill>
                        <a:srgbClr val="363636"/>
                      </a:solidFill>
                      <a:latin typeface="Curiosity-TWDC Medium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0.#" sourceLinked="0"/>
              <c:txPr>
                <a:bodyPr/>
                <a:lstStyle/>
                <a:p>
                  <a:pPr>
                    <a:defRPr b="0" i="0" strike="noStrike" sz="1800" u="none">
                      <a:solidFill>
                        <a:srgbClr val="363636"/>
                      </a:solidFill>
                      <a:latin typeface="Curiosity-TWDC Medium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0.#" sourceLinked="0"/>
              <c:txPr>
                <a:bodyPr/>
                <a:lstStyle/>
                <a:p>
                  <a:pPr>
                    <a:defRPr b="0" i="0" strike="noStrike" sz="1800" u="none">
                      <a:solidFill>
                        <a:srgbClr val="363636"/>
                      </a:solidFill>
                      <a:latin typeface="Curiosity-TWDC Medium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0.#" sourceLinked="0"/>
              <c:txPr>
                <a:bodyPr/>
                <a:lstStyle/>
                <a:p>
                  <a:pPr>
                    <a:defRPr b="0" i="0" strike="noStrike" sz="1800" u="none">
                      <a:solidFill>
                        <a:srgbClr val="363636"/>
                      </a:solidFill>
                      <a:latin typeface="Curiosity-TWDC Medium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0.#" sourceLinked="0"/>
              <c:txPr>
                <a:bodyPr/>
                <a:lstStyle/>
                <a:p>
                  <a:pPr>
                    <a:defRPr b="0" i="0" strike="noStrike" sz="1800" u="none">
                      <a:solidFill>
                        <a:srgbClr val="363636"/>
                      </a:solidFill>
                      <a:latin typeface="Curiosity-TWDC Medium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numFmt formatCode="0.#" sourceLinked="0"/>
              <c:txPr>
                <a:bodyPr/>
                <a:lstStyle/>
                <a:p>
                  <a:pPr>
                    <a:defRPr b="0" i="0" strike="noStrike" sz="1800" u="none">
                      <a:solidFill>
                        <a:srgbClr val="363636"/>
                      </a:solidFill>
                      <a:latin typeface="Curiosity-TWDC Medium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numFmt formatCode="0.#" sourceLinked="0"/>
              <c:txPr>
                <a:bodyPr/>
                <a:lstStyle/>
                <a:p>
                  <a:pPr>
                    <a:defRPr b="0" i="0" strike="noStrike" sz="1800" u="none">
                      <a:solidFill>
                        <a:srgbClr val="363636"/>
                      </a:solidFill>
                      <a:latin typeface="Curiosity-TWDC Medium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numFmt formatCode="0.#" sourceLinked="0"/>
              <c:txPr>
                <a:bodyPr/>
                <a:lstStyle/>
                <a:p>
                  <a:pPr>
                    <a:defRPr b="0" i="0" strike="noStrike" sz="1800" u="none">
                      <a:solidFill>
                        <a:srgbClr val="363636"/>
                      </a:solidFill>
                      <a:latin typeface="Curiosity-TWDC Medium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numFmt formatCode="0.#" sourceLinked="0"/>
              <c:txPr>
                <a:bodyPr/>
                <a:lstStyle/>
                <a:p>
                  <a:pPr>
                    <a:defRPr b="0" i="0" strike="noStrike" sz="1800" u="none">
                      <a:solidFill>
                        <a:srgbClr val="363636"/>
                      </a:solidFill>
                      <a:latin typeface="Curiosity-TWDC Medium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numFmt formatCode="0.#" sourceLinked="0"/>
              <c:txPr>
                <a:bodyPr/>
                <a:lstStyle/>
                <a:p>
                  <a:pPr>
                    <a:defRPr b="0" i="0" strike="noStrike" sz="1800" u="none">
                      <a:solidFill>
                        <a:srgbClr val="363636"/>
                      </a:solidFill>
                      <a:latin typeface="Curiosity-TWDC Medium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0.#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363636"/>
                    </a:solidFill>
                    <a:latin typeface="Curiosity-TWDC Medium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11"/>
              <c:pt idx="0">
                <c:v>2009</c:v>
              </c:pt>
              <c:pt idx="1">
                <c:v>2010</c:v>
              </c:pt>
              <c:pt idx="2">
                <c:v>2011</c:v>
              </c:pt>
              <c:pt idx="3">
                <c:v>2012</c:v>
              </c:pt>
              <c:pt idx="4">
                <c:v>2013</c:v>
              </c:pt>
              <c:pt idx="5">
                <c:v>2014</c:v>
              </c:pt>
              <c:pt idx="6">
                <c:v>2015</c:v>
              </c:pt>
              <c:pt idx="7">
                <c:v>2016</c:v>
              </c:pt>
              <c:pt idx="8">
                <c:v>2017</c:v>
              </c:pt>
              <c:pt idx="9">
                <c:v>2018</c:v>
              </c:pt>
              <c:pt idx="10">
                <c:v>2020</c:v>
              </c:pt>
            </c:strLit>
          </c:cat>
          <c:val>
            <c:numLit>
              <c:ptCount val="11"/>
              <c:pt idx="0">
                <c:v>4.300000</c:v>
              </c:pt>
              <c:pt idx="1">
                <c:v>2.500000</c:v>
              </c:pt>
              <c:pt idx="2">
                <c:v>3.500000</c:v>
              </c:pt>
              <c:pt idx="3">
                <c:v>4.500000</c:v>
              </c:pt>
              <c:pt idx="4">
                <c:v>4.300000</c:v>
              </c:pt>
              <c:pt idx="5">
                <c:v>2.500000</c:v>
              </c:pt>
              <c:pt idx="6">
                <c:v>3.500000</c:v>
              </c:pt>
              <c:pt idx="7">
                <c:v>4.500000</c:v>
              </c:pt>
              <c:pt idx="8">
                <c:v>4.300000</c:v>
              </c:pt>
              <c:pt idx="9">
                <c:v>2.500000</c:v>
              </c:pt>
              <c:pt idx="10">
                <c:v>3.500000</c:v>
              </c:pt>
            </c:numLit>
          </c:val>
        </c:ser>
        <c:gapWidth val="100"/>
        <c:overlap val="-27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12700" cap="flat">
            <a:noFill/>
            <a:prstDash val="solid"/>
            <a:miter lim="800000"/>
          </a:ln>
        </c:spPr>
        <c:txPr>
          <a:bodyPr rot="0"/>
          <a:lstStyle/>
          <a:p>
            <a:pPr>
              <a:defRPr b="0" i="0" strike="noStrike" sz="2500" u="none">
                <a:solidFill>
                  <a:srgbClr val="FFFFFF"/>
                </a:solidFill>
                <a:latin typeface="Curiosity-TWDC Medium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</c:scaling>
        <c:delete val="0"/>
        <c:axPos val="l"/>
        <c:numFmt formatCode="0.#" sourceLinked="0"/>
        <c:majorTickMark val="none"/>
        <c:minorTickMark val="none"/>
        <c:tickLblPos val="none"/>
        <c:spPr>
          <a:ln w="12700" cap="flat">
            <a:noFill/>
            <a:prstDash val="solid"/>
            <a:miter lim="800000"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363636"/>
                </a:solidFill>
                <a:latin typeface="Curiosity-TWDC Medium"/>
              </a:defRPr>
            </a:pPr>
          </a:p>
        </c:txPr>
        <c:crossAx val="2094734552"/>
        <c:crosses val="autoZero"/>
        <c:crossBetween val="between"/>
        <c:majorUnit val="1.25"/>
        <c:minorUnit val="0.62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152459"/>
          <c:y val="0.152459"/>
          <c:w val="0.695082"/>
          <c:h val="0.682582"/>
        </c:manualLayout>
      </c:layout>
      <c:doughnutChart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rgbClr val="50B0DA"/>
            </a:solidFill>
            <a:ln w="635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miter lim="800000"/>
            </a:ln>
            <a:effectLst/>
          </c:spPr>
          <c:explosion val="0"/>
          <c:dPt>
            <c:idx val="0"/>
            <c:explosion val="0"/>
            <c:spPr>
              <a:solidFill>
                <a:srgbClr val="50B0DA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Pt>
            <c:idx val="1"/>
            <c:explosion val="0"/>
            <c:spPr>
              <a:solidFill>
                <a:srgbClr val="183F66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Pt>
            <c:idx val="2"/>
            <c:explosion val="0"/>
            <c:spPr>
              <a:solidFill>
                <a:schemeClr val="accent4">
                  <a:hueOff val="-203031"/>
                  <a:satOff val="-71423"/>
                  <a:lumOff val="-30171"/>
                </a:schemeClr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Pt>
            <c:idx val="3"/>
            <c:explosion val="0"/>
            <c:spPr>
              <a:solidFill>
                <a:srgbClr val="535353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Pt>
            <c:idx val="4"/>
            <c:explosion val="0"/>
            <c:spPr>
              <a:solidFill>
                <a:srgbClr val="A7A7A7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Pt>
            <c:idx val="5"/>
            <c:explosion val="0"/>
            <c:spPr>
              <a:solidFill>
                <a:srgbClr val="DDDDDD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</c:dPt>
          <c:dLbls>
            <c:dLbl>
              <c:idx val="0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000000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000000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000000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000000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000000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#,##0%" sourceLinked="0"/>
              <c:txPr>
                <a:bodyPr/>
                <a:lstStyle/>
                <a:p>
                  <a:pPr>
                    <a:defRPr b="0" i="0" strike="noStrike" sz="2340" u="none">
                      <a:solidFill>
                        <a:srgbClr val="000000"/>
                      </a:solidFill>
                      <a:latin typeface="Curiosity-TWDC Medium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#,##0%" sourceLinked="0"/>
            <c:txPr>
              <a:bodyPr/>
              <a:lstStyle/>
              <a:p>
                <a:pPr>
                  <a:defRPr b="0" i="0" strike="noStrike" sz="2340" u="none">
                    <a:solidFill>
                      <a:srgbClr val="000000"/>
                    </a:solidFill>
                    <a:latin typeface="Curiosity-TWDC Medium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noFill/>
                <a:ln w="6350" cap="flat">
                  <a:solidFill>
                    <a:schemeClr val="accent4">
                      <a:hueOff val="-203031"/>
                      <a:satOff val="-71423"/>
                      <a:lumOff val="-30171"/>
                    </a:schemeClr>
                  </a:solidFill>
                  <a:prstDash val="solid"/>
                  <a:miter lim="400000"/>
                </a:ln>
                <a:effectLst/>
              </c:spPr>
            </c:leaderLines>
          </c:dLbls>
          <c:cat>
            <c:strRef>
              <c:f>Sheet1!$B$1:$G$1</c:f>
              <c:strCache>
                <c:ptCount val="6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  <c:pt idx="4">
                  <c:v>August</c:v>
                </c:pt>
                <c:pt idx="5">
                  <c:v>September</c:v>
                </c:pt>
              </c:strCache>
            </c:strRef>
          </c:cat>
          <c:val>
            <c:numRef>
              <c:f>Sheet1!$B$2:$G$2</c:f>
              <c:numCache>
                <c:ptCount val="6"/>
                <c:pt idx="0">
                  <c:v>91.000000</c:v>
                </c:pt>
                <c:pt idx="1">
                  <c:v>76.000000</c:v>
                </c:pt>
                <c:pt idx="2">
                  <c:v>28.000000</c:v>
                </c:pt>
                <c:pt idx="3">
                  <c:v>26.000000</c:v>
                </c:pt>
                <c:pt idx="4">
                  <c:v>21.000000</c:v>
                </c:pt>
                <c:pt idx="5">
                  <c:v>18.000000</c:v>
                </c:pt>
              </c:numCache>
            </c:numRef>
          </c:val>
        </c:ser>
        <c:firstSliceAng val="0"/>
        <c:holeSize val="75"/>
      </c:doughnutChart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663188"/>
          <c:y val="0.0716071"/>
          <c:w val="0.913457"/>
          <c:h val="0.806413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rgbClr val="50B0DA"/>
            </a:solidFill>
            <a:ln w="635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miter lim="800000"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2830" u="none">
                    <a:solidFill>
                      <a:srgbClr val="363636"/>
                    </a:solidFill>
                    <a:latin typeface="Curiosity-TWDC Medium"/>
                  </a:defRPr>
                </a:pPr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Sheet1!$B$2:$E$2</c:f>
              <c:numCache>
                <c:ptCount val="4"/>
                <c:pt idx="0">
                  <c:v>27.000000</c:v>
                </c:pt>
                <c:pt idx="1">
                  <c:v>36.000000</c:v>
                </c:pt>
                <c:pt idx="2">
                  <c:v>63.000000</c:v>
                </c:pt>
                <c:pt idx="3">
                  <c:v>143.000000</c:v>
                </c:pt>
              </c:numCache>
            </c:numRef>
          </c:val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Region 2</c:v>
                </c:pt>
              </c:strCache>
            </c:strRef>
          </c:tx>
          <c:spPr>
            <a:solidFill>
              <a:srgbClr val="183F66"/>
            </a:solidFill>
            <a:ln w="635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miter lim="800000"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2830" u="none">
                    <a:solidFill>
                      <a:srgbClr val="363636"/>
                    </a:solidFill>
                    <a:latin typeface="Curiosity-TWDC Medium"/>
                  </a:defRPr>
                </a:pPr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Sheet1!$B$3:$E$3</c:f>
              <c:numCache>
                <c:ptCount val="4"/>
                <c:pt idx="0">
                  <c:v>55.000000</c:v>
                </c:pt>
                <c:pt idx="1">
                  <c:v>43.000000</c:v>
                </c:pt>
                <c:pt idx="2">
                  <c:v>80.000000</c:v>
                </c:pt>
                <c:pt idx="3">
                  <c:v>48.000000</c:v>
                </c:pt>
              </c:numCache>
            </c:numRef>
          </c:val>
        </c:ser>
        <c:gapWidth val="150"/>
        <c:overlap val="100"/>
        <c:axId val="2094734552"/>
        <c:axId val="2094734553"/>
      </c:barChart>
      <c:catAx>
        <c:axId val="2094734552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E8E8E"/>
            </a:solidFill>
            <a:prstDash val="solid"/>
            <a:miter lim="800000"/>
          </a:ln>
        </c:spPr>
        <c:txPr>
          <a:bodyPr rot="0"/>
          <a:lstStyle/>
          <a:p>
            <a:pPr>
              <a:defRPr b="0" i="0" strike="noStrike" sz="2530" u="none">
                <a:solidFill>
                  <a:srgbClr val="000000"/>
                </a:solidFill>
                <a:latin typeface="Curiosity-TWDC Medium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E8E8E"/>
              </a:solidFill>
              <a:prstDash val="solid"/>
              <a:miter lim="800000"/>
            </a:ln>
          </c:spPr>
        </c:majorGridlines>
        <c:numFmt formatCode="General" sourceLinked="0"/>
        <c:majorTickMark val="out"/>
        <c:minorTickMark val="none"/>
        <c:tickLblPos val="high"/>
        <c:spPr>
          <a:ln w="12700" cap="flat">
            <a:solidFill>
              <a:srgbClr val="8E8E8E"/>
            </a:solidFill>
            <a:prstDash val="solid"/>
            <a:miter lim="800000"/>
          </a:ln>
        </c:spPr>
        <c:txPr>
          <a:bodyPr rot="0"/>
          <a:lstStyle/>
          <a:p>
            <a:pPr>
              <a:defRPr b="0" i="0" strike="noStrike" sz="2530" u="none">
                <a:solidFill>
                  <a:srgbClr val="000000"/>
                </a:solidFill>
                <a:latin typeface="Curiosity-TWDC Medium"/>
              </a:defRPr>
            </a:pPr>
          </a:p>
        </c:txPr>
        <c:crossAx val="2094734552"/>
        <c:crosses val="autoZero"/>
        <c:crossBetween val="between"/>
        <c:majorUnit val="50"/>
        <c:minorUnit val="2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title>
      <c:tx>
        <c:rich>
          <a:bodyPr rot="0"/>
          <a:lstStyle/>
          <a:p>
            <a:pPr>
              <a:defRPr b="0" i="0" strike="noStrike" sz="1000" u="none">
                <a:solidFill>
                  <a:srgbClr val="363636"/>
                </a:solidFill>
                <a:latin typeface="Curiosity-TWDC Medium"/>
              </a:defRPr>
            </a:pPr>
            <a:r>
              <a:rPr b="0" i="0" strike="noStrike" sz="1000" u="none">
                <a:solidFill>
                  <a:srgbClr val="363636"/>
                </a:solidFill>
                <a:latin typeface="Curiosity-TWDC Medium"/>
              </a:rPr>
              <a:t>Series 1</a:t>
            </a:r>
          </a:p>
        </c:rich>
      </c:tx>
      <c:layout>
        <c:manualLayout>
          <c:xMode val="edge"/>
          <c:yMode val="edge"/>
          <c:x val="0.483713"/>
          <c:y val="0"/>
          <c:w val="0.0325746"/>
          <c:h val="0.0737344"/>
        </c:manualLayout>
      </c:layout>
      <c:overlay val="1"/>
      <c:spPr>
        <a:noFill/>
        <a:effectLst/>
      </c:spPr>
    </c:title>
    <c:autoTitleDeleted val="1"/>
    <c:plotArea>
      <c:layout>
        <c:manualLayout>
          <c:layoutTarget val="inner"/>
          <c:xMode val="edge"/>
          <c:yMode val="edge"/>
          <c:x val="0.00995528"/>
          <c:y val="0.0737344"/>
          <c:w val="0.985045"/>
          <c:h val="0.794205"/>
        </c:manualLayout>
      </c:layout>
      <c:barChart>
        <c:barDir val="col"/>
        <c:grouping val="clustered"/>
        <c:varyColors val="0"/>
        <c:ser>
          <c:idx val="0"/>
          <c:order val="0"/>
          <c:tx>
            <c:v>Series 1</c:v>
          </c:tx>
          <c:spPr>
            <a:solidFill>
              <a:srgbClr val="DDDDDD"/>
            </a:solidFill>
            <a:ln w="12700" cap="flat">
              <a:noFill/>
              <a:miter lim="400000"/>
            </a:ln>
            <a:effectLst/>
          </c:spPr>
          <c:invertIfNegative val="0"/>
          <c:dPt>
            <c:idx val="0"/>
            <c:spPr>
              <a:solidFill>
                <a:srgbClr val="DDDDDD"/>
              </a:solidFill>
              <a:ln w="12700" cap="flat">
                <a:noFill/>
                <a:miter lim="400000"/>
              </a:ln>
              <a:effectLst/>
            </c:spPr>
          </c:dPt>
          <c:dPt>
            <c:idx val="1"/>
            <c:spPr>
              <a:solidFill>
                <a:srgbClr val="A7A7A7"/>
              </a:solidFill>
              <a:ln w="12700" cap="flat">
                <a:noFill/>
                <a:miter lim="400000"/>
              </a:ln>
              <a:effectLst/>
            </c:spPr>
          </c:dPt>
          <c:dPt>
            <c:idx val="2"/>
            <c:spPr>
              <a:solidFill>
                <a:srgbClr val="183F66"/>
              </a:solidFill>
              <a:ln w="12700" cap="flat">
                <a:noFill/>
                <a:miter lim="400000"/>
              </a:ln>
              <a:effectLst/>
            </c:spPr>
          </c:dPt>
          <c:dPt>
            <c:idx val="3"/>
            <c:spPr>
              <a:solidFill>
                <a:srgbClr val="50B0DA"/>
              </a:solidFill>
              <a:ln w="12700" cap="flat">
                <a:noFill/>
                <a:miter lim="400000"/>
              </a:ln>
              <a:effectLst/>
            </c:spPr>
          </c:dPt>
          <c:dPt>
            <c:idx val="4"/>
            <c:spPr>
              <a:solidFill>
                <a:srgbClr val="A7A7A7"/>
              </a:solidFill>
              <a:ln w="12700" cap="flat">
                <a:noFill/>
                <a:miter lim="400000"/>
              </a:ln>
              <a:effectLst/>
            </c:spPr>
          </c:dPt>
          <c:dPt>
            <c:idx val="5"/>
            <c:spPr>
              <a:solidFill>
                <a:srgbClr val="50B0DA"/>
              </a:solidFill>
              <a:ln w="12700" cap="flat">
                <a:noFill/>
                <a:miter lim="400000"/>
              </a:ln>
              <a:effectLst/>
            </c:spPr>
          </c:dPt>
          <c:dPt>
            <c:idx val="6"/>
            <c:spPr>
              <a:solidFill>
                <a:srgbClr val="E2E2E2"/>
              </a:solidFill>
              <a:ln w="12700" cap="flat">
                <a:noFill/>
                <a:miter lim="400000"/>
              </a:ln>
              <a:effectLst/>
            </c:spPr>
          </c:dPt>
          <c:dPt>
            <c:idx val="7"/>
            <c:spPr>
              <a:solidFill>
                <a:schemeClr val="accent4">
                  <a:hueOff val="-203031"/>
                  <a:satOff val="-71423"/>
                  <a:lumOff val="-30171"/>
                </a:schemeClr>
              </a:solidFill>
              <a:ln w="12700" cap="flat">
                <a:noFill/>
                <a:miter lim="400000"/>
              </a:ln>
              <a:effectLst/>
            </c:spPr>
          </c:dPt>
          <c:dPt>
            <c:idx val="8"/>
            <c:spPr>
              <a:solidFill>
                <a:srgbClr val="183F66"/>
              </a:solidFill>
              <a:ln w="12700" cap="flat">
                <a:noFill/>
                <a:miter lim="400000"/>
              </a:ln>
              <a:effectLst/>
            </c:spPr>
          </c:dPt>
          <c:dPt>
            <c:idx val="9"/>
            <c:spPr>
              <a:solidFill>
                <a:srgbClr val="50B0DA"/>
              </a:solidFill>
              <a:ln w="12700" cap="flat">
                <a:noFill/>
                <a:miter lim="400000"/>
              </a:ln>
              <a:effectLst/>
            </c:spPr>
          </c:dPt>
          <c:dPt>
            <c:idx val="10"/>
            <c:spPr>
              <a:solidFill>
                <a:srgbClr val="B3B3B3"/>
              </a:solidFill>
              <a:ln w="12700" cap="flat">
                <a:noFill/>
                <a:miter lim="400000"/>
              </a:ln>
              <a:effectLst/>
            </c:spPr>
          </c:dPt>
          <c:dLbls>
            <c:dLbl>
              <c:idx val="0"/>
              <c:numFmt formatCode="0.#" sourceLinked="0"/>
              <c:txPr>
                <a:bodyPr/>
                <a:lstStyle/>
                <a:p>
                  <a:pPr>
                    <a:defRPr b="0" i="0" strike="noStrike" sz="1800" u="none">
                      <a:solidFill>
                        <a:srgbClr val="363636"/>
                      </a:solidFill>
                      <a:latin typeface="Curiosity-TWDC Medium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0.#" sourceLinked="0"/>
              <c:txPr>
                <a:bodyPr/>
                <a:lstStyle/>
                <a:p>
                  <a:pPr>
                    <a:defRPr b="0" i="0" strike="noStrike" sz="1800" u="none">
                      <a:solidFill>
                        <a:srgbClr val="363636"/>
                      </a:solidFill>
                      <a:latin typeface="Curiosity-TWDC Medium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0.#" sourceLinked="0"/>
              <c:txPr>
                <a:bodyPr/>
                <a:lstStyle/>
                <a:p>
                  <a:pPr>
                    <a:defRPr b="0" i="0" strike="noStrike" sz="1800" u="none">
                      <a:solidFill>
                        <a:srgbClr val="363636"/>
                      </a:solidFill>
                      <a:latin typeface="Curiosity-TWDC Medium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0.#" sourceLinked="0"/>
              <c:txPr>
                <a:bodyPr/>
                <a:lstStyle/>
                <a:p>
                  <a:pPr>
                    <a:defRPr b="0" i="0" strike="noStrike" sz="1800" u="none">
                      <a:solidFill>
                        <a:srgbClr val="363636"/>
                      </a:solidFill>
                      <a:latin typeface="Curiosity-TWDC Medium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0.#" sourceLinked="0"/>
              <c:txPr>
                <a:bodyPr/>
                <a:lstStyle/>
                <a:p>
                  <a:pPr>
                    <a:defRPr b="0" i="0" strike="noStrike" sz="1800" u="none">
                      <a:solidFill>
                        <a:srgbClr val="363636"/>
                      </a:solidFill>
                      <a:latin typeface="Curiosity-TWDC Medium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0.#" sourceLinked="0"/>
              <c:txPr>
                <a:bodyPr/>
                <a:lstStyle/>
                <a:p>
                  <a:pPr>
                    <a:defRPr b="0" i="0" strike="noStrike" sz="1800" u="none">
                      <a:solidFill>
                        <a:srgbClr val="363636"/>
                      </a:solidFill>
                      <a:latin typeface="Curiosity-TWDC Medium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numFmt formatCode="0.#" sourceLinked="0"/>
              <c:txPr>
                <a:bodyPr/>
                <a:lstStyle/>
                <a:p>
                  <a:pPr>
                    <a:defRPr b="0" i="0" strike="noStrike" sz="1800" u="none">
                      <a:solidFill>
                        <a:srgbClr val="363636"/>
                      </a:solidFill>
                      <a:latin typeface="Curiosity-TWDC Medium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numFmt formatCode="0.#" sourceLinked="0"/>
              <c:txPr>
                <a:bodyPr/>
                <a:lstStyle/>
                <a:p>
                  <a:pPr>
                    <a:defRPr b="0" i="0" strike="noStrike" sz="1800" u="none">
                      <a:solidFill>
                        <a:srgbClr val="363636"/>
                      </a:solidFill>
                      <a:latin typeface="Curiosity-TWDC Medium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numFmt formatCode="0.#" sourceLinked="0"/>
              <c:txPr>
                <a:bodyPr/>
                <a:lstStyle/>
                <a:p>
                  <a:pPr>
                    <a:defRPr b="0" i="0" strike="noStrike" sz="1800" u="none">
                      <a:solidFill>
                        <a:srgbClr val="363636"/>
                      </a:solidFill>
                      <a:latin typeface="Curiosity-TWDC Medium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numFmt formatCode="0.#" sourceLinked="0"/>
              <c:txPr>
                <a:bodyPr/>
                <a:lstStyle/>
                <a:p>
                  <a:pPr>
                    <a:defRPr b="0" i="0" strike="noStrike" sz="1800" u="none">
                      <a:solidFill>
                        <a:srgbClr val="363636"/>
                      </a:solidFill>
                      <a:latin typeface="Curiosity-TWDC Medium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numFmt formatCode="0.#" sourceLinked="0"/>
              <c:txPr>
                <a:bodyPr/>
                <a:lstStyle/>
                <a:p>
                  <a:pPr>
                    <a:defRPr b="0" i="0" strike="noStrike" sz="1800" u="none">
                      <a:solidFill>
                        <a:srgbClr val="363636"/>
                      </a:solidFill>
                      <a:latin typeface="Curiosity-TWDC Medium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0.#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363636"/>
                    </a:solidFill>
                    <a:latin typeface="Curiosity-TWDC Medium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11"/>
              <c:pt idx="0">
                <c:v>2009</c:v>
              </c:pt>
              <c:pt idx="1">
                <c:v>2010</c:v>
              </c:pt>
              <c:pt idx="2">
                <c:v>2011</c:v>
              </c:pt>
              <c:pt idx="3">
                <c:v>2012</c:v>
              </c:pt>
              <c:pt idx="4">
                <c:v>2013</c:v>
              </c:pt>
              <c:pt idx="5">
                <c:v>2014</c:v>
              </c:pt>
              <c:pt idx="6">
                <c:v>2015</c:v>
              </c:pt>
              <c:pt idx="7">
                <c:v>2016</c:v>
              </c:pt>
              <c:pt idx="8">
                <c:v>2017</c:v>
              </c:pt>
              <c:pt idx="9">
                <c:v>2018</c:v>
              </c:pt>
              <c:pt idx="10">
                <c:v>2020</c:v>
              </c:pt>
            </c:strLit>
          </c:cat>
          <c:val>
            <c:numLit>
              <c:ptCount val="11"/>
              <c:pt idx="0">
                <c:v>4.300000</c:v>
              </c:pt>
              <c:pt idx="1">
                <c:v>2.500000</c:v>
              </c:pt>
              <c:pt idx="2">
                <c:v>3.500000</c:v>
              </c:pt>
              <c:pt idx="3">
                <c:v>4.500000</c:v>
              </c:pt>
              <c:pt idx="4">
                <c:v>4.300000</c:v>
              </c:pt>
              <c:pt idx="5">
                <c:v>2.500000</c:v>
              </c:pt>
              <c:pt idx="6">
                <c:v>3.500000</c:v>
              </c:pt>
              <c:pt idx="7">
                <c:v>4.500000</c:v>
              </c:pt>
              <c:pt idx="8">
                <c:v>4.300000</c:v>
              </c:pt>
              <c:pt idx="9">
                <c:v>2.500000</c:v>
              </c:pt>
              <c:pt idx="10">
                <c:v>3.500000</c:v>
              </c:pt>
            </c:numLit>
          </c:val>
        </c:ser>
        <c:gapWidth val="100"/>
        <c:overlap val="-27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12700" cap="flat">
            <a:noFill/>
            <a:prstDash val="solid"/>
            <a:miter lim="800000"/>
          </a:ln>
        </c:spPr>
        <c:txPr>
          <a:bodyPr rot="0"/>
          <a:lstStyle/>
          <a:p>
            <a:pPr>
              <a:defRPr b="0" i="0" strike="noStrike" sz="2500" u="none">
                <a:solidFill>
                  <a:srgbClr val="000000"/>
                </a:solidFill>
                <a:latin typeface="Curiosity-TWDC Medium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</c:scaling>
        <c:delete val="0"/>
        <c:axPos val="l"/>
        <c:numFmt formatCode="0.#" sourceLinked="0"/>
        <c:majorTickMark val="none"/>
        <c:minorTickMark val="none"/>
        <c:tickLblPos val="none"/>
        <c:spPr>
          <a:ln w="12700" cap="flat">
            <a:noFill/>
            <a:prstDash val="solid"/>
            <a:miter lim="800000"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363636"/>
                </a:solidFill>
                <a:latin typeface="Curiosity-TWDC Medium"/>
              </a:defRPr>
            </a:pPr>
          </a:p>
        </c:txPr>
        <c:crossAx val="2094734552"/>
        <c:crosses val="autoZero"/>
        <c:crossBetween val="between"/>
        <c:majorUnit val="1.25"/>
        <c:minorUnit val="0.62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8" name="Shape 177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779" name="Shape 177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1828800" latinLnBrk="0">
      <a:defRPr sz="2400">
        <a:solidFill>
          <a:schemeClr val="accent4">
            <a:hueOff val="-203031"/>
            <a:satOff val="-71423"/>
            <a:lumOff val="-30171"/>
          </a:schemeClr>
        </a:solidFill>
        <a:latin typeface="Curiosity-TWDC Medium"/>
        <a:ea typeface="Curiosity-TWDC Medium"/>
        <a:cs typeface="Curiosity-TWDC Medium"/>
        <a:sym typeface="Curiosity-TWDC Medium"/>
      </a:defRPr>
    </a:lvl1pPr>
    <a:lvl2pPr indent="228600" defTabSz="1828800" latinLnBrk="0">
      <a:defRPr sz="2400">
        <a:solidFill>
          <a:schemeClr val="accent4">
            <a:hueOff val="-203031"/>
            <a:satOff val="-71423"/>
            <a:lumOff val="-30171"/>
          </a:schemeClr>
        </a:solidFill>
        <a:latin typeface="Curiosity-TWDC Medium"/>
        <a:ea typeface="Curiosity-TWDC Medium"/>
        <a:cs typeface="Curiosity-TWDC Medium"/>
        <a:sym typeface="Curiosity-TWDC Medium"/>
      </a:defRPr>
    </a:lvl2pPr>
    <a:lvl3pPr indent="457200" defTabSz="1828800" latinLnBrk="0">
      <a:defRPr sz="2400">
        <a:solidFill>
          <a:schemeClr val="accent4">
            <a:hueOff val="-203031"/>
            <a:satOff val="-71423"/>
            <a:lumOff val="-30171"/>
          </a:schemeClr>
        </a:solidFill>
        <a:latin typeface="Curiosity-TWDC Medium"/>
        <a:ea typeface="Curiosity-TWDC Medium"/>
        <a:cs typeface="Curiosity-TWDC Medium"/>
        <a:sym typeface="Curiosity-TWDC Medium"/>
      </a:defRPr>
    </a:lvl3pPr>
    <a:lvl4pPr indent="685800" defTabSz="1828800" latinLnBrk="0">
      <a:defRPr sz="2400">
        <a:solidFill>
          <a:schemeClr val="accent4">
            <a:hueOff val="-203031"/>
            <a:satOff val="-71423"/>
            <a:lumOff val="-30171"/>
          </a:schemeClr>
        </a:solidFill>
        <a:latin typeface="Curiosity-TWDC Medium"/>
        <a:ea typeface="Curiosity-TWDC Medium"/>
        <a:cs typeface="Curiosity-TWDC Medium"/>
        <a:sym typeface="Curiosity-TWDC Medium"/>
      </a:defRPr>
    </a:lvl4pPr>
    <a:lvl5pPr indent="914400" defTabSz="1828800" latinLnBrk="0">
      <a:defRPr sz="2400">
        <a:solidFill>
          <a:schemeClr val="accent4">
            <a:hueOff val="-203031"/>
            <a:satOff val="-71423"/>
            <a:lumOff val="-30171"/>
          </a:schemeClr>
        </a:solidFill>
        <a:latin typeface="Curiosity-TWDC Medium"/>
        <a:ea typeface="Curiosity-TWDC Medium"/>
        <a:cs typeface="Curiosity-TWDC Medium"/>
        <a:sym typeface="Curiosity-TWDC Medium"/>
      </a:defRPr>
    </a:lvl5pPr>
    <a:lvl6pPr indent="1143000" defTabSz="1828800" latinLnBrk="0">
      <a:defRPr sz="2400">
        <a:solidFill>
          <a:schemeClr val="accent4">
            <a:hueOff val="-203031"/>
            <a:satOff val="-71423"/>
            <a:lumOff val="-30171"/>
          </a:schemeClr>
        </a:solidFill>
        <a:latin typeface="Curiosity-TWDC Medium"/>
        <a:ea typeface="Curiosity-TWDC Medium"/>
        <a:cs typeface="Curiosity-TWDC Medium"/>
        <a:sym typeface="Curiosity-TWDC Medium"/>
      </a:defRPr>
    </a:lvl6pPr>
    <a:lvl7pPr indent="1371600" defTabSz="1828800" latinLnBrk="0">
      <a:defRPr sz="2400">
        <a:solidFill>
          <a:schemeClr val="accent4">
            <a:hueOff val="-203031"/>
            <a:satOff val="-71423"/>
            <a:lumOff val="-30171"/>
          </a:schemeClr>
        </a:solidFill>
        <a:latin typeface="Curiosity-TWDC Medium"/>
        <a:ea typeface="Curiosity-TWDC Medium"/>
        <a:cs typeface="Curiosity-TWDC Medium"/>
        <a:sym typeface="Curiosity-TWDC Medium"/>
      </a:defRPr>
    </a:lvl7pPr>
    <a:lvl8pPr indent="1600200" defTabSz="1828800" latinLnBrk="0">
      <a:defRPr sz="2400">
        <a:solidFill>
          <a:schemeClr val="accent4">
            <a:hueOff val="-203031"/>
            <a:satOff val="-71423"/>
            <a:lumOff val="-30171"/>
          </a:schemeClr>
        </a:solidFill>
        <a:latin typeface="Curiosity-TWDC Medium"/>
        <a:ea typeface="Curiosity-TWDC Medium"/>
        <a:cs typeface="Curiosity-TWDC Medium"/>
        <a:sym typeface="Curiosity-TWDC Medium"/>
      </a:defRPr>
    </a:lvl8pPr>
    <a:lvl9pPr indent="1828800" defTabSz="1828800" latinLnBrk="0">
      <a:defRPr sz="2400">
        <a:solidFill>
          <a:schemeClr val="accent4">
            <a:hueOff val="-203031"/>
            <a:satOff val="-71423"/>
            <a:lumOff val="-30171"/>
          </a:schemeClr>
        </a:solidFill>
        <a:latin typeface="Curiosity-TWDC Medium"/>
        <a:ea typeface="Curiosity-TWDC Medium"/>
        <a:cs typeface="Curiosity-TWDC Medium"/>
        <a:sym typeface="Curiosity-TWDC Medium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1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15.png"/></Relationships>
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4.png"/></Relationships>
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8.jpeg"/></Relationships>
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1.jpeg"/><Relationship Id="rId4" Type="http://schemas.openxmlformats.org/officeDocument/2006/relationships/image" Target="../media/image12.jpeg"/></Relationships>
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/Relationships>
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/Relationships>
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/Relationships>
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13.jpeg"/></Relationships>
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eg"/></Relationships>
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/Relationships>
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/Relationships>
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/Relationships>
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/Relationships>
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/Relationships>
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/Relationships>
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5.png"/></Relationships>
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png"/></Relationships>
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7.png"/></Relationships>
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8.png"/></Relationships>
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9.png"/></Relationships>
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0.png"/></Relationships>
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1.png"/></Relationships>
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2.png"/></Relationships>
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3.png"/></Relationships>
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4.png"/></Relationships>
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5.png"/></Relationships>
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6.png"/></Relationships>
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7.png"/></Relationships>
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8.png"/></Relationships>
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/Relationships>
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7.png"/></Relationships>
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8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Hero-White.jpg" descr="Hero-White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0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rgbClr val="797979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2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image4-12.jpg" descr="image4-12.jpg"/>
          <p:cNvPicPr>
            <a:picLocks noChangeAspect="1"/>
          </p:cNvPicPr>
          <p:nvPr/>
        </p:nvPicPr>
        <p:blipFill>
          <a:blip r:embed="rId2">
            <a:extLst/>
          </a:blip>
          <a:srcRect l="16483" t="8176" r="29150" b="540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Cover.jpg" descr="Cover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7" name="placeholder.png"/>
          <p:cNvSpPr/>
          <p:nvPr>
            <p:ph type="pic" sz="half" idx="21"/>
          </p:nvPr>
        </p:nvSpPr>
        <p:spPr>
          <a:xfrm>
            <a:off x="-1906638" y="0"/>
            <a:ext cx="8690076" cy="99356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8" name="placeholder.png"/>
          <p:cNvSpPr/>
          <p:nvPr>
            <p:ph type="pic" sz="half" idx="22"/>
          </p:nvPr>
        </p:nvSpPr>
        <p:spPr>
          <a:xfrm>
            <a:off x="2970162" y="-1"/>
            <a:ext cx="8690077" cy="99356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9" name="placeholder.png"/>
          <p:cNvSpPr/>
          <p:nvPr>
            <p:ph type="pic" sz="half" idx="23"/>
          </p:nvPr>
        </p:nvSpPr>
        <p:spPr>
          <a:xfrm>
            <a:off x="7846962" y="-1"/>
            <a:ext cx="8690077" cy="99356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0" name="placeholder.png"/>
          <p:cNvSpPr/>
          <p:nvPr>
            <p:ph type="pic" sz="half" idx="24"/>
          </p:nvPr>
        </p:nvSpPr>
        <p:spPr>
          <a:xfrm>
            <a:off x="12723762" y="0"/>
            <a:ext cx="8690077" cy="99356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1" name="placeholder.png"/>
          <p:cNvSpPr/>
          <p:nvPr>
            <p:ph type="pic" sz="half" idx="25"/>
          </p:nvPr>
        </p:nvSpPr>
        <p:spPr>
          <a:xfrm>
            <a:off x="17600562" y="-1"/>
            <a:ext cx="8690077" cy="99356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2" name="Title Text"/>
          <p:cNvSpPr txBox="1"/>
          <p:nvPr>
            <p:ph type="body" sz="quarter" idx="26"/>
          </p:nvPr>
        </p:nvSpPr>
        <p:spPr>
          <a:xfrm>
            <a:off x="4227287" y="10134601"/>
            <a:ext cx="15929426" cy="1366522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319" sz="8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43" name="Date Goes Here"/>
          <p:cNvSpPr txBox="1"/>
          <p:nvPr>
            <p:ph type="body" sz="quarter" idx="27"/>
          </p:nvPr>
        </p:nvSpPr>
        <p:spPr>
          <a:xfrm>
            <a:off x="4342216" y="11699957"/>
            <a:ext cx="15699568" cy="482601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cap="all" spc="600"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Date Goes Here</a:t>
            </a:r>
          </a:p>
        </p:txBody>
      </p:sp>
      <p:sp>
        <p:nvSpPr>
          <p:cNvPr id="4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v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3-Worlds.jpg" descr="3-Worlds.jpg"/>
          <p:cNvPicPr>
            <a:picLocks noChangeAspect="1"/>
          </p:cNvPicPr>
          <p:nvPr/>
        </p:nvPicPr>
        <p:blipFill>
          <a:blip r:embed="rId2">
            <a:extLst/>
          </a:blip>
          <a:srcRect l="0" t="16148" r="0" b="0"/>
          <a:stretch>
            <a:fillRect/>
          </a:stretch>
        </p:blipFill>
        <p:spPr>
          <a:xfrm>
            <a:off x="0" y="-1"/>
            <a:ext cx="24384000" cy="11501124"/>
          </a:xfrm>
          <a:prstGeom prst="rect">
            <a:avLst/>
          </a:prstGeom>
          <a:ln w="12700">
            <a:miter lim="400000"/>
          </a:ln>
        </p:spPr>
      </p:pic>
      <p:pic>
        <p:nvPicPr>
          <p:cNvPr id="52" name="Cover-Bottom.png" descr="Cover-Bottom.png"/>
          <p:cNvPicPr>
            <a:picLocks noChangeAspect="0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-1" y="8554755"/>
            <a:ext cx="24384001" cy="5161246"/>
          </a:xfrm>
          <a:prstGeom prst="rect">
            <a:avLst/>
          </a:prstGeom>
          <a:ln w="12700">
            <a:miter lim="400000"/>
          </a:ln>
        </p:spPr>
      </p:pic>
      <p:sp>
        <p:nvSpPr>
          <p:cNvPr id="53" name="Title Text"/>
          <p:cNvSpPr txBox="1"/>
          <p:nvPr>
            <p:ph type="body" sz="quarter" idx="21"/>
          </p:nvPr>
        </p:nvSpPr>
        <p:spPr>
          <a:xfrm>
            <a:off x="4227287" y="10693401"/>
            <a:ext cx="15929426" cy="1366522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319" sz="8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54" name="Date Goes Here"/>
          <p:cNvSpPr txBox="1"/>
          <p:nvPr>
            <p:ph type="body" sz="quarter" idx="22"/>
          </p:nvPr>
        </p:nvSpPr>
        <p:spPr>
          <a:xfrm>
            <a:off x="4342216" y="12258757"/>
            <a:ext cx="15699568" cy="482601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cap="all" spc="600"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Date Goes Here</a:t>
            </a:r>
          </a:p>
        </p:txBody>
      </p:sp>
      <p:sp>
        <p:nvSpPr>
          <p:cNvPr id="55" name="Disney Advertising"/>
          <p:cNvSpPr/>
          <p:nvPr/>
        </p:nvSpPr>
        <p:spPr>
          <a:xfrm>
            <a:off x="5388026" y="3874571"/>
            <a:ext cx="13607947" cy="23759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1" h="21491" fill="norm" stroke="1" extrusionOk="0">
                <a:moveTo>
                  <a:pt x="760" y="10"/>
                </a:moveTo>
                <a:cubicBezTo>
                  <a:pt x="617" y="41"/>
                  <a:pt x="425" y="204"/>
                  <a:pt x="272" y="443"/>
                </a:cubicBezTo>
                <a:cubicBezTo>
                  <a:pt x="165" y="610"/>
                  <a:pt x="91" y="883"/>
                  <a:pt x="40" y="1395"/>
                </a:cubicBezTo>
                <a:cubicBezTo>
                  <a:pt x="14" y="1652"/>
                  <a:pt x="-9" y="1932"/>
                  <a:pt x="4" y="2214"/>
                </a:cubicBezTo>
                <a:cubicBezTo>
                  <a:pt x="15" y="2455"/>
                  <a:pt x="76" y="2532"/>
                  <a:pt x="124" y="2576"/>
                </a:cubicBezTo>
                <a:cubicBezTo>
                  <a:pt x="171" y="2618"/>
                  <a:pt x="276" y="2651"/>
                  <a:pt x="304" y="2455"/>
                </a:cubicBezTo>
                <a:cubicBezTo>
                  <a:pt x="316" y="2371"/>
                  <a:pt x="316" y="2292"/>
                  <a:pt x="306" y="2190"/>
                </a:cubicBezTo>
                <a:cubicBezTo>
                  <a:pt x="296" y="2084"/>
                  <a:pt x="268" y="2013"/>
                  <a:pt x="243" y="1986"/>
                </a:cubicBezTo>
                <a:cubicBezTo>
                  <a:pt x="214" y="1956"/>
                  <a:pt x="159" y="1934"/>
                  <a:pt x="146" y="1901"/>
                </a:cubicBezTo>
                <a:cubicBezTo>
                  <a:pt x="138" y="1884"/>
                  <a:pt x="131" y="1854"/>
                  <a:pt x="131" y="1853"/>
                </a:cubicBezTo>
                <a:cubicBezTo>
                  <a:pt x="131" y="1848"/>
                  <a:pt x="134" y="1829"/>
                  <a:pt x="137" y="1817"/>
                </a:cubicBezTo>
                <a:cubicBezTo>
                  <a:pt x="143" y="1791"/>
                  <a:pt x="162" y="1750"/>
                  <a:pt x="175" y="1733"/>
                </a:cubicBezTo>
                <a:cubicBezTo>
                  <a:pt x="192" y="1711"/>
                  <a:pt x="210" y="1677"/>
                  <a:pt x="228" y="1648"/>
                </a:cubicBezTo>
                <a:cubicBezTo>
                  <a:pt x="352" y="1453"/>
                  <a:pt x="597" y="1419"/>
                  <a:pt x="710" y="1443"/>
                </a:cubicBezTo>
                <a:cubicBezTo>
                  <a:pt x="1146" y="1536"/>
                  <a:pt x="1552" y="2083"/>
                  <a:pt x="1963" y="3046"/>
                </a:cubicBezTo>
                <a:cubicBezTo>
                  <a:pt x="2365" y="3990"/>
                  <a:pt x="2822" y="5607"/>
                  <a:pt x="3089" y="7564"/>
                </a:cubicBezTo>
                <a:cubicBezTo>
                  <a:pt x="3190" y="8304"/>
                  <a:pt x="3317" y="9514"/>
                  <a:pt x="3332" y="10539"/>
                </a:cubicBezTo>
                <a:cubicBezTo>
                  <a:pt x="3346" y="11477"/>
                  <a:pt x="3293" y="12377"/>
                  <a:pt x="3193" y="13033"/>
                </a:cubicBezTo>
                <a:cubicBezTo>
                  <a:pt x="3117" y="13529"/>
                  <a:pt x="3015" y="13895"/>
                  <a:pt x="2905" y="14190"/>
                </a:cubicBezTo>
                <a:cubicBezTo>
                  <a:pt x="2656" y="14862"/>
                  <a:pt x="2353" y="15002"/>
                  <a:pt x="2081" y="14961"/>
                </a:cubicBezTo>
                <a:cubicBezTo>
                  <a:pt x="2045" y="14956"/>
                  <a:pt x="1910" y="14892"/>
                  <a:pt x="1878" y="14864"/>
                </a:cubicBezTo>
                <a:cubicBezTo>
                  <a:pt x="1871" y="14858"/>
                  <a:pt x="1863" y="14848"/>
                  <a:pt x="1855" y="14840"/>
                </a:cubicBezTo>
                <a:lnTo>
                  <a:pt x="1851" y="14840"/>
                </a:lnTo>
                <a:cubicBezTo>
                  <a:pt x="1827" y="14817"/>
                  <a:pt x="1802" y="14789"/>
                  <a:pt x="1784" y="14768"/>
                </a:cubicBezTo>
                <a:cubicBezTo>
                  <a:pt x="1766" y="14747"/>
                  <a:pt x="1754" y="14732"/>
                  <a:pt x="1754" y="14732"/>
                </a:cubicBezTo>
                <a:lnTo>
                  <a:pt x="1735" y="9925"/>
                </a:lnTo>
                <a:cubicBezTo>
                  <a:pt x="1736" y="9925"/>
                  <a:pt x="1747" y="9928"/>
                  <a:pt x="1764" y="9933"/>
                </a:cubicBezTo>
                <a:cubicBezTo>
                  <a:pt x="1781" y="9937"/>
                  <a:pt x="1803" y="9943"/>
                  <a:pt x="1826" y="9949"/>
                </a:cubicBezTo>
                <a:lnTo>
                  <a:pt x="1832" y="9949"/>
                </a:lnTo>
                <a:cubicBezTo>
                  <a:pt x="1833" y="9949"/>
                  <a:pt x="1833" y="9949"/>
                  <a:pt x="1834" y="9949"/>
                </a:cubicBezTo>
                <a:cubicBezTo>
                  <a:pt x="1835" y="9949"/>
                  <a:pt x="1835" y="9949"/>
                  <a:pt x="1836" y="9949"/>
                </a:cubicBezTo>
                <a:lnTo>
                  <a:pt x="1840" y="9961"/>
                </a:lnTo>
                <a:cubicBezTo>
                  <a:pt x="1841" y="9961"/>
                  <a:pt x="1842" y="9961"/>
                  <a:pt x="1842" y="9961"/>
                </a:cubicBezTo>
                <a:cubicBezTo>
                  <a:pt x="1843" y="9961"/>
                  <a:pt x="1844" y="9961"/>
                  <a:pt x="1845" y="9961"/>
                </a:cubicBezTo>
                <a:lnTo>
                  <a:pt x="1849" y="9961"/>
                </a:lnTo>
                <a:cubicBezTo>
                  <a:pt x="1859" y="9964"/>
                  <a:pt x="1869" y="9958"/>
                  <a:pt x="1878" y="9961"/>
                </a:cubicBezTo>
                <a:cubicBezTo>
                  <a:pt x="2031" y="10013"/>
                  <a:pt x="2348" y="10314"/>
                  <a:pt x="2506" y="10672"/>
                </a:cubicBezTo>
                <a:cubicBezTo>
                  <a:pt x="2540" y="10747"/>
                  <a:pt x="2575" y="10867"/>
                  <a:pt x="2578" y="11057"/>
                </a:cubicBezTo>
                <a:cubicBezTo>
                  <a:pt x="2580" y="11204"/>
                  <a:pt x="2560" y="11329"/>
                  <a:pt x="2538" y="11443"/>
                </a:cubicBezTo>
                <a:cubicBezTo>
                  <a:pt x="2527" y="11498"/>
                  <a:pt x="2516" y="11545"/>
                  <a:pt x="2502" y="11587"/>
                </a:cubicBezTo>
                <a:cubicBezTo>
                  <a:pt x="2475" y="11670"/>
                  <a:pt x="2429" y="11805"/>
                  <a:pt x="2426" y="11828"/>
                </a:cubicBezTo>
                <a:cubicBezTo>
                  <a:pt x="2421" y="11861"/>
                  <a:pt x="2419" y="11901"/>
                  <a:pt x="2419" y="11941"/>
                </a:cubicBezTo>
                <a:cubicBezTo>
                  <a:pt x="2419" y="11980"/>
                  <a:pt x="2422" y="12018"/>
                  <a:pt x="2428" y="12045"/>
                </a:cubicBezTo>
                <a:cubicBezTo>
                  <a:pt x="2458" y="12179"/>
                  <a:pt x="2556" y="12259"/>
                  <a:pt x="2582" y="12250"/>
                </a:cubicBezTo>
                <a:cubicBezTo>
                  <a:pt x="2670" y="12222"/>
                  <a:pt x="2758" y="11878"/>
                  <a:pt x="2804" y="11419"/>
                </a:cubicBezTo>
                <a:cubicBezTo>
                  <a:pt x="2845" y="11012"/>
                  <a:pt x="2850" y="10701"/>
                  <a:pt x="2823" y="10250"/>
                </a:cubicBezTo>
                <a:cubicBezTo>
                  <a:pt x="2794" y="9759"/>
                  <a:pt x="2705" y="9297"/>
                  <a:pt x="2610" y="9021"/>
                </a:cubicBezTo>
                <a:cubicBezTo>
                  <a:pt x="2494" y="8687"/>
                  <a:pt x="2290" y="8429"/>
                  <a:pt x="2187" y="8335"/>
                </a:cubicBezTo>
                <a:cubicBezTo>
                  <a:pt x="2106" y="8261"/>
                  <a:pt x="2020" y="8189"/>
                  <a:pt x="1942" y="8178"/>
                </a:cubicBezTo>
                <a:cubicBezTo>
                  <a:pt x="1925" y="8175"/>
                  <a:pt x="1906" y="8178"/>
                  <a:pt x="1887" y="8178"/>
                </a:cubicBezTo>
                <a:lnTo>
                  <a:pt x="1878" y="8178"/>
                </a:lnTo>
                <a:cubicBezTo>
                  <a:pt x="1875" y="8178"/>
                  <a:pt x="1872" y="8178"/>
                  <a:pt x="1869" y="8178"/>
                </a:cubicBezTo>
                <a:cubicBezTo>
                  <a:pt x="1866" y="8178"/>
                  <a:pt x="1863" y="8178"/>
                  <a:pt x="1859" y="8178"/>
                </a:cubicBezTo>
                <a:lnTo>
                  <a:pt x="1853" y="8178"/>
                </a:lnTo>
                <a:cubicBezTo>
                  <a:pt x="1823" y="8179"/>
                  <a:pt x="1793" y="8182"/>
                  <a:pt x="1771" y="8185"/>
                </a:cubicBezTo>
                <a:cubicBezTo>
                  <a:pt x="1749" y="8187"/>
                  <a:pt x="1734" y="8190"/>
                  <a:pt x="1733" y="8190"/>
                </a:cubicBezTo>
                <a:cubicBezTo>
                  <a:pt x="1733" y="8190"/>
                  <a:pt x="1732" y="8114"/>
                  <a:pt x="1731" y="7996"/>
                </a:cubicBezTo>
                <a:cubicBezTo>
                  <a:pt x="1731" y="7878"/>
                  <a:pt x="1730" y="7719"/>
                  <a:pt x="1728" y="7552"/>
                </a:cubicBezTo>
                <a:lnTo>
                  <a:pt x="1728" y="7515"/>
                </a:lnTo>
                <a:cubicBezTo>
                  <a:pt x="1728" y="7501"/>
                  <a:pt x="1728" y="7487"/>
                  <a:pt x="1728" y="7473"/>
                </a:cubicBezTo>
                <a:cubicBezTo>
                  <a:pt x="1728" y="7459"/>
                  <a:pt x="1728" y="7446"/>
                  <a:pt x="1728" y="7431"/>
                </a:cubicBezTo>
                <a:lnTo>
                  <a:pt x="1728" y="7407"/>
                </a:lnTo>
                <a:cubicBezTo>
                  <a:pt x="1728" y="7304"/>
                  <a:pt x="1725" y="7197"/>
                  <a:pt x="1724" y="7106"/>
                </a:cubicBezTo>
                <a:cubicBezTo>
                  <a:pt x="1716" y="6394"/>
                  <a:pt x="1681" y="5003"/>
                  <a:pt x="1568" y="4600"/>
                </a:cubicBezTo>
                <a:cubicBezTo>
                  <a:pt x="1547" y="4527"/>
                  <a:pt x="1521" y="4513"/>
                  <a:pt x="1506" y="4624"/>
                </a:cubicBezTo>
                <a:cubicBezTo>
                  <a:pt x="1484" y="4788"/>
                  <a:pt x="1463" y="5414"/>
                  <a:pt x="1458" y="5576"/>
                </a:cubicBezTo>
                <a:cubicBezTo>
                  <a:pt x="1454" y="5714"/>
                  <a:pt x="1447" y="6093"/>
                  <a:pt x="1439" y="6479"/>
                </a:cubicBezTo>
                <a:lnTo>
                  <a:pt x="1437" y="6527"/>
                </a:lnTo>
                <a:cubicBezTo>
                  <a:pt x="1437" y="6536"/>
                  <a:pt x="1437" y="6544"/>
                  <a:pt x="1437" y="6551"/>
                </a:cubicBezTo>
                <a:cubicBezTo>
                  <a:pt x="1437" y="6559"/>
                  <a:pt x="1437" y="6567"/>
                  <a:pt x="1437" y="6576"/>
                </a:cubicBezTo>
                <a:lnTo>
                  <a:pt x="1435" y="6624"/>
                </a:lnTo>
                <a:cubicBezTo>
                  <a:pt x="1431" y="6825"/>
                  <a:pt x="1427" y="7022"/>
                  <a:pt x="1425" y="7181"/>
                </a:cubicBezTo>
                <a:cubicBezTo>
                  <a:pt x="1423" y="7341"/>
                  <a:pt x="1422" y="7463"/>
                  <a:pt x="1422" y="7515"/>
                </a:cubicBezTo>
                <a:cubicBezTo>
                  <a:pt x="1422" y="7523"/>
                  <a:pt x="1422" y="7531"/>
                  <a:pt x="1422" y="7538"/>
                </a:cubicBezTo>
                <a:cubicBezTo>
                  <a:pt x="1422" y="7546"/>
                  <a:pt x="1422" y="7554"/>
                  <a:pt x="1422" y="7564"/>
                </a:cubicBezTo>
                <a:lnTo>
                  <a:pt x="1422" y="7600"/>
                </a:lnTo>
                <a:cubicBezTo>
                  <a:pt x="1422" y="7638"/>
                  <a:pt x="1422" y="7680"/>
                  <a:pt x="1421" y="7725"/>
                </a:cubicBezTo>
                <a:cubicBezTo>
                  <a:pt x="1421" y="7770"/>
                  <a:pt x="1420" y="7817"/>
                  <a:pt x="1420" y="7865"/>
                </a:cubicBezTo>
                <a:lnTo>
                  <a:pt x="1420" y="7913"/>
                </a:lnTo>
                <a:lnTo>
                  <a:pt x="1420" y="7919"/>
                </a:lnTo>
                <a:lnTo>
                  <a:pt x="1420" y="7925"/>
                </a:lnTo>
                <a:lnTo>
                  <a:pt x="1420" y="7949"/>
                </a:lnTo>
                <a:cubicBezTo>
                  <a:pt x="1419" y="8051"/>
                  <a:pt x="1418" y="8151"/>
                  <a:pt x="1418" y="8227"/>
                </a:cubicBezTo>
                <a:cubicBezTo>
                  <a:pt x="1417" y="8302"/>
                  <a:pt x="1416" y="8354"/>
                  <a:pt x="1416" y="8359"/>
                </a:cubicBezTo>
                <a:cubicBezTo>
                  <a:pt x="1415" y="8363"/>
                  <a:pt x="1414" y="8367"/>
                  <a:pt x="1414" y="8371"/>
                </a:cubicBezTo>
                <a:cubicBezTo>
                  <a:pt x="1413" y="8375"/>
                  <a:pt x="1412" y="8379"/>
                  <a:pt x="1411" y="8383"/>
                </a:cubicBezTo>
                <a:cubicBezTo>
                  <a:pt x="1410" y="8388"/>
                  <a:pt x="1400" y="8401"/>
                  <a:pt x="1386" y="8416"/>
                </a:cubicBezTo>
                <a:cubicBezTo>
                  <a:pt x="1372" y="8431"/>
                  <a:pt x="1354" y="8449"/>
                  <a:pt x="1335" y="8467"/>
                </a:cubicBezTo>
                <a:lnTo>
                  <a:pt x="1329" y="8467"/>
                </a:lnTo>
                <a:lnTo>
                  <a:pt x="1327" y="8467"/>
                </a:lnTo>
                <a:lnTo>
                  <a:pt x="1320" y="8479"/>
                </a:lnTo>
                <a:cubicBezTo>
                  <a:pt x="1309" y="8490"/>
                  <a:pt x="1297" y="8495"/>
                  <a:pt x="1287" y="8503"/>
                </a:cubicBezTo>
                <a:cubicBezTo>
                  <a:pt x="1242" y="8540"/>
                  <a:pt x="1170" y="8652"/>
                  <a:pt x="1096" y="8780"/>
                </a:cubicBezTo>
                <a:lnTo>
                  <a:pt x="1086" y="8792"/>
                </a:lnTo>
                <a:cubicBezTo>
                  <a:pt x="1085" y="8794"/>
                  <a:pt x="1084" y="8796"/>
                  <a:pt x="1084" y="8798"/>
                </a:cubicBezTo>
                <a:cubicBezTo>
                  <a:pt x="1083" y="8801"/>
                  <a:pt x="1083" y="8803"/>
                  <a:pt x="1082" y="8804"/>
                </a:cubicBezTo>
                <a:lnTo>
                  <a:pt x="1071" y="8829"/>
                </a:lnTo>
                <a:cubicBezTo>
                  <a:pt x="989" y="8974"/>
                  <a:pt x="911" y="9129"/>
                  <a:pt x="872" y="9226"/>
                </a:cubicBezTo>
                <a:cubicBezTo>
                  <a:pt x="768" y="9487"/>
                  <a:pt x="615" y="9945"/>
                  <a:pt x="572" y="10551"/>
                </a:cubicBezTo>
                <a:cubicBezTo>
                  <a:pt x="542" y="10987"/>
                  <a:pt x="555" y="11357"/>
                  <a:pt x="596" y="11768"/>
                </a:cubicBezTo>
                <a:cubicBezTo>
                  <a:pt x="648" y="12294"/>
                  <a:pt x="716" y="12705"/>
                  <a:pt x="792" y="13118"/>
                </a:cubicBezTo>
                <a:cubicBezTo>
                  <a:pt x="819" y="13264"/>
                  <a:pt x="941" y="13851"/>
                  <a:pt x="970" y="13973"/>
                </a:cubicBezTo>
                <a:cubicBezTo>
                  <a:pt x="1073" y="14409"/>
                  <a:pt x="1192" y="14827"/>
                  <a:pt x="1316" y="15178"/>
                </a:cubicBezTo>
                <a:cubicBezTo>
                  <a:pt x="1319" y="15185"/>
                  <a:pt x="1322" y="15194"/>
                  <a:pt x="1325" y="15202"/>
                </a:cubicBezTo>
                <a:lnTo>
                  <a:pt x="1329" y="15214"/>
                </a:lnTo>
                <a:lnTo>
                  <a:pt x="1337" y="15238"/>
                </a:lnTo>
                <a:lnTo>
                  <a:pt x="1338" y="15244"/>
                </a:lnTo>
                <a:lnTo>
                  <a:pt x="1340" y="15250"/>
                </a:lnTo>
                <a:lnTo>
                  <a:pt x="1344" y="15250"/>
                </a:lnTo>
                <a:cubicBezTo>
                  <a:pt x="1360" y="15294"/>
                  <a:pt x="1375" y="15337"/>
                  <a:pt x="1386" y="15368"/>
                </a:cubicBezTo>
                <a:cubicBezTo>
                  <a:pt x="1398" y="15399"/>
                  <a:pt x="1405" y="15419"/>
                  <a:pt x="1405" y="15419"/>
                </a:cubicBezTo>
                <a:cubicBezTo>
                  <a:pt x="1405" y="15419"/>
                  <a:pt x="1406" y="15479"/>
                  <a:pt x="1408" y="15571"/>
                </a:cubicBezTo>
                <a:cubicBezTo>
                  <a:pt x="1410" y="15663"/>
                  <a:pt x="1413" y="15787"/>
                  <a:pt x="1416" y="15913"/>
                </a:cubicBezTo>
                <a:lnTo>
                  <a:pt x="1416" y="15937"/>
                </a:lnTo>
                <a:cubicBezTo>
                  <a:pt x="1416" y="15946"/>
                  <a:pt x="1416" y="15953"/>
                  <a:pt x="1417" y="15961"/>
                </a:cubicBezTo>
                <a:cubicBezTo>
                  <a:pt x="1417" y="15968"/>
                  <a:pt x="1417" y="15976"/>
                  <a:pt x="1418" y="15985"/>
                </a:cubicBezTo>
                <a:lnTo>
                  <a:pt x="1418" y="16009"/>
                </a:lnTo>
                <a:cubicBezTo>
                  <a:pt x="1420" y="16111"/>
                  <a:pt x="1422" y="16214"/>
                  <a:pt x="1424" y="16298"/>
                </a:cubicBezTo>
                <a:cubicBezTo>
                  <a:pt x="1435" y="16697"/>
                  <a:pt x="1458" y="17045"/>
                  <a:pt x="1523" y="17202"/>
                </a:cubicBezTo>
                <a:cubicBezTo>
                  <a:pt x="1563" y="17298"/>
                  <a:pt x="1610" y="17283"/>
                  <a:pt x="1652" y="17238"/>
                </a:cubicBezTo>
                <a:cubicBezTo>
                  <a:pt x="1688" y="17199"/>
                  <a:pt x="1711" y="17112"/>
                  <a:pt x="1726" y="16937"/>
                </a:cubicBezTo>
                <a:cubicBezTo>
                  <a:pt x="1732" y="16871"/>
                  <a:pt x="1744" y="16664"/>
                  <a:pt x="1745" y="16587"/>
                </a:cubicBezTo>
                <a:cubicBezTo>
                  <a:pt x="1746" y="16553"/>
                  <a:pt x="1745" y="16516"/>
                  <a:pt x="1745" y="16479"/>
                </a:cubicBezTo>
                <a:lnTo>
                  <a:pt x="1745" y="16455"/>
                </a:lnTo>
                <a:lnTo>
                  <a:pt x="1745" y="16443"/>
                </a:lnTo>
                <a:cubicBezTo>
                  <a:pt x="1746" y="16395"/>
                  <a:pt x="1746" y="16349"/>
                  <a:pt x="1747" y="16309"/>
                </a:cubicBezTo>
                <a:cubicBezTo>
                  <a:pt x="1747" y="16269"/>
                  <a:pt x="1747" y="16236"/>
                  <a:pt x="1747" y="16214"/>
                </a:cubicBezTo>
                <a:lnTo>
                  <a:pt x="1747" y="16190"/>
                </a:lnTo>
                <a:lnTo>
                  <a:pt x="1747" y="16178"/>
                </a:lnTo>
                <a:cubicBezTo>
                  <a:pt x="1747" y="16178"/>
                  <a:pt x="1761" y="16197"/>
                  <a:pt x="1782" y="16224"/>
                </a:cubicBezTo>
                <a:cubicBezTo>
                  <a:pt x="1803" y="16252"/>
                  <a:pt x="1831" y="16288"/>
                  <a:pt x="1859" y="16322"/>
                </a:cubicBezTo>
                <a:lnTo>
                  <a:pt x="1868" y="16334"/>
                </a:lnTo>
                <a:lnTo>
                  <a:pt x="1869" y="16334"/>
                </a:lnTo>
                <a:lnTo>
                  <a:pt x="1870" y="16334"/>
                </a:lnTo>
                <a:lnTo>
                  <a:pt x="1874" y="16346"/>
                </a:lnTo>
                <a:cubicBezTo>
                  <a:pt x="1891" y="16365"/>
                  <a:pt x="1908" y="16379"/>
                  <a:pt x="1923" y="16394"/>
                </a:cubicBezTo>
                <a:cubicBezTo>
                  <a:pt x="2127" y="16610"/>
                  <a:pt x="2349" y="16623"/>
                  <a:pt x="2542" y="16491"/>
                </a:cubicBezTo>
                <a:cubicBezTo>
                  <a:pt x="2826" y="16293"/>
                  <a:pt x="3156" y="15702"/>
                  <a:pt x="3370" y="14648"/>
                </a:cubicBezTo>
                <a:cubicBezTo>
                  <a:pt x="3428" y="14364"/>
                  <a:pt x="3526" y="13693"/>
                  <a:pt x="3567" y="13274"/>
                </a:cubicBezTo>
                <a:cubicBezTo>
                  <a:pt x="3591" y="13030"/>
                  <a:pt x="3612" y="12790"/>
                  <a:pt x="3635" y="12491"/>
                </a:cubicBezTo>
                <a:cubicBezTo>
                  <a:pt x="3637" y="12461"/>
                  <a:pt x="3646" y="12322"/>
                  <a:pt x="3654" y="12163"/>
                </a:cubicBezTo>
                <a:cubicBezTo>
                  <a:pt x="3663" y="12005"/>
                  <a:pt x="3672" y="11827"/>
                  <a:pt x="3675" y="11720"/>
                </a:cubicBezTo>
                <a:cubicBezTo>
                  <a:pt x="3676" y="11692"/>
                  <a:pt x="3677" y="11606"/>
                  <a:pt x="3679" y="11491"/>
                </a:cubicBezTo>
                <a:cubicBezTo>
                  <a:pt x="3681" y="11376"/>
                  <a:pt x="3683" y="11230"/>
                  <a:pt x="3685" y="11081"/>
                </a:cubicBezTo>
                <a:lnTo>
                  <a:pt x="3685" y="11057"/>
                </a:lnTo>
                <a:cubicBezTo>
                  <a:pt x="3686" y="10968"/>
                  <a:pt x="3687" y="10879"/>
                  <a:pt x="3687" y="10795"/>
                </a:cubicBezTo>
                <a:cubicBezTo>
                  <a:pt x="3687" y="10710"/>
                  <a:pt x="3687" y="10631"/>
                  <a:pt x="3685" y="10563"/>
                </a:cubicBezTo>
                <a:cubicBezTo>
                  <a:pt x="3686" y="10530"/>
                  <a:pt x="3685" y="10483"/>
                  <a:pt x="3685" y="10430"/>
                </a:cubicBezTo>
                <a:cubicBezTo>
                  <a:pt x="3684" y="10378"/>
                  <a:pt x="3683" y="10319"/>
                  <a:pt x="3681" y="10262"/>
                </a:cubicBezTo>
                <a:lnTo>
                  <a:pt x="3679" y="10226"/>
                </a:lnTo>
                <a:cubicBezTo>
                  <a:pt x="3677" y="10157"/>
                  <a:pt x="3675" y="10091"/>
                  <a:pt x="3674" y="10038"/>
                </a:cubicBezTo>
                <a:cubicBezTo>
                  <a:pt x="3672" y="9985"/>
                  <a:pt x="3671" y="9944"/>
                  <a:pt x="3670" y="9925"/>
                </a:cubicBezTo>
                <a:cubicBezTo>
                  <a:pt x="3669" y="9917"/>
                  <a:pt x="3661" y="9722"/>
                  <a:pt x="3656" y="9588"/>
                </a:cubicBezTo>
                <a:cubicBezTo>
                  <a:pt x="3653" y="9529"/>
                  <a:pt x="3645" y="9411"/>
                  <a:pt x="3637" y="9286"/>
                </a:cubicBezTo>
                <a:lnTo>
                  <a:pt x="3635" y="9250"/>
                </a:lnTo>
                <a:cubicBezTo>
                  <a:pt x="3624" y="9095"/>
                  <a:pt x="3613" y="8943"/>
                  <a:pt x="3609" y="8901"/>
                </a:cubicBezTo>
                <a:cubicBezTo>
                  <a:pt x="3587" y="8671"/>
                  <a:pt x="3574" y="8473"/>
                  <a:pt x="3556" y="8274"/>
                </a:cubicBezTo>
                <a:cubicBezTo>
                  <a:pt x="3484" y="7446"/>
                  <a:pt x="3332" y="6401"/>
                  <a:pt x="3212" y="5720"/>
                </a:cubicBezTo>
                <a:cubicBezTo>
                  <a:pt x="3150" y="5368"/>
                  <a:pt x="3064" y="4930"/>
                  <a:pt x="2998" y="4624"/>
                </a:cubicBezTo>
                <a:cubicBezTo>
                  <a:pt x="2983" y="4551"/>
                  <a:pt x="2927" y="4312"/>
                  <a:pt x="2870" y="4070"/>
                </a:cubicBezTo>
                <a:lnTo>
                  <a:pt x="2861" y="4046"/>
                </a:lnTo>
                <a:cubicBezTo>
                  <a:pt x="2860" y="4043"/>
                  <a:pt x="2860" y="4038"/>
                  <a:pt x="2860" y="4034"/>
                </a:cubicBezTo>
                <a:cubicBezTo>
                  <a:pt x="2860" y="4029"/>
                  <a:pt x="2860" y="4024"/>
                  <a:pt x="2859" y="4022"/>
                </a:cubicBezTo>
                <a:lnTo>
                  <a:pt x="2850" y="3998"/>
                </a:lnTo>
                <a:cubicBezTo>
                  <a:pt x="2796" y="3772"/>
                  <a:pt x="2746" y="3551"/>
                  <a:pt x="2730" y="3492"/>
                </a:cubicBezTo>
                <a:cubicBezTo>
                  <a:pt x="2620" y="3081"/>
                  <a:pt x="2423" y="2460"/>
                  <a:pt x="2299" y="2118"/>
                </a:cubicBezTo>
                <a:cubicBezTo>
                  <a:pt x="2126" y="1643"/>
                  <a:pt x="1890" y="1116"/>
                  <a:pt x="1709" y="805"/>
                </a:cubicBezTo>
                <a:cubicBezTo>
                  <a:pt x="1394" y="259"/>
                  <a:pt x="1086" y="-60"/>
                  <a:pt x="760" y="10"/>
                </a:cubicBezTo>
                <a:close/>
                <a:moveTo>
                  <a:pt x="4165" y="1395"/>
                </a:moveTo>
                <a:cubicBezTo>
                  <a:pt x="4093" y="1445"/>
                  <a:pt x="4023" y="1560"/>
                  <a:pt x="3966" y="1696"/>
                </a:cubicBezTo>
                <a:cubicBezTo>
                  <a:pt x="3846" y="1987"/>
                  <a:pt x="3736" y="2412"/>
                  <a:pt x="3651" y="2925"/>
                </a:cubicBezTo>
                <a:cubicBezTo>
                  <a:pt x="3567" y="3433"/>
                  <a:pt x="3503" y="4082"/>
                  <a:pt x="3510" y="4781"/>
                </a:cubicBezTo>
                <a:cubicBezTo>
                  <a:pt x="3512" y="5005"/>
                  <a:pt x="3528" y="5352"/>
                  <a:pt x="3548" y="5552"/>
                </a:cubicBezTo>
                <a:cubicBezTo>
                  <a:pt x="3565" y="5720"/>
                  <a:pt x="3594" y="5893"/>
                  <a:pt x="3601" y="6070"/>
                </a:cubicBezTo>
                <a:cubicBezTo>
                  <a:pt x="3605" y="6175"/>
                  <a:pt x="3602" y="6319"/>
                  <a:pt x="3603" y="6443"/>
                </a:cubicBezTo>
                <a:cubicBezTo>
                  <a:pt x="3604" y="6728"/>
                  <a:pt x="3627" y="7013"/>
                  <a:pt x="3664" y="7202"/>
                </a:cubicBezTo>
                <a:cubicBezTo>
                  <a:pt x="3691" y="7337"/>
                  <a:pt x="3715" y="7331"/>
                  <a:pt x="3742" y="7214"/>
                </a:cubicBezTo>
                <a:cubicBezTo>
                  <a:pt x="3750" y="7183"/>
                  <a:pt x="3761" y="7108"/>
                  <a:pt x="3768" y="7046"/>
                </a:cubicBezTo>
                <a:cubicBezTo>
                  <a:pt x="3780" y="6930"/>
                  <a:pt x="3791" y="6775"/>
                  <a:pt x="3801" y="6708"/>
                </a:cubicBezTo>
                <a:cubicBezTo>
                  <a:pt x="3802" y="6704"/>
                  <a:pt x="3805" y="6706"/>
                  <a:pt x="3808" y="6713"/>
                </a:cubicBezTo>
                <a:cubicBezTo>
                  <a:pt x="3811" y="6720"/>
                  <a:pt x="3815" y="6731"/>
                  <a:pt x="3818" y="6744"/>
                </a:cubicBezTo>
                <a:cubicBezTo>
                  <a:pt x="3820" y="6749"/>
                  <a:pt x="3823" y="6756"/>
                  <a:pt x="3828" y="6765"/>
                </a:cubicBezTo>
                <a:cubicBezTo>
                  <a:pt x="3833" y="6773"/>
                  <a:pt x="3839" y="6783"/>
                  <a:pt x="3846" y="6793"/>
                </a:cubicBezTo>
                <a:lnTo>
                  <a:pt x="3850" y="6805"/>
                </a:lnTo>
                <a:cubicBezTo>
                  <a:pt x="3856" y="6813"/>
                  <a:pt x="3863" y="6822"/>
                  <a:pt x="3868" y="6828"/>
                </a:cubicBezTo>
                <a:cubicBezTo>
                  <a:pt x="3874" y="6835"/>
                  <a:pt x="3879" y="6839"/>
                  <a:pt x="3882" y="6841"/>
                </a:cubicBezTo>
                <a:cubicBezTo>
                  <a:pt x="3906" y="6850"/>
                  <a:pt x="3931" y="6889"/>
                  <a:pt x="3956" y="6901"/>
                </a:cubicBezTo>
                <a:cubicBezTo>
                  <a:pt x="4037" y="6943"/>
                  <a:pt x="4148" y="6795"/>
                  <a:pt x="4220" y="6636"/>
                </a:cubicBezTo>
                <a:cubicBezTo>
                  <a:pt x="4383" y="6272"/>
                  <a:pt x="4509" y="5740"/>
                  <a:pt x="4636" y="4997"/>
                </a:cubicBezTo>
                <a:cubicBezTo>
                  <a:pt x="4711" y="4566"/>
                  <a:pt x="4776" y="3860"/>
                  <a:pt x="4752" y="3214"/>
                </a:cubicBezTo>
                <a:cubicBezTo>
                  <a:pt x="4740" y="2893"/>
                  <a:pt x="4715" y="2675"/>
                  <a:pt x="4668" y="2443"/>
                </a:cubicBezTo>
                <a:cubicBezTo>
                  <a:pt x="4645" y="2329"/>
                  <a:pt x="4587" y="2158"/>
                  <a:pt x="4547" y="2118"/>
                </a:cubicBezTo>
                <a:cubicBezTo>
                  <a:pt x="4545" y="2116"/>
                  <a:pt x="4541" y="2108"/>
                  <a:pt x="4539" y="2106"/>
                </a:cubicBezTo>
                <a:lnTo>
                  <a:pt x="4535" y="2106"/>
                </a:lnTo>
                <a:cubicBezTo>
                  <a:pt x="4530" y="2102"/>
                  <a:pt x="4527" y="2100"/>
                  <a:pt x="4523" y="2096"/>
                </a:cubicBezTo>
                <a:cubicBezTo>
                  <a:pt x="4520" y="2093"/>
                  <a:pt x="4518" y="2089"/>
                  <a:pt x="4516" y="2082"/>
                </a:cubicBezTo>
                <a:cubicBezTo>
                  <a:pt x="4510" y="2060"/>
                  <a:pt x="4505" y="2005"/>
                  <a:pt x="4499" y="1961"/>
                </a:cubicBezTo>
                <a:cubicBezTo>
                  <a:pt x="4470" y="1755"/>
                  <a:pt x="4413" y="1559"/>
                  <a:pt x="4372" y="1480"/>
                </a:cubicBezTo>
                <a:cubicBezTo>
                  <a:pt x="4310" y="1356"/>
                  <a:pt x="4236" y="1345"/>
                  <a:pt x="4165" y="1395"/>
                </a:cubicBezTo>
                <a:close/>
                <a:moveTo>
                  <a:pt x="4038" y="2877"/>
                </a:moveTo>
                <a:cubicBezTo>
                  <a:pt x="4038" y="2877"/>
                  <a:pt x="4012" y="2997"/>
                  <a:pt x="3990" y="3106"/>
                </a:cubicBezTo>
                <a:cubicBezTo>
                  <a:pt x="3916" y="3465"/>
                  <a:pt x="3817" y="4050"/>
                  <a:pt x="3763" y="4467"/>
                </a:cubicBezTo>
                <a:cubicBezTo>
                  <a:pt x="3757" y="4521"/>
                  <a:pt x="3749" y="4580"/>
                  <a:pt x="3742" y="4636"/>
                </a:cubicBezTo>
                <a:lnTo>
                  <a:pt x="3740" y="4660"/>
                </a:lnTo>
                <a:cubicBezTo>
                  <a:pt x="3729" y="4750"/>
                  <a:pt x="3719" y="4834"/>
                  <a:pt x="3711" y="4896"/>
                </a:cubicBezTo>
                <a:cubicBezTo>
                  <a:pt x="3703" y="4958"/>
                  <a:pt x="3698" y="4997"/>
                  <a:pt x="3698" y="4997"/>
                </a:cubicBezTo>
                <a:cubicBezTo>
                  <a:pt x="3698" y="4997"/>
                  <a:pt x="3692" y="4908"/>
                  <a:pt x="3687" y="4841"/>
                </a:cubicBezTo>
                <a:cubicBezTo>
                  <a:pt x="3654" y="4366"/>
                  <a:pt x="3728" y="3832"/>
                  <a:pt x="3795" y="3504"/>
                </a:cubicBezTo>
                <a:cubicBezTo>
                  <a:pt x="3836" y="3303"/>
                  <a:pt x="3917" y="2987"/>
                  <a:pt x="3973" y="2925"/>
                </a:cubicBezTo>
                <a:cubicBezTo>
                  <a:pt x="3996" y="2898"/>
                  <a:pt x="4038" y="2877"/>
                  <a:pt x="4038" y="2877"/>
                </a:cubicBezTo>
                <a:close/>
                <a:moveTo>
                  <a:pt x="4410" y="3082"/>
                </a:moveTo>
                <a:cubicBezTo>
                  <a:pt x="4462" y="2994"/>
                  <a:pt x="4484" y="2982"/>
                  <a:pt x="4524" y="3082"/>
                </a:cubicBezTo>
                <a:cubicBezTo>
                  <a:pt x="4556" y="3158"/>
                  <a:pt x="4579" y="3325"/>
                  <a:pt x="4583" y="3540"/>
                </a:cubicBezTo>
                <a:cubicBezTo>
                  <a:pt x="4597" y="4206"/>
                  <a:pt x="4463" y="4767"/>
                  <a:pt x="4372" y="5058"/>
                </a:cubicBezTo>
                <a:cubicBezTo>
                  <a:pt x="4279" y="5351"/>
                  <a:pt x="4181" y="5522"/>
                  <a:pt x="4074" y="5564"/>
                </a:cubicBezTo>
                <a:cubicBezTo>
                  <a:pt x="4059" y="5569"/>
                  <a:pt x="4035" y="5575"/>
                  <a:pt x="4011" y="5576"/>
                </a:cubicBezTo>
                <a:lnTo>
                  <a:pt x="4006" y="5576"/>
                </a:lnTo>
                <a:cubicBezTo>
                  <a:pt x="4005" y="5576"/>
                  <a:pt x="4004" y="5576"/>
                  <a:pt x="4002" y="5576"/>
                </a:cubicBezTo>
                <a:cubicBezTo>
                  <a:pt x="4001" y="5576"/>
                  <a:pt x="3999" y="5576"/>
                  <a:pt x="3998" y="5576"/>
                </a:cubicBezTo>
                <a:lnTo>
                  <a:pt x="3994" y="5576"/>
                </a:lnTo>
                <a:cubicBezTo>
                  <a:pt x="3975" y="5574"/>
                  <a:pt x="3957" y="5572"/>
                  <a:pt x="3943" y="5565"/>
                </a:cubicBezTo>
                <a:cubicBezTo>
                  <a:pt x="3930" y="5558"/>
                  <a:pt x="3921" y="5546"/>
                  <a:pt x="3920" y="5528"/>
                </a:cubicBezTo>
                <a:cubicBezTo>
                  <a:pt x="3919" y="5519"/>
                  <a:pt x="3921" y="5500"/>
                  <a:pt x="3923" y="5474"/>
                </a:cubicBezTo>
                <a:cubicBezTo>
                  <a:pt x="3926" y="5448"/>
                  <a:pt x="3930" y="5416"/>
                  <a:pt x="3935" y="5383"/>
                </a:cubicBezTo>
                <a:cubicBezTo>
                  <a:pt x="3949" y="5276"/>
                  <a:pt x="3969" y="5125"/>
                  <a:pt x="3987" y="4985"/>
                </a:cubicBezTo>
                <a:cubicBezTo>
                  <a:pt x="4068" y="4394"/>
                  <a:pt x="4215" y="3645"/>
                  <a:pt x="4319" y="3299"/>
                </a:cubicBezTo>
                <a:cubicBezTo>
                  <a:pt x="4355" y="3182"/>
                  <a:pt x="4372" y="3146"/>
                  <a:pt x="4410" y="3082"/>
                </a:cubicBezTo>
                <a:close/>
                <a:moveTo>
                  <a:pt x="17009" y="5660"/>
                </a:moveTo>
                <a:cubicBezTo>
                  <a:pt x="16888" y="5660"/>
                  <a:pt x="16807" y="6111"/>
                  <a:pt x="16807" y="6793"/>
                </a:cubicBezTo>
                <a:cubicBezTo>
                  <a:pt x="16807" y="7474"/>
                  <a:pt x="16888" y="7937"/>
                  <a:pt x="17009" y="7937"/>
                </a:cubicBezTo>
                <a:cubicBezTo>
                  <a:pt x="17131" y="7937"/>
                  <a:pt x="17214" y="7474"/>
                  <a:pt x="17214" y="6793"/>
                </a:cubicBezTo>
                <a:cubicBezTo>
                  <a:pt x="17214" y="6111"/>
                  <a:pt x="17131" y="5660"/>
                  <a:pt x="17009" y="5660"/>
                </a:cubicBezTo>
                <a:close/>
                <a:moveTo>
                  <a:pt x="18647" y="5660"/>
                </a:moveTo>
                <a:cubicBezTo>
                  <a:pt x="18525" y="5660"/>
                  <a:pt x="18444" y="6111"/>
                  <a:pt x="18444" y="6793"/>
                </a:cubicBezTo>
                <a:cubicBezTo>
                  <a:pt x="18444" y="7474"/>
                  <a:pt x="18525" y="7937"/>
                  <a:pt x="18647" y="7937"/>
                </a:cubicBezTo>
                <a:cubicBezTo>
                  <a:pt x="18769" y="7937"/>
                  <a:pt x="18852" y="7474"/>
                  <a:pt x="18852" y="6793"/>
                </a:cubicBezTo>
                <a:cubicBezTo>
                  <a:pt x="18852" y="6111"/>
                  <a:pt x="18769" y="5660"/>
                  <a:pt x="18647" y="5660"/>
                </a:cubicBezTo>
                <a:close/>
                <a:moveTo>
                  <a:pt x="11893" y="5817"/>
                </a:moveTo>
                <a:lnTo>
                  <a:pt x="11893" y="9527"/>
                </a:lnTo>
                <a:cubicBezTo>
                  <a:pt x="11796" y="8923"/>
                  <a:pt x="11660" y="8576"/>
                  <a:pt x="11502" y="8576"/>
                </a:cubicBezTo>
                <a:cubicBezTo>
                  <a:pt x="11180" y="8576"/>
                  <a:pt x="10949" y="10003"/>
                  <a:pt x="10949" y="12021"/>
                </a:cubicBezTo>
                <a:cubicBezTo>
                  <a:pt x="10949" y="14053"/>
                  <a:pt x="11180" y="15479"/>
                  <a:pt x="11502" y="15479"/>
                </a:cubicBezTo>
                <a:cubicBezTo>
                  <a:pt x="11671" y="15479"/>
                  <a:pt x="11815" y="15111"/>
                  <a:pt x="11910" y="14455"/>
                </a:cubicBezTo>
                <a:lnTo>
                  <a:pt x="11912" y="15322"/>
                </a:lnTo>
                <a:lnTo>
                  <a:pt x="12208" y="15322"/>
                </a:lnTo>
                <a:lnTo>
                  <a:pt x="12208" y="5817"/>
                </a:lnTo>
                <a:lnTo>
                  <a:pt x="11893" y="5817"/>
                </a:lnTo>
                <a:close/>
                <a:moveTo>
                  <a:pt x="9981" y="6323"/>
                </a:moveTo>
                <a:lnTo>
                  <a:pt x="9368" y="15322"/>
                </a:lnTo>
                <a:lnTo>
                  <a:pt x="9712" y="15322"/>
                </a:lnTo>
                <a:lnTo>
                  <a:pt x="9824" y="13611"/>
                </a:lnTo>
                <a:lnTo>
                  <a:pt x="10501" y="13611"/>
                </a:lnTo>
                <a:lnTo>
                  <a:pt x="10613" y="15322"/>
                </a:lnTo>
                <a:lnTo>
                  <a:pt x="10955" y="15322"/>
                </a:lnTo>
                <a:lnTo>
                  <a:pt x="10348" y="6323"/>
                </a:lnTo>
                <a:lnTo>
                  <a:pt x="9981" y="6323"/>
                </a:lnTo>
                <a:close/>
                <a:moveTo>
                  <a:pt x="6251" y="6877"/>
                </a:moveTo>
                <a:cubicBezTo>
                  <a:pt x="6235" y="6879"/>
                  <a:pt x="6218" y="6923"/>
                  <a:pt x="6211" y="7082"/>
                </a:cubicBezTo>
                <a:cubicBezTo>
                  <a:pt x="6198" y="7367"/>
                  <a:pt x="6214" y="7666"/>
                  <a:pt x="6217" y="7720"/>
                </a:cubicBezTo>
                <a:lnTo>
                  <a:pt x="6217" y="7732"/>
                </a:lnTo>
                <a:cubicBezTo>
                  <a:pt x="6286" y="9077"/>
                  <a:pt x="6329" y="10146"/>
                  <a:pt x="6355" y="10879"/>
                </a:cubicBezTo>
                <a:cubicBezTo>
                  <a:pt x="6380" y="11612"/>
                  <a:pt x="6388" y="12009"/>
                  <a:pt x="6388" y="12009"/>
                </a:cubicBezTo>
                <a:cubicBezTo>
                  <a:pt x="6388" y="12009"/>
                  <a:pt x="6389" y="12123"/>
                  <a:pt x="6389" y="12240"/>
                </a:cubicBezTo>
                <a:cubicBezTo>
                  <a:pt x="6388" y="12358"/>
                  <a:pt x="6386" y="12478"/>
                  <a:pt x="6378" y="12491"/>
                </a:cubicBezTo>
                <a:cubicBezTo>
                  <a:pt x="6372" y="12515"/>
                  <a:pt x="6366" y="12512"/>
                  <a:pt x="6362" y="12503"/>
                </a:cubicBezTo>
                <a:cubicBezTo>
                  <a:pt x="6357" y="12494"/>
                  <a:pt x="6354" y="12479"/>
                  <a:pt x="6354" y="12479"/>
                </a:cubicBezTo>
                <a:cubicBezTo>
                  <a:pt x="6350" y="12480"/>
                  <a:pt x="6339" y="12395"/>
                  <a:pt x="6324" y="12267"/>
                </a:cubicBezTo>
                <a:cubicBezTo>
                  <a:pt x="6308" y="12139"/>
                  <a:pt x="6289" y="11967"/>
                  <a:pt x="6270" y="11792"/>
                </a:cubicBezTo>
                <a:lnTo>
                  <a:pt x="6263" y="11756"/>
                </a:lnTo>
                <a:cubicBezTo>
                  <a:pt x="6247" y="11611"/>
                  <a:pt x="6232" y="11465"/>
                  <a:pt x="6219" y="11343"/>
                </a:cubicBezTo>
                <a:cubicBezTo>
                  <a:pt x="6205" y="11221"/>
                  <a:pt x="6195" y="11122"/>
                  <a:pt x="6189" y="11069"/>
                </a:cubicBezTo>
                <a:lnTo>
                  <a:pt x="6189" y="11045"/>
                </a:lnTo>
                <a:cubicBezTo>
                  <a:pt x="6189" y="11037"/>
                  <a:pt x="6188" y="11031"/>
                  <a:pt x="6187" y="11027"/>
                </a:cubicBezTo>
                <a:cubicBezTo>
                  <a:pt x="6186" y="11023"/>
                  <a:pt x="6185" y="11021"/>
                  <a:pt x="6185" y="11021"/>
                </a:cubicBezTo>
                <a:lnTo>
                  <a:pt x="6156" y="10744"/>
                </a:lnTo>
                <a:cubicBezTo>
                  <a:pt x="6072" y="9973"/>
                  <a:pt x="6005" y="9454"/>
                  <a:pt x="5959" y="9129"/>
                </a:cubicBezTo>
                <a:cubicBezTo>
                  <a:pt x="5912" y="8804"/>
                  <a:pt x="5887" y="8672"/>
                  <a:pt x="5887" y="8672"/>
                </a:cubicBezTo>
                <a:cubicBezTo>
                  <a:pt x="5864" y="8546"/>
                  <a:pt x="5803" y="8190"/>
                  <a:pt x="5727" y="8672"/>
                </a:cubicBezTo>
                <a:cubicBezTo>
                  <a:pt x="5651" y="9156"/>
                  <a:pt x="5590" y="10716"/>
                  <a:pt x="5566" y="12178"/>
                </a:cubicBezTo>
                <a:cubicBezTo>
                  <a:pt x="5556" y="12907"/>
                  <a:pt x="5555" y="13479"/>
                  <a:pt x="5561" y="13913"/>
                </a:cubicBezTo>
                <a:cubicBezTo>
                  <a:pt x="5568" y="14346"/>
                  <a:pt x="5581" y="14641"/>
                  <a:pt x="5600" y="14816"/>
                </a:cubicBezTo>
                <a:cubicBezTo>
                  <a:pt x="5620" y="14994"/>
                  <a:pt x="5651" y="15112"/>
                  <a:pt x="5684" y="15148"/>
                </a:cubicBezTo>
                <a:cubicBezTo>
                  <a:pt x="5717" y="15183"/>
                  <a:pt x="5753" y="15137"/>
                  <a:pt x="5786" y="14985"/>
                </a:cubicBezTo>
                <a:cubicBezTo>
                  <a:pt x="5855" y="14682"/>
                  <a:pt x="5840" y="12767"/>
                  <a:pt x="5851" y="11780"/>
                </a:cubicBezTo>
                <a:cubicBezTo>
                  <a:pt x="5862" y="10789"/>
                  <a:pt x="5879" y="10961"/>
                  <a:pt x="5879" y="10961"/>
                </a:cubicBezTo>
                <a:cubicBezTo>
                  <a:pt x="5882" y="10956"/>
                  <a:pt x="5889" y="10995"/>
                  <a:pt x="5897" y="11059"/>
                </a:cubicBezTo>
                <a:cubicBezTo>
                  <a:pt x="5906" y="11124"/>
                  <a:pt x="5916" y="11214"/>
                  <a:pt x="5925" y="11310"/>
                </a:cubicBezTo>
                <a:lnTo>
                  <a:pt x="5927" y="11334"/>
                </a:lnTo>
                <a:lnTo>
                  <a:pt x="5930" y="11371"/>
                </a:lnTo>
                <a:cubicBezTo>
                  <a:pt x="5931" y="11382"/>
                  <a:pt x="5932" y="11391"/>
                  <a:pt x="5933" y="11401"/>
                </a:cubicBezTo>
                <a:cubicBezTo>
                  <a:pt x="5934" y="11410"/>
                  <a:pt x="5935" y="11420"/>
                  <a:pt x="5936" y="11431"/>
                </a:cubicBezTo>
                <a:lnTo>
                  <a:pt x="5938" y="11455"/>
                </a:lnTo>
                <a:cubicBezTo>
                  <a:pt x="5947" y="11551"/>
                  <a:pt x="5956" y="11643"/>
                  <a:pt x="5962" y="11713"/>
                </a:cubicBezTo>
                <a:cubicBezTo>
                  <a:pt x="5969" y="11784"/>
                  <a:pt x="5973" y="11832"/>
                  <a:pt x="5974" y="11840"/>
                </a:cubicBezTo>
                <a:cubicBezTo>
                  <a:pt x="5974" y="11840"/>
                  <a:pt x="6183" y="14275"/>
                  <a:pt x="6314" y="14635"/>
                </a:cubicBezTo>
                <a:cubicBezTo>
                  <a:pt x="6447" y="14995"/>
                  <a:pt x="6553" y="14419"/>
                  <a:pt x="6593" y="13877"/>
                </a:cubicBezTo>
                <a:cubicBezTo>
                  <a:pt x="6634" y="13331"/>
                  <a:pt x="6703" y="11528"/>
                  <a:pt x="6599" y="9527"/>
                </a:cubicBezTo>
                <a:cubicBezTo>
                  <a:pt x="6495" y="7528"/>
                  <a:pt x="6280" y="6913"/>
                  <a:pt x="6280" y="6913"/>
                </a:cubicBezTo>
                <a:cubicBezTo>
                  <a:pt x="6280" y="6913"/>
                  <a:pt x="6266" y="6874"/>
                  <a:pt x="6251" y="6877"/>
                </a:cubicBezTo>
                <a:close/>
                <a:moveTo>
                  <a:pt x="15995" y="7166"/>
                </a:moveTo>
                <a:lnTo>
                  <a:pt x="15995" y="12925"/>
                </a:lnTo>
                <a:cubicBezTo>
                  <a:pt x="15995" y="13690"/>
                  <a:pt x="16031" y="14295"/>
                  <a:pt x="16099" y="14709"/>
                </a:cubicBezTo>
                <a:cubicBezTo>
                  <a:pt x="16167" y="15123"/>
                  <a:pt x="16268" y="15346"/>
                  <a:pt x="16399" y="15346"/>
                </a:cubicBezTo>
                <a:lnTo>
                  <a:pt x="16673" y="15346"/>
                </a:lnTo>
                <a:lnTo>
                  <a:pt x="16673" y="13708"/>
                </a:lnTo>
                <a:lnTo>
                  <a:pt x="16452" y="13708"/>
                </a:lnTo>
                <a:cubicBezTo>
                  <a:pt x="16404" y="13708"/>
                  <a:pt x="16369" y="13627"/>
                  <a:pt x="16346" y="13471"/>
                </a:cubicBezTo>
                <a:cubicBezTo>
                  <a:pt x="16323" y="13314"/>
                  <a:pt x="16312" y="13082"/>
                  <a:pt x="16312" y="12780"/>
                </a:cubicBezTo>
                <a:lnTo>
                  <a:pt x="16312" y="10359"/>
                </a:lnTo>
                <a:lnTo>
                  <a:pt x="16614" y="10359"/>
                </a:lnTo>
                <a:lnTo>
                  <a:pt x="16614" y="8732"/>
                </a:lnTo>
                <a:lnTo>
                  <a:pt x="16312" y="8732"/>
                </a:lnTo>
                <a:lnTo>
                  <a:pt x="16312" y="7166"/>
                </a:lnTo>
                <a:lnTo>
                  <a:pt x="15995" y="7166"/>
                </a:lnTo>
                <a:close/>
                <a:moveTo>
                  <a:pt x="8263" y="7696"/>
                </a:moveTo>
                <a:cubicBezTo>
                  <a:pt x="8250" y="7664"/>
                  <a:pt x="8233" y="7697"/>
                  <a:pt x="8220" y="7738"/>
                </a:cubicBezTo>
                <a:cubicBezTo>
                  <a:pt x="8206" y="7779"/>
                  <a:pt x="8195" y="7829"/>
                  <a:pt x="8195" y="7829"/>
                </a:cubicBezTo>
                <a:cubicBezTo>
                  <a:pt x="8018" y="8732"/>
                  <a:pt x="7918" y="9686"/>
                  <a:pt x="7862" y="10415"/>
                </a:cubicBezTo>
                <a:cubicBezTo>
                  <a:pt x="7806" y="11144"/>
                  <a:pt x="7793" y="11648"/>
                  <a:pt x="7793" y="11648"/>
                </a:cubicBezTo>
                <a:cubicBezTo>
                  <a:pt x="7777" y="12187"/>
                  <a:pt x="7778" y="12645"/>
                  <a:pt x="7791" y="13034"/>
                </a:cubicBezTo>
                <a:cubicBezTo>
                  <a:pt x="7804" y="13423"/>
                  <a:pt x="7828" y="13744"/>
                  <a:pt x="7857" y="14009"/>
                </a:cubicBezTo>
                <a:cubicBezTo>
                  <a:pt x="7759" y="15201"/>
                  <a:pt x="7685" y="16318"/>
                  <a:pt x="7639" y="17291"/>
                </a:cubicBezTo>
                <a:cubicBezTo>
                  <a:pt x="7594" y="18264"/>
                  <a:pt x="7576" y="19093"/>
                  <a:pt x="7588" y="19708"/>
                </a:cubicBezTo>
                <a:cubicBezTo>
                  <a:pt x="7600" y="20175"/>
                  <a:pt x="7636" y="20576"/>
                  <a:pt x="7677" y="20878"/>
                </a:cubicBezTo>
                <a:cubicBezTo>
                  <a:pt x="7719" y="21180"/>
                  <a:pt x="7766" y="21383"/>
                  <a:pt x="7802" y="21454"/>
                </a:cubicBezTo>
                <a:cubicBezTo>
                  <a:pt x="7838" y="21540"/>
                  <a:pt x="7859" y="21462"/>
                  <a:pt x="7871" y="21362"/>
                </a:cubicBezTo>
                <a:cubicBezTo>
                  <a:pt x="7883" y="21262"/>
                  <a:pt x="7886" y="21141"/>
                  <a:pt x="7886" y="21141"/>
                </a:cubicBezTo>
                <a:cubicBezTo>
                  <a:pt x="7916" y="19870"/>
                  <a:pt x="7956" y="18808"/>
                  <a:pt x="8004" y="17854"/>
                </a:cubicBezTo>
                <a:cubicBezTo>
                  <a:pt x="8053" y="16900"/>
                  <a:pt x="8109" y="16054"/>
                  <a:pt x="8170" y="15214"/>
                </a:cubicBezTo>
                <a:cubicBezTo>
                  <a:pt x="8538" y="15696"/>
                  <a:pt x="8813" y="13660"/>
                  <a:pt x="8911" y="12684"/>
                </a:cubicBezTo>
                <a:cubicBezTo>
                  <a:pt x="8969" y="12098"/>
                  <a:pt x="9000" y="11311"/>
                  <a:pt x="9000" y="10575"/>
                </a:cubicBezTo>
                <a:cubicBezTo>
                  <a:pt x="9000" y="9737"/>
                  <a:pt x="8961" y="8957"/>
                  <a:pt x="8873" y="8600"/>
                </a:cubicBezTo>
                <a:cubicBezTo>
                  <a:pt x="8743" y="8083"/>
                  <a:pt x="8572" y="8645"/>
                  <a:pt x="8411" y="9538"/>
                </a:cubicBezTo>
                <a:cubicBezTo>
                  <a:pt x="8249" y="10430"/>
                  <a:pt x="8097" y="11655"/>
                  <a:pt x="8005" y="12467"/>
                </a:cubicBezTo>
                <a:cubicBezTo>
                  <a:pt x="7991" y="12054"/>
                  <a:pt x="8009" y="11584"/>
                  <a:pt x="8030" y="11217"/>
                </a:cubicBezTo>
                <a:cubicBezTo>
                  <a:pt x="8052" y="10851"/>
                  <a:pt x="8077" y="10588"/>
                  <a:pt x="8077" y="10588"/>
                </a:cubicBezTo>
                <a:cubicBezTo>
                  <a:pt x="8077" y="10588"/>
                  <a:pt x="8088" y="10475"/>
                  <a:pt x="8105" y="10304"/>
                </a:cubicBezTo>
                <a:cubicBezTo>
                  <a:pt x="8122" y="10134"/>
                  <a:pt x="8145" y="9905"/>
                  <a:pt x="8167" y="9672"/>
                </a:cubicBezTo>
                <a:lnTo>
                  <a:pt x="8172" y="9624"/>
                </a:lnTo>
                <a:lnTo>
                  <a:pt x="8178" y="9563"/>
                </a:lnTo>
                <a:cubicBezTo>
                  <a:pt x="8196" y="9382"/>
                  <a:pt x="8213" y="9205"/>
                  <a:pt x="8227" y="9056"/>
                </a:cubicBezTo>
                <a:cubicBezTo>
                  <a:pt x="8241" y="8907"/>
                  <a:pt x="8252" y="8786"/>
                  <a:pt x="8256" y="8720"/>
                </a:cubicBezTo>
                <a:cubicBezTo>
                  <a:pt x="8267" y="8562"/>
                  <a:pt x="8275" y="8322"/>
                  <a:pt x="8278" y="8114"/>
                </a:cubicBezTo>
                <a:cubicBezTo>
                  <a:pt x="8280" y="7905"/>
                  <a:pt x="8276" y="7728"/>
                  <a:pt x="8263" y="7696"/>
                </a:cubicBezTo>
                <a:close/>
                <a:moveTo>
                  <a:pt x="5133" y="7877"/>
                </a:moveTo>
                <a:cubicBezTo>
                  <a:pt x="5013" y="7824"/>
                  <a:pt x="4893" y="7860"/>
                  <a:pt x="4801" y="7925"/>
                </a:cubicBezTo>
                <a:cubicBezTo>
                  <a:pt x="4611" y="8059"/>
                  <a:pt x="4358" y="8398"/>
                  <a:pt x="4249" y="9286"/>
                </a:cubicBezTo>
                <a:cubicBezTo>
                  <a:pt x="4208" y="9625"/>
                  <a:pt x="4184" y="10139"/>
                  <a:pt x="4203" y="10563"/>
                </a:cubicBezTo>
                <a:cubicBezTo>
                  <a:pt x="4214" y="10799"/>
                  <a:pt x="4251" y="11011"/>
                  <a:pt x="4288" y="11106"/>
                </a:cubicBezTo>
                <a:cubicBezTo>
                  <a:pt x="4324" y="11200"/>
                  <a:pt x="4370" y="11252"/>
                  <a:pt x="4412" y="11286"/>
                </a:cubicBezTo>
                <a:cubicBezTo>
                  <a:pt x="4439" y="11309"/>
                  <a:pt x="4518" y="11354"/>
                  <a:pt x="4600" y="11395"/>
                </a:cubicBezTo>
                <a:lnTo>
                  <a:pt x="4609" y="11395"/>
                </a:lnTo>
                <a:cubicBezTo>
                  <a:pt x="4610" y="11395"/>
                  <a:pt x="4611" y="11395"/>
                  <a:pt x="4613" y="11395"/>
                </a:cubicBezTo>
                <a:cubicBezTo>
                  <a:pt x="4614" y="11395"/>
                  <a:pt x="4616" y="11394"/>
                  <a:pt x="4617" y="11395"/>
                </a:cubicBezTo>
                <a:lnTo>
                  <a:pt x="4628" y="11407"/>
                </a:lnTo>
                <a:cubicBezTo>
                  <a:pt x="4665" y="11425"/>
                  <a:pt x="4702" y="11440"/>
                  <a:pt x="4733" y="11455"/>
                </a:cubicBezTo>
                <a:cubicBezTo>
                  <a:pt x="4837" y="11504"/>
                  <a:pt x="5041" y="11629"/>
                  <a:pt x="5150" y="11889"/>
                </a:cubicBezTo>
                <a:cubicBezTo>
                  <a:pt x="5150" y="11889"/>
                  <a:pt x="5252" y="12094"/>
                  <a:pt x="5251" y="12431"/>
                </a:cubicBezTo>
                <a:cubicBezTo>
                  <a:pt x="5251" y="12597"/>
                  <a:pt x="5229" y="12726"/>
                  <a:pt x="5207" y="12816"/>
                </a:cubicBezTo>
                <a:cubicBezTo>
                  <a:pt x="5045" y="13471"/>
                  <a:pt x="4822" y="13666"/>
                  <a:pt x="4624" y="13648"/>
                </a:cubicBezTo>
                <a:cubicBezTo>
                  <a:pt x="4556" y="13642"/>
                  <a:pt x="4502" y="13573"/>
                  <a:pt x="4433" y="13407"/>
                </a:cubicBezTo>
                <a:cubicBezTo>
                  <a:pt x="4404" y="13334"/>
                  <a:pt x="4367" y="13170"/>
                  <a:pt x="4372" y="12985"/>
                </a:cubicBezTo>
                <a:cubicBezTo>
                  <a:pt x="4383" y="12625"/>
                  <a:pt x="4454" y="12532"/>
                  <a:pt x="4512" y="12563"/>
                </a:cubicBezTo>
                <a:cubicBezTo>
                  <a:pt x="4544" y="12580"/>
                  <a:pt x="4586" y="12649"/>
                  <a:pt x="4617" y="12720"/>
                </a:cubicBezTo>
                <a:cubicBezTo>
                  <a:pt x="4744" y="13006"/>
                  <a:pt x="4801" y="13251"/>
                  <a:pt x="4913" y="13154"/>
                </a:cubicBezTo>
                <a:cubicBezTo>
                  <a:pt x="4955" y="13117"/>
                  <a:pt x="5099" y="12939"/>
                  <a:pt x="5118" y="12599"/>
                </a:cubicBezTo>
                <a:cubicBezTo>
                  <a:pt x="5123" y="12517"/>
                  <a:pt x="5116" y="12432"/>
                  <a:pt x="5105" y="12371"/>
                </a:cubicBezTo>
                <a:cubicBezTo>
                  <a:pt x="5090" y="12282"/>
                  <a:pt x="5004" y="12082"/>
                  <a:pt x="4981" y="12033"/>
                </a:cubicBezTo>
                <a:cubicBezTo>
                  <a:pt x="4896" y="11861"/>
                  <a:pt x="4734" y="11704"/>
                  <a:pt x="4645" y="11684"/>
                </a:cubicBezTo>
                <a:cubicBezTo>
                  <a:pt x="4527" y="11660"/>
                  <a:pt x="4371" y="11789"/>
                  <a:pt x="4298" y="12359"/>
                </a:cubicBezTo>
                <a:cubicBezTo>
                  <a:pt x="4252" y="12716"/>
                  <a:pt x="4250" y="13200"/>
                  <a:pt x="4288" y="13575"/>
                </a:cubicBezTo>
                <a:cubicBezTo>
                  <a:pt x="4339" y="14088"/>
                  <a:pt x="4441" y="14489"/>
                  <a:pt x="4524" y="14720"/>
                </a:cubicBezTo>
                <a:cubicBezTo>
                  <a:pt x="4665" y="15107"/>
                  <a:pt x="4833" y="15287"/>
                  <a:pt x="4989" y="15190"/>
                </a:cubicBezTo>
                <a:cubicBezTo>
                  <a:pt x="5078" y="15131"/>
                  <a:pt x="5155" y="15034"/>
                  <a:pt x="5234" y="14816"/>
                </a:cubicBezTo>
                <a:cubicBezTo>
                  <a:pt x="5310" y="14607"/>
                  <a:pt x="5393" y="14213"/>
                  <a:pt x="5431" y="13744"/>
                </a:cubicBezTo>
                <a:cubicBezTo>
                  <a:pt x="5482" y="13114"/>
                  <a:pt x="5479" y="12278"/>
                  <a:pt x="5422" y="11684"/>
                </a:cubicBezTo>
                <a:cubicBezTo>
                  <a:pt x="5385" y="11292"/>
                  <a:pt x="5346" y="11075"/>
                  <a:pt x="5277" y="10901"/>
                </a:cubicBezTo>
                <a:cubicBezTo>
                  <a:pt x="5202" y="10711"/>
                  <a:pt x="5103" y="10604"/>
                  <a:pt x="5004" y="10527"/>
                </a:cubicBezTo>
                <a:cubicBezTo>
                  <a:pt x="4998" y="10523"/>
                  <a:pt x="4997" y="10532"/>
                  <a:pt x="4991" y="10527"/>
                </a:cubicBezTo>
                <a:lnTo>
                  <a:pt x="4535" y="10214"/>
                </a:lnTo>
                <a:cubicBezTo>
                  <a:pt x="4532" y="10212"/>
                  <a:pt x="4529" y="10211"/>
                  <a:pt x="4527" y="10209"/>
                </a:cubicBezTo>
                <a:cubicBezTo>
                  <a:pt x="4525" y="10208"/>
                  <a:pt x="4523" y="10206"/>
                  <a:pt x="4520" y="10202"/>
                </a:cubicBezTo>
                <a:cubicBezTo>
                  <a:pt x="4510" y="10190"/>
                  <a:pt x="4482" y="10171"/>
                  <a:pt x="4461" y="10130"/>
                </a:cubicBezTo>
                <a:cubicBezTo>
                  <a:pt x="4440" y="10089"/>
                  <a:pt x="4426" y="10025"/>
                  <a:pt x="4442" y="9925"/>
                </a:cubicBezTo>
                <a:cubicBezTo>
                  <a:pt x="4446" y="9896"/>
                  <a:pt x="4455" y="9869"/>
                  <a:pt x="4466" y="9847"/>
                </a:cubicBezTo>
                <a:cubicBezTo>
                  <a:pt x="4476" y="9824"/>
                  <a:pt x="4487" y="9805"/>
                  <a:pt x="4495" y="9792"/>
                </a:cubicBezTo>
                <a:cubicBezTo>
                  <a:pt x="4702" y="9471"/>
                  <a:pt x="4964" y="9513"/>
                  <a:pt x="5181" y="9443"/>
                </a:cubicBezTo>
                <a:cubicBezTo>
                  <a:pt x="5230" y="9426"/>
                  <a:pt x="5339" y="9383"/>
                  <a:pt x="5393" y="9286"/>
                </a:cubicBezTo>
                <a:cubicBezTo>
                  <a:pt x="5444" y="9196"/>
                  <a:pt x="5487" y="8990"/>
                  <a:pt x="5498" y="8672"/>
                </a:cubicBezTo>
                <a:cubicBezTo>
                  <a:pt x="5504" y="8503"/>
                  <a:pt x="5490" y="8419"/>
                  <a:pt x="5463" y="8335"/>
                </a:cubicBezTo>
                <a:cubicBezTo>
                  <a:pt x="5372" y="8061"/>
                  <a:pt x="5252" y="7929"/>
                  <a:pt x="5133" y="7877"/>
                </a:cubicBezTo>
                <a:close/>
                <a:moveTo>
                  <a:pt x="7607" y="7925"/>
                </a:moveTo>
                <a:cubicBezTo>
                  <a:pt x="7450" y="7895"/>
                  <a:pt x="7256" y="8001"/>
                  <a:pt x="7096" y="8133"/>
                </a:cubicBezTo>
                <a:cubicBezTo>
                  <a:pt x="6935" y="8264"/>
                  <a:pt x="6808" y="8421"/>
                  <a:pt x="6783" y="8491"/>
                </a:cubicBezTo>
                <a:cubicBezTo>
                  <a:pt x="6736" y="8612"/>
                  <a:pt x="6741" y="8812"/>
                  <a:pt x="6802" y="9250"/>
                </a:cubicBezTo>
                <a:cubicBezTo>
                  <a:pt x="6868" y="9712"/>
                  <a:pt x="6978" y="9660"/>
                  <a:pt x="6978" y="9660"/>
                </a:cubicBezTo>
                <a:lnTo>
                  <a:pt x="6881" y="10804"/>
                </a:lnTo>
                <a:cubicBezTo>
                  <a:pt x="6842" y="10820"/>
                  <a:pt x="6816" y="10860"/>
                  <a:pt x="6799" y="10898"/>
                </a:cubicBezTo>
                <a:cubicBezTo>
                  <a:pt x="6783" y="10935"/>
                  <a:pt x="6776" y="10970"/>
                  <a:pt x="6775" y="10973"/>
                </a:cubicBezTo>
                <a:cubicBezTo>
                  <a:pt x="6754" y="11098"/>
                  <a:pt x="6756" y="11332"/>
                  <a:pt x="6764" y="11552"/>
                </a:cubicBezTo>
                <a:cubicBezTo>
                  <a:pt x="6772" y="11772"/>
                  <a:pt x="6787" y="11978"/>
                  <a:pt x="6792" y="12045"/>
                </a:cubicBezTo>
                <a:lnTo>
                  <a:pt x="6792" y="12057"/>
                </a:lnTo>
                <a:lnTo>
                  <a:pt x="6792" y="12069"/>
                </a:lnTo>
                <a:cubicBezTo>
                  <a:pt x="6792" y="12069"/>
                  <a:pt x="6657" y="13819"/>
                  <a:pt x="6756" y="14744"/>
                </a:cubicBezTo>
                <a:cubicBezTo>
                  <a:pt x="6852" y="15618"/>
                  <a:pt x="6963" y="15670"/>
                  <a:pt x="6984" y="15672"/>
                </a:cubicBezTo>
                <a:lnTo>
                  <a:pt x="6986" y="15672"/>
                </a:lnTo>
                <a:cubicBezTo>
                  <a:pt x="6987" y="15672"/>
                  <a:pt x="6987" y="15672"/>
                  <a:pt x="6988" y="15672"/>
                </a:cubicBezTo>
                <a:lnTo>
                  <a:pt x="6988" y="15672"/>
                </a:lnTo>
                <a:cubicBezTo>
                  <a:pt x="7228" y="15771"/>
                  <a:pt x="7622" y="14338"/>
                  <a:pt x="7643" y="13864"/>
                </a:cubicBezTo>
                <a:cubicBezTo>
                  <a:pt x="7661" y="13483"/>
                  <a:pt x="7599" y="13063"/>
                  <a:pt x="7544" y="12985"/>
                </a:cubicBezTo>
                <a:cubicBezTo>
                  <a:pt x="7493" y="12924"/>
                  <a:pt x="7099" y="13347"/>
                  <a:pt x="7052" y="13419"/>
                </a:cubicBezTo>
                <a:cubicBezTo>
                  <a:pt x="7001" y="13497"/>
                  <a:pt x="7022" y="13226"/>
                  <a:pt x="7022" y="13226"/>
                </a:cubicBezTo>
                <a:lnTo>
                  <a:pt x="7083" y="12045"/>
                </a:lnTo>
                <a:cubicBezTo>
                  <a:pt x="7083" y="12045"/>
                  <a:pt x="7177" y="12025"/>
                  <a:pt x="7278" y="11999"/>
                </a:cubicBezTo>
                <a:cubicBezTo>
                  <a:pt x="7379" y="11972"/>
                  <a:pt x="7487" y="11939"/>
                  <a:pt x="7514" y="11913"/>
                </a:cubicBezTo>
                <a:cubicBezTo>
                  <a:pt x="7540" y="11887"/>
                  <a:pt x="7554" y="11823"/>
                  <a:pt x="7561" y="11767"/>
                </a:cubicBezTo>
                <a:cubicBezTo>
                  <a:pt x="7568" y="11710"/>
                  <a:pt x="7569" y="11660"/>
                  <a:pt x="7569" y="11660"/>
                </a:cubicBezTo>
                <a:cubicBezTo>
                  <a:pt x="7569" y="11660"/>
                  <a:pt x="7571" y="11576"/>
                  <a:pt x="7572" y="11452"/>
                </a:cubicBezTo>
                <a:cubicBezTo>
                  <a:pt x="7574" y="11329"/>
                  <a:pt x="7575" y="11166"/>
                  <a:pt x="7574" y="11009"/>
                </a:cubicBezTo>
                <a:cubicBezTo>
                  <a:pt x="7571" y="10841"/>
                  <a:pt x="7558" y="10762"/>
                  <a:pt x="7545" y="10726"/>
                </a:cubicBezTo>
                <a:cubicBezTo>
                  <a:pt x="7533" y="10690"/>
                  <a:pt x="7521" y="10696"/>
                  <a:pt x="7521" y="10696"/>
                </a:cubicBezTo>
                <a:cubicBezTo>
                  <a:pt x="7448" y="10653"/>
                  <a:pt x="7361" y="10656"/>
                  <a:pt x="7293" y="10669"/>
                </a:cubicBezTo>
                <a:cubicBezTo>
                  <a:pt x="7224" y="10683"/>
                  <a:pt x="7174" y="10708"/>
                  <a:pt x="7174" y="10708"/>
                </a:cubicBezTo>
                <a:lnTo>
                  <a:pt x="7227" y="9804"/>
                </a:lnTo>
                <a:cubicBezTo>
                  <a:pt x="7243" y="9800"/>
                  <a:pt x="7629" y="9687"/>
                  <a:pt x="7779" y="9491"/>
                </a:cubicBezTo>
                <a:cubicBezTo>
                  <a:pt x="7857" y="9386"/>
                  <a:pt x="7810" y="8949"/>
                  <a:pt x="7810" y="8949"/>
                </a:cubicBezTo>
                <a:cubicBezTo>
                  <a:pt x="7763" y="8407"/>
                  <a:pt x="7712" y="8151"/>
                  <a:pt x="7673" y="8031"/>
                </a:cubicBezTo>
                <a:cubicBezTo>
                  <a:pt x="7634" y="7910"/>
                  <a:pt x="7607" y="7925"/>
                  <a:pt x="7607" y="7925"/>
                </a:cubicBezTo>
                <a:close/>
                <a:moveTo>
                  <a:pt x="3947" y="8142"/>
                </a:moveTo>
                <a:cubicBezTo>
                  <a:pt x="3912" y="8103"/>
                  <a:pt x="3891" y="8376"/>
                  <a:pt x="3882" y="8515"/>
                </a:cubicBezTo>
                <a:cubicBezTo>
                  <a:pt x="3854" y="8928"/>
                  <a:pt x="3834" y="9919"/>
                  <a:pt x="3829" y="10226"/>
                </a:cubicBezTo>
                <a:cubicBezTo>
                  <a:pt x="3812" y="11157"/>
                  <a:pt x="3798" y="13367"/>
                  <a:pt x="3827" y="14491"/>
                </a:cubicBezTo>
                <a:cubicBezTo>
                  <a:pt x="3839" y="14962"/>
                  <a:pt x="3866" y="15260"/>
                  <a:pt x="3949" y="15358"/>
                </a:cubicBezTo>
                <a:cubicBezTo>
                  <a:pt x="3983" y="15399"/>
                  <a:pt x="4045" y="15397"/>
                  <a:pt x="4072" y="15298"/>
                </a:cubicBezTo>
                <a:cubicBezTo>
                  <a:pt x="4096" y="15214"/>
                  <a:pt x="4111" y="15041"/>
                  <a:pt x="4116" y="14901"/>
                </a:cubicBezTo>
                <a:cubicBezTo>
                  <a:pt x="4132" y="14509"/>
                  <a:pt x="4126" y="13957"/>
                  <a:pt x="4123" y="13539"/>
                </a:cubicBezTo>
                <a:cubicBezTo>
                  <a:pt x="4119" y="13046"/>
                  <a:pt x="4118" y="12556"/>
                  <a:pt x="4114" y="12057"/>
                </a:cubicBezTo>
                <a:cubicBezTo>
                  <a:pt x="4109" y="11392"/>
                  <a:pt x="4094" y="9693"/>
                  <a:pt x="4061" y="8925"/>
                </a:cubicBezTo>
                <a:cubicBezTo>
                  <a:pt x="4047" y="8594"/>
                  <a:pt x="4023" y="8290"/>
                  <a:pt x="3966" y="8166"/>
                </a:cubicBezTo>
                <a:cubicBezTo>
                  <a:pt x="3960" y="8152"/>
                  <a:pt x="3952" y="8147"/>
                  <a:pt x="3947" y="8142"/>
                </a:cubicBezTo>
                <a:close/>
                <a:moveTo>
                  <a:pt x="10165" y="8250"/>
                </a:moveTo>
                <a:lnTo>
                  <a:pt x="10418" y="12154"/>
                </a:lnTo>
                <a:lnTo>
                  <a:pt x="9909" y="12154"/>
                </a:lnTo>
                <a:lnTo>
                  <a:pt x="10165" y="8250"/>
                </a:lnTo>
                <a:close/>
                <a:moveTo>
                  <a:pt x="14220" y="8564"/>
                </a:moveTo>
                <a:cubicBezTo>
                  <a:pt x="13864" y="8564"/>
                  <a:pt x="13613" y="10002"/>
                  <a:pt x="13613" y="12033"/>
                </a:cubicBezTo>
                <a:cubicBezTo>
                  <a:pt x="13613" y="14078"/>
                  <a:pt x="13864" y="15491"/>
                  <a:pt x="14247" y="15491"/>
                </a:cubicBezTo>
                <a:cubicBezTo>
                  <a:pt x="14461" y="15491"/>
                  <a:pt x="14639" y="15084"/>
                  <a:pt x="14761" y="14443"/>
                </a:cubicBezTo>
                <a:lnTo>
                  <a:pt x="14579" y="13467"/>
                </a:lnTo>
                <a:cubicBezTo>
                  <a:pt x="14490" y="13825"/>
                  <a:pt x="14386" y="14033"/>
                  <a:pt x="14264" y="14033"/>
                </a:cubicBezTo>
                <a:cubicBezTo>
                  <a:pt x="14088" y="14033"/>
                  <a:pt x="13960" y="13515"/>
                  <a:pt x="13922" y="12756"/>
                </a:cubicBezTo>
                <a:lnTo>
                  <a:pt x="14807" y="12756"/>
                </a:lnTo>
                <a:cubicBezTo>
                  <a:pt x="14875" y="10429"/>
                  <a:pt x="14621" y="8564"/>
                  <a:pt x="14220" y="8564"/>
                </a:cubicBezTo>
                <a:close/>
                <a:moveTo>
                  <a:pt x="20892" y="8576"/>
                </a:moveTo>
                <a:cubicBezTo>
                  <a:pt x="20567" y="8576"/>
                  <a:pt x="20340" y="9993"/>
                  <a:pt x="20340" y="11973"/>
                </a:cubicBezTo>
                <a:cubicBezTo>
                  <a:pt x="20340" y="13953"/>
                  <a:pt x="20567" y="15370"/>
                  <a:pt x="20892" y="15370"/>
                </a:cubicBezTo>
                <a:cubicBezTo>
                  <a:pt x="21054" y="15370"/>
                  <a:pt x="21192" y="15000"/>
                  <a:pt x="21289" y="14370"/>
                </a:cubicBezTo>
                <a:lnTo>
                  <a:pt x="21289" y="15033"/>
                </a:lnTo>
                <a:cubicBezTo>
                  <a:pt x="21289" y="16177"/>
                  <a:pt x="21153" y="16888"/>
                  <a:pt x="20923" y="16888"/>
                </a:cubicBezTo>
                <a:cubicBezTo>
                  <a:pt x="20788" y="16888"/>
                  <a:pt x="20639" y="16652"/>
                  <a:pt x="20520" y="16202"/>
                </a:cubicBezTo>
                <a:lnTo>
                  <a:pt x="20395" y="17539"/>
                </a:lnTo>
                <a:cubicBezTo>
                  <a:pt x="20551" y="18117"/>
                  <a:pt x="20744" y="18443"/>
                  <a:pt x="20940" y="18443"/>
                </a:cubicBezTo>
                <a:cubicBezTo>
                  <a:pt x="21339" y="18443"/>
                  <a:pt x="21591" y="17137"/>
                  <a:pt x="21591" y="15105"/>
                </a:cubicBezTo>
                <a:lnTo>
                  <a:pt x="21591" y="8732"/>
                </a:lnTo>
                <a:lnTo>
                  <a:pt x="21295" y="8732"/>
                </a:lnTo>
                <a:lnTo>
                  <a:pt x="21293" y="9576"/>
                </a:lnTo>
                <a:cubicBezTo>
                  <a:pt x="21196" y="8946"/>
                  <a:pt x="21056" y="8576"/>
                  <a:pt x="20892" y="8576"/>
                </a:cubicBezTo>
                <a:close/>
                <a:moveTo>
                  <a:pt x="17815" y="8612"/>
                </a:moveTo>
                <a:cubicBezTo>
                  <a:pt x="17533" y="8612"/>
                  <a:pt x="17375" y="9370"/>
                  <a:pt x="17375" y="10527"/>
                </a:cubicBezTo>
                <a:cubicBezTo>
                  <a:pt x="17375" y="11607"/>
                  <a:pt x="17502" y="12249"/>
                  <a:pt x="17793" y="12648"/>
                </a:cubicBezTo>
                <a:cubicBezTo>
                  <a:pt x="17951" y="12879"/>
                  <a:pt x="18005" y="13085"/>
                  <a:pt x="18005" y="13407"/>
                </a:cubicBezTo>
                <a:cubicBezTo>
                  <a:pt x="18005" y="13754"/>
                  <a:pt x="17940" y="13949"/>
                  <a:pt x="17827" y="13949"/>
                </a:cubicBezTo>
                <a:cubicBezTo>
                  <a:pt x="17703" y="13949"/>
                  <a:pt x="17580" y="13738"/>
                  <a:pt x="17445" y="13262"/>
                </a:cubicBezTo>
                <a:lnTo>
                  <a:pt x="17324" y="14551"/>
                </a:lnTo>
                <a:cubicBezTo>
                  <a:pt x="17473" y="15129"/>
                  <a:pt x="17647" y="15443"/>
                  <a:pt x="17829" y="15443"/>
                </a:cubicBezTo>
                <a:cubicBezTo>
                  <a:pt x="18120" y="15443"/>
                  <a:pt x="18311" y="14642"/>
                  <a:pt x="18311" y="13383"/>
                </a:cubicBezTo>
                <a:cubicBezTo>
                  <a:pt x="18311" y="12367"/>
                  <a:pt x="18182" y="11672"/>
                  <a:pt x="17891" y="11286"/>
                </a:cubicBezTo>
                <a:cubicBezTo>
                  <a:pt x="17724" y="11055"/>
                  <a:pt x="17673" y="10873"/>
                  <a:pt x="17673" y="10551"/>
                </a:cubicBezTo>
                <a:cubicBezTo>
                  <a:pt x="17673" y="10230"/>
                  <a:pt x="17726" y="10069"/>
                  <a:pt x="17825" y="10069"/>
                </a:cubicBezTo>
                <a:cubicBezTo>
                  <a:pt x="17940" y="10069"/>
                  <a:pt x="18082" y="10323"/>
                  <a:pt x="18165" y="10696"/>
                </a:cubicBezTo>
                <a:lnTo>
                  <a:pt x="18290" y="9455"/>
                </a:lnTo>
                <a:cubicBezTo>
                  <a:pt x="18152" y="8915"/>
                  <a:pt x="17986" y="8612"/>
                  <a:pt x="17815" y="8612"/>
                </a:cubicBezTo>
                <a:close/>
                <a:moveTo>
                  <a:pt x="19708" y="8624"/>
                </a:moveTo>
                <a:cubicBezTo>
                  <a:pt x="19550" y="8624"/>
                  <a:pt x="19436" y="8932"/>
                  <a:pt x="19332" y="9588"/>
                </a:cubicBezTo>
                <a:lnTo>
                  <a:pt x="19330" y="8732"/>
                </a:lnTo>
                <a:lnTo>
                  <a:pt x="19032" y="8732"/>
                </a:lnTo>
                <a:lnTo>
                  <a:pt x="19032" y="15322"/>
                </a:lnTo>
                <a:lnTo>
                  <a:pt x="19349" y="15322"/>
                </a:lnTo>
                <a:lnTo>
                  <a:pt x="19349" y="11865"/>
                </a:lnTo>
                <a:cubicBezTo>
                  <a:pt x="19349" y="10875"/>
                  <a:pt x="19448" y="10250"/>
                  <a:pt x="19615" y="10250"/>
                </a:cubicBezTo>
                <a:cubicBezTo>
                  <a:pt x="19764" y="10250"/>
                  <a:pt x="19839" y="10758"/>
                  <a:pt x="19839" y="11696"/>
                </a:cubicBezTo>
                <a:lnTo>
                  <a:pt x="19839" y="15322"/>
                </a:lnTo>
                <a:lnTo>
                  <a:pt x="20156" y="15322"/>
                </a:lnTo>
                <a:lnTo>
                  <a:pt x="20156" y="11274"/>
                </a:lnTo>
                <a:cubicBezTo>
                  <a:pt x="20156" y="9706"/>
                  <a:pt x="19981" y="8624"/>
                  <a:pt x="19708" y="8624"/>
                </a:cubicBezTo>
                <a:close/>
                <a:moveTo>
                  <a:pt x="12341" y="8732"/>
                </a:moveTo>
                <a:lnTo>
                  <a:pt x="12806" y="15322"/>
                </a:lnTo>
                <a:lnTo>
                  <a:pt x="13138" y="15322"/>
                </a:lnTo>
                <a:lnTo>
                  <a:pt x="13601" y="8732"/>
                </a:lnTo>
                <a:lnTo>
                  <a:pt x="13265" y="8732"/>
                </a:lnTo>
                <a:lnTo>
                  <a:pt x="13070" y="11780"/>
                </a:lnTo>
                <a:lnTo>
                  <a:pt x="12975" y="13298"/>
                </a:lnTo>
                <a:lnTo>
                  <a:pt x="12878" y="11780"/>
                </a:lnTo>
                <a:lnTo>
                  <a:pt x="12681" y="8732"/>
                </a:lnTo>
                <a:lnTo>
                  <a:pt x="12341" y="8732"/>
                </a:lnTo>
                <a:close/>
                <a:moveTo>
                  <a:pt x="15002" y="8732"/>
                </a:moveTo>
                <a:lnTo>
                  <a:pt x="15002" y="15322"/>
                </a:lnTo>
                <a:lnTo>
                  <a:pt x="15317" y="15322"/>
                </a:lnTo>
                <a:lnTo>
                  <a:pt x="15317" y="12334"/>
                </a:lnTo>
                <a:cubicBezTo>
                  <a:pt x="15317" y="11762"/>
                  <a:pt x="15338" y="11268"/>
                  <a:pt x="15384" y="10917"/>
                </a:cubicBezTo>
                <a:cubicBezTo>
                  <a:pt x="15430" y="10567"/>
                  <a:pt x="15501" y="10359"/>
                  <a:pt x="15600" y="10359"/>
                </a:cubicBezTo>
                <a:lnTo>
                  <a:pt x="15815" y="10359"/>
                </a:lnTo>
                <a:lnTo>
                  <a:pt x="15815" y="8732"/>
                </a:lnTo>
                <a:lnTo>
                  <a:pt x="15655" y="8732"/>
                </a:lnTo>
                <a:cubicBezTo>
                  <a:pt x="15575" y="8732"/>
                  <a:pt x="15506" y="8817"/>
                  <a:pt x="15447" y="8969"/>
                </a:cubicBezTo>
                <a:cubicBezTo>
                  <a:pt x="15388" y="9122"/>
                  <a:pt x="15340" y="9342"/>
                  <a:pt x="15302" y="9612"/>
                </a:cubicBezTo>
                <a:lnTo>
                  <a:pt x="15300" y="8732"/>
                </a:lnTo>
                <a:lnTo>
                  <a:pt x="15002" y="8732"/>
                </a:lnTo>
                <a:close/>
                <a:moveTo>
                  <a:pt x="16851" y="8732"/>
                </a:moveTo>
                <a:lnTo>
                  <a:pt x="16851" y="15322"/>
                </a:lnTo>
                <a:lnTo>
                  <a:pt x="17168" y="15322"/>
                </a:lnTo>
                <a:lnTo>
                  <a:pt x="17168" y="8732"/>
                </a:lnTo>
                <a:lnTo>
                  <a:pt x="16851" y="8732"/>
                </a:lnTo>
                <a:close/>
                <a:moveTo>
                  <a:pt x="18489" y="8732"/>
                </a:moveTo>
                <a:lnTo>
                  <a:pt x="18489" y="15322"/>
                </a:lnTo>
                <a:lnTo>
                  <a:pt x="18804" y="15322"/>
                </a:lnTo>
                <a:lnTo>
                  <a:pt x="18804" y="8732"/>
                </a:lnTo>
                <a:lnTo>
                  <a:pt x="18489" y="8732"/>
                </a:lnTo>
                <a:close/>
                <a:moveTo>
                  <a:pt x="8776" y="9865"/>
                </a:moveTo>
                <a:cubicBezTo>
                  <a:pt x="8827" y="9746"/>
                  <a:pt x="8835" y="10106"/>
                  <a:pt x="8835" y="10106"/>
                </a:cubicBezTo>
                <a:cubicBezTo>
                  <a:pt x="8848" y="10733"/>
                  <a:pt x="8815" y="11284"/>
                  <a:pt x="8769" y="11723"/>
                </a:cubicBezTo>
                <a:cubicBezTo>
                  <a:pt x="8724" y="12161"/>
                  <a:pt x="8667" y="12486"/>
                  <a:pt x="8632" y="12660"/>
                </a:cubicBezTo>
                <a:cubicBezTo>
                  <a:pt x="8611" y="12774"/>
                  <a:pt x="8566" y="12940"/>
                  <a:pt x="8507" y="13090"/>
                </a:cubicBezTo>
                <a:cubicBezTo>
                  <a:pt x="8449" y="13240"/>
                  <a:pt x="8377" y="13372"/>
                  <a:pt x="8305" y="13419"/>
                </a:cubicBezTo>
                <a:cubicBezTo>
                  <a:pt x="8443" y="11892"/>
                  <a:pt x="8615" y="10778"/>
                  <a:pt x="8711" y="10178"/>
                </a:cubicBezTo>
                <a:cubicBezTo>
                  <a:pt x="8738" y="10000"/>
                  <a:pt x="8759" y="9904"/>
                  <a:pt x="8776" y="9865"/>
                </a:cubicBezTo>
                <a:close/>
                <a:moveTo>
                  <a:pt x="1405" y="10009"/>
                </a:moveTo>
                <a:cubicBezTo>
                  <a:pt x="1405" y="10009"/>
                  <a:pt x="1405" y="10171"/>
                  <a:pt x="1404" y="10417"/>
                </a:cubicBezTo>
                <a:cubicBezTo>
                  <a:pt x="1404" y="10663"/>
                  <a:pt x="1403" y="10994"/>
                  <a:pt x="1403" y="11334"/>
                </a:cubicBezTo>
                <a:lnTo>
                  <a:pt x="1403" y="11371"/>
                </a:lnTo>
                <a:cubicBezTo>
                  <a:pt x="1403" y="11381"/>
                  <a:pt x="1403" y="11391"/>
                  <a:pt x="1403" y="11401"/>
                </a:cubicBezTo>
                <a:cubicBezTo>
                  <a:pt x="1403" y="11410"/>
                  <a:pt x="1403" y="11420"/>
                  <a:pt x="1403" y="11431"/>
                </a:cubicBezTo>
                <a:lnTo>
                  <a:pt x="1403" y="11479"/>
                </a:lnTo>
                <a:lnTo>
                  <a:pt x="1403" y="11563"/>
                </a:lnTo>
                <a:cubicBezTo>
                  <a:pt x="1403" y="11591"/>
                  <a:pt x="1403" y="11616"/>
                  <a:pt x="1403" y="11642"/>
                </a:cubicBezTo>
                <a:cubicBezTo>
                  <a:pt x="1403" y="11667"/>
                  <a:pt x="1403" y="11693"/>
                  <a:pt x="1403" y="11720"/>
                </a:cubicBezTo>
                <a:lnTo>
                  <a:pt x="1403" y="11804"/>
                </a:lnTo>
                <a:cubicBezTo>
                  <a:pt x="1403" y="12420"/>
                  <a:pt x="1404" y="13013"/>
                  <a:pt x="1405" y="13453"/>
                </a:cubicBezTo>
                <a:cubicBezTo>
                  <a:pt x="1406" y="13892"/>
                  <a:pt x="1407" y="14178"/>
                  <a:pt x="1407" y="14178"/>
                </a:cubicBezTo>
                <a:cubicBezTo>
                  <a:pt x="1407" y="14178"/>
                  <a:pt x="1399" y="14159"/>
                  <a:pt x="1386" y="14130"/>
                </a:cubicBezTo>
                <a:cubicBezTo>
                  <a:pt x="1372" y="14101"/>
                  <a:pt x="1354" y="14062"/>
                  <a:pt x="1335" y="14021"/>
                </a:cubicBezTo>
                <a:lnTo>
                  <a:pt x="1331" y="14021"/>
                </a:lnTo>
                <a:cubicBezTo>
                  <a:pt x="1330" y="14020"/>
                  <a:pt x="1330" y="14017"/>
                  <a:pt x="1329" y="14015"/>
                </a:cubicBezTo>
                <a:cubicBezTo>
                  <a:pt x="1328" y="14013"/>
                  <a:pt x="1328" y="14011"/>
                  <a:pt x="1327" y="14009"/>
                </a:cubicBezTo>
                <a:lnTo>
                  <a:pt x="1323" y="13997"/>
                </a:lnTo>
                <a:cubicBezTo>
                  <a:pt x="1305" y="13958"/>
                  <a:pt x="1287" y="13924"/>
                  <a:pt x="1272" y="13889"/>
                </a:cubicBezTo>
                <a:cubicBezTo>
                  <a:pt x="1122" y="13531"/>
                  <a:pt x="918" y="12788"/>
                  <a:pt x="818" y="12310"/>
                </a:cubicBezTo>
                <a:cubicBezTo>
                  <a:pt x="794" y="12197"/>
                  <a:pt x="708" y="11737"/>
                  <a:pt x="693" y="11636"/>
                </a:cubicBezTo>
                <a:cubicBezTo>
                  <a:pt x="692" y="11632"/>
                  <a:pt x="692" y="11628"/>
                  <a:pt x="692" y="11624"/>
                </a:cubicBezTo>
                <a:cubicBezTo>
                  <a:pt x="692" y="11619"/>
                  <a:pt x="691" y="11615"/>
                  <a:pt x="691" y="11612"/>
                </a:cubicBezTo>
                <a:lnTo>
                  <a:pt x="687" y="11587"/>
                </a:lnTo>
                <a:cubicBezTo>
                  <a:pt x="663" y="11428"/>
                  <a:pt x="645" y="11268"/>
                  <a:pt x="651" y="11069"/>
                </a:cubicBezTo>
                <a:cubicBezTo>
                  <a:pt x="657" y="10862"/>
                  <a:pt x="729" y="10696"/>
                  <a:pt x="765" y="10624"/>
                </a:cubicBezTo>
                <a:cubicBezTo>
                  <a:pt x="883" y="10383"/>
                  <a:pt x="1087" y="10184"/>
                  <a:pt x="1196" y="10118"/>
                </a:cubicBezTo>
                <a:cubicBezTo>
                  <a:pt x="1209" y="10110"/>
                  <a:pt x="1222" y="10101"/>
                  <a:pt x="1236" y="10094"/>
                </a:cubicBezTo>
                <a:lnTo>
                  <a:pt x="1242" y="10082"/>
                </a:lnTo>
                <a:lnTo>
                  <a:pt x="1249" y="10082"/>
                </a:lnTo>
                <a:cubicBezTo>
                  <a:pt x="1250" y="10081"/>
                  <a:pt x="1250" y="10081"/>
                  <a:pt x="1251" y="10081"/>
                </a:cubicBezTo>
                <a:cubicBezTo>
                  <a:pt x="1251" y="10082"/>
                  <a:pt x="1252" y="10082"/>
                  <a:pt x="1253" y="10082"/>
                </a:cubicBezTo>
                <a:lnTo>
                  <a:pt x="1259" y="10082"/>
                </a:lnTo>
                <a:lnTo>
                  <a:pt x="1266" y="10069"/>
                </a:lnTo>
                <a:cubicBezTo>
                  <a:pt x="1301" y="10051"/>
                  <a:pt x="1336" y="10036"/>
                  <a:pt x="1362" y="10026"/>
                </a:cubicBezTo>
                <a:cubicBezTo>
                  <a:pt x="1388" y="10015"/>
                  <a:pt x="1405" y="10009"/>
                  <a:pt x="1405" y="10009"/>
                </a:cubicBezTo>
                <a:close/>
                <a:moveTo>
                  <a:pt x="14222" y="10021"/>
                </a:moveTo>
                <a:cubicBezTo>
                  <a:pt x="14384" y="10021"/>
                  <a:pt x="14493" y="10618"/>
                  <a:pt x="14524" y="11479"/>
                </a:cubicBezTo>
                <a:lnTo>
                  <a:pt x="13920" y="11479"/>
                </a:lnTo>
                <a:cubicBezTo>
                  <a:pt x="13949" y="10592"/>
                  <a:pt x="14066" y="10021"/>
                  <a:pt x="14222" y="10021"/>
                </a:cubicBezTo>
                <a:close/>
                <a:moveTo>
                  <a:pt x="20970" y="10142"/>
                </a:moveTo>
                <a:cubicBezTo>
                  <a:pt x="21155" y="10142"/>
                  <a:pt x="21285" y="10904"/>
                  <a:pt x="21285" y="11997"/>
                </a:cubicBezTo>
                <a:cubicBezTo>
                  <a:pt x="21285" y="13064"/>
                  <a:pt x="21155" y="13840"/>
                  <a:pt x="20970" y="13840"/>
                </a:cubicBezTo>
                <a:cubicBezTo>
                  <a:pt x="20785" y="13840"/>
                  <a:pt x="20653" y="13090"/>
                  <a:pt x="20653" y="11997"/>
                </a:cubicBezTo>
                <a:cubicBezTo>
                  <a:pt x="20653" y="10891"/>
                  <a:pt x="20785" y="10142"/>
                  <a:pt x="20970" y="10142"/>
                </a:cubicBezTo>
                <a:close/>
                <a:moveTo>
                  <a:pt x="11580" y="10154"/>
                </a:moveTo>
                <a:cubicBezTo>
                  <a:pt x="11768" y="10154"/>
                  <a:pt x="11897" y="10916"/>
                  <a:pt x="11897" y="12021"/>
                </a:cubicBezTo>
                <a:cubicBezTo>
                  <a:pt x="11897" y="13140"/>
                  <a:pt x="11765" y="13901"/>
                  <a:pt x="11580" y="13901"/>
                </a:cubicBezTo>
                <a:cubicBezTo>
                  <a:pt x="11393" y="13901"/>
                  <a:pt x="11261" y="13140"/>
                  <a:pt x="11261" y="12021"/>
                </a:cubicBezTo>
                <a:cubicBezTo>
                  <a:pt x="11261" y="10916"/>
                  <a:pt x="11393" y="10154"/>
                  <a:pt x="11580" y="10154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  <a:effectLst>
            <a:outerShdw sx="100000" sy="100000" kx="0" ky="0" algn="b" rotWithShape="0" blurRad="279400" dist="147292" dir="1718398">
              <a:schemeClr val="accent4">
                <a:hueOff val="-203031"/>
                <a:satOff val="-71423"/>
                <a:lumOff val="-30171"/>
                <a:alpha val="50000"/>
              </a:schemeClr>
            </a:outerShdw>
          </a:effectLst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5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rgbClr val="797979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ransi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Transitions.jpg" descr="Transitions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72" name="Title Text"/>
          <p:cNvSpPr txBox="1"/>
          <p:nvPr>
            <p:ph type="body" sz="quarter" idx="21"/>
          </p:nvPr>
        </p:nvSpPr>
        <p:spPr>
          <a:xfrm>
            <a:off x="666390" y="4495801"/>
            <a:ext cx="15929425" cy="1839597"/>
          </a:xfrm>
          <a:prstGeom prst="rect">
            <a:avLst/>
          </a:prstGeom>
        </p:spPr>
        <p:txBody>
          <a:bodyPr lIns="50800" tIns="50800" rIns="50800" bIns="50800" anchor="b">
            <a:spAutoFit/>
          </a:bodyPr>
          <a:lstStyle>
            <a:lvl1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73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7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lank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Main-BG.jpg" descr="Main-BG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One or two…"/>
          <p:cNvSpPr txBox="1"/>
          <p:nvPr>
            <p:ph type="body" sz="quarter" idx="21"/>
          </p:nvPr>
        </p:nvSpPr>
        <p:spPr>
          <a:xfrm>
            <a:off x="666390" y="897470"/>
            <a:ext cx="22848395" cy="2838452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/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83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84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  <a:ln w="12700"/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"/>
          <p:cNvSpPr/>
          <p:nvPr/>
        </p:nvSpPr>
        <p:spPr>
          <a:xfrm>
            <a:off x="0" y="0"/>
            <a:ext cx="24565509" cy="13872462"/>
          </a:xfrm>
          <a:prstGeom prst="rect">
            <a:avLst/>
          </a:prstGeom>
          <a:solidFill>
            <a:srgbClr val="0E2135"/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92" name="placeholder.png"/>
          <p:cNvSpPr/>
          <p:nvPr>
            <p:ph type="pic" idx="21"/>
          </p:nvPr>
        </p:nvSpPr>
        <p:spPr>
          <a:xfrm>
            <a:off x="-9532960" y="-1"/>
            <a:ext cx="43449337" cy="1371738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93" name="One or two…"/>
          <p:cNvSpPr txBox="1"/>
          <p:nvPr>
            <p:ph type="body" sz="quarter" idx="22"/>
          </p:nvPr>
        </p:nvSpPr>
        <p:spPr>
          <a:xfrm>
            <a:off x="666390" y="3742704"/>
            <a:ext cx="10419799" cy="3465197"/>
          </a:xfrm>
          <a:prstGeom prst="rect">
            <a:avLst/>
          </a:prstGeom>
        </p:spPr>
        <p:txBody>
          <a:bodyPr lIns="50800" tIns="50800" rIns="50800" bIns="50800" anchor="b">
            <a:spAutoFit/>
          </a:bodyPr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94" name="Subtitle"/>
          <p:cNvSpPr txBox="1"/>
          <p:nvPr>
            <p:ph type="body" sz="quarter" idx="23"/>
          </p:nvPr>
        </p:nvSpPr>
        <p:spPr>
          <a:xfrm>
            <a:off x="666390" y="7338020"/>
            <a:ext cx="4877680" cy="762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Subtitle</a:t>
            </a:r>
          </a:p>
        </p:txBody>
      </p:sp>
      <p:sp>
        <p:nvSpPr>
          <p:cNvPr id="95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96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One or two…"/>
          <p:cNvSpPr txBox="1"/>
          <p:nvPr>
            <p:ph type="body" sz="quarter" idx="21"/>
          </p:nvPr>
        </p:nvSpPr>
        <p:spPr>
          <a:xfrm>
            <a:off x="666390" y="3742704"/>
            <a:ext cx="9592987" cy="3465197"/>
          </a:xfrm>
          <a:prstGeom prst="rect">
            <a:avLst/>
          </a:prstGeom>
        </p:spPr>
        <p:txBody>
          <a:bodyPr lIns="50800" tIns="50800" rIns="50800" bIns="50800" anchor="b">
            <a:spAutoFit/>
          </a:bodyPr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04" name="Subtitle"/>
          <p:cNvSpPr txBox="1"/>
          <p:nvPr>
            <p:ph type="body" sz="quarter" idx="22"/>
          </p:nvPr>
        </p:nvSpPr>
        <p:spPr>
          <a:xfrm>
            <a:off x="666390" y="7338020"/>
            <a:ext cx="4877680" cy="762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Subtitle</a:t>
            </a:r>
          </a:p>
        </p:txBody>
      </p:sp>
      <p:sp>
        <p:nvSpPr>
          <p:cNvPr id="105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rgbClr val="797979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06" name="placeholder.png"/>
          <p:cNvSpPr/>
          <p:nvPr>
            <p:ph type="pic" idx="23"/>
          </p:nvPr>
        </p:nvSpPr>
        <p:spPr>
          <a:xfrm>
            <a:off x="-12999698" y="-1"/>
            <a:ext cx="47890480" cy="1371738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07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.png"/>
          <p:cNvSpPr/>
          <p:nvPr>
            <p:ph type="pic" idx="21"/>
          </p:nvPr>
        </p:nvSpPr>
        <p:spPr>
          <a:xfrm>
            <a:off x="-9532960" y="-1"/>
            <a:ext cx="43449337" cy="1371738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15" name="Title Text"/>
          <p:cNvSpPr txBox="1"/>
          <p:nvPr>
            <p:ph type="body" sz="quarter" idx="22"/>
          </p:nvPr>
        </p:nvSpPr>
        <p:spPr>
          <a:xfrm>
            <a:off x="666390" y="9072470"/>
            <a:ext cx="15190642" cy="1839597"/>
          </a:xfrm>
          <a:prstGeom prst="rect">
            <a:avLst/>
          </a:prstGeom>
        </p:spPr>
        <p:txBody>
          <a:bodyPr lIns="50800" tIns="50800" rIns="50800" bIns="50800" anchor="b">
            <a:spAutoFit/>
          </a:bodyPr>
          <a:lstStyle>
            <a:lvl1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16" name="Subtitle"/>
          <p:cNvSpPr txBox="1"/>
          <p:nvPr>
            <p:ph type="body" sz="quarter" idx="23"/>
          </p:nvPr>
        </p:nvSpPr>
        <p:spPr>
          <a:xfrm>
            <a:off x="666390" y="10912066"/>
            <a:ext cx="15387855" cy="762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Subtitle</a:t>
            </a:r>
          </a:p>
        </p:txBody>
      </p:sp>
      <p:sp>
        <p:nvSpPr>
          <p:cNvPr id="117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ivid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.png"/>
          <p:cNvSpPr/>
          <p:nvPr>
            <p:ph type="pic" idx="21"/>
          </p:nvPr>
        </p:nvSpPr>
        <p:spPr>
          <a:xfrm>
            <a:off x="-9532960" y="-1"/>
            <a:ext cx="43449337" cy="1371738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5" name="Title Text"/>
          <p:cNvSpPr txBox="1"/>
          <p:nvPr>
            <p:ph type="body" sz="quarter" idx="22"/>
          </p:nvPr>
        </p:nvSpPr>
        <p:spPr>
          <a:xfrm>
            <a:off x="666390" y="9072470"/>
            <a:ext cx="15190642" cy="1839597"/>
          </a:xfrm>
          <a:prstGeom prst="rect">
            <a:avLst/>
          </a:prstGeom>
        </p:spPr>
        <p:txBody>
          <a:bodyPr lIns="50800" tIns="50800" rIns="50800" bIns="50800" anchor="b">
            <a:spAutoFit/>
          </a:bodyPr>
          <a:lstStyle>
            <a:lvl1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26" name="Subtitle"/>
          <p:cNvSpPr txBox="1"/>
          <p:nvPr>
            <p:ph type="body" sz="quarter" idx="23"/>
          </p:nvPr>
        </p:nvSpPr>
        <p:spPr>
          <a:xfrm>
            <a:off x="666390" y="10912066"/>
            <a:ext cx="15387855" cy="762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Subtitle</a:t>
            </a:r>
          </a:p>
        </p:txBody>
      </p:sp>
      <p:sp>
        <p:nvSpPr>
          <p:cNvPr id="127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090225_DA_Premium_Cover_TitlePage_Dark.png" descr="090225_DA_Premium_Cover_TitlePage_Dark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0" y="0"/>
            <a:ext cx="24384001" cy="13722095"/>
          </a:xfrm>
          <a:prstGeom prst="rect">
            <a:avLst/>
          </a:prstGeom>
          <a:ln w="12700">
            <a:miter lim="400000"/>
          </a:ln>
        </p:spPr>
      </p:pic>
      <p:sp>
        <p:nvSpPr>
          <p:cNvPr id="135" name="One or two…"/>
          <p:cNvSpPr txBox="1"/>
          <p:nvPr>
            <p:ph type="body" sz="quarter" idx="21"/>
          </p:nvPr>
        </p:nvSpPr>
        <p:spPr>
          <a:xfrm>
            <a:off x="13916742" y="4727574"/>
            <a:ext cx="9655762" cy="2838452"/>
          </a:xfrm>
          <a:prstGeom prst="rect">
            <a:avLst/>
          </a:prstGeom>
        </p:spPr>
        <p:txBody>
          <a:bodyPr lIns="50800" tIns="50800" rIns="50800" bIns="50800" anchor="b">
            <a:noAutofit/>
          </a:bodyPr>
          <a:lstStyle/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36" name="Subtitle"/>
          <p:cNvSpPr txBox="1"/>
          <p:nvPr>
            <p:ph type="body" sz="quarter" idx="22"/>
          </p:nvPr>
        </p:nvSpPr>
        <p:spPr>
          <a:xfrm>
            <a:off x="13916742" y="7846020"/>
            <a:ext cx="6622409" cy="762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Subtitle</a:t>
            </a:r>
          </a:p>
        </p:txBody>
      </p:sp>
      <p:sp>
        <p:nvSpPr>
          <p:cNvPr id="137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38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090225_DA_Premium_Cover_TitlePage_Light.png" descr="090225_DA_Premium_Cover_TitlePage_Light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5416" y="0"/>
            <a:ext cx="24373169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146" name="One or two…"/>
          <p:cNvSpPr txBox="1"/>
          <p:nvPr>
            <p:ph type="body" sz="quarter" idx="21"/>
          </p:nvPr>
        </p:nvSpPr>
        <p:spPr>
          <a:xfrm>
            <a:off x="683342" y="4727574"/>
            <a:ext cx="9655762" cy="2838452"/>
          </a:xfrm>
          <a:prstGeom prst="rect">
            <a:avLst/>
          </a:prstGeom>
        </p:spPr>
        <p:txBody>
          <a:bodyPr lIns="50800" tIns="50800" rIns="50800" bIns="50800" anchor="b">
            <a:noAutofit/>
          </a:bodyPr>
          <a:lstStyle/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47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rgbClr val="797979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48" name="Subtitle"/>
          <p:cNvSpPr txBox="1"/>
          <p:nvPr/>
        </p:nvSpPr>
        <p:spPr>
          <a:xfrm>
            <a:off x="683342" y="7913753"/>
            <a:ext cx="6622409" cy="762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Subtitle</a:t>
            </a:r>
          </a:p>
        </p:txBody>
      </p:sp>
      <p:sp>
        <p:nvSpPr>
          <p:cNvPr id="149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090225_DA_Premium_TitleCard_Dark.png" descr="090225_DA_Premium_TitleCard_Dark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-1" y="0"/>
            <a:ext cx="24384003" cy="13722098"/>
          </a:xfrm>
          <a:prstGeom prst="rect">
            <a:avLst/>
          </a:prstGeom>
          <a:ln w="12700">
            <a:miter lim="400000"/>
          </a:ln>
        </p:spPr>
      </p:pic>
      <p:sp>
        <p:nvSpPr>
          <p:cNvPr id="157" name="Title Text"/>
          <p:cNvSpPr txBox="1"/>
          <p:nvPr>
            <p:ph type="body" sz="quarter" idx="21"/>
          </p:nvPr>
        </p:nvSpPr>
        <p:spPr>
          <a:xfrm>
            <a:off x="7364119" y="5768974"/>
            <a:ext cx="9655761" cy="138877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58" name="UPPERTEXT"/>
          <p:cNvSpPr txBox="1"/>
          <p:nvPr>
            <p:ph type="body" sz="quarter" idx="22"/>
          </p:nvPr>
        </p:nvSpPr>
        <p:spPr>
          <a:xfrm>
            <a:off x="7364119" y="4326822"/>
            <a:ext cx="9655761" cy="1256123"/>
          </a:xfrm>
          <a:prstGeom prst="rect">
            <a:avLst/>
          </a:prstGeom>
        </p:spPr>
        <p:txBody>
          <a:bodyPr lIns="50800" tIns="50800" rIns="50800" bIns="50800" anchor="b">
            <a:noAutofit/>
          </a:bodyPr>
          <a:lstStyle>
            <a:lvl1pPr marL="0" indent="0" algn="ctr" defTabSz="2438338">
              <a:lnSpc>
                <a:spcPts val="10100"/>
              </a:lnSpc>
              <a:spcBef>
                <a:spcPts val="0"/>
              </a:spcBef>
              <a:buClrTx/>
              <a:buSzTx/>
              <a:buFontTx/>
              <a:buNone/>
              <a:defRPr spc="-220" sz="5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UPPERTEXT</a:t>
            </a:r>
          </a:p>
        </p:txBody>
      </p:sp>
      <p:sp>
        <p:nvSpPr>
          <p:cNvPr id="159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60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090225_DA_Premium_TitleCard_Light.png" descr="090225_DA_Premium_TitleCard_Light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-1985" y="5556"/>
            <a:ext cx="24385869" cy="13710448"/>
          </a:xfrm>
          <a:prstGeom prst="rect">
            <a:avLst/>
          </a:prstGeom>
          <a:ln w="12700">
            <a:miter lim="400000"/>
          </a:ln>
        </p:spPr>
      </p:pic>
      <p:sp>
        <p:nvSpPr>
          <p:cNvPr id="168" name="Title Text"/>
          <p:cNvSpPr txBox="1"/>
          <p:nvPr>
            <p:ph type="body" sz="quarter" idx="21"/>
          </p:nvPr>
        </p:nvSpPr>
        <p:spPr>
          <a:xfrm>
            <a:off x="7364119" y="5768974"/>
            <a:ext cx="9655761" cy="138877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69" name="UPPERTEXT"/>
          <p:cNvSpPr txBox="1"/>
          <p:nvPr>
            <p:ph type="body" sz="quarter" idx="22"/>
          </p:nvPr>
        </p:nvSpPr>
        <p:spPr>
          <a:xfrm>
            <a:off x="7364119" y="4326822"/>
            <a:ext cx="9655761" cy="1256123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lnSpc>
                <a:spcPts val="10100"/>
              </a:lnSpc>
              <a:spcBef>
                <a:spcPts val="0"/>
              </a:spcBef>
              <a:buClrTx/>
              <a:buSzTx/>
              <a:buFontTx/>
              <a:buNone/>
              <a:defRPr spc="-220" sz="55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UPPERTEXT</a:t>
            </a:r>
          </a:p>
        </p:txBody>
      </p:sp>
      <p:sp>
        <p:nvSpPr>
          <p:cNvPr id="170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71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090225_DA_Premium_TextContent_B_Dark.png" descr="090225_DA_Premium_TextContent_B_Dark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0" y="0"/>
            <a:ext cx="24384002" cy="13722096"/>
          </a:xfrm>
          <a:prstGeom prst="rect">
            <a:avLst/>
          </a:prstGeom>
          <a:ln w="12700">
            <a:miter lim="400000"/>
          </a:ln>
        </p:spPr>
      </p:pic>
      <p:sp>
        <p:nvSpPr>
          <p:cNvPr id="179" name="Slide Title"/>
          <p:cNvSpPr txBox="1"/>
          <p:nvPr>
            <p:ph type="title" hasCustomPrompt="1"/>
          </p:nvPr>
        </p:nvSpPr>
        <p:spPr>
          <a:xfrm>
            <a:off x="1143000" y="671181"/>
            <a:ext cx="17775635" cy="1701782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180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17775635" cy="1090425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181" name="Body Level One…"/>
          <p:cNvSpPr txBox="1"/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EBEBEB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EBEBEB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EBEBEB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EBEBEB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EBEBEB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82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83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090225_DA_Premium_TextContent_B_Light.png" descr="090225_DA_Premium_TextContent_B_Light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0" y="0"/>
            <a:ext cx="24385869" cy="13710447"/>
          </a:xfrm>
          <a:prstGeom prst="rect">
            <a:avLst/>
          </a:prstGeom>
          <a:ln w="12700">
            <a:miter lim="400000"/>
          </a:ln>
        </p:spPr>
      </p:pic>
      <p:sp>
        <p:nvSpPr>
          <p:cNvPr id="191" name="Slide Title"/>
          <p:cNvSpPr txBox="1"/>
          <p:nvPr>
            <p:ph type="title" hasCustomPrompt="1"/>
          </p:nvPr>
        </p:nvSpPr>
        <p:spPr>
          <a:xfrm>
            <a:off x="1143000" y="671181"/>
            <a:ext cx="17775635" cy="1701782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192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17775635" cy="1090425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193" name="Body Level One…"/>
          <p:cNvSpPr txBox="1"/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94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95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082025_DA_Premium_TextContent_A_Dark_v01.png" descr="082025_DA_Premium_TextContent_A_Dark_v01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0" y="-1"/>
            <a:ext cx="24384000" cy="13722097"/>
          </a:xfrm>
          <a:prstGeom prst="rect">
            <a:avLst/>
          </a:prstGeom>
          <a:ln w="12700">
            <a:miter lim="400000"/>
          </a:ln>
        </p:spPr>
      </p:pic>
      <p:sp>
        <p:nvSpPr>
          <p:cNvPr id="203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204" name="Slide Title"/>
          <p:cNvSpPr txBox="1"/>
          <p:nvPr>
            <p:ph type="title" hasCustomPrompt="1"/>
          </p:nvPr>
        </p:nvSpPr>
        <p:spPr>
          <a:xfrm>
            <a:off x="1143000" y="671181"/>
            <a:ext cx="17775635" cy="1701782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205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14710966" cy="1090425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206" name="Body Level One…"/>
          <p:cNvSpPr txBox="1"/>
          <p:nvPr>
            <p:ph type="body" sz="half" idx="1" hasCustomPrompt="1"/>
          </p:nvPr>
        </p:nvSpPr>
        <p:spPr>
          <a:xfrm>
            <a:off x="1143000" y="6439320"/>
            <a:ext cx="17775635" cy="6065196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EBEBEB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EBEBEB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EBEBEB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EBEBEB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EBEBEB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07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090225_DA_Premium_TextContent_A_Light.png" descr="090225_DA_Premium_TextContent_A_Light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0" y="5556"/>
            <a:ext cx="24385869" cy="13710448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Slide Title"/>
          <p:cNvSpPr txBox="1"/>
          <p:nvPr>
            <p:ph type="title" hasCustomPrompt="1"/>
          </p:nvPr>
        </p:nvSpPr>
        <p:spPr>
          <a:xfrm>
            <a:off x="1143000" y="671181"/>
            <a:ext cx="17775635" cy="1701782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216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17775635" cy="1090425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217" name="Body Level One…"/>
          <p:cNvSpPr txBox="1"/>
          <p:nvPr>
            <p:ph type="body" sz="half" idx="1" hasCustomPrompt="1"/>
          </p:nvPr>
        </p:nvSpPr>
        <p:spPr>
          <a:xfrm>
            <a:off x="1143000" y="5660123"/>
            <a:ext cx="17775635" cy="6844393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18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219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24">
    <p:bg>
      <p:bgPr>
        <a:solidFill>
          <a:schemeClr val="accent4">
            <a:hueOff val="-203031"/>
            <a:satOff val="-71423"/>
            <a:lumOff val="-30171"/>
          </a:scheme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Rectangle"/>
          <p:cNvSpPr/>
          <p:nvPr/>
        </p:nvSpPr>
        <p:spPr>
          <a:xfrm>
            <a:off x="10595326" y="11137053"/>
            <a:ext cx="13830665" cy="2647431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27" name="Rectangle"/>
          <p:cNvSpPr/>
          <p:nvPr/>
        </p:nvSpPr>
        <p:spPr>
          <a:xfrm>
            <a:off x="-96595" y="0"/>
            <a:ext cx="6466882" cy="2647431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28" name="Rectangle"/>
          <p:cNvSpPr/>
          <p:nvPr/>
        </p:nvSpPr>
        <p:spPr>
          <a:xfrm>
            <a:off x="14079742" y="0"/>
            <a:ext cx="6684683" cy="2647431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29" name="Rectangle"/>
          <p:cNvSpPr/>
          <p:nvPr/>
        </p:nvSpPr>
        <p:spPr>
          <a:xfrm>
            <a:off x="3360946" y="11137053"/>
            <a:ext cx="6975133" cy="2647431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30" name="Rectangle"/>
          <p:cNvSpPr/>
          <p:nvPr/>
        </p:nvSpPr>
        <p:spPr>
          <a:xfrm>
            <a:off x="-79562" y="11137053"/>
            <a:ext cx="3181261" cy="2647431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31" name="Rectangle"/>
          <p:cNvSpPr/>
          <p:nvPr/>
        </p:nvSpPr>
        <p:spPr>
          <a:xfrm>
            <a:off x="6801455" y="0"/>
            <a:ext cx="6949648" cy="2647431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32" name="Rectangle"/>
          <p:cNvSpPr/>
          <p:nvPr/>
        </p:nvSpPr>
        <p:spPr>
          <a:xfrm>
            <a:off x="21093062" y="0"/>
            <a:ext cx="3412933" cy="2647431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33" name="placeholder.png"/>
          <p:cNvSpPr/>
          <p:nvPr>
            <p:ph type="pic" sz="quarter" idx="21"/>
          </p:nvPr>
        </p:nvSpPr>
        <p:spPr>
          <a:xfrm>
            <a:off x="6971910" y="-1506877"/>
            <a:ext cx="6822646" cy="4311927"/>
          </a:xfrm>
          <a:prstGeom prst="rect">
            <a:avLst/>
          </a:prstGeom>
          <a:ln w="9525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34" name="placeholder.png"/>
          <p:cNvSpPr/>
          <p:nvPr>
            <p:ph type="pic" sz="quarter" idx="22"/>
          </p:nvPr>
        </p:nvSpPr>
        <p:spPr>
          <a:xfrm>
            <a:off x="-278379" y="-1665627"/>
            <a:ext cx="6822647" cy="4311927"/>
          </a:xfrm>
          <a:prstGeom prst="rect">
            <a:avLst/>
          </a:prstGeom>
          <a:ln w="9525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35" name="placeholder.png"/>
          <p:cNvSpPr/>
          <p:nvPr>
            <p:ph type="pic" sz="quarter" idx="23"/>
          </p:nvPr>
        </p:nvSpPr>
        <p:spPr>
          <a:xfrm>
            <a:off x="14005317" y="-1675527"/>
            <a:ext cx="6855456" cy="4332663"/>
          </a:xfrm>
          <a:prstGeom prst="rect">
            <a:avLst/>
          </a:prstGeom>
          <a:ln w="9525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36" name="placeholder.png"/>
          <p:cNvSpPr/>
          <p:nvPr>
            <p:ph type="pic" sz="quarter" idx="24"/>
          </p:nvPr>
        </p:nvSpPr>
        <p:spPr>
          <a:xfrm>
            <a:off x="21199847" y="-1700927"/>
            <a:ext cx="6855456" cy="4332663"/>
          </a:xfrm>
          <a:prstGeom prst="rect">
            <a:avLst/>
          </a:prstGeom>
          <a:ln w="9525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37" name="placeholder.png"/>
          <p:cNvSpPr/>
          <p:nvPr>
            <p:ph type="pic" sz="quarter" idx="25"/>
          </p:nvPr>
        </p:nvSpPr>
        <p:spPr>
          <a:xfrm>
            <a:off x="3426473" y="11071261"/>
            <a:ext cx="6868418" cy="4340855"/>
          </a:xfrm>
          <a:prstGeom prst="rect">
            <a:avLst/>
          </a:prstGeom>
          <a:ln w="9525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38" name="placeholder.png"/>
          <p:cNvSpPr/>
          <p:nvPr>
            <p:ph type="pic" sz="quarter" idx="26"/>
          </p:nvPr>
        </p:nvSpPr>
        <p:spPr>
          <a:xfrm>
            <a:off x="-3705398" y="11085173"/>
            <a:ext cx="6822647" cy="4311928"/>
          </a:xfrm>
          <a:prstGeom prst="rect">
            <a:avLst/>
          </a:prstGeom>
          <a:ln w="9525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39" name="placeholder.png"/>
          <p:cNvSpPr/>
          <p:nvPr>
            <p:ph type="pic" sz="quarter" idx="27"/>
          </p:nvPr>
        </p:nvSpPr>
        <p:spPr>
          <a:xfrm>
            <a:off x="10584343" y="11075863"/>
            <a:ext cx="6860178" cy="4335646"/>
          </a:xfrm>
          <a:prstGeom prst="rect">
            <a:avLst/>
          </a:prstGeom>
          <a:ln w="9525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40" name="placeholder.png"/>
          <p:cNvSpPr/>
          <p:nvPr>
            <p:ph type="pic" sz="quarter" idx="28"/>
          </p:nvPr>
        </p:nvSpPr>
        <p:spPr>
          <a:xfrm>
            <a:off x="17777262" y="11075273"/>
            <a:ext cx="6855456" cy="4332663"/>
          </a:xfrm>
          <a:prstGeom prst="rect">
            <a:avLst/>
          </a:prstGeom>
          <a:ln w="9525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pic>
        <p:nvPicPr>
          <p:cNvPr id="241" name="090225_DA_Premium_OneHeadline_Dark copy.png" descr="090225_DA_Premium_OneHeadline_Dark copy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42" name="One or Two…"/>
          <p:cNvSpPr txBox="1"/>
          <p:nvPr>
            <p:ph type="body" sz="quarter" idx="29"/>
          </p:nvPr>
        </p:nvSpPr>
        <p:spPr>
          <a:xfrm>
            <a:off x="7364119" y="5911432"/>
            <a:ext cx="9655762" cy="2663975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43" name="UPPERTEXT"/>
          <p:cNvSpPr txBox="1"/>
          <p:nvPr>
            <p:ph type="body" sz="quarter" idx="30"/>
          </p:nvPr>
        </p:nvSpPr>
        <p:spPr>
          <a:xfrm>
            <a:off x="7364119" y="5140593"/>
            <a:ext cx="9655761" cy="613751"/>
          </a:xfrm>
          <a:prstGeom prst="rect">
            <a:avLst/>
          </a:prstGeom>
        </p:spPr>
        <p:txBody>
          <a:bodyPr lIns="50800" tIns="50800" rIns="50800" bIns="50800" anchor="b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pc="-200" sz="5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UPPERTEXT</a:t>
            </a:r>
          </a:p>
        </p:txBody>
      </p:sp>
      <p:sp>
        <p:nvSpPr>
          <p:cNvPr id="244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Rectangle"/>
          <p:cNvSpPr/>
          <p:nvPr/>
        </p:nvSpPr>
        <p:spPr>
          <a:xfrm>
            <a:off x="-27000" y="0"/>
            <a:ext cx="6445251" cy="2638575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2" name="Rectangle"/>
          <p:cNvSpPr/>
          <p:nvPr/>
        </p:nvSpPr>
        <p:spPr>
          <a:xfrm>
            <a:off x="14101917" y="0"/>
            <a:ext cx="6662323" cy="2638575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3" name="Rectangle"/>
          <p:cNvSpPr/>
          <p:nvPr/>
        </p:nvSpPr>
        <p:spPr>
          <a:xfrm>
            <a:off x="10629157" y="11099800"/>
            <a:ext cx="13784401" cy="2638575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4" name="Rectangle"/>
          <p:cNvSpPr/>
          <p:nvPr/>
        </p:nvSpPr>
        <p:spPr>
          <a:xfrm>
            <a:off x="3418976" y="11099800"/>
            <a:ext cx="6951801" cy="2638575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5" name="Rectangle"/>
          <p:cNvSpPr/>
          <p:nvPr/>
        </p:nvSpPr>
        <p:spPr>
          <a:xfrm>
            <a:off x="-10024" y="11099800"/>
            <a:ext cx="3170621" cy="2638575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6" name="Rectangle"/>
          <p:cNvSpPr/>
          <p:nvPr/>
        </p:nvSpPr>
        <p:spPr>
          <a:xfrm>
            <a:off x="6847977" y="0"/>
            <a:ext cx="6926401" cy="2638575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7" name="Rectangle"/>
          <p:cNvSpPr/>
          <p:nvPr/>
        </p:nvSpPr>
        <p:spPr>
          <a:xfrm>
            <a:off x="21091779" y="0"/>
            <a:ext cx="3401516" cy="2638575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pic>
        <p:nvPicPr>
          <p:cNvPr id="258" name="090225_DA_Premium_OneHeadline_Light copy.png" descr="090225_DA_Premium_OneHeadline_Light copy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59" name="One or Two…"/>
          <p:cNvSpPr txBox="1"/>
          <p:nvPr>
            <p:ph type="body" sz="quarter" idx="21"/>
          </p:nvPr>
        </p:nvSpPr>
        <p:spPr>
          <a:xfrm>
            <a:off x="7364119" y="5911432"/>
            <a:ext cx="9655762" cy="2663975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60" name="UPPERTEXT"/>
          <p:cNvSpPr txBox="1"/>
          <p:nvPr>
            <p:ph type="body" sz="quarter" idx="22"/>
          </p:nvPr>
        </p:nvSpPr>
        <p:spPr>
          <a:xfrm>
            <a:off x="7364119" y="5140593"/>
            <a:ext cx="9655761" cy="613751"/>
          </a:xfrm>
          <a:prstGeom prst="rect">
            <a:avLst/>
          </a:prstGeom>
        </p:spPr>
        <p:txBody>
          <a:bodyPr lIns="50800" tIns="50800" rIns="50800" bIns="50800" anchor="b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pc="-200" sz="5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UPPERTEXT</a:t>
            </a:r>
          </a:p>
        </p:txBody>
      </p:sp>
      <p:sp>
        <p:nvSpPr>
          <p:cNvPr id="261" name="placeholder.png"/>
          <p:cNvSpPr/>
          <p:nvPr>
            <p:ph type="pic" sz="quarter" idx="23"/>
          </p:nvPr>
        </p:nvSpPr>
        <p:spPr>
          <a:xfrm>
            <a:off x="6899875" y="-1665627"/>
            <a:ext cx="6822647" cy="4311927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62" name="placeholder.png"/>
          <p:cNvSpPr/>
          <p:nvPr>
            <p:ph type="pic" sz="quarter" idx="24"/>
          </p:nvPr>
        </p:nvSpPr>
        <p:spPr>
          <a:xfrm>
            <a:off x="-265679" y="-1678327"/>
            <a:ext cx="6822647" cy="4311927"/>
          </a:xfrm>
          <a:prstGeom prst="rect">
            <a:avLst/>
          </a:prstGeom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63" name="placeholder.png"/>
          <p:cNvSpPr/>
          <p:nvPr>
            <p:ph type="pic" sz="quarter" idx="25"/>
          </p:nvPr>
        </p:nvSpPr>
        <p:spPr>
          <a:xfrm>
            <a:off x="14005317" y="-1688227"/>
            <a:ext cx="6855456" cy="4332663"/>
          </a:xfrm>
          <a:prstGeom prst="rect">
            <a:avLst/>
          </a:prstGeom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64" name="placeholder.png"/>
          <p:cNvSpPr/>
          <p:nvPr>
            <p:ph type="pic" sz="quarter" idx="26"/>
          </p:nvPr>
        </p:nvSpPr>
        <p:spPr>
          <a:xfrm>
            <a:off x="21180862" y="-1688227"/>
            <a:ext cx="6855456" cy="4332663"/>
          </a:xfrm>
          <a:prstGeom prst="rect">
            <a:avLst/>
          </a:prstGeom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65" name="placeholder.png"/>
          <p:cNvSpPr/>
          <p:nvPr>
            <p:ph type="pic" sz="quarter" idx="27"/>
          </p:nvPr>
        </p:nvSpPr>
        <p:spPr>
          <a:xfrm>
            <a:off x="3483575" y="11047072"/>
            <a:ext cx="6822647" cy="4311928"/>
          </a:xfrm>
          <a:prstGeom prst="rect">
            <a:avLst/>
          </a:prstGeom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66" name="placeholder.png"/>
          <p:cNvSpPr/>
          <p:nvPr>
            <p:ph type="pic" sz="quarter" idx="28"/>
          </p:nvPr>
        </p:nvSpPr>
        <p:spPr>
          <a:xfrm>
            <a:off x="-3656579" y="11047072"/>
            <a:ext cx="6822647" cy="4311928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67" name="placeholder.png"/>
          <p:cNvSpPr/>
          <p:nvPr>
            <p:ph type="pic" sz="quarter" idx="29"/>
          </p:nvPr>
        </p:nvSpPr>
        <p:spPr>
          <a:xfrm>
            <a:off x="10601717" y="11049873"/>
            <a:ext cx="6855456" cy="4332663"/>
          </a:xfrm>
          <a:prstGeom prst="rect">
            <a:avLst/>
          </a:prstGeom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68" name="placeholder.png"/>
          <p:cNvSpPr/>
          <p:nvPr>
            <p:ph type="pic" sz="quarter" idx="30"/>
          </p:nvPr>
        </p:nvSpPr>
        <p:spPr>
          <a:xfrm>
            <a:off x="17802662" y="11049873"/>
            <a:ext cx="6855456" cy="4332663"/>
          </a:xfrm>
          <a:prstGeom prst="rect">
            <a:avLst/>
          </a:prstGeom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69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Rectangle"/>
          <p:cNvSpPr/>
          <p:nvPr/>
        </p:nvSpPr>
        <p:spPr>
          <a:xfrm>
            <a:off x="880533" y="8470900"/>
            <a:ext cx="4334334" cy="5246733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77" name="Rectangle"/>
          <p:cNvSpPr/>
          <p:nvPr/>
        </p:nvSpPr>
        <p:spPr>
          <a:xfrm>
            <a:off x="10003216" y="8470900"/>
            <a:ext cx="4334334" cy="5246733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78" name="Rectangle"/>
          <p:cNvSpPr/>
          <p:nvPr/>
        </p:nvSpPr>
        <p:spPr>
          <a:xfrm>
            <a:off x="19028833" y="8470900"/>
            <a:ext cx="4334334" cy="5246733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79" name="Rectangle"/>
          <p:cNvSpPr/>
          <p:nvPr/>
        </p:nvSpPr>
        <p:spPr>
          <a:xfrm>
            <a:off x="14433700" y="5998633"/>
            <a:ext cx="4334334" cy="6641760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80" name="Rectangle"/>
          <p:cNvSpPr/>
          <p:nvPr/>
        </p:nvSpPr>
        <p:spPr>
          <a:xfrm>
            <a:off x="5456616" y="5998633"/>
            <a:ext cx="4334334" cy="6641760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81" name="Rectangle"/>
          <p:cNvSpPr/>
          <p:nvPr/>
        </p:nvSpPr>
        <p:spPr>
          <a:xfrm>
            <a:off x="5456616" y="12685351"/>
            <a:ext cx="4334334" cy="1055709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82" name="Rectangle"/>
          <p:cNvSpPr/>
          <p:nvPr/>
        </p:nvSpPr>
        <p:spPr>
          <a:xfrm>
            <a:off x="14433700" y="12685351"/>
            <a:ext cx="4334334" cy="1055709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pic>
        <p:nvPicPr>
          <p:cNvPr id="283" name="090225_DA_Premium_BoxesCenter_Dark copy.png" descr="090225_DA_Premium_BoxesCenter_Dark copy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84" name="One or two…"/>
          <p:cNvSpPr txBox="1"/>
          <p:nvPr>
            <p:ph type="body" sz="quarter" idx="21"/>
          </p:nvPr>
        </p:nvSpPr>
        <p:spPr>
          <a:xfrm>
            <a:off x="6365865" y="2111374"/>
            <a:ext cx="11652270" cy="275485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85" name="UPPERTEXT"/>
          <p:cNvSpPr txBox="1"/>
          <p:nvPr>
            <p:ph type="body" sz="quarter" idx="22"/>
          </p:nvPr>
        </p:nvSpPr>
        <p:spPr>
          <a:xfrm>
            <a:off x="7364119" y="1193249"/>
            <a:ext cx="9655761" cy="73209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pc="-200" sz="5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UPPERTEXT</a:t>
            </a:r>
          </a:p>
        </p:txBody>
      </p:sp>
      <p:sp>
        <p:nvSpPr>
          <p:cNvPr id="286" name="placeholder.png"/>
          <p:cNvSpPr/>
          <p:nvPr>
            <p:ph type="pic" sz="half" idx="23"/>
          </p:nvPr>
        </p:nvSpPr>
        <p:spPr>
          <a:xfrm>
            <a:off x="2177316" y="56942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87" name="placeholder.png"/>
          <p:cNvSpPr/>
          <p:nvPr>
            <p:ph type="pic" sz="half" idx="24"/>
          </p:nvPr>
        </p:nvSpPr>
        <p:spPr>
          <a:xfrm>
            <a:off x="6685816" y="80310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88" name="placeholder.png"/>
          <p:cNvSpPr/>
          <p:nvPr>
            <p:ph type="pic" sz="half" idx="25"/>
          </p:nvPr>
        </p:nvSpPr>
        <p:spPr>
          <a:xfrm>
            <a:off x="11207016" y="57069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89" name="placeholder.png"/>
          <p:cNvSpPr/>
          <p:nvPr>
            <p:ph type="pic" sz="half" idx="26"/>
          </p:nvPr>
        </p:nvSpPr>
        <p:spPr>
          <a:xfrm>
            <a:off x="2177316" y="12302528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90" name="placeholder.png"/>
          <p:cNvSpPr/>
          <p:nvPr>
            <p:ph type="pic" sz="half" idx="27"/>
          </p:nvPr>
        </p:nvSpPr>
        <p:spPr>
          <a:xfrm>
            <a:off x="-2369284" y="80437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91" name="placeholder.png"/>
          <p:cNvSpPr/>
          <p:nvPr>
            <p:ph type="pic" sz="half" idx="28"/>
          </p:nvPr>
        </p:nvSpPr>
        <p:spPr>
          <a:xfrm>
            <a:off x="11207016" y="12302528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92" name="placeholder.png"/>
          <p:cNvSpPr/>
          <p:nvPr>
            <p:ph type="pic" sz="half" idx="29"/>
          </p:nvPr>
        </p:nvSpPr>
        <p:spPr>
          <a:xfrm>
            <a:off x="15779016" y="80310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93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Rectangle"/>
          <p:cNvSpPr/>
          <p:nvPr/>
        </p:nvSpPr>
        <p:spPr>
          <a:xfrm>
            <a:off x="880533" y="8470900"/>
            <a:ext cx="4334334" cy="5246733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301" name="Rectangle"/>
          <p:cNvSpPr/>
          <p:nvPr/>
        </p:nvSpPr>
        <p:spPr>
          <a:xfrm>
            <a:off x="10003216" y="8470900"/>
            <a:ext cx="4334334" cy="5246733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302" name="Rectangle"/>
          <p:cNvSpPr/>
          <p:nvPr/>
        </p:nvSpPr>
        <p:spPr>
          <a:xfrm>
            <a:off x="19028833" y="8470900"/>
            <a:ext cx="4334334" cy="5246733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303" name="Rectangle"/>
          <p:cNvSpPr/>
          <p:nvPr/>
        </p:nvSpPr>
        <p:spPr>
          <a:xfrm>
            <a:off x="14433700" y="5998633"/>
            <a:ext cx="4334334" cy="6641760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304" name="Rectangle"/>
          <p:cNvSpPr/>
          <p:nvPr/>
        </p:nvSpPr>
        <p:spPr>
          <a:xfrm>
            <a:off x="5456616" y="5998633"/>
            <a:ext cx="4334334" cy="6641760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305" name="Rectangle"/>
          <p:cNvSpPr/>
          <p:nvPr/>
        </p:nvSpPr>
        <p:spPr>
          <a:xfrm>
            <a:off x="5456616" y="12685351"/>
            <a:ext cx="4334334" cy="1055709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306" name="Rectangle"/>
          <p:cNvSpPr/>
          <p:nvPr/>
        </p:nvSpPr>
        <p:spPr>
          <a:xfrm>
            <a:off x="14433700" y="12685351"/>
            <a:ext cx="4334334" cy="1055709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pic>
        <p:nvPicPr>
          <p:cNvPr id="307" name="090225_DA_Premium_BoxesCenter_Light copy.png" descr="090225_DA_Premium_BoxesCenter_Light copy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5416" y="0"/>
            <a:ext cx="24373169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308" name="One or two…"/>
          <p:cNvSpPr txBox="1"/>
          <p:nvPr>
            <p:ph type="body" sz="quarter" idx="21"/>
          </p:nvPr>
        </p:nvSpPr>
        <p:spPr>
          <a:xfrm>
            <a:off x="6365865" y="2111374"/>
            <a:ext cx="11652270" cy="275485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309" name="UPPERTEXT"/>
          <p:cNvSpPr txBox="1"/>
          <p:nvPr>
            <p:ph type="body" sz="quarter" idx="22"/>
          </p:nvPr>
        </p:nvSpPr>
        <p:spPr>
          <a:xfrm>
            <a:off x="7364119" y="1193249"/>
            <a:ext cx="9655761" cy="73209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pc="-200" sz="5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UPPERTEXT</a:t>
            </a:r>
          </a:p>
        </p:txBody>
      </p:sp>
      <p:sp>
        <p:nvSpPr>
          <p:cNvPr id="310" name="placeholder.png"/>
          <p:cNvSpPr/>
          <p:nvPr>
            <p:ph type="pic" sz="half" idx="23"/>
          </p:nvPr>
        </p:nvSpPr>
        <p:spPr>
          <a:xfrm>
            <a:off x="2177316" y="56942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11" name="placeholder.png"/>
          <p:cNvSpPr/>
          <p:nvPr>
            <p:ph type="pic" sz="half" idx="24"/>
          </p:nvPr>
        </p:nvSpPr>
        <p:spPr>
          <a:xfrm>
            <a:off x="6685816" y="80437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12" name="placeholder.png"/>
          <p:cNvSpPr/>
          <p:nvPr>
            <p:ph type="pic" sz="half" idx="25"/>
          </p:nvPr>
        </p:nvSpPr>
        <p:spPr>
          <a:xfrm>
            <a:off x="11207016" y="57069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13" name="placeholder.png"/>
          <p:cNvSpPr/>
          <p:nvPr>
            <p:ph type="pic" sz="half" idx="26"/>
          </p:nvPr>
        </p:nvSpPr>
        <p:spPr>
          <a:xfrm>
            <a:off x="2177316" y="12302528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14" name="placeholder.png"/>
          <p:cNvSpPr/>
          <p:nvPr>
            <p:ph type="pic" sz="half" idx="27"/>
          </p:nvPr>
        </p:nvSpPr>
        <p:spPr>
          <a:xfrm>
            <a:off x="-2369284" y="80437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15" name="placeholder.png"/>
          <p:cNvSpPr/>
          <p:nvPr>
            <p:ph type="pic" sz="half" idx="28"/>
          </p:nvPr>
        </p:nvSpPr>
        <p:spPr>
          <a:xfrm>
            <a:off x="11207016" y="12302528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16" name="placeholder.png"/>
          <p:cNvSpPr/>
          <p:nvPr>
            <p:ph type="pic" sz="half" idx="29"/>
          </p:nvPr>
        </p:nvSpPr>
        <p:spPr>
          <a:xfrm>
            <a:off x="15779016" y="80437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17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4" name="BG2.jpg" descr="BG2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25" name="Slide Title"/>
          <p:cNvSpPr txBox="1"/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326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327" name="Body Level One…"/>
          <p:cNvSpPr txBox="1"/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28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329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BG3.jpg" descr="BG3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37" name="Slide Title"/>
          <p:cNvSpPr txBox="1"/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338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339" name="Body Level One…"/>
          <p:cNvSpPr txBox="1"/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40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341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" name="090225_DA_BG_Dark_03.png" descr="090225_DA_BG_Dark_03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0" y="0"/>
            <a:ext cx="24384001" cy="13722096"/>
          </a:xfrm>
          <a:prstGeom prst="rect">
            <a:avLst/>
          </a:prstGeom>
          <a:ln w="12700">
            <a:miter lim="400000"/>
          </a:ln>
        </p:spPr>
      </p:pic>
      <p:sp>
        <p:nvSpPr>
          <p:cNvPr id="349" name="Slide Title"/>
          <p:cNvSpPr txBox="1"/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350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351" name="Body Level One…"/>
          <p:cNvSpPr txBox="1"/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2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353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Main-BG.jpg" descr="Main-BG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61" name="Slide Title"/>
          <p:cNvSpPr txBox="1"/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362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363" name="Body Level One…"/>
          <p:cNvSpPr txBox="1"/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Tx/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Tx/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Tx/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Tx/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Tx/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64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365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BG2.jpg" descr="BG2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73" name="Slide Title"/>
          <p:cNvSpPr txBox="1"/>
          <p:nvPr>
            <p:ph type="title" hasCustomPrompt="1"/>
          </p:nvPr>
        </p:nvSpPr>
        <p:spPr>
          <a:xfrm>
            <a:off x="3304182" y="1079500"/>
            <a:ext cx="17775636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algn="ctr" defTabSz="2438338">
              <a:lnSpc>
                <a:spcPts val="7500"/>
              </a:lnSpc>
              <a:defRPr spc="-2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374" name="Slide Subtitle"/>
          <p:cNvSpPr txBox="1"/>
          <p:nvPr>
            <p:ph type="body" sz="quarter" idx="21" hasCustomPrompt="1"/>
          </p:nvPr>
        </p:nvSpPr>
        <p:spPr>
          <a:xfrm>
            <a:off x="3304182" y="2372962"/>
            <a:ext cx="1777563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375" name="Body Level One…"/>
          <p:cNvSpPr txBox="1"/>
          <p:nvPr>
            <p:ph type="body" idx="1" hasCustomPrompt="1"/>
          </p:nvPr>
        </p:nvSpPr>
        <p:spPr>
          <a:xfrm>
            <a:off x="3304182" y="4248504"/>
            <a:ext cx="17775636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76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377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DA_Title-Card_nored3.jpg" descr="DA_Title-Card_nored3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85" name="Slide Title"/>
          <p:cNvSpPr txBox="1"/>
          <p:nvPr>
            <p:ph type="title" hasCustomPrompt="1"/>
          </p:nvPr>
        </p:nvSpPr>
        <p:spPr>
          <a:xfrm>
            <a:off x="3304182" y="1079500"/>
            <a:ext cx="17775636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algn="ctr" defTabSz="2438338">
              <a:lnSpc>
                <a:spcPts val="7500"/>
              </a:lnSpc>
              <a:defRPr spc="-2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386" name="Slide Subtitle"/>
          <p:cNvSpPr txBox="1"/>
          <p:nvPr>
            <p:ph type="body" sz="quarter" idx="21" hasCustomPrompt="1"/>
          </p:nvPr>
        </p:nvSpPr>
        <p:spPr>
          <a:xfrm>
            <a:off x="3304182" y="2372962"/>
            <a:ext cx="1777563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387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4" name="Main-BG.jpg" descr="Main-BG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95" name="Slide Title"/>
          <p:cNvSpPr txBox="1"/>
          <p:nvPr>
            <p:ph type="title" hasCustomPrompt="1"/>
          </p:nvPr>
        </p:nvSpPr>
        <p:spPr>
          <a:xfrm>
            <a:off x="3197097" y="1079500"/>
            <a:ext cx="17775636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algn="ctr" defTabSz="2438338">
              <a:lnSpc>
                <a:spcPts val="7500"/>
              </a:lnSpc>
              <a:defRPr spc="-200" sz="10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396" name="Slide Subtitle"/>
          <p:cNvSpPr txBox="1"/>
          <p:nvPr>
            <p:ph type="body" sz="quarter" idx="21" hasCustomPrompt="1"/>
          </p:nvPr>
        </p:nvSpPr>
        <p:spPr>
          <a:xfrm>
            <a:off x="3197097" y="2372962"/>
            <a:ext cx="1777563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397" name="Body Level One…"/>
          <p:cNvSpPr txBox="1"/>
          <p:nvPr>
            <p:ph type="body" idx="1" hasCustomPrompt="1"/>
          </p:nvPr>
        </p:nvSpPr>
        <p:spPr>
          <a:xfrm>
            <a:off x="3197097" y="4248504"/>
            <a:ext cx="17775636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Tx/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Tx/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Tx/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Tx/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Tx/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98" name="PROPERTY OF DISNEY ADVERTISING SALES, LLC. UNAUTHORIZED DISTRIBUTION PROHIBITED."/>
          <p:cNvSpPr txBox="1"/>
          <p:nvPr/>
        </p:nvSpPr>
        <p:spPr>
          <a:xfrm>
            <a:off x="9522817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399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6" name="BG2.jpg" descr="BG2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07" name="Rectangle"/>
          <p:cNvSpPr/>
          <p:nvPr/>
        </p:nvSpPr>
        <p:spPr>
          <a:xfrm>
            <a:off x="635000" y="3551964"/>
            <a:ext cx="23114000" cy="952903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408" name="Slide Title"/>
          <p:cNvSpPr txBox="1"/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409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410" name="Body Level One…"/>
          <p:cNvSpPr txBox="1"/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11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412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" name="Main-BG.jpg" descr="Main-BG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20" name="Rectangle"/>
          <p:cNvSpPr/>
          <p:nvPr/>
        </p:nvSpPr>
        <p:spPr>
          <a:xfrm>
            <a:off x="635000" y="3551964"/>
            <a:ext cx="23114000" cy="952903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421" name="Slide Title"/>
          <p:cNvSpPr txBox="1"/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422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423" name="Body Level One…"/>
          <p:cNvSpPr txBox="1"/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24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425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BG2.jpg" descr="BG2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33" name="Slide Title"/>
          <p:cNvSpPr txBox="1"/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434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435" name="Body Level One…"/>
          <p:cNvSpPr txBox="1"/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36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437" name="placeholder.png"/>
          <p:cNvSpPr/>
          <p:nvPr>
            <p:ph type="pic" sz="quarter" idx="22"/>
          </p:nvPr>
        </p:nvSpPr>
        <p:spPr>
          <a:xfrm>
            <a:off x="13790879" y="5566880"/>
            <a:ext cx="9875008" cy="6241026"/>
          </a:xfrm>
          <a:prstGeom prst="rect">
            <a:avLst/>
          </a:prstGeom>
          <a:ln w="25400">
            <a:solidFill>
              <a:srgbClr val="49C0EF"/>
            </a:solidFill>
            <a:miter lim="800000"/>
          </a:ln>
          <a:effectLst>
            <a:outerShdw sx="100000" sy="100000" kx="0" ky="0" algn="b" rotWithShape="0" blurRad="838200" dist="0" dir="5400000">
              <a:srgbClr val="5EC1F3">
                <a:alpha val="20113"/>
              </a:srgb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38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5" name="Main-BG.jpg" descr="Main-BG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46" name="Slide Title"/>
          <p:cNvSpPr txBox="1"/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447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448" name="Body Level One…"/>
          <p:cNvSpPr txBox="1"/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49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450" name="placeholder.png"/>
          <p:cNvSpPr/>
          <p:nvPr>
            <p:ph type="pic" sz="quarter" idx="22"/>
          </p:nvPr>
        </p:nvSpPr>
        <p:spPr>
          <a:xfrm>
            <a:off x="13790879" y="5566880"/>
            <a:ext cx="9875008" cy="6241026"/>
          </a:xfrm>
          <a:prstGeom prst="rect">
            <a:avLst/>
          </a:prstGeom>
          <a:ln w="25400">
            <a:solidFill>
              <a:srgbClr val="183F66"/>
            </a:solidFill>
            <a:miter lim="800000"/>
          </a:ln>
          <a:effectLst>
            <a:outerShdw sx="100000" sy="100000" kx="0" ky="0" algn="b" rotWithShape="0" blurRad="838200" dist="0" dir="5400000">
              <a:srgbClr val="5EC1F3">
                <a:alpha val="20113"/>
              </a:srgb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51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8" name="BG2.jpg" descr="BG2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59" name="Slide Title"/>
          <p:cNvSpPr txBox="1"/>
          <p:nvPr>
            <p:ph type="title" hasCustomPrompt="1"/>
          </p:nvPr>
        </p:nvSpPr>
        <p:spPr>
          <a:xfrm>
            <a:off x="1143000" y="1079500"/>
            <a:ext cx="10267157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460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10267157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461" name="Body Level One…"/>
          <p:cNvSpPr txBox="1"/>
          <p:nvPr>
            <p:ph type="body" sz="half" idx="1" hasCustomPrompt="1"/>
          </p:nvPr>
        </p:nvSpPr>
        <p:spPr>
          <a:xfrm>
            <a:off x="1143000" y="4248504"/>
            <a:ext cx="10267157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62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463" name="placeholder.png"/>
          <p:cNvSpPr/>
          <p:nvPr>
            <p:ph type="pic" idx="22"/>
          </p:nvPr>
        </p:nvSpPr>
        <p:spPr>
          <a:xfrm>
            <a:off x="11479250" y="1418390"/>
            <a:ext cx="17455168" cy="11031703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64" name="placeholder.png"/>
          <p:cNvSpPr/>
          <p:nvPr>
            <p:ph type="pic" sz="quarter" idx="23"/>
          </p:nvPr>
        </p:nvSpPr>
        <p:spPr>
          <a:xfrm>
            <a:off x="10069986" y="6914369"/>
            <a:ext cx="8759028" cy="5535724"/>
          </a:xfrm>
          <a:prstGeom prst="rect">
            <a:avLst/>
          </a:prstGeom>
          <a:ln>
            <a:solidFill>
              <a:schemeClr val="accent4">
                <a:hueOff val="-93125"/>
                <a:satOff val="2803"/>
                <a:lumOff val="23906"/>
              </a:schemeClr>
            </a:solidFill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65" name="placeholder.png"/>
          <p:cNvSpPr/>
          <p:nvPr>
            <p:ph type="pic" sz="quarter" idx="24"/>
          </p:nvPr>
        </p:nvSpPr>
        <p:spPr>
          <a:xfrm>
            <a:off x="10069986" y="1284036"/>
            <a:ext cx="8759028" cy="5535724"/>
          </a:xfrm>
          <a:prstGeom prst="rect">
            <a:avLst/>
          </a:prstGeom>
          <a:ln>
            <a:solidFill>
              <a:schemeClr val="accent3">
                <a:hueOff val="-151365"/>
                <a:satOff val="36226"/>
                <a:lumOff val="16869"/>
              </a:schemeClr>
            </a:solidFill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66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3" name="Main-BG.jpg" descr="Main-BG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74" name="Slide Title"/>
          <p:cNvSpPr txBox="1"/>
          <p:nvPr>
            <p:ph type="title" hasCustomPrompt="1"/>
          </p:nvPr>
        </p:nvSpPr>
        <p:spPr>
          <a:xfrm>
            <a:off x="1143000" y="1079500"/>
            <a:ext cx="10267157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475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10267157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476" name="Body Level One…"/>
          <p:cNvSpPr txBox="1"/>
          <p:nvPr>
            <p:ph type="body" sz="half" idx="1" hasCustomPrompt="1"/>
          </p:nvPr>
        </p:nvSpPr>
        <p:spPr>
          <a:xfrm>
            <a:off x="1143000" y="4248504"/>
            <a:ext cx="10267157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77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478" name="placeholder.png"/>
          <p:cNvSpPr/>
          <p:nvPr>
            <p:ph type="pic" idx="22"/>
          </p:nvPr>
        </p:nvSpPr>
        <p:spPr>
          <a:xfrm>
            <a:off x="11479250" y="1418390"/>
            <a:ext cx="17455168" cy="11031703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79" name="placeholder.png"/>
          <p:cNvSpPr/>
          <p:nvPr>
            <p:ph type="pic" sz="quarter" idx="23"/>
          </p:nvPr>
        </p:nvSpPr>
        <p:spPr>
          <a:xfrm>
            <a:off x="10069986" y="6914369"/>
            <a:ext cx="8759028" cy="5535724"/>
          </a:xfrm>
          <a:prstGeom prst="rect">
            <a:avLst/>
          </a:prstGeom>
          <a:ln>
            <a:solidFill>
              <a:schemeClr val="accent4">
                <a:hueOff val="-93125"/>
                <a:satOff val="2803"/>
                <a:lumOff val="23906"/>
              </a:schemeClr>
            </a:solidFill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80" name="placeholder.png"/>
          <p:cNvSpPr/>
          <p:nvPr>
            <p:ph type="pic" sz="quarter" idx="24"/>
          </p:nvPr>
        </p:nvSpPr>
        <p:spPr>
          <a:xfrm>
            <a:off x="10069986" y="1284036"/>
            <a:ext cx="8759028" cy="5535724"/>
          </a:xfrm>
          <a:prstGeom prst="rect">
            <a:avLst/>
          </a:prstGeom>
          <a:ln>
            <a:solidFill>
              <a:schemeClr val="accent3">
                <a:hueOff val="-151365"/>
                <a:satOff val="36226"/>
                <a:lumOff val="16869"/>
              </a:schemeClr>
            </a:solidFill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81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BG2.jpg" descr="BG2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89" name="Rectangle"/>
          <p:cNvSpPr/>
          <p:nvPr/>
        </p:nvSpPr>
        <p:spPr>
          <a:xfrm>
            <a:off x="-1" y="6451600"/>
            <a:ext cx="24384001" cy="1257631"/>
          </a:xfrm>
          <a:prstGeom prst="rect">
            <a:avLst/>
          </a:prstGeom>
          <a:gradFill>
            <a:gsLst>
              <a:gs pos="0">
                <a:srgbClr val="53B2D9"/>
              </a:gs>
              <a:gs pos="100000">
                <a:schemeClr val="accent4">
                  <a:hueOff val="-203031"/>
                  <a:satOff val="-71423"/>
                  <a:lumOff val="-30171"/>
                </a:schemeClr>
              </a:gs>
            </a:gsLst>
            <a:path path="circle">
              <a:fillToRect l="37721" t="-19636" r="62278" b="119636"/>
            </a:path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490" name="placeholder.png"/>
          <p:cNvSpPr/>
          <p:nvPr>
            <p:ph type="pic" idx="21"/>
          </p:nvPr>
        </p:nvSpPr>
        <p:spPr>
          <a:xfrm>
            <a:off x="-9533063" y="-1"/>
            <a:ext cx="43449805" cy="7620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91" name="Body Level One…"/>
          <p:cNvSpPr txBox="1"/>
          <p:nvPr>
            <p:ph type="body" sz="half" idx="1" hasCustomPrompt="1"/>
          </p:nvPr>
        </p:nvSpPr>
        <p:spPr>
          <a:xfrm>
            <a:off x="1143000" y="8177038"/>
            <a:ext cx="22098000" cy="4544943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92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493" name="Slide Title"/>
          <p:cNvSpPr txBox="1"/>
          <p:nvPr>
            <p:ph type="title" hasCustomPrompt="1"/>
          </p:nvPr>
        </p:nvSpPr>
        <p:spPr>
          <a:xfrm>
            <a:off x="2301610" y="6211268"/>
            <a:ext cx="19780780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algn="ctr" defTabSz="2438338">
              <a:lnSpc>
                <a:spcPts val="7500"/>
              </a:lnSpc>
              <a:defRPr spc="-200" sz="10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494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1" name="Main-BG.jpg" descr="Main-BG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02" name="Rectangle"/>
          <p:cNvSpPr/>
          <p:nvPr/>
        </p:nvSpPr>
        <p:spPr>
          <a:xfrm>
            <a:off x="-1" y="6451600"/>
            <a:ext cx="24384001" cy="1257631"/>
          </a:xfrm>
          <a:prstGeom prst="rect">
            <a:avLst/>
          </a:prstGeom>
          <a:gradFill>
            <a:gsLst>
              <a:gs pos="0">
                <a:srgbClr val="53B2D9"/>
              </a:gs>
              <a:gs pos="100000">
                <a:schemeClr val="accent4">
                  <a:hueOff val="-203031"/>
                  <a:satOff val="-71423"/>
                  <a:lumOff val="-30171"/>
                </a:schemeClr>
              </a:gs>
            </a:gsLst>
            <a:path path="circle">
              <a:fillToRect l="37721" t="-19636" r="62278" b="119636"/>
            </a:path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503" name="placeholder.png"/>
          <p:cNvSpPr/>
          <p:nvPr>
            <p:ph type="pic" idx="21"/>
          </p:nvPr>
        </p:nvSpPr>
        <p:spPr>
          <a:xfrm>
            <a:off x="-9533063" y="-1"/>
            <a:ext cx="43449805" cy="7620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504" name="Body Level One…"/>
          <p:cNvSpPr txBox="1"/>
          <p:nvPr>
            <p:ph type="body" sz="half" idx="1" hasCustomPrompt="1"/>
          </p:nvPr>
        </p:nvSpPr>
        <p:spPr>
          <a:xfrm>
            <a:off x="1143000" y="8177038"/>
            <a:ext cx="22098000" cy="4544943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05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506" name="Slide Title"/>
          <p:cNvSpPr txBox="1"/>
          <p:nvPr>
            <p:ph type="title" hasCustomPrompt="1"/>
          </p:nvPr>
        </p:nvSpPr>
        <p:spPr>
          <a:xfrm>
            <a:off x="2301610" y="6211268"/>
            <a:ext cx="19780780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algn="ctr" defTabSz="2438338">
              <a:lnSpc>
                <a:spcPts val="7500"/>
              </a:lnSpc>
              <a:defRPr spc="-200" sz="10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507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4" name="BG2.jpg" descr="BG2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15" name="Slide Title"/>
          <p:cNvSpPr txBox="1"/>
          <p:nvPr>
            <p:ph type="title" hasCustomPrompt="1"/>
          </p:nvPr>
        </p:nvSpPr>
        <p:spPr>
          <a:xfrm>
            <a:off x="12192000" y="3585633"/>
            <a:ext cx="10931625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516" name="Slide Subtitle"/>
          <p:cNvSpPr txBox="1"/>
          <p:nvPr>
            <p:ph type="body" sz="quarter" idx="21" hasCustomPrompt="1"/>
          </p:nvPr>
        </p:nvSpPr>
        <p:spPr>
          <a:xfrm>
            <a:off x="12192000" y="4879095"/>
            <a:ext cx="1093162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517" name="Body Level One…"/>
          <p:cNvSpPr txBox="1"/>
          <p:nvPr>
            <p:ph type="body" sz="quarter" idx="1" hasCustomPrompt="1"/>
          </p:nvPr>
        </p:nvSpPr>
        <p:spPr>
          <a:xfrm>
            <a:off x="12192000" y="6458304"/>
            <a:ext cx="10931625" cy="5855535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18" name="Tampungan Gambar 38"/>
          <p:cNvSpPr/>
          <p:nvPr>
            <p:ph type="pic" sz="half" idx="22"/>
          </p:nvPr>
        </p:nvSpPr>
        <p:spPr>
          <a:xfrm>
            <a:off x="2638850" y="-3"/>
            <a:ext cx="8636259" cy="1231392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519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520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7" name="Main-BG.jpg" descr="Main-BG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28" name="Slide Title"/>
          <p:cNvSpPr txBox="1"/>
          <p:nvPr>
            <p:ph type="title" hasCustomPrompt="1"/>
          </p:nvPr>
        </p:nvSpPr>
        <p:spPr>
          <a:xfrm>
            <a:off x="12192000" y="3585633"/>
            <a:ext cx="10931625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529" name="Slide Subtitle"/>
          <p:cNvSpPr txBox="1"/>
          <p:nvPr>
            <p:ph type="body" sz="quarter" idx="21" hasCustomPrompt="1"/>
          </p:nvPr>
        </p:nvSpPr>
        <p:spPr>
          <a:xfrm>
            <a:off x="12192000" y="4879095"/>
            <a:ext cx="1093162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530" name="Body Level One…"/>
          <p:cNvSpPr txBox="1"/>
          <p:nvPr>
            <p:ph type="body" sz="quarter" idx="1" hasCustomPrompt="1"/>
          </p:nvPr>
        </p:nvSpPr>
        <p:spPr>
          <a:xfrm>
            <a:off x="12192000" y="6458304"/>
            <a:ext cx="10931625" cy="5855535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1" name="Tampungan Gambar 38"/>
          <p:cNvSpPr/>
          <p:nvPr>
            <p:ph type="pic" sz="half" idx="22"/>
          </p:nvPr>
        </p:nvSpPr>
        <p:spPr>
          <a:xfrm>
            <a:off x="2638850" y="-3"/>
            <a:ext cx="8636259" cy="1231392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532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533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0" name="BG2.jpg" descr="BG2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41" name="Slide Title"/>
          <p:cNvSpPr txBox="1"/>
          <p:nvPr>
            <p:ph type="title" hasCustomPrompt="1"/>
          </p:nvPr>
        </p:nvSpPr>
        <p:spPr>
          <a:xfrm>
            <a:off x="1143000" y="3335875"/>
            <a:ext cx="10691416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542" name="Slide Subtitle"/>
          <p:cNvSpPr txBox="1"/>
          <p:nvPr>
            <p:ph type="body" sz="quarter" idx="21" hasCustomPrompt="1"/>
          </p:nvPr>
        </p:nvSpPr>
        <p:spPr>
          <a:xfrm>
            <a:off x="1143000" y="4629337"/>
            <a:ext cx="1069141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543" name="Body Level One…"/>
          <p:cNvSpPr txBox="1"/>
          <p:nvPr>
            <p:ph type="body" sz="quarter" idx="1" hasCustomPrompt="1"/>
          </p:nvPr>
        </p:nvSpPr>
        <p:spPr>
          <a:xfrm>
            <a:off x="12761098" y="8134704"/>
            <a:ext cx="10047884" cy="4508619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44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545" name="placeholder.png"/>
          <p:cNvSpPr/>
          <p:nvPr>
            <p:ph type="pic" idx="22"/>
          </p:nvPr>
        </p:nvSpPr>
        <p:spPr>
          <a:xfrm>
            <a:off x="-1160094" y="1530782"/>
            <a:ext cx="36367694" cy="5920047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546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3" name="Main-BG.jpg" descr="Main-BG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54" name="Slide Title"/>
          <p:cNvSpPr txBox="1"/>
          <p:nvPr>
            <p:ph type="title" hasCustomPrompt="1"/>
          </p:nvPr>
        </p:nvSpPr>
        <p:spPr>
          <a:xfrm>
            <a:off x="1143000" y="3335875"/>
            <a:ext cx="10691416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555" name="Slide Subtitle"/>
          <p:cNvSpPr txBox="1"/>
          <p:nvPr>
            <p:ph type="body" sz="quarter" idx="21" hasCustomPrompt="1"/>
          </p:nvPr>
        </p:nvSpPr>
        <p:spPr>
          <a:xfrm>
            <a:off x="1143000" y="4629337"/>
            <a:ext cx="1069141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556" name="Body Level One…"/>
          <p:cNvSpPr txBox="1"/>
          <p:nvPr>
            <p:ph type="body" sz="quarter" idx="1" hasCustomPrompt="1"/>
          </p:nvPr>
        </p:nvSpPr>
        <p:spPr>
          <a:xfrm>
            <a:off x="12761098" y="8134704"/>
            <a:ext cx="10047884" cy="4508619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57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558" name="placeholder.png"/>
          <p:cNvSpPr/>
          <p:nvPr>
            <p:ph type="pic" idx="22"/>
          </p:nvPr>
        </p:nvSpPr>
        <p:spPr>
          <a:xfrm>
            <a:off x="-1160094" y="1530782"/>
            <a:ext cx="36367694" cy="5920047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559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6" name="BG2.jpg" descr="BG2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67" name="Slide Title"/>
          <p:cNvSpPr txBox="1"/>
          <p:nvPr>
            <p:ph type="title" hasCustomPrompt="1"/>
          </p:nvPr>
        </p:nvSpPr>
        <p:spPr>
          <a:xfrm>
            <a:off x="1143000" y="3335875"/>
            <a:ext cx="10691416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568" name="Slide Subtitle"/>
          <p:cNvSpPr txBox="1"/>
          <p:nvPr>
            <p:ph type="body" sz="quarter" idx="21" hasCustomPrompt="1"/>
          </p:nvPr>
        </p:nvSpPr>
        <p:spPr>
          <a:xfrm>
            <a:off x="1143000" y="4629337"/>
            <a:ext cx="1069141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569" name="Body Level One…"/>
          <p:cNvSpPr txBox="1"/>
          <p:nvPr>
            <p:ph type="body" sz="quarter" idx="1" hasCustomPrompt="1"/>
          </p:nvPr>
        </p:nvSpPr>
        <p:spPr>
          <a:xfrm>
            <a:off x="1143000" y="5924904"/>
            <a:ext cx="10691416" cy="4508619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70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571" name="Tampungan Gambar 23"/>
          <p:cNvSpPr/>
          <p:nvPr>
            <p:ph type="pic" sz="half" idx="22"/>
          </p:nvPr>
        </p:nvSpPr>
        <p:spPr>
          <a:xfrm>
            <a:off x="12938755" y="1908968"/>
            <a:ext cx="9387842" cy="11825911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572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9" name="Main-BG.jpg" descr="Main-BG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80" name="Slide Title"/>
          <p:cNvSpPr txBox="1"/>
          <p:nvPr>
            <p:ph type="title" hasCustomPrompt="1"/>
          </p:nvPr>
        </p:nvSpPr>
        <p:spPr>
          <a:xfrm>
            <a:off x="1143000" y="3335875"/>
            <a:ext cx="10691416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581" name="Slide Subtitle"/>
          <p:cNvSpPr txBox="1"/>
          <p:nvPr>
            <p:ph type="body" sz="quarter" idx="21" hasCustomPrompt="1"/>
          </p:nvPr>
        </p:nvSpPr>
        <p:spPr>
          <a:xfrm>
            <a:off x="1143000" y="4629337"/>
            <a:ext cx="1069141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582" name="Body Level One…"/>
          <p:cNvSpPr txBox="1"/>
          <p:nvPr>
            <p:ph type="body" sz="quarter" idx="1" hasCustomPrompt="1"/>
          </p:nvPr>
        </p:nvSpPr>
        <p:spPr>
          <a:xfrm>
            <a:off x="1143000" y="5924904"/>
            <a:ext cx="10691416" cy="4508619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83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584" name="Tampungan Gambar 23"/>
          <p:cNvSpPr/>
          <p:nvPr>
            <p:ph type="pic" sz="half" idx="22"/>
          </p:nvPr>
        </p:nvSpPr>
        <p:spPr>
          <a:xfrm>
            <a:off x="12938755" y="1908968"/>
            <a:ext cx="9387842" cy="11825911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585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2" name="BG2.jpg" descr="BG2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93" name="Tampungan Gambar 29"/>
          <p:cNvSpPr/>
          <p:nvPr>
            <p:ph type="pic" sz="quarter" idx="21"/>
          </p:nvPr>
        </p:nvSpPr>
        <p:spPr>
          <a:xfrm>
            <a:off x="6998361" y="1937325"/>
            <a:ext cx="7053301" cy="4978260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594" name="Tampungan Gambar 30"/>
          <p:cNvSpPr/>
          <p:nvPr>
            <p:ph type="pic" sz="quarter" idx="22"/>
          </p:nvPr>
        </p:nvSpPr>
        <p:spPr>
          <a:xfrm>
            <a:off x="-38104" y="1937325"/>
            <a:ext cx="6414388" cy="4978260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595" name="Tampungan Gambar 31"/>
          <p:cNvSpPr/>
          <p:nvPr>
            <p:ph type="pic" sz="quarter" idx="23"/>
          </p:nvPr>
        </p:nvSpPr>
        <p:spPr>
          <a:xfrm>
            <a:off x="12524389" y="7461781"/>
            <a:ext cx="11897708" cy="4978259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596" name="Slide Title"/>
          <p:cNvSpPr txBox="1"/>
          <p:nvPr>
            <p:ph type="title" hasCustomPrompt="1"/>
          </p:nvPr>
        </p:nvSpPr>
        <p:spPr>
          <a:xfrm>
            <a:off x="14629347" y="3335875"/>
            <a:ext cx="8936435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597" name="Slide Subtitle"/>
          <p:cNvSpPr txBox="1"/>
          <p:nvPr>
            <p:ph type="body" sz="quarter" idx="24" hasCustomPrompt="1"/>
          </p:nvPr>
        </p:nvSpPr>
        <p:spPr>
          <a:xfrm>
            <a:off x="14629347" y="4629337"/>
            <a:ext cx="89364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598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599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6" name="Main-BG.jpg" descr="Main-BG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607" name="Tampungan Gambar 29"/>
          <p:cNvSpPr/>
          <p:nvPr>
            <p:ph type="pic" sz="quarter" idx="21"/>
          </p:nvPr>
        </p:nvSpPr>
        <p:spPr>
          <a:xfrm>
            <a:off x="6998361" y="1937325"/>
            <a:ext cx="7053301" cy="4978260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08" name="Tampungan Gambar 30"/>
          <p:cNvSpPr/>
          <p:nvPr>
            <p:ph type="pic" sz="quarter" idx="22"/>
          </p:nvPr>
        </p:nvSpPr>
        <p:spPr>
          <a:xfrm>
            <a:off x="-38104" y="1937325"/>
            <a:ext cx="6414388" cy="4978260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09" name="Tampungan Gambar 31"/>
          <p:cNvSpPr/>
          <p:nvPr>
            <p:ph type="pic" sz="quarter" idx="23"/>
          </p:nvPr>
        </p:nvSpPr>
        <p:spPr>
          <a:xfrm>
            <a:off x="12524389" y="7461781"/>
            <a:ext cx="11897708" cy="4978259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10" name="Slide Title"/>
          <p:cNvSpPr txBox="1"/>
          <p:nvPr>
            <p:ph type="title" hasCustomPrompt="1"/>
          </p:nvPr>
        </p:nvSpPr>
        <p:spPr>
          <a:xfrm>
            <a:off x="14629347" y="3335875"/>
            <a:ext cx="8936435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611" name="Slide Subtitle"/>
          <p:cNvSpPr txBox="1"/>
          <p:nvPr>
            <p:ph type="body" sz="quarter" idx="24" hasCustomPrompt="1"/>
          </p:nvPr>
        </p:nvSpPr>
        <p:spPr>
          <a:xfrm>
            <a:off x="14629347" y="4629337"/>
            <a:ext cx="89364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612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613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0" name="BG2.jpg" descr="BG2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621" name="Slide Title"/>
          <p:cNvSpPr txBox="1"/>
          <p:nvPr>
            <p:ph type="title" hasCustomPrompt="1"/>
          </p:nvPr>
        </p:nvSpPr>
        <p:spPr>
          <a:xfrm>
            <a:off x="1143000" y="5743879"/>
            <a:ext cx="6790234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622" name="Slide Subtitle"/>
          <p:cNvSpPr txBox="1"/>
          <p:nvPr>
            <p:ph type="body" sz="quarter" idx="21" hasCustomPrompt="1"/>
          </p:nvPr>
        </p:nvSpPr>
        <p:spPr>
          <a:xfrm>
            <a:off x="1143000" y="7037341"/>
            <a:ext cx="6790234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623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pic>
        <p:nvPicPr>
          <p:cNvPr id="624" name="090225_DA_BG_Light_03.png" descr="090225_DA_BG_Light_03.png"/>
          <p:cNvPicPr>
            <a:picLocks noChangeAspect="1"/>
          </p:cNvPicPr>
          <p:nvPr/>
        </p:nvPicPr>
        <p:blipFill>
          <a:blip r:embed="rId3">
            <a:extLst/>
          </a:blip>
          <a:srcRect l="34303" t="0" r="29" b="0"/>
          <a:stretch>
            <a:fillRect/>
          </a:stretch>
        </p:blipFill>
        <p:spPr>
          <a:xfrm>
            <a:off x="8363596" y="1"/>
            <a:ext cx="16020405" cy="137159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3541" y="21600"/>
                </a:ln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625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2" name="090225_DA_BG_Light_03.png" descr="090225_DA_BG_Light_03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0" y="0"/>
            <a:ext cx="24385869" cy="13716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633" name="090225_DA_BG_Dark_03.png" descr="090225_DA_BG_Dark_03.png"/>
          <p:cNvPicPr>
            <a:picLocks noChangeAspect="1"/>
          </p:cNvPicPr>
          <p:nvPr/>
        </p:nvPicPr>
        <p:blipFill>
          <a:blip r:embed="rId3">
            <a:extLst/>
          </a:blip>
          <a:srcRect l="34306" t="0" r="22" b="44"/>
          <a:stretch>
            <a:fillRect/>
          </a:stretch>
        </p:blipFill>
        <p:spPr>
          <a:xfrm>
            <a:off x="8363743" y="0"/>
            <a:ext cx="16020405" cy="13716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3541" y="21600"/>
                </a:ln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634" name="Slide Title"/>
          <p:cNvSpPr txBox="1"/>
          <p:nvPr>
            <p:ph type="title" hasCustomPrompt="1"/>
          </p:nvPr>
        </p:nvSpPr>
        <p:spPr>
          <a:xfrm>
            <a:off x="1143000" y="5743879"/>
            <a:ext cx="6795294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635" name="Slide Subtitle"/>
          <p:cNvSpPr txBox="1"/>
          <p:nvPr>
            <p:ph type="body" sz="quarter" idx="21" hasCustomPrompt="1"/>
          </p:nvPr>
        </p:nvSpPr>
        <p:spPr>
          <a:xfrm>
            <a:off x="1143000" y="7037341"/>
            <a:ext cx="6795294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636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637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4" name="090225_DA_BG_Light_05.png" descr="090225_DA_BG_Light_0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645" name="Slide Title"/>
          <p:cNvSpPr txBox="1"/>
          <p:nvPr>
            <p:ph type="title" hasCustomPrompt="1"/>
          </p:nvPr>
        </p:nvSpPr>
        <p:spPr>
          <a:xfrm>
            <a:off x="1143000" y="5743879"/>
            <a:ext cx="6795294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646" name="Slide Subtitle"/>
          <p:cNvSpPr txBox="1"/>
          <p:nvPr>
            <p:ph type="body" sz="quarter" idx="21" hasCustomPrompt="1"/>
          </p:nvPr>
        </p:nvSpPr>
        <p:spPr>
          <a:xfrm>
            <a:off x="1143000" y="7037341"/>
            <a:ext cx="6795294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647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648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5" name="BG2.jpg" descr="BG2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656" name="Slide Title"/>
          <p:cNvSpPr txBox="1"/>
          <p:nvPr>
            <p:ph type="title" hasCustomPrompt="1"/>
          </p:nvPr>
        </p:nvSpPr>
        <p:spPr>
          <a:xfrm>
            <a:off x="1143000" y="5743879"/>
            <a:ext cx="6795294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657" name="Slide Subtitle"/>
          <p:cNvSpPr txBox="1"/>
          <p:nvPr>
            <p:ph type="body" sz="quarter" idx="21" hasCustomPrompt="1"/>
          </p:nvPr>
        </p:nvSpPr>
        <p:spPr>
          <a:xfrm>
            <a:off x="1143000" y="7037341"/>
            <a:ext cx="6795294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658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659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BG2.jpg" descr="BG2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667" name="Picture Placeholder 5"/>
          <p:cNvSpPr/>
          <p:nvPr>
            <p:ph type="pic" idx="21"/>
          </p:nvPr>
        </p:nvSpPr>
        <p:spPr>
          <a:xfrm>
            <a:off x="0" y="6858000"/>
            <a:ext cx="24384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68" name="Slide Title"/>
          <p:cNvSpPr txBox="1"/>
          <p:nvPr>
            <p:ph type="title" hasCustomPrompt="1"/>
          </p:nvPr>
        </p:nvSpPr>
        <p:spPr>
          <a:xfrm>
            <a:off x="1143000" y="3335875"/>
            <a:ext cx="10691416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669" name="Slide Subtitle"/>
          <p:cNvSpPr txBox="1"/>
          <p:nvPr>
            <p:ph type="body" sz="quarter" idx="22" hasCustomPrompt="1"/>
          </p:nvPr>
        </p:nvSpPr>
        <p:spPr>
          <a:xfrm>
            <a:off x="1143000" y="4629337"/>
            <a:ext cx="1069141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670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671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8" name="090225_DA_BG_Light_03.png" descr="090225_DA_BG_Light_03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0" y="0"/>
            <a:ext cx="24385869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679" name="Picture Placeholder 5"/>
          <p:cNvSpPr/>
          <p:nvPr>
            <p:ph type="pic" idx="21"/>
          </p:nvPr>
        </p:nvSpPr>
        <p:spPr>
          <a:xfrm>
            <a:off x="0" y="6858000"/>
            <a:ext cx="24384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80" name="Slide Title"/>
          <p:cNvSpPr txBox="1"/>
          <p:nvPr>
            <p:ph type="title" hasCustomPrompt="1"/>
          </p:nvPr>
        </p:nvSpPr>
        <p:spPr>
          <a:xfrm>
            <a:off x="1143000" y="3335875"/>
            <a:ext cx="10691416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681" name="Slide Subtitle"/>
          <p:cNvSpPr txBox="1"/>
          <p:nvPr>
            <p:ph type="body" sz="quarter" idx="22" hasCustomPrompt="1"/>
          </p:nvPr>
        </p:nvSpPr>
        <p:spPr>
          <a:xfrm>
            <a:off x="1143000" y="4629337"/>
            <a:ext cx="1069141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682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683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0" name="090225_DA_BG_Light_03.png" descr="090225_DA_BG_Light_03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0" y="0"/>
            <a:ext cx="24385869" cy="13716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691" name="BG2.jpg" descr="BG2.jpg"/>
          <p:cNvPicPr>
            <a:picLocks noChangeAspect="1"/>
          </p:cNvPicPr>
          <p:nvPr/>
        </p:nvPicPr>
        <p:blipFill>
          <a:blip r:embed="rId3">
            <a:extLst/>
          </a:blip>
          <a:srcRect l="0" t="61115" r="0" b="0"/>
          <a:stretch>
            <a:fillRect/>
          </a:stretch>
        </p:blipFill>
        <p:spPr>
          <a:xfrm>
            <a:off x="0" y="8382595"/>
            <a:ext cx="24384000" cy="5333405"/>
          </a:xfrm>
          <a:prstGeom prst="rect">
            <a:avLst/>
          </a:prstGeom>
          <a:ln w="12700">
            <a:miter lim="400000"/>
          </a:ln>
        </p:spPr>
      </p:pic>
      <p:sp>
        <p:nvSpPr>
          <p:cNvPr id="692" name="Slide Title"/>
          <p:cNvSpPr txBox="1"/>
          <p:nvPr>
            <p:ph type="title" hasCustomPrompt="1"/>
          </p:nvPr>
        </p:nvSpPr>
        <p:spPr>
          <a:xfrm>
            <a:off x="1143000" y="3335875"/>
            <a:ext cx="10691416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693" name="Slide Subtitle"/>
          <p:cNvSpPr txBox="1"/>
          <p:nvPr>
            <p:ph type="body" sz="quarter" idx="21" hasCustomPrompt="1"/>
          </p:nvPr>
        </p:nvSpPr>
        <p:spPr>
          <a:xfrm>
            <a:off x="1143000" y="4629337"/>
            <a:ext cx="1069141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694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695" name="placeholder.png"/>
          <p:cNvSpPr/>
          <p:nvPr>
            <p:ph type="pic" idx="22"/>
          </p:nvPr>
        </p:nvSpPr>
        <p:spPr>
          <a:xfrm>
            <a:off x="494649" y="969227"/>
            <a:ext cx="33807221" cy="8370469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96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3" name="BG2.jpg" descr="BG2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704" name="Picture Placeholder 4"/>
          <p:cNvSpPr/>
          <p:nvPr>
            <p:ph type="pic" sz="half" idx="21"/>
          </p:nvPr>
        </p:nvSpPr>
        <p:spPr>
          <a:xfrm>
            <a:off x="0" y="0"/>
            <a:ext cx="9739901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705" name="Slide Title"/>
          <p:cNvSpPr txBox="1"/>
          <p:nvPr>
            <p:ph type="title" hasCustomPrompt="1"/>
          </p:nvPr>
        </p:nvSpPr>
        <p:spPr>
          <a:xfrm>
            <a:off x="10998200" y="3335875"/>
            <a:ext cx="10691416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706" name="Slide Subtitle"/>
          <p:cNvSpPr txBox="1"/>
          <p:nvPr>
            <p:ph type="body" sz="quarter" idx="22" hasCustomPrompt="1"/>
          </p:nvPr>
        </p:nvSpPr>
        <p:spPr>
          <a:xfrm>
            <a:off x="10998200" y="4629337"/>
            <a:ext cx="1069141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707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708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5" name="090225_DA_BG_Light_05.png" descr="090225_DA_BG_Light_0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716" name="Picture Placeholder 4"/>
          <p:cNvSpPr/>
          <p:nvPr>
            <p:ph type="pic" sz="half" idx="21"/>
          </p:nvPr>
        </p:nvSpPr>
        <p:spPr>
          <a:xfrm>
            <a:off x="0" y="0"/>
            <a:ext cx="9739901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717" name="Slide Title"/>
          <p:cNvSpPr txBox="1"/>
          <p:nvPr>
            <p:ph type="title" hasCustomPrompt="1"/>
          </p:nvPr>
        </p:nvSpPr>
        <p:spPr>
          <a:xfrm>
            <a:off x="10998200" y="3335875"/>
            <a:ext cx="10691416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718" name="Slide Subtitle"/>
          <p:cNvSpPr txBox="1"/>
          <p:nvPr>
            <p:ph type="body" sz="quarter" idx="22" hasCustomPrompt="1"/>
          </p:nvPr>
        </p:nvSpPr>
        <p:spPr>
          <a:xfrm>
            <a:off x="10998200" y="4629337"/>
            <a:ext cx="1069141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719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720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ase 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7" name="090225_DA_BG_Light_05.png" descr="090225_DA_BG_Light_0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728" name="Rectangle"/>
          <p:cNvSpPr/>
          <p:nvPr/>
        </p:nvSpPr>
        <p:spPr>
          <a:xfrm flipH="1">
            <a:off x="-3048" y="6900681"/>
            <a:ext cx="24387049" cy="1692115"/>
          </a:xfrm>
          <a:prstGeom prst="rect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baseline="7600" cap="all" spc="900"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pic>
        <p:nvPicPr>
          <p:cNvPr id="729" name="BG6.jpg" descr="BG6.jpg"/>
          <p:cNvPicPr>
            <a:picLocks noChangeAspect="1"/>
          </p:cNvPicPr>
          <p:nvPr/>
        </p:nvPicPr>
        <p:blipFill>
          <a:blip r:embed="rId3">
            <a:extLst/>
          </a:blip>
          <a:srcRect l="14508" t="0" r="11142" b="73061"/>
          <a:stretch>
            <a:fillRect/>
          </a:stretch>
        </p:blipFill>
        <p:spPr>
          <a:xfrm>
            <a:off x="6280527" y="0"/>
            <a:ext cx="18129343" cy="3694821"/>
          </a:xfrm>
          <a:prstGeom prst="rect">
            <a:avLst/>
          </a:prstGeom>
          <a:ln w="12700">
            <a:miter lim="400000"/>
          </a:ln>
        </p:spPr>
      </p:pic>
      <p:sp>
        <p:nvSpPr>
          <p:cNvPr id="730" name="Rectangle"/>
          <p:cNvSpPr/>
          <p:nvPr/>
        </p:nvSpPr>
        <p:spPr>
          <a:xfrm flipH="1">
            <a:off x="1206499" y="-1"/>
            <a:ext cx="5074029" cy="2203844"/>
          </a:xfrm>
          <a:prstGeom prst="rect">
            <a:avLst/>
          </a:prstGeom>
          <a:gradFill>
            <a:gsLst>
              <a:gs pos="0">
                <a:srgbClr val="10304A"/>
              </a:gs>
              <a:gs pos="100000">
                <a:srgbClr val="071B28"/>
              </a:gs>
            </a:gsLst>
            <a:lin ang="54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pic>
        <p:nvPicPr>
          <p:cNvPr id="731" name="090225_DA_Premium_TextContent_A_Dark.jpg" descr="090225_DA_Premium_TextContent_A_Dark.jpg"/>
          <p:cNvPicPr>
            <a:picLocks noChangeAspect="1"/>
          </p:cNvPicPr>
          <p:nvPr/>
        </p:nvPicPr>
        <p:blipFill>
          <a:blip r:embed="rId4">
            <a:extLst/>
          </a:blip>
          <a:srcRect l="0" t="62455" r="0" b="0"/>
          <a:stretch>
            <a:fillRect/>
          </a:stretch>
        </p:blipFill>
        <p:spPr>
          <a:xfrm flipH="1">
            <a:off x="-1" y="8566338"/>
            <a:ext cx="24384001" cy="5149662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317500" dist="0" dir="540000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</p:pic>
      <p:sp>
        <p:nvSpPr>
          <p:cNvPr id="732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733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ln w="12700"/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2" name="Group"/>
          <p:cNvGrpSpPr/>
          <p:nvPr/>
        </p:nvGrpSpPr>
        <p:grpSpPr>
          <a:xfrm>
            <a:off x="-46999" y="-29497"/>
            <a:ext cx="24477998" cy="13774994"/>
            <a:chOff x="0" y="0"/>
            <a:chExt cx="24477997" cy="13774993"/>
          </a:xfrm>
        </p:grpSpPr>
        <p:sp>
          <p:nvSpPr>
            <p:cNvPr id="740" name="Rectangle"/>
            <p:cNvSpPr/>
            <p:nvPr/>
          </p:nvSpPr>
          <p:spPr>
            <a:xfrm>
              <a:off x="1250504" y="381981"/>
              <a:ext cx="10667126" cy="13380259"/>
            </a:xfrm>
            <a:prstGeom prst="rect">
              <a:avLst/>
            </a:prstGeom>
            <a:solidFill>
              <a:srgbClr val="214F6F"/>
            </a:solidFill>
            <a:ln w="12700" cap="flat">
              <a:noFill/>
              <a:miter lim="400000"/>
            </a:ln>
            <a:effectLst/>
          </p:spPr>
          <p:txBody>
            <a:bodyPr wrap="square" lIns="121919" tIns="121919" rIns="121919" bIns="121919" numCol="1" anchor="ctr">
              <a:noAutofit/>
            </a:bodyPr>
            <a:lstStyle/>
            <a:p>
              <a:pPr defTabSz="1828800">
                <a:spcBef>
                  <a:spcPts val="1600"/>
                </a:spcBef>
                <a:defRPr sz="2600">
                  <a:solidFill>
                    <a:schemeClr val="accent1">
                      <a:hueOff val="-12205714"/>
                      <a:satOff val="-100000"/>
                      <a:lumOff val="79411"/>
                    </a:schemeClr>
                  </a:solidFill>
                </a:defRPr>
              </a:pPr>
            </a:p>
          </p:txBody>
        </p:sp>
        <p:pic>
          <p:nvPicPr>
            <p:cNvPr id="741" name="090225_DA_Premium_Talent-Page-x1_Dark.png" descr="090225_DA_Premium_Talent-Page-x1_Dark.pn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22" t="0" r="22" b="0"/>
            <a:stretch>
              <a:fillRect/>
            </a:stretch>
          </p:blipFill>
          <p:spPr>
            <a:xfrm>
              <a:off x="-1" y="0"/>
              <a:ext cx="24477998" cy="1377499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743" name="LOREM IPSUM DOLOR SIT AMET"/>
          <p:cNvSpPr txBox="1"/>
          <p:nvPr>
            <p:ph type="body" sz="quarter" idx="21"/>
          </p:nvPr>
        </p:nvSpPr>
        <p:spPr>
          <a:xfrm>
            <a:off x="11816990" y="8416222"/>
            <a:ext cx="5994222" cy="176572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70000"/>
              </a:lnSpc>
              <a:spcBef>
                <a:spcPts val="0"/>
              </a:spcBef>
              <a:buClrTx/>
              <a:buSzTx/>
              <a:buFontTx/>
              <a:buNone/>
              <a:defRPr spc="-239"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</a:t>
            </a:r>
          </a:p>
        </p:txBody>
      </p:sp>
      <p:sp>
        <p:nvSpPr>
          <p:cNvPr id="744" name="Name"/>
          <p:cNvSpPr txBox="1"/>
          <p:nvPr>
            <p:ph type="body" sz="quarter" idx="22"/>
          </p:nvPr>
        </p:nvSpPr>
        <p:spPr>
          <a:xfrm>
            <a:off x="11816990" y="6244758"/>
            <a:ext cx="7972188" cy="1778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14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Name</a:t>
            </a:r>
          </a:p>
        </p:txBody>
      </p:sp>
      <p:sp>
        <p:nvSpPr>
          <p:cNvPr id="745" name="placeholder.png"/>
          <p:cNvSpPr/>
          <p:nvPr>
            <p:ph type="pic" idx="23"/>
          </p:nvPr>
        </p:nvSpPr>
        <p:spPr>
          <a:xfrm>
            <a:off x="-4881653" y="1230979"/>
            <a:ext cx="22131868" cy="1398738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746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747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6" name="Group"/>
          <p:cNvGrpSpPr/>
          <p:nvPr/>
        </p:nvGrpSpPr>
        <p:grpSpPr>
          <a:xfrm>
            <a:off x="-46998" y="-29497"/>
            <a:ext cx="24477998" cy="13774994"/>
            <a:chOff x="0" y="0"/>
            <a:chExt cx="24477997" cy="13774993"/>
          </a:xfrm>
        </p:grpSpPr>
        <p:sp>
          <p:nvSpPr>
            <p:cNvPr id="754" name="Rectangle"/>
            <p:cNvSpPr/>
            <p:nvPr/>
          </p:nvSpPr>
          <p:spPr>
            <a:xfrm>
              <a:off x="1250504" y="381981"/>
              <a:ext cx="10667126" cy="13380259"/>
            </a:xfrm>
            <a:prstGeom prst="rect">
              <a:avLst/>
            </a:prstGeom>
            <a:solidFill>
              <a:srgbClr val="214F6F"/>
            </a:solidFill>
            <a:ln w="12700" cap="flat">
              <a:noFill/>
              <a:miter lim="400000"/>
            </a:ln>
            <a:effectLst/>
          </p:spPr>
          <p:txBody>
            <a:bodyPr wrap="square" lIns="121919" tIns="121919" rIns="121919" bIns="121919" numCol="1" anchor="ctr">
              <a:noAutofit/>
            </a:bodyPr>
            <a:lstStyle/>
            <a:p>
              <a:pPr defTabSz="1828800">
                <a:spcBef>
                  <a:spcPts val="1600"/>
                </a:spcBef>
                <a:defRPr sz="2600">
                  <a:solidFill>
                    <a:schemeClr val="accent1">
                      <a:hueOff val="-12205714"/>
                      <a:satOff val="-100000"/>
                      <a:lumOff val="79411"/>
                    </a:schemeClr>
                  </a:solidFill>
                </a:defRPr>
              </a:pPr>
            </a:p>
          </p:txBody>
        </p:sp>
        <p:pic>
          <p:nvPicPr>
            <p:cNvPr id="755" name="090225_DA_Premium_Talent-Page-x1_Light.png" descr="090225_DA_Premium_Talent-Page-x1_Light.pn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22" t="0" r="22" b="0"/>
            <a:stretch>
              <a:fillRect/>
            </a:stretch>
          </p:blipFill>
          <p:spPr>
            <a:xfrm>
              <a:off x="0" y="0"/>
              <a:ext cx="24477998" cy="1377499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757" name="Name"/>
          <p:cNvSpPr txBox="1"/>
          <p:nvPr>
            <p:ph type="body" sz="quarter" idx="21"/>
          </p:nvPr>
        </p:nvSpPr>
        <p:spPr>
          <a:xfrm>
            <a:off x="11816990" y="6244758"/>
            <a:ext cx="7972188" cy="1778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140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Name</a:t>
            </a:r>
          </a:p>
        </p:txBody>
      </p:sp>
      <p:sp>
        <p:nvSpPr>
          <p:cNvPr id="758" name="LOREM IPSUM DOLOR SIT AMET"/>
          <p:cNvSpPr txBox="1"/>
          <p:nvPr>
            <p:ph type="body" sz="quarter" idx="22"/>
          </p:nvPr>
        </p:nvSpPr>
        <p:spPr>
          <a:xfrm>
            <a:off x="11816990" y="8416222"/>
            <a:ext cx="5994222" cy="176572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70000"/>
              </a:lnSpc>
              <a:spcBef>
                <a:spcPts val="0"/>
              </a:spcBef>
              <a:buClrTx/>
              <a:buSzTx/>
              <a:buFontTx/>
              <a:buNone/>
              <a:defRPr spc="-239" sz="6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</a:t>
            </a:r>
          </a:p>
        </p:txBody>
      </p:sp>
      <p:sp>
        <p:nvSpPr>
          <p:cNvPr id="759" name="placeholder.png"/>
          <p:cNvSpPr/>
          <p:nvPr>
            <p:ph type="pic" idx="23"/>
          </p:nvPr>
        </p:nvSpPr>
        <p:spPr>
          <a:xfrm>
            <a:off x="-4868953" y="1230979"/>
            <a:ext cx="22131868" cy="1398738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760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761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Rectangle"/>
          <p:cNvSpPr/>
          <p:nvPr/>
        </p:nvSpPr>
        <p:spPr>
          <a:xfrm>
            <a:off x="-90755" y="-78231"/>
            <a:ext cx="24565510" cy="13872463"/>
          </a:xfrm>
          <a:prstGeom prst="rect">
            <a:avLst/>
          </a:prstGeom>
          <a:solidFill>
            <a:srgbClr val="2B6582"/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grpSp>
        <p:nvGrpSpPr>
          <p:cNvPr id="771" name="Group"/>
          <p:cNvGrpSpPr/>
          <p:nvPr/>
        </p:nvGrpSpPr>
        <p:grpSpPr>
          <a:xfrm>
            <a:off x="5416" y="0"/>
            <a:ext cx="24373169" cy="13716001"/>
            <a:chOff x="0" y="0"/>
            <a:chExt cx="24373168" cy="13716000"/>
          </a:xfrm>
        </p:grpSpPr>
        <p:sp>
          <p:nvSpPr>
            <p:cNvPr id="769" name="Rectangle"/>
            <p:cNvSpPr/>
            <p:nvPr/>
          </p:nvSpPr>
          <p:spPr>
            <a:xfrm>
              <a:off x="562330" y="1067024"/>
              <a:ext cx="22785554" cy="12135650"/>
            </a:xfrm>
            <a:prstGeom prst="rect">
              <a:avLst/>
            </a:prstGeom>
            <a:solidFill>
              <a:srgbClr val="4AA4C1"/>
            </a:solidFill>
            <a:ln w="12700" cap="flat">
              <a:noFill/>
              <a:miter lim="400000"/>
            </a:ln>
            <a:effectLst/>
          </p:spPr>
          <p:txBody>
            <a:bodyPr wrap="square" lIns="121919" tIns="121919" rIns="121919" bIns="121919" numCol="1" anchor="ctr">
              <a:noAutofit/>
            </a:bodyPr>
            <a:lstStyle/>
            <a:p>
              <a:pPr defTabSz="1828800">
                <a:spcBef>
                  <a:spcPts val="1600"/>
                </a:spcBef>
                <a:defRPr sz="2600">
                  <a:solidFill>
                    <a:schemeClr val="accent1">
                      <a:hueOff val="-12205714"/>
                      <a:satOff val="-100000"/>
                      <a:lumOff val="79411"/>
                    </a:schemeClr>
                  </a:solidFill>
                </a:defRPr>
              </a:pPr>
            </a:p>
          </p:txBody>
        </p:sp>
        <p:pic>
          <p:nvPicPr>
            <p:cNvPr id="770" name="090225_DA_Premium_Talent-Page-x3_Dark.png" descr="090225_DA_Premium_Talent-Page-x3_Dark.pn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22" t="0" r="22" b="0"/>
            <a:stretch>
              <a:fillRect/>
            </a:stretch>
          </p:blipFill>
          <p:spPr>
            <a:xfrm>
              <a:off x="0" y="0"/>
              <a:ext cx="24373169" cy="137160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772" name="title Text"/>
          <p:cNvSpPr txBox="1"/>
          <p:nvPr>
            <p:ph type="body" sz="quarter" idx="21"/>
          </p:nvPr>
        </p:nvSpPr>
        <p:spPr>
          <a:xfrm>
            <a:off x="7364119" y="2241841"/>
            <a:ext cx="9655762" cy="1281637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lnSpc>
                <a:spcPct val="700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773" name="UPPERTEXT"/>
          <p:cNvSpPr txBox="1"/>
          <p:nvPr>
            <p:ph type="body" sz="quarter" idx="22"/>
          </p:nvPr>
        </p:nvSpPr>
        <p:spPr>
          <a:xfrm>
            <a:off x="7364119" y="1449753"/>
            <a:ext cx="9655761" cy="63500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pc="-200" sz="5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UPPERTEXT</a:t>
            </a:r>
          </a:p>
        </p:txBody>
      </p:sp>
      <p:sp>
        <p:nvSpPr>
          <p:cNvPr id="774" name="placeholder.png"/>
          <p:cNvSpPr/>
          <p:nvPr>
            <p:ph type="pic" sz="half" idx="23"/>
          </p:nvPr>
        </p:nvSpPr>
        <p:spPr>
          <a:xfrm>
            <a:off x="11845232" y="4418679"/>
            <a:ext cx="11352547" cy="71748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775" name="placeholder.png"/>
          <p:cNvSpPr/>
          <p:nvPr>
            <p:ph type="pic" sz="half" idx="24"/>
          </p:nvPr>
        </p:nvSpPr>
        <p:spPr>
          <a:xfrm>
            <a:off x="6528474" y="4418679"/>
            <a:ext cx="11352547" cy="71748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776" name="placeholder.png"/>
          <p:cNvSpPr/>
          <p:nvPr>
            <p:ph type="pic" sz="half" idx="25"/>
          </p:nvPr>
        </p:nvSpPr>
        <p:spPr>
          <a:xfrm>
            <a:off x="1173616" y="4418679"/>
            <a:ext cx="11352547" cy="71748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777" name="LOREM IPSUM DOLOR SIT AMET"/>
          <p:cNvSpPr txBox="1"/>
          <p:nvPr>
            <p:ph type="body" sz="quarter" idx="26"/>
          </p:nvPr>
        </p:nvSpPr>
        <p:spPr>
          <a:xfrm>
            <a:off x="4831990" y="103720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pc="-119"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</a:t>
            </a:r>
          </a:p>
        </p:txBody>
      </p:sp>
      <p:sp>
        <p:nvSpPr>
          <p:cNvPr id="778" name="Name"/>
          <p:cNvSpPr txBox="1"/>
          <p:nvPr>
            <p:ph type="body" sz="quarter" idx="27"/>
          </p:nvPr>
        </p:nvSpPr>
        <p:spPr>
          <a:xfrm>
            <a:off x="4831990" y="95975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Name</a:t>
            </a:r>
          </a:p>
        </p:txBody>
      </p:sp>
      <p:sp>
        <p:nvSpPr>
          <p:cNvPr id="779" name="LOREM IPSUM DOLOR SIT AMET"/>
          <p:cNvSpPr txBox="1"/>
          <p:nvPr>
            <p:ph type="body" sz="quarter" idx="28"/>
          </p:nvPr>
        </p:nvSpPr>
        <p:spPr>
          <a:xfrm>
            <a:off x="10292990" y="103720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pc="-119"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</a:t>
            </a:r>
          </a:p>
        </p:txBody>
      </p:sp>
      <p:sp>
        <p:nvSpPr>
          <p:cNvPr id="780" name="Name"/>
          <p:cNvSpPr txBox="1"/>
          <p:nvPr>
            <p:ph type="body" sz="quarter" idx="29"/>
          </p:nvPr>
        </p:nvSpPr>
        <p:spPr>
          <a:xfrm>
            <a:off x="10292990" y="95975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Name</a:t>
            </a:r>
          </a:p>
        </p:txBody>
      </p:sp>
      <p:sp>
        <p:nvSpPr>
          <p:cNvPr id="781" name="LOREM IPSUM DOLOR SIT AMET"/>
          <p:cNvSpPr txBox="1"/>
          <p:nvPr>
            <p:ph type="body" sz="quarter" idx="30"/>
          </p:nvPr>
        </p:nvSpPr>
        <p:spPr>
          <a:xfrm>
            <a:off x="15550790" y="103720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pc="-119"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</a:t>
            </a:r>
          </a:p>
        </p:txBody>
      </p:sp>
      <p:sp>
        <p:nvSpPr>
          <p:cNvPr id="782" name="Name"/>
          <p:cNvSpPr txBox="1"/>
          <p:nvPr>
            <p:ph type="body" sz="quarter" idx="31"/>
          </p:nvPr>
        </p:nvSpPr>
        <p:spPr>
          <a:xfrm>
            <a:off x="15550790" y="95975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Name</a:t>
            </a:r>
          </a:p>
        </p:txBody>
      </p:sp>
      <p:sp>
        <p:nvSpPr>
          <p:cNvPr id="783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784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Rectangle"/>
          <p:cNvSpPr/>
          <p:nvPr/>
        </p:nvSpPr>
        <p:spPr>
          <a:xfrm>
            <a:off x="516653" y="433159"/>
            <a:ext cx="23350694" cy="12849682"/>
          </a:xfrm>
          <a:prstGeom prst="rect">
            <a:avLst/>
          </a:prstGeom>
          <a:solidFill>
            <a:srgbClr val="469BB9"/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pic>
        <p:nvPicPr>
          <p:cNvPr id="792" name="090225_DA_Premium_Talent-Page-x3_Light.png" descr="090225_DA_Premium_Talent-Page-x3_Light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5416" y="0"/>
            <a:ext cx="24373169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793" name="placeholder.png"/>
          <p:cNvSpPr/>
          <p:nvPr>
            <p:ph type="pic" sz="half" idx="21"/>
          </p:nvPr>
        </p:nvSpPr>
        <p:spPr>
          <a:xfrm>
            <a:off x="6528474" y="4418679"/>
            <a:ext cx="11352547" cy="71748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794" name="placeholder.png"/>
          <p:cNvSpPr/>
          <p:nvPr>
            <p:ph type="pic" sz="half" idx="22"/>
          </p:nvPr>
        </p:nvSpPr>
        <p:spPr>
          <a:xfrm>
            <a:off x="1173616" y="4418679"/>
            <a:ext cx="11352547" cy="71748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795" name="placeholder.png"/>
          <p:cNvSpPr/>
          <p:nvPr>
            <p:ph type="pic" sz="half" idx="23"/>
          </p:nvPr>
        </p:nvSpPr>
        <p:spPr>
          <a:xfrm>
            <a:off x="11845232" y="4418679"/>
            <a:ext cx="11352547" cy="71748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796" name="title Text"/>
          <p:cNvSpPr txBox="1"/>
          <p:nvPr>
            <p:ph type="body" sz="quarter" idx="24"/>
          </p:nvPr>
        </p:nvSpPr>
        <p:spPr>
          <a:xfrm>
            <a:off x="7364119" y="2241841"/>
            <a:ext cx="9655762" cy="1281637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lnSpc>
                <a:spcPct val="700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797" name="LOREM IPSUM DOLOR SIT AMET"/>
          <p:cNvSpPr txBox="1"/>
          <p:nvPr>
            <p:ph type="body" sz="quarter" idx="25"/>
          </p:nvPr>
        </p:nvSpPr>
        <p:spPr>
          <a:xfrm>
            <a:off x="4831990" y="103720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pc="-119"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</a:t>
            </a:r>
          </a:p>
        </p:txBody>
      </p:sp>
      <p:sp>
        <p:nvSpPr>
          <p:cNvPr id="798" name="Name"/>
          <p:cNvSpPr txBox="1"/>
          <p:nvPr>
            <p:ph type="body" sz="quarter" idx="26"/>
          </p:nvPr>
        </p:nvSpPr>
        <p:spPr>
          <a:xfrm>
            <a:off x="4831990" y="95975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Name</a:t>
            </a:r>
          </a:p>
        </p:txBody>
      </p:sp>
      <p:sp>
        <p:nvSpPr>
          <p:cNvPr id="799" name="LOREM IPSUM DOLOR SIT AMET"/>
          <p:cNvSpPr txBox="1"/>
          <p:nvPr>
            <p:ph type="body" sz="quarter" idx="27"/>
          </p:nvPr>
        </p:nvSpPr>
        <p:spPr>
          <a:xfrm>
            <a:off x="10292990" y="103720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pc="-119"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</a:t>
            </a:r>
          </a:p>
        </p:txBody>
      </p:sp>
      <p:sp>
        <p:nvSpPr>
          <p:cNvPr id="800" name="Name"/>
          <p:cNvSpPr txBox="1"/>
          <p:nvPr>
            <p:ph type="body" sz="quarter" idx="28"/>
          </p:nvPr>
        </p:nvSpPr>
        <p:spPr>
          <a:xfrm>
            <a:off x="10292990" y="95975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Name</a:t>
            </a:r>
          </a:p>
        </p:txBody>
      </p:sp>
      <p:sp>
        <p:nvSpPr>
          <p:cNvPr id="801" name="LOREM IPSUM DOLOR SIT AMET"/>
          <p:cNvSpPr txBox="1"/>
          <p:nvPr>
            <p:ph type="body" sz="quarter" idx="29"/>
          </p:nvPr>
        </p:nvSpPr>
        <p:spPr>
          <a:xfrm>
            <a:off x="15550790" y="103720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pc="-119"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</a:t>
            </a:r>
          </a:p>
        </p:txBody>
      </p:sp>
      <p:sp>
        <p:nvSpPr>
          <p:cNvPr id="802" name="Name"/>
          <p:cNvSpPr txBox="1"/>
          <p:nvPr>
            <p:ph type="body" sz="quarter" idx="30"/>
          </p:nvPr>
        </p:nvSpPr>
        <p:spPr>
          <a:xfrm>
            <a:off x="15550790" y="95975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Name</a:t>
            </a:r>
          </a:p>
        </p:txBody>
      </p:sp>
      <p:sp>
        <p:nvSpPr>
          <p:cNvPr id="803" name="UPPERTEXT"/>
          <p:cNvSpPr txBox="1"/>
          <p:nvPr>
            <p:ph type="body" sz="quarter" idx="31"/>
          </p:nvPr>
        </p:nvSpPr>
        <p:spPr>
          <a:xfrm>
            <a:off x="7364119" y="1449753"/>
            <a:ext cx="9655761" cy="63500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pc="-200" sz="5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UPPERTEXT</a:t>
            </a:r>
          </a:p>
        </p:txBody>
      </p:sp>
      <p:sp>
        <p:nvSpPr>
          <p:cNvPr id="804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805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Rectangle"/>
          <p:cNvSpPr/>
          <p:nvPr/>
        </p:nvSpPr>
        <p:spPr>
          <a:xfrm>
            <a:off x="-90755" y="-78231"/>
            <a:ext cx="24565510" cy="13872463"/>
          </a:xfrm>
          <a:prstGeom prst="rect">
            <a:avLst/>
          </a:prstGeom>
          <a:solidFill>
            <a:srgbClr val="0E2135"/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813" name="Rectangle"/>
          <p:cNvSpPr/>
          <p:nvPr/>
        </p:nvSpPr>
        <p:spPr>
          <a:xfrm>
            <a:off x="609600" y="3835400"/>
            <a:ext cx="23288164" cy="7550234"/>
          </a:xfrm>
          <a:prstGeom prst="rect">
            <a:avLst/>
          </a:prstGeom>
          <a:solidFill>
            <a:srgbClr val="469CBA"/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pic>
        <p:nvPicPr>
          <p:cNvPr id="814" name="090225_DA_Premium_Talent-Page-x5_Dark.png" descr="090225_DA_Premium_Talent-Page-x5_Dark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5416" y="0"/>
            <a:ext cx="24373169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815" name="title Text"/>
          <p:cNvSpPr txBox="1"/>
          <p:nvPr>
            <p:ph type="body" sz="quarter" idx="21"/>
          </p:nvPr>
        </p:nvSpPr>
        <p:spPr>
          <a:xfrm>
            <a:off x="7364119" y="2241841"/>
            <a:ext cx="9655762" cy="1281637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lnSpc>
                <a:spcPct val="700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816" name="UPPERTEXT"/>
          <p:cNvSpPr txBox="1"/>
          <p:nvPr>
            <p:ph type="body" sz="quarter" idx="22"/>
          </p:nvPr>
        </p:nvSpPr>
        <p:spPr>
          <a:xfrm>
            <a:off x="7364119" y="1449753"/>
            <a:ext cx="9655761" cy="63500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pc="-200" sz="5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UPPERTEXT</a:t>
            </a:r>
          </a:p>
        </p:txBody>
      </p:sp>
      <p:sp>
        <p:nvSpPr>
          <p:cNvPr id="817" name="placeholder.png"/>
          <p:cNvSpPr/>
          <p:nvPr>
            <p:ph type="pic" sz="half" idx="23"/>
          </p:nvPr>
        </p:nvSpPr>
        <p:spPr>
          <a:xfrm>
            <a:off x="-2326951" y="4136428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18" name="placeholder.png"/>
          <p:cNvSpPr/>
          <p:nvPr>
            <p:ph type="pic" sz="half" idx="24"/>
          </p:nvPr>
        </p:nvSpPr>
        <p:spPr>
          <a:xfrm>
            <a:off x="2219258" y="4136428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19" name="placeholder.png"/>
          <p:cNvSpPr/>
          <p:nvPr>
            <p:ph type="pic" sz="half" idx="25"/>
          </p:nvPr>
        </p:nvSpPr>
        <p:spPr>
          <a:xfrm>
            <a:off x="6781375" y="4136428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20" name="placeholder.png"/>
          <p:cNvSpPr/>
          <p:nvPr>
            <p:ph type="pic" sz="half" idx="26"/>
          </p:nvPr>
        </p:nvSpPr>
        <p:spPr>
          <a:xfrm>
            <a:off x="11341232" y="4136428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21" name="placeholder.png"/>
          <p:cNvSpPr/>
          <p:nvPr>
            <p:ph type="pic" sz="half" idx="27"/>
          </p:nvPr>
        </p:nvSpPr>
        <p:spPr>
          <a:xfrm>
            <a:off x="15890650" y="4136428"/>
            <a:ext cx="11496684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22" name="LOREM IPSUM DOLOR SIT AMET"/>
          <p:cNvSpPr txBox="1"/>
          <p:nvPr>
            <p:ph type="body" sz="quarter" idx="28"/>
          </p:nvPr>
        </p:nvSpPr>
        <p:spPr>
          <a:xfrm>
            <a:off x="5771790" y="97624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pc="-119"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</a:t>
            </a:r>
          </a:p>
        </p:txBody>
      </p:sp>
      <p:sp>
        <p:nvSpPr>
          <p:cNvPr id="823" name="Name"/>
          <p:cNvSpPr txBox="1"/>
          <p:nvPr>
            <p:ph type="body" sz="quarter" idx="29"/>
          </p:nvPr>
        </p:nvSpPr>
        <p:spPr>
          <a:xfrm>
            <a:off x="5771790" y="89879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Name</a:t>
            </a:r>
          </a:p>
        </p:txBody>
      </p:sp>
      <p:sp>
        <p:nvSpPr>
          <p:cNvPr id="824" name="LOREM IPSUM DOLOR SIT AMET"/>
          <p:cNvSpPr txBox="1"/>
          <p:nvPr>
            <p:ph type="body" sz="quarter" idx="30"/>
          </p:nvPr>
        </p:nvSpPr>
        <p:spPr>
          <a:xfrm>
            <a:off x="10419990" y="97624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pc="-119"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</a:t>
            </a:r>
          </a:p>
        </p:txBody>
      </p:sp>
      <p:sp>
        <p:nvSpPr>
          <p:cNvPr id="825" name="Name"/>
          <p:cNvSpPr txBox="1"/>
          <p:nvPr>
            <p:ph type="body" sz="quarter" idx="31"/>
          </p:nvPr>
        </p:nvSpPr>
        <p:spPr>
          <a:xfrm>
            <a:off x="10419990" y="89879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Name</a:t>
            </a:r>
          </a:p>
        </p:txBody>
      </p:sp>
      <p:sp>
        <p:nvSpPr>
          <p:cNvPr id="826" name="LOREM IPSUM DOLOR SIT AMET"/>
          <p:cNvSpPr txBox="1"/>
          <p:nvPr>
            <p:ph type="body" sz="quarter" idx="32"/>
          </p:nvPr>
        </p:nvSpPr>
        <p:spPr>
          <a:xfrm>
            <a:off x="15068190" y="97624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pc="-119"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</a:t>
            </a:r>
          </a:p>
        </p:txBody>
      </p:sp>
      <p:sp>
        <p:nvSpPr>
          <p:cNvPr id="827" name="Name"/>
          <p:cNvSpPr txBox="1"/>
          <p:nvPr>
            <p:ph type="body" sz="quarter" idx="33"/>
          </p:nvPr>
        </p:nvSpPr>
        <p:spPr>
          <a:xfrm>
            <a:off x="15068190" y="89879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Name</a:t>
            </a:r>
          </a:p>
        </p:txBody>
      </p:sp>
      <p:sp>
        <p:nvSpPr>
          <p:cNvPr id="828" name="LOREM IPSUM DOLOR SIT AMET"/>
          <p:cNvSpPr txBox="1"/>
          <p:nvPr>
            <p:ph type="body" sz="quarter" idx="34"/>
          </p:nvPr>
        </p:nvSpPr>
        <p:spPr>
          <a:xfrm>
            <a:off x="19716390" y="97624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pc="-119"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</a:t>
            </a:r>
          </a:p>
        </p:txBody>
      </p:sp>
      <p:sp>
        <p:nvSpPr>
          <p:cNvPr id="829" name="Name"/>
          <p:cNvSpPr txBox="1"/>
          <p:nvPr>
            <p:ph type="body" sz="quarter" idx="35"/>
          </p:nvPr>
        </p:nvSpPr>
        <p:spPr>
          <a:xfrm>
            <a:off x="19716390" y="89879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Name</a:t>
            </a:r>
          </a:p>
        </p:txBody>
      </p:sp>
      <p:sp>
        <p:nvSpPr>
          <p:cNvPr id="830" name="LOREM IPSUM DOLOR SIT AMET"/>
          <p:cNvSpPr txBox="1"/>
          <p:nvPr>
            <p:ph type="body" sz="quarter" idx="36"/>
          </p:nvPr>
        </p:nvSpPr>
        <p:spPr>
          <a:xfrm>
            <a:off x="1301390" y="97624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pc="-119"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</a:t>
            </a:r>
          </a:p>
        </p:txBody>
      </p:sp>
      <p:sp>
        <p:nvSpPr>
          <p:cNvPr id="831" name="Name"/>
          <p:cNvSpPr txBox="1"/>
          <p:nvPr>
            <p:ph type="body" sz="quarter" idx="37"/>
          </p:nvPr>
        </p:nvSpPr>
        <p:spPr>
          <a:xfrm>
            <a:off x="1301390" y="89879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Name</a:t>
            </a:r>
          </a:p>
        </p:txBody>
      </p:sp>
      <p:sp>
        <p:nvSpPr>
          <p:cNvPr id="832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833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Rectangle"/>
          <p:cNvSpPr/>
          <p:nvPr/>
        </p:nvSpPr>
        <p:spPr>
          <a:xfrm>
            <a:off x="609600" y="3835400"/>
            <a:ext cx="23288164" cy="7550234"/>
          </a:xfrm>
          <a:prstGeom prst="rect">
            <a:avLst/>
          </a:prstGeom>
          <a:solidFill>
            <a:srgbClr val="469CBA"/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pic>
        <p:nvPicPr>
          <p:cNvPr id="841" name="090225_DA_Premium_Talent-Page-x5_Light.png" descr="090225_DA_Premium_Talent-Page-x5_Light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5416" y="0"/>
            <a:ext cx="24373169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842" name="title Text"/>
          <p:cNvSpPr txBox="1"/>
          <p:nvPr>
            <p:ph type="body" sz="quarter" idx="21"/>
          </p:nvPr>
        </p:nvSpPr>
        <p:spPr>
          <a:xfrm>
            <a:off x="7364119" y="2241841"/>
            <a:ext cx="9655762" cy="1281637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lnSpc>
                <a:spcPct val="700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843" name="UPPERTEXT"/>
          <p:cNvSpPr txBox="1"/>
          <p:nvPr>
            <p:ph type="body" sz="quarter" idx="22"/>
          </p:nvPr>
        </p:nvSpPr>
        <p:spPr>
          <a:xfrm>
            <a:off x="7364119" y="1449753"/>
            <a:ext cx="9655761" cy="63500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pc="-200" sz="5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UPPERTEXT</a:t>
            </a:r>
          </a:p>
        </p:txBody>
      </p:sp>
      <p:sp>
        <p:nvSpPr>
          <p:cNvPr id="844" name="placeholder.png"/>
          <p:cNvSpPr/>
          <p:nvPr>
            <p:ph type="pic" sz="half" idx="23"/>
          </p:nvPr>
        </p:nvSpPr>
        <p:spPr>
          <a:xfrm>
            <a:off x="-2326951" y="41321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5" name="placeholder.png"/>
          <p:cNvSpPr/>
          <p:nvPr>
            <p:ph type="pic" sz="half" idx="24"/>
          </p:nvPr>
        </p:nvSpPr>
        <p:spPr>
          <a:xfrm>
            <a:off x="2219258" y="41321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6" name="placeholder.png"/>
          <p:cNvSpPr/>
          <p:nvPr>
            <p:ph type="pic" sz="half" idx="25"/>
          </p:nvPr>
        </p:nvSpPr>
        <p:spPr>
          <a:xfrm>
            <a:off x="6781375" y="41321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7" name="placeholder.png"/>
          <p:cNvSpPr/>
          <p:nvPr>
            <p:ph type="pic" sz="half" idx="26"/>
          </p:nvPr>
        </p:nvSpPr>
        <p:spPr>
          <a:xfrm>
            <a:off x="11341232" y="41321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8" name="placeholder.png"/>
          <p:cNvSpPr/>
          <p:nvPr>
            <p:ph type="pic" sz="half" idx="27"/>
          </p:nvPr>
        </p:nvSpPr>
        <p:spPr>
          <a:xfrm>
            <a:off x="15890650" y="4132195"/>
            <a:ext cx="11496684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9" name="LOREM IPSUM DOLOR SIT AMET"/>
          <p:cNvSpPr txBox="1"/>
          <p:nvPr>
            <p:ph type="body" sz="quarter" idx="28"/>
          </p:nvPr>
        </p:nvSpPr>
        <p:spPr>
          <a:xfrm>
            <a:off x="5771790" y="97624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pc="-119"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</a:t>
            </a:r>
          </a:p>
        </p:txBody>
      </p:sp>
      <p:sp>
        <p:nvSpPr>
          <p:cNvPr id="850" name="Name"/>
          <p:cNvSpPr txBox="1"/>
          <p:nvPr>
            <p:ph type="body" sz="quarter" idx="29"/>
          </p:nvPr>
        </p:nvSpPr>
        <p:spPr>
          <a:xfrm>
            <a:off x="5771790" y="89879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Name</a:t>
            </a:r>
          </a:p>
        </p:txBody>
      </p:sp>
      <p:sp>
        <p:nvSpPr>
          <p:cNvPr id="851" name="LOREM IPSUM DOLOR SIT AMET"/>
          <p:cNvSpPr txBox="1"/>
          <p:nvPr>
            <p:ph type="body" sz="quarter" idx="30"/>
          </p:nvPr>
        </p:nvSpPr>
        <p:spPr>
          <a:xfrm>
            <a:off x="10419990" y="97624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pc="-119"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</a:t>
            </a:r>
          </a:p>
        </p:txBody>
      </p:sp>
      <p:sp>
        <p:nvSpPr>
          <p:cNvPr id="852" name="Name"/>
          <p:cNvSpPr txBox="1"/>
          <p:nvPr>
            <p:ph type="body" sz="quarter" idx="31"/>
          </p:nvPr>
        </p:nvSpPr>
        <p:spPr>
          <a:xfrm>
            <a:off x="10419990" y="89879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Name</a:t>
            </a:r>
          </a:p>
        </p:txBody>
      </p:sp>
      <p:sp>
        <p:nvSpPr>
          <p:cNvPr id="853" name="LOREM IPSUM DOLOR SIT AMET"/>
          <p:cNvSpPr txBox="1"/>
          <p:nvPr>
            <p:ph type="body" sz="quarter" idx="32"/>
          </p:nvPr>
        </p:nvSpPr>
        <p:spPr>
          <a:xfrm>
            <a:off x="15068190" y="97624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pc="-119"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</a:t>
            </a:r>
          </a:p>
        </p:txBody>
      </p:sp>
      <p:sp>
        <p:nvSpPr>
          <p:cNvPr id="854" name="Name"/>
          <p:cNvSpPr txBox="1"/>
          <p:nvPr>
            <p:ph type="body" sz="quarter" idx="33"/>
          </p:nvPr>
        </p:nvSpPr>
        <p:spPr>
          <a:xfrm>
            <a:off x="15068190" y="89879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Name</a:t>
            </a:r>
          </a:p>
        </p:txBody>
      </p:sp>
      <p:sp>
        <p:nvSpPr>
          <p:cNvPr id="855" name="LOREM IPSUM DOLOR SIT AMET"/>
          <p:cNvSpPr txBox="1"/>
          <p:nvPr>
            <p:ph type="body" sz="quarter" idx="34"/>
          </p:nvPr>
        </p:nvSpPr>
        <p:spPr>
          <a:xfrm>
            <a:off x="19716390" y="97624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pc="-119"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</a:t>
            </a:r>
          </a:p>
        </p:txBody>
      </p:sp>
      <p:sp>
        <p:nvSpPr>
          <p:cNvPr id="856" name="Name"/>
          <p:cNvSpPr txBox="1"/>
          <p:nvPr>
            <p:ph type="body" sz="quarter" idx="35"/>
          </p:nvPr>
        </p:nvSpPr>
        <p:spPr>
          <a:xfrm>
            <a:off x="19716390" y="89879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Name</a:t>
            </a:r>
          </a:p>
        </p:txBody>
      </p:sp>
      <p:sp>
        <p:nvSpPr>
          <p:cNvPr id="857" name="LOREM IPSUM DOLOR SIT AMET"/>
          <p:cNvSpPr txBox="1"/>
          <p:nvPr>
            <p:ph type="body" sz="quarter" idx="36"/>
          </p:nvPr>
        </p:nvSpPr>
        <p:spPr>
          <a:xfrm>
            <a:off x="1301390" y="97624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pc="-119"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</a:t>
            </a:r>
          </a:p>
        </p:txBody>
      </p:sp>
      <p:sp>
        <p:nvSpPr>
          <p:cNvPr id="858" name="Name"/>
          <p:cNvSpPr txBox="1"/>
          <p:nvPr>
            <p:ph type="body" sz="quarter" idx="37"/>
          </p:nvPr>
        </p:nvSpPr>
        <p:spPr>
          <a:xfrm>
            <a:off x="1301390" y="89879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Name</a:t>
            </a:r>
          </a:p>
        </p:txBody>
      </p:sp>
      <p:sp>
        <p:nvSpPr>
          <p:cNvPr id="859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860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090225_DA_Premium_LogoPage_Dark.png" descr="090225_DA_Premium_LogoPage_Dark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-44847" y="-28179"/>
            <a:ext cx="24473637" cy="13772541"/>
          </a:xfrm>
          <a:prstGeom prst="rect">
            <a:avLst/>
          </a:prstGeom>
          <a:ln w="12700">
            <a:miter lim="400000"/>
          </a:ln>
        </p:spPr>
      </p:pic>
      <p:sp>
        <p:nvSpPr>
          <p:cNvPr id="868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869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6" name="090225_DA_Premium_LogoPage_Light.png" descr="090225_DA_Premium_LogoPage_Light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5416" y="0"/>
            <a:ext cx="24373169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877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878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6 Intro DAS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5" name="090225_DA_BG_Light_01.png" descr="090225_DA_BG_Light_01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86" name="imagen-pegada.pdf" descr="imagen-pegada.pdf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124749" y="6139271"/>
            <a:ext cx="8102194" cy="1415654"/>
          </a:xfrm>
          <a:prstGeom prst="rect">
            <a:avLst/>
          </a:prstGeom>
          <a:ln w="12700">
            <a:miter lim="400000"/>
          </a:ln>
        </p:spPr>
      </p:pic>
      <p:sp>
        <p:nvSpPr>
          <p:cNvPr id="887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88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4  Intro DAS Blue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5" name="090225_DA_BG_Dark_05.png" descr="090225_DA_BG_Dark_05.png"/>
          <p:cNvPicPr>
            <a:picLocks noChangeAspect="1"/>
          </p:cNvPicPr>
          <p:nvPr/>
        </p:nvPicPr>
        <p:blipFill>
          <a:blip r:embed="rId2">
            <a:extLst/>
          </a:blip>
          <a:srcRect l="0" t="12" r="0" b="12"/>
          <a:stretch>
            <a:fillRect/>
          </a:stretch>
        </p:blipFill>
        <p:spPr>
          <a:xfrm>
            <a:off x="-1" y="1714"/>
            <a:ext cx="24384001" cy="13712573"/>
          </a:xfrm>
          <a:prstGeom prst="rect">
            <a:avLst/>
          </a:prstGeom>
          <a:ln w="12700">
            <a:miter lim="400000"/>
          </a:ln>
        </p:spPr>
      </p:pic>
      <p:pic>
        <p:nvPicPr>
          <p:cNvPr id="896" name="Image" descr="Image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140700" y="6150171"/>
            <a:ext cx="8102600" cy="1415658"/>
          </a:xfrm>
          <a:prstGeom prst="rect">
            <a:avLst/>
          </a:prstGeom>
          <a:ln w="12700">
            <a:miter lim="400000"/>
          </a:ln>
        </p:spPr>
      </p:pic>
      <p:sp>
        <p:nvSpPr>
          <p:cNvPr id="897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89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G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2" name="BG2.jpg" descr="BG2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G copy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0" name="BG3.jpg" descr="BG3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2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G copy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8" name="090225_DA_BG_Dark_01.png" descr="090225_DA_BG_Dark_01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2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G cop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6" name="090225_DA_BG_Dark_02.png" descr="090225_DA_BG_Dark_0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3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G cop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4" name="090225_DA_BG_Dark_03.png" descr="090225_DA_BG_Dark_03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4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G copy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2" name="090225_DA_BG_Dark_04.png" descr="090225_DA_BG_Dark_0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G copy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090225_DA_BG_Dark_05.png" descr="090225_DA_BG_Dark_0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6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G copy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8" name="090225_DA_BG_Light_01.png" descr="090225_DA_BG_Light_01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6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G copy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6" name="090225_DA_BG_Light_03.png" descr="090225_DA_BG_Light_03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7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G copy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4" name="090225_DA_BG_Light_04.png" descr="090225_DA_BG_Light_0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G copy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2" name="090225_DA_BG_Light_05.png" descr="090225_DA_BG_Light_0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9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G copy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0" name="090225_DA_BG_Light_06.png" descr="090225_DA_BG_Light_06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0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8" name="Main-BG.jpg" descr="Main-BG.jpg"/>
          <p:cNvPicPr>
            <a:picLocks noChangeAspect="1"/>
          </p:cNvPicPr>
          <p:nvPr/>
        </p:nvPicPr>
        <p:blipFill>
          <a:blip r:embed="rId2">
            <a:extLst/>
          </a:blip>
          <a:srcRect l="0" t="0" r="0" b="79809"/>
          <a:stretch>
            <a:fillRect/>
          </a:stretch>
        </p:blipFill>
        <p:spPr>
          <a:xfrm>
            <a:off x="0" y="0"/>
            <a:ext cx="24384000" cy="2769262"/>
          </a:xfrm>
          <a:prstGeom prst="rect">
            <a:avLst/>
          </a:prstGeom>
          <a:ln w="12700">
            <a:miter lim="400000"/>
          </a:ln>
        </p:spPr>
      </p:pic>
      <p:sp>
        <p:nvSpPr>
          <p:cNvPr id="1009" name="One or two"/>
          <p:cNvSpPr txBox="1"/>
          <p:nvPr>
            <p:ph type="body" sz="quarter" idx="21"/>
          </p:nvPr>
        </p:nvSpPr>
        <p:spPr>
          <a:xfrm>
            <a:off x="666390" y="897470"/>
            <a:ext cx="22848395" cy="1504952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One or two </a:t>
            </a:r>
          </a:p>
        </p:txBody>
      </p:sp>
      <p:sp>
        <p:nvSpPr>
          <p:cNvPr id="1010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rgbClr val="A9A9A9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011" name="Rectangle 6"/>
          <p:cNvSpPr/>
          <p:nvPr/>
        </p:nvSpPr>
        <p:spPr>
          <a:xfrm>
            <a:off x="1713842" y="3117790"/>
            <a:ext cx="926410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12" name="Rectangle 7"/>
          <p:cNvSpPr/>
          <p:nvPr/>
        </p:nvSpPr>
        <p:spPr>
          <a:xfrm>
            <a:off x="2826173" y="3117790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13" name="Rectangle 8"/>
          <p:cNvSpPr/>
          <p:nvPr/>
        </p:nvSpPr>
        <p:spPr>
          <a:xfrm>
            <a:off x="3938502" y="3117790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14" name="Rectangle 9"/>
          <p:cNvSpPr/>
          <p:nvPr/>
        </p:nvSpPr>
        <p:spPr>
          <a:xfrm>
            <a:off x="5050833" y="3117790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15" name="Rectangle 10"/>
          <p:cNvSpPr/>
          <p:nvPr/>
        </p:nvSpPr>
        <p:spPr>
          <a:xfrm>
            <a:off x="6159958" y="3117790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16" name="Rectangle 11"/>
          <p:cNvSpPr/>
          <p:nvPr/>
        </p:nvSpPr>
        <p:spPr>
          <a:xfrm>
            <a:off x="7269082" y="3117790"/>
            <a:ext cx="929614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17" name="Rectangle 12"/>
          <p:cNvSpPr/>
          <p:nvPr/>
        </p:nvSpPr>
        <p:spPr>
          <a:xfrm>
            <a:off x="8381412" y="3117790"/>
            <a:ext cx="929614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18" name="Rectangle 13"/>
          <p:cNvSpPr/>
          <p:nvPr/>
        </p:nvSpPr>
        <p:spPr>
          <a:xfrm>
            <a:off x="9493742" y="3117790"/>
            <a:ext cx="929614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19" name="Rectangle 14"/>
          <p:cNvSpPr/>
          <p:nvPr/>
        </p:nvSpPr>
        <p:spPr>
          <a:xfrm>
            <a:off x="10606071" y="3117790"/>
            <a:ext cx="926410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20" name="Rectangle 15"/>
          <p:cNvSpPr/>
          <p:nvPr/>
        </p:nvSpPr>
        <p:spPr>
          <a:xfrm>
            <a:off x="11718402" y="3117790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21" name="Rectangle 16"/>
          <p:cNvSpPr/>
          <p:nvPr/>
        </p:nvSpPr>
        <p:spPr>
          <a:xfrm>
            <a:off x="12830731" y="3117790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22" name="Rectangle 17"/>
          <p:cNvSpPr/>
          <p:nvPr/>
        </p:nvSpPr>
        <p:spPr>
          <a:xfrm>
            <a:off x="13943062" y="3117790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23" name="Rectangle 18"/>
          <p:cNvSpPr/>
          <p:nvPr/>
        </p:nvSpPr>
        <p:spPr>
          <a:xfrm>
            <a:off x="15052186" y="3117790"/>
            <a:ext cx="929614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24" name="Rectangle 19"/>
          <p:cNvSpPr/>
          <p:nvPr/>
        </p:nvSpPr>
        <p:spPr>
          <a:xfrm>
            <a:off x="16164515" y="3117790"/>
            <a:ext cx="929614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25" name="Rectangle 20"/>
          <p:cNvSpPr/>
          <p:nvPr/>
        </p:nvSpPr>
        <p:spPr>
          <a:xfrm>
            <a:off x="17276847" y="3117790"/>
            <a:ext cx="929614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26" name="Rectangle 21"/>
          <p:cNvSpPr/>
          <p:nvPr/>
        </p:nvSpPr>
        <p:spPr>
          <a:xfrm>
            <a:off x="18389175" y="3117790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27" name="Rectangle 22"/>
          <p:cNvSpPr/>
          <p:nvPr/>
        </p:nvSpPr>
        <p:spPr>
          <a:xfrm>
            <a:off x="19498299" y="3117790"/>
            <a:ext cx="926410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28" name="Rectangle 23"/>
          <p:cNvSpPr/>
          <p:nvPr/>
        </p:nvSpPr>
        <p:spPr>
          <a:xfrm>
            <a:off x="20610631" y="3117790"/>
            <a:ext cx="926410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29" name="Rectangle 24"/>
          <p:cNvSpPr/>
          <p:nvPr/>
        </p:nvSpPr>
        <p:spPr>
          <a:xfrm>
            <a:off x="21722959" y="3117790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30" name="Rectangle 25"/>
          <p:cNvSpPr/>
          <p:nvPr/>
        </p:nvSpPr>
        <p:spPr>
          <a:xfrm>
            <a:off x="22835291" y="3117790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31" name="Rectangle 26"/>
          <p:cNvSpPr/>
          <p:nvPr/>
        </p:nvSpPr>
        <p:spPr>
          <a:xfrm>
            <a:off x="1713842" y="423012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32" name="Rectangle 27"/>
          <p:cNvSpPr/>
          <p:nvPr/>
        </p:nvSpPr>
        <p:spPr>
          <a:xfrm>
            <a:off x="2826173" y="423012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33" name="Rectangle 28"/>
          <p:cNvSpPr/>
          <p:nvPr/>
        </p:nvSpPr>
        <p:spPr>
          <a:xfrm>
            <a:off x="3938502" y="423012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34" name="Rectangle 29"/>
          <p:cNvSpPr/>
          <p:nvPr/>
        </p:nvSpPr>
        <p:spPr>
          <a:xfrm>
            <a:off x="5050833" y="423012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35" name="Rectangle 30"/>
          <p:cNvSpPr/>
          <p:nvPr/>
        </p:nvSpPr>
        <p:spPr>
          <a:xfrm>
            <a:off x="6159958" y="423012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36" name="Rectangle 31"/>
          <p:cNvSpPr/>
          <p:nvPr/>
        </p:nvSpPr>
        <p:spPr>
          <a:xfrm>
            <a:off x="7269082" y="423012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37" name="Rectangle 32"/>
          <p:cNvSpPr/>
          <p:nvPr/>
        </p:nvSpPr>
        <p:spPr>
          <a:xfrm>
            <a:off x="8381412" y="423012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38" name="Rectangle 33"/>
          <p:cNvSpPr/>
          <p:nvPr/>
        </p:nvSpPr>
        <p:spPr>
          <a:xfrm>
            <a:off x="9493742" y="423012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39" name="Rectangle 34"/>
          <p:cNvSpPr/>
          <p:nvPr/>
        </p:nvSpPr>
        <p:spPr>
          <a:xfrm>
            <a:off x="10606071" y="423012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40" name="Rectangle 35"/>
          <p:cNvSpPr/>
          <p:nvPr/>
        </p:nvSpPr>
        <p:spPr>
          <a:xfrm>
            <a:off x="11718402" y="423012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41" name="Rectangle 36"/>
          <p:cNvSpPr/>
          <p:nvPr/>
        </p:nvSpPr>
        <p:spPr>
          <a:xfrm>
            <a:off x="12830731" y="423012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42" name="Rectangle 37"/>
          <p:cNvSpPr/>
          <p:nvPr/>
        </p:nvSpPr>
        <p:spPr>
          <a:xfrm>
            <a:off x="13943062" y="423012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43" name="Rectangle 38"/>
          <p:cNvSpPr/>
          <p:nvPr/>
        </p:nvSpPr>
        <p:spPr>
          <a:xfrm>
            <a:off x="15052186" y="423012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44" name="Rectangle 39"/>
          <p:cNvSpPr/>
          <p:nvPr/>
        </p:nvSpPr>
        <p:spPr>
          <a:xfrm>
            <a:off x="16164515" y="423012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45" name="Rectangle 40"/>
          <p:cNvSpPr/>
          <p:nvPr/>
        </p:nvSpPr>
        <p:spPr>
          <a:xfrm>
            <a:off x="17276847" y="423012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46" name="Rectangle 41"/>
          <p:cNvSpPr/>
          <p:nvPr/>
        </p:nvSpPr>
        <p:spPr>
          <a:xfrm>
            <a:off x="18389175" y="423012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47" name="Rectangle 42"/>
          <p:cNvSpPr/>
          <p:nvPr/>
        </p:nvSpPr>
        <p:spPr>
          <a:xfrm>
            <a:off x="19498299" y="423012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48" name="Rectangle 43"/>
          <p:cNvSpPr/>
          <p:nvPr/>
        </p:nvSpPr>
        <p:spPr>
          <a:xfrm>
            <a:off x="20610631" y="423012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49" name="Rectangle 44"/>
          <p:cNvSpPr/>
          <p:nvPr/>
        </p:nvSpPr>
        <p:spPr>
          <a:xfrm>
            <a:off x="21722959" y="423012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50" name="Rectangle 45"/>
          <p:cNvSpPr/>
          <p:nvPr/>
        </p:nvSpPr>
        <p:spPr>
          <a:xfrm>
            <a:off x="22835291" y="423012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51" name="Rectangle 46"/>
          <p:cNvSpPr/>
          <p:nvPr/>
        </p:nvSpPr>
        <p:spPr>
          <a:xfrm>
            <a:off x="1713842" y="5342450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52" name="Rectangle 47"/>
          <p:cNvSpPr/>
          <p:nvPr/>
        </p:nvSpPr>
        <p:spPr>
          <a:xfrm>
            <a:off x="2826173" y="534245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53" name="Rectangle 48"/>
          <p:cNvSpPr/>
          <p:nvPr/>
        </p:nvSpPr>
        <p:spPr>
          <a:xfrm>
            <a:off x="3938502" y="534245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54" name="Rectangle 49"/>
          <p:cNvSpPr/>
          <p:nvPr/>
        </p:nvSpPr>
        <p:spPr>
          <a:xfrm>
            <a:off x="5050833" y="534245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55" name="Rectangle 50"/>
          <p:cNvSpPr/>
          <p:nvPr/>
        </p:nvSpPr>
        <p:spPr>
          <a:xfrm>
            <a:off x="6159958" y="534245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56" name="Rectangle 51"/>
          <p:cNvSpPr/>
          <p:nvPr/>
        </p:nvSpPr>
        <p:spPr>
          <a:xfrm>
            <a:off x="7269082" y="534245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57" name="Rectangle 52"/>
          <p:cNvSpPr/>
          <p:nvPr/>
        </p:nvSpPr>
        <p:spPr>
          <a:xfrm>
            <a:off x="8381412" y="534245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58" name="Rectangle 53"/>
          <p:cNvSpPr/>
          <p:nvPr/>
        </p:nvSpPr>
        <p:spPr>
          <a:xfrm>
            <a:off x="9493742" y="534245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59" name="Rectangle 54"/>
          <p:cNvSpPr/>
          <p:nvPr/>
        </p:nvSpPr>
        <p:spPr>
          <a:xfrm>
            <a:off x="10606071" y="5342450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60" name="Rectangle 55"/>
          <p:cNvSpPr/>
          <p:nvPr/>
        </p:nvSpPr>
        <p:spPr>
          <a:xfrm>
            <a:off x="11718402" y="534245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61" name="Rectangle 56"/>
          <p:cNvSpPr/>
          <p:nvPr/>
        </p:nvSpPr>
        <p:spPr>
          <a:xfrm>
            <a:off x="12830731" y="534245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62" name="Rectangle 57"/>
          <p:cNvSpPr/>
          <p:nvPr/>
        </p:nvSpPr>
        <p:spPr>
          <a:xfrm>
            <a:off x="13943062" y="534245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63" name="Rectangle 58"/>
          <p:cNvSpPr/>
          <p:nvPr/>
        </p:nvSpPr>
        <p:spPr>
          <a:xfrm>
            <a:off x="15052186" y="534245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64" name="Rectangle 59"/>
          <p:cNvSpPr/>
          <p:nvPr/>
        </p:nvSpPr>
        <p:spPr>
          <a:xfrm>
            <a:off x="16164515" y="534245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65" name="Rectangle 60"/>
          <p:cNvSpPr/>
          <p:nvPr/>
        </p:nvSpPr>
        <p:spPr>
          <a:xfrm>
            <a:off x="17276847" y="534245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66" name="Rectangle 61"/>
          <p:cNvSpPr/>
          <p:nvPr/>
        </p:nvSpPr>
        <p:spPr>
          <a:xfrm>
            <a:off x="18389175" y="534245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67" name="Rectangle 62"/>
          <p:cNvSpPr/>
          <p:nvPr/>
        </p:nvSpPr>
        <p:spPr>
          <a:xfrm>
            <a:off x="19498299" y="5342450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68" name="Rectangle 63"/>
          <p:cNvSpPr/>
          <p:nvPr/>
        </p:nvSpPr>
        <p:spPr>
          <a:xfrm>
            <a:off x="20610631" y="5342450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69" name="Rectangle 64"/>
          <p:cNvSpPr/>
          <p:nvPr/>
        </p:nvSpPr>
        <p:spPr>
          <a:xfrm>
            <a:off x="21722959" y="534245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70" name="Rectangle 65"/>
          <p:cNvSpPr/>
          <p:nvPr/>
        </p:nvSpPr>
        <p:spPr>
          <a:xfrm>
            <a:off x="22835291" y="534245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71" name="Rectangle 66"/>
          <p:cNvSpPr/>
          <p:nvPr/>
        </p:nvSpPr>
        <p:spPr>
          <a:xfrm>
            <a:off x="1713842" y="645478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72" name="Rectangle 67"/>
          <p:cNvSpPr/>
          <p:nvPr/>
        </p:nvSpPr>
        <p:spPr>
          <a:xfrm>
            <a:off x="2826173" y="645478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73" name="Rectangle 68"/>
          <p:cNvSpPr/>
          <p:nvPr/>
        </p:nvSpPr>
        <p:spPr>
          <a:xfrm>
            <a:off x="3938502" y="645478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74" name="Rectangle 69"/>
          <p:cNvSpPr/>
          <p:nvPr/>
        </p:nvSpPr>
        <p:spPr>
          <a:xfrm>
            <a:off x="5050833" y="645478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75" name="Rectangle 70"/>
          <p:cNvSpPr/>
          <p:nvPr/>
        </p:nvSpPr>
        <p:spPr>
          <a:xfrm>
            <a:off x="6159958" y="645478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76" name="Rectangle 71"/>
          <p:cNvSpPr/>
          <p:nvPr/>
        </p:nvSpPr>
        <p:spPr>
          <a:xfrm>
            <a:off x="7269082" y="645478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77" name="Rectangle 72"/>
          <p:cNvSpPr/>
          <p:nvPr/>
        </p:nvSpPr>
        <p:spPr>
          <a:xfrm>
            <a:off x="8381412" y="645478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78" name="Rectangle 73"/>
          <p:cNvSpPr/>
          <p:nvPr/>
        </p:nvSpPr>
        <p:spPr>
          <a:xfrm>
            <a:off x="9493742" y="645478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79" name="Rectangle 74"/>
          <p:cNvSpPr/>
          <p:nvPr/>
        </p:nvSpPr>
        <p:spPr>
          <a:xfrm>
            <a:off x="10606071" y="645478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80" name="Rectangle 75"/>
          <p:cNvSpPr/>
          <p:nvPr/>
        </p:nvSpPr>
        <p:spPr>
          <a:xfrm>
            <a:off x="11718402" y="645478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81" name="Rectangle 76"/>
          <p:cNvSpPr/>
          <p:nvPr/>
        </p:nvSpPr>
        <p:spPr>
          <a:xfrm>
            <a:off x="12830731" y="645478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82" name="Rectangle 77"/>
          <p:cNvSpPr/>
          <p:nvPr/>
        </p:nvSpPr>
        <p:spPr>
          <a:xfrm>
            <a:off x="13943062" y="645478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83" name="Rectangle 78"/>
          <p:cNvSpPr/>
          <p:nvPr/>
        </p:nvSpPr>
        <p:spPr>
          <a:xfrm>
            <a:off x="15052186" y="645478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84" name="Rectangle 79"/>
          <p:cNvSpPr/>
          <p:nvPr/>
        </p:nvSpPr>
        <p:spPr>
          <a:xfrm>
            <a:off x="16164515" y="645478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85" name="Rectangle 80"/>
          <p:cNvSpPr/>
          <p:nvPr/>
        </p:nvSpPr>
        <p:spPr>
          <a:xfrm>
            <a:off x="17276847" y="645478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86" name="Rectangle 81"/>
          <p:cNvSpPr/>
          <p:nvPr/>
        </p:nvSpPr>
        <p:spPr>
          <a:xfrm>
            <a:off x="18389175" y="645478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87" name="Rectangle 82"/>
          <p:cNvSpPr/>
          <p:nvPr/>
        </p:nvSpPr>
        <p:spPr>
          <a:xfrm>
            <a:off x="19498299" y="645478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88" name="Rectangle 83"/>
          <p:cNvSpPr/>
          <p:nvPr/>
        </p:nvSpPr>
        <p:spPr>
          <a:xfrm>
            <a:off x="20610631" y="645478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89" name="Rectangle 84"/>
          <p:cNvSpPr/>
          <p:nvPr/>
        </p:nvSpPr>
        <p:spPr>
          <a:xfrm>
            <a:off x="21722959" y="645478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90" name="Rectangle 85"/>
          <p:cNvSpPr/>
          <p:nvPr/>
        </p:nvSpPr>
        <p:spPr>
          <a:xfrm>
            <a:off x="22835291" y="645478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91" name="Rectangle 86"/>
          <p:cNvSpPr/>
          <p:nvPr/>
        </p:nvSpPr>
        <p:spPr>
          <a:xfrm>
            <a:off x="1713842" y="7563905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92" name="Rectangle 87"/>
          <p:cNvSpPr/>
          <p:nvPr/>
        </p:nvSpPr>
        <p:spPr>
          <a:xfrm>
            <a:off x="2826173" y="7563905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93" name="Rectangle 88"/>
          <p:cNvSpPr/>
          <p:nvPr/>
        </p:nvSpPr>
        <p:spPr>
          <a:xfrm>
            <a:off x="3938502" y="7563905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94" name="Rectangle 89"/>
          <p:cNvSpPr/>
          <p:nvPr/>
        </p:nvSpPr>
        <p:spPr>
          <a:xfrm>
            <a:off x="5050833" y="7563905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95" name="Rectangle 90"/>
          <p:cNvSpPr/>
          <p:nvPr/>
        </p:nvSpPr>
        <p:spPr>
          <a:xfrm>
            <a:off x="6159958" y="7563905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96" name="Rectangle 91"/>
          <p:cNvSpPr/>
          <p:nvPr/>
        </p:nvSpPr>
        <p:spPr>
          <a:xfrm>
            <a:off x="7269082" y="7563905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97" name="Rectangle 92"/>
          <p:cNvSpPr/>
          <p:nvPr/>
        </p:nvSpPr>
        <p:spPr>
          <a:xfrm>
            <a:off x="8381412" y="7563905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98" name="Rectangle 93"/>
          <p:cNvSpPr/>
          <p:nvPr/>
        </p:nvSpPr>
        <p:spPr>
          <a:xfrm>
            <a:off x="9493742" y="7563905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099" name="Rectangle 94"/>
          <p:cNvSpPr/>
          <p:nvPr/>
        </p:nvSpPr>
        <p:spPr>
          <a:xfrm>
            <a:off x="10606071" y="7563905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00" name="Rectangle 95"/>
          <p:cNvSpPr/>
          <p:nvPr/>
        </p:nvSpPr>
        <p:spPr>
          <a:xfrm>
            <a:off x="11718402" y="7563905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01" name="Rectangle 96"/>
          <p:cNvSpPr/>
          <p:nvPr/>
        </p:nvSpPr>
        <p:spPr>
          <a:xfrm>
            <a:off x="12830731" y="7563905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02" name="Rectangle 97"/>
          <p:cNvSpPr/>
          <p:nvPr/>
        </p:nvSpPr>
        <p:spPr>
          <a:xfrm>
            <a:off x="13943062" y="7563905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03" name="Rectangle 98"/>
          <p:cNvSpPr/>
          <p:nvPr/>
        </p:nvSpPr>
        <p:spPr>
          <a:xfrm>
            <a:off x="15052186" y="7563905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04" name="Rectangle 99"/>
          <p:cNvSpPr/>
          <p:nvPr/>
        </p:nvSpPr>
        <p:spPr>
          <a:xfrm>
            <a:off x="16164515" y="7563905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05" name="Rectangle 100"/>
          <p:cNvSpPr/>
          <p:nvPr/>
        </p:nvSpPr>
        <p:spPr>
          <a:xfrm>
            <a:off x="17276847" y="7563905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06" name="Rectangle 101"/>
          <p:cNvSpPr/>
          <p:nvPr/>
        </p:nvSpPr>
        <p:spPr>
          <a:xfrm>
            <a:off x="18389175" y="7563905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07" name="Rectangle 102"/>
          <p:cNvSpPr/>
          <p:nvPr/>
        </p:nvSpPr>
        <p:spPr>
          <a:xfrm>
            <a:off x="19498299" y="7563905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08" name="Rectangle 103"/>
          <p:cNvSpPr/>
          <p:nvPr/>
        </p:nvSpPr>
        <p:spPr>
          <a:xfrm>
            <a:off x="20610631" y="7563905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09" name="Rectangle 104"/>
          <p:cNvSpPr/>
          <p:nvPr/>
        </p:nvSpPr>
        <p:spPr>
          <a:xfrm>
            <a:off x="21722959" y="7563905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10" name="Rectangle 105"/>
          <p:cNvSpPr/>
          <p:nvPr/>
        </p:nvSpPr>
        <p:spPr>
          <a:xfrm>
            <a:off x="22835291" y="7563905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11" name="Rectangle 106"/>
          <p:cNvSpPr/>
          <p:nvPr/>
        </p:nvSpPr>
        <p:spPr>
          <a:xfrm>
            <a:off x="1713842" y="8676234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12" name="Rectangle 107"/>
          <p:cNvSpPr/>
          <p:nvPr/>
        </p:nvSpPr>
        <p:spPr>
          <a:xfrm>
            <a:off x="2826173" y="8676234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13" name="Rectangle 108"/>
          <p:cNvSpPr/>
          <p:nvPr/>
        </p:nvSpPr>
        <p:spPr>
          <a:xfrm>
            <a:off x="3938502" y="8676234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14" name="Rectangle 109"/>
          <p:cNvSpPr/>
          <p:nvPr/>
        </p:nvSpPr>
        <p:spPr>
          <a:xfrm>
            <a:off x="5050833" y="8676234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15" name="Rectangle 110"/>
          <p:cNvSpPr/>
          <p:nvPr/>
        </p:nvSpPr>
        <p:spPr>
          <a:xfrm>
            <a:off x="6159958" y="8676234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16" name="Rectangle 111"/>
          <p:cNvSpPr/>
          <p:nvPr/>
        </p:nvSpPr>
        <p:spPr>
          <a:xfrm>
            <a:off x="7269082" y="8676234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17" name="Rectangle 112"/>
          <p:cNvSpPr/>
          <p:nvPr/>
        </p:nvSpPr>
        <p:spPr>
          <a:xfrm>
            <a:off x="8381412" y="8676234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18" name="Rectangle 113"/>
          <p:cNvSpPr/>
          <p:nvPr/>
        </p:nvSpPr>
        <p:spPr>
          <a:xfrm>
            <a:off x="9493742" y="8676234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19" name="Rectangle 114"/>
          <p:cNvSpPr/>
          <p:nvPr/>
        </p:nvSpPr>
        <p:spPr>
          <a:xfrm>
            <a:off x="10606071" y="8676234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20" name="Rectangle 115"/>
          <p:cNvSpPr/>
          <p:nvPr/>
        </p:nvSpPr>
        <p:spPr>
          <a:xfrm>
            <a:off x="11718402" y="8676234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21" name="Rectangle 116"/>
          <p:cNvSpPr/>
          <p:nvPr/>
        </p:nvSpPr>
        <p:spPr>
          <a:xfrm>
            <a:off x="12830731" y="8676234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22" name="Rectangle 117"/>
          <p:cNvSpPr/>
          <p:nvPr/>
        </p:nvSpPr>
        <p:spPr>
          <a:xfrm>
            <a:off x="13943062" y="8676234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23" name="Rectangle 118"/>
          <p:cNvSpPr/>
          <p:nvPr/>
        </p:nvSpPr>
        <p:spPr>
          <a:xfrm>
            <a:off x="15052186" y="8676234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24" name="Rectangle 119"/>
          <p:cNvSpPr/>
          <p:nvPr/>
        </p:nvSpPr>
        <p:spPr>
          <a:xfrm>
            <a:off x="16164515" y="8676234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25" name="Rectangle 120"/>
          <p:cNvSpPr/>
          <p:nvPr/>
        </p:nvSpPr>
        <p:spPr>
          <a:xfrm>
            <a:off x="17276847" y="8676234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26" name="Rectangle 121"/>
          <p:cNvSpPr/>
          <p:nvPr/>
        </p:nvSpPr>
        <p:spPr>
          <a:xfrm>
            <a:off x="18389175" y="8676234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27" name="Rectangle 122"/>
          <p:cNvSpPr/>
          <p:nvPr/>
        </p:nvSpPr>
        <p:spPr>
          <a:xfrm>
            <a:off x="19498299" y="8676234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28" name="Rectangle 123"/>
          <p:cNvSpPr/>
          <p:nvPr/>
        </p:nvSpPr>
        <p:spPr>
          <a:xfrm>
            <a:off x="20610631" y="8676234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29" name="Rectangle 124"/>
          <p:cNvSpPr/>
          <p:nvPr/>
        </p:nvSpPr>
        <p:spPr>
          <a:xfrm>
            <a:off x="21722959" y="8676234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30" name="Rectangle 125"/>
          <p:cNvSpPr/>
          <p:nvPr/>
        </p:nvSpPr>
        <p:spPr>
          <a:xfrm>
            <a:off x="22835291" y="8676234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31" name="Rectangle 126"/>
          <p:cNvSpPr/>
          <p:nvPr/>
        </p:nvSpPr>
        <p:spPr>
          <a:xfrm>
            <a:off x="1713842" y="9791770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32" name="Rectangle 127"/>
          <p:cNvSpPr/>
          <p:nvPr/>
        </p:nvSpPr>
        <p:spPr>
          <a:xfrm>
            <a:off x="2826173" y="979177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33" name="Rectangle 128"/>
          <p:cNvSpPr/>
          <p:nvPr/>
        </p:nvSpPr>
        <p:spPr>
          <a:xfrm>
            <a:off x="3938502" y="979177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34" name="Rectangle 129"/>
          <p:cNvSpPr/>
          <p:nvPr/>
        </p:nvSpPr>
        <p:spPr>
          <a:xfrm>
            <a:off x="5050833" y="979177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35" name="Rectangle 130"/>
          <p:cNvSpPr/>
          <p:nvPr/>
        </p:nvSpPr>
        <p:spPr>
          <a:xfrm>
            <a:off x="6159958" y="979177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36" name="Rectangle 131"/>
          <p:cNvSpPr/>
          <p:nvPr/>
        </p:nvSpPr>
        <p:spPr>
          <a:xfrm>
            <a:off x="7269082" y="979177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37" name="Rectangle 132"/>
          <p:cNvSpPr/>
          <p:nvPr/>
        </p:nvSpPr>
        <p:spPr>
          <a:xfrm>
            <a:off x="8381412" y="979177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38" name="Rectangle 133"/>
          <p:cNvSpPr/>
          <p:nvPr/>
        </p:nvSpPr>
        <p:spPr>
          <a:xfrm>
            <a:off x="9493742" y="979177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39" name="Rectangle 134"/>
          <p:cNvSpPr/>
          <p:nvPr/>
        </p:nvSpPr>
        <p:spPr>
          <a:xfrm>
            <a:off x="10606071" y="9791770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40" name="Rectangle 135"/>
          <p:cNvSpPr/>
          <p:nvPr/>
        </p:nvSpPr>
        <p:spPr>
          <a:xfrm>
            <a:off x="11718402" y="979177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41" name="Rectangle 136"/>
          <p:cNvSpPr/>
          <p:nvPr/>
        </p:nvSpPr>
        <p:spPr>
          <a:xfrm>
            <a:off x="12830731" y="979177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42" name="Rectangle 137"/>
          <p:cNvSpPr/>
          <p:nvPr/>
        </p:nvSpPr>
        <p:spPr>
          <a:xfrm>
            <a:off x="13943062" y="979177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43" name="Rectangle 138"/>
          <p:cNvSpPr/>
          <p:nvPr/>
        </p:nvSpPr>
        <p:spPr>
          <a:xfrm>
            <a:off x="15052186" y="979177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44" name="Rectangle 139"/>
          <p:cNvSpPr/>
          <p:nvPr/>
        </p:nvSpPr>
        <p:spPr>
          <a:xfrm>
            <a:off x="16164515" y="979177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45" name="Rectangle 140"/>
          <p:cNvSpPr/>
          <p:nvPr/>
        </p:nvSpPr>
        <p:spPr>
          <a:xfrm>
            <a:off x="17276847" y="979177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46" name="Rectangle 141"/>
          <p:cNvSpPr/>
          <p:nvPr/>
        </p:nvSpPr>
        <p:spPr>
          <a:xfrm>
            <a:off x="18389175" y="979177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47" name="Rectangle 142"/>
          <p:cNvSpPr/>
          <p:nvPr/>
        </p:nvSpPr>
        <p:spPr>
          <a:xfrm>
            <a:off x="19498299" y="9791770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48" name="Rectangle 143"/>
          <p:cNvSpPr/>
          <p:nvPr/>
        </p:nvSpPr>
        <p:spPr>
          <a:xfrm>
            <a:off x="20610631" y="9791770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49" name="Rectangle 144"/>
          <p:cNvSpPr/>
          <p:nvPr/>
        </p:nvSpPr>
        <p:spPr>
          <a:xfrm>
            <a:off x="21722959" y="979177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50" name="Rectangle 145"/>
          <p:cNvSpPr/>
          <p:nvPr/>
        </p:nvSpPr>
        <p:spPr>
          <a:xfrm>
            <a:off x="22835291" y="979177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51" name="Rectangle 146"/>
          <p:cNvSpPr/>
          <p:nvPr/>
        </p:nvSpPr>
        <p:spPr>
          <a:xfrm>
            <a:off x="1713842" y="1090410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52" name="Rectangle 147"/>
          <p:cNvSpPr/>
          <p:nvPr/>
        </p:nvSpPr>
        <p:spPr>
          <a:xfrm>
            <a:off x="2826173" y="1090410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53" name="Rectangle 148"/>
          <p:cNvSpPr/>
          <p:nvPr/>
        </p:nvSpPr>
        <p:spPr>
          <a:xfrm>
            <a:off x="3938502" y="1090410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54" name="Rectangle 149"/>
          <p:cNvSpPr/>
          <p:nvPr/>
        </p:nvSpPr>
        <p:spPr>
          <a:xfrm>
            <a:off x="5050833" y="1090410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55" name="Rectangle 150"/>
          <p:cNvSpPr/>
          <p:nvPr/>
        </p:nvSpPr>
        <p:spPr>
          <a:xfrm>
            <a:off x="6159958" y="1090410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56" name="Rectangle 151"/>
          <p:cNvSpPr/>
          <p:nvPr/>
        </p:nvSpPr>
        <p:spPr>
          <a:xfrm>
            <a:off x="7269082" y="1090410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57" name="Rectangle 152"/>
          <p:cNvSpPr/>
          <p:nvPr/>
        </p:nvSpPr>
        <p:spPr>
          <a:xfrm>
            <a:off x="8381412" y="1090410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58" name="Rectangle 153"/>
          <p:cNvSpPr/>
          <p:nvPr/>
        </p:nvSpPr>
        <p:spPr>
          <a:xfrm>
            <a:off x="9493742" y="1090410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59" name="Rectangle 154"/>
          <p:cNvSpPr/>
          <p:nvPr/>
        </p:nvSpPr>
        <p:spPr>
          <a:xfrm>
            <a:off x="10606071" y="1090410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60" name="Rectangle 155"/>
          <p:cNvSpPr/>
          <p:nvPr/>
        </p:nvSpPr>
        <p:spPr>
          <a:xfrm>
            <a:off x="11718402" y="1090410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61" name="Rectangle 156"/>
          <p:cNvSpPr/>
          <p:nvPr/>
        </p:nvSpPr>
        <p:spPr>
          <a:xfrm>
            <a:off x="12830731" y="1090410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62" name="Rectangle 157"/>
          <p:cNvSpPr/>
          <p:nvPr/>
        </p:nvSpPr>
        <p:spPr>
          <a:xfrm>
            <a:off x="13943062" y="1090410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63" name="Rectangle 158"/>
          <p:cNvSpPr/>
          <p:nvPr/>
        </p:nvSpPr>
        <p:spPr>
          <a:xfrm>
            <a:off x="15052186" y="1090410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64" name="Rectangle 159"/>
          <p:cNvSpPr/>
          <p:nvPr/>
        </p:nvSpPr>
        <p:spPr>
          <a:xfrm>
            <a:off x="16164515" y="1090410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65" name="Rectangle 160"/>
          <p:cNvSpPr/>
          <p:nvPr/>
        </p:nvSpPr>
        <p:spPr>
          <a:xfrm>
            <a:off x="17276847" y="1090410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66" name="Rectangle 161"/>
          <p:cNvSpPr/>
          <p:nvPr/>
        </p:nvSpPr>
        <p:spPr>
          <a:xfrm>
            <a:off x="18389175" y="1090410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67" name="Rectangle 162"/>
          <p:cNvSpPr/>
          <p:nvPr/>
        </p:nvSpPr>
        <p:spPr>
          <a:xfrm>
            <a:off x="19498299" y="1090410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68" name="Rectangle 163"/>
          <p:cNvSpPr/>
          <p:nvPr/>
        </p:nvSpPr>
        <p:spPr>
          <a:xfrm>
            <a:off x="20610631" y="1090410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69" name="Rectangle 164"/>
          <p:cNvSpPr/>
          <p:nvPr/>
        </p:nvSpPr>
        <p:spPr>
          <a:xfrm>
            <a:off x="21722959" y="1090410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70" name="Rectangle 165"/>
          <p:cNvSpPr/>
          <p:nvPr/>
        </p:nvSpPr>
        <p:spPr>
          <a:xfrm>
            <a:off x="22835291" y="1090410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71" name="Rectangle 166"/>
          <p:cNvSpPr/>
          <p:nvPr/>
        </p:nvSpPr>
        <p:spPr>
          <a:xfrm>
            <a:off x="1713842" y="12013226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72" name="Rectangle 167"/>
          <p:cNvSpPr/>
          <p:nvPr/>
        </p:nvSpPr>
        <p:spPr>
          <a:xfrm>
            <a:off x="2826173" y="12013226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73" name="Rectangle 168"/>
          <p:cNvSpPr/>
          <p:nvPr/>
        </p:nvSpPr>
        <p:spPr>
          <a:xfrm>
            <a:off x="3938502" y="12013226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74" name="Rectangle 169"/>
          <p:cNvSpPr/>
          <p:nvPr/>
        </p:nvSpPr>
        <p:spPr>
          <a:xfrm>
            <a:off x="5050833" y="12013226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75" name="Rectangle 170"/>
          <p:cNvSpPr/>
          <p:nvPr/>
        </p:nvSpPr>
        <p:spPr>
          <a:xfrm>
            <a:off x="6159958" y="12013226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76" name="Rectangle 171"/>
          <p:cNvSpPr/>
          <p:nvPr/>
        </p:nvSpPr>
        <p:spPr>
          <a:xfrm>
            <a:off x="7269082" y="12013226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77" name="Rectangle 172"/>
          <p:cNvSpPr/>
          <p:nvPr/>
        </p:nvSpPr>
        <p:spPr>
          <a:xfrm>
            <a:off x="8381412" y="12013226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78" name="Rectangle 173"/>
          <p:cNvSpPr/>
          <p:nvPr/>
        </p:nvSpPr>
        <p:spPr>
          <a:xfrm>
            <a:off x="9493742" y="12013226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79" name="Rectangle 174"/>
          <p:cNvSpPr/>
          <p:nvPr/>
        </p:nvSpPr>
        <p:spPr>
          <a:xfrm>
            <a:off x="10606071" y="12013226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80" name="Rectangle 175"/>
          <p:cNvSpPr/>
          <p:nvPr/>
        </p:nvSpPr>
        <p:spPr>
          <a:xfrm>
            <a:off x="11718402" y="12013226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81" name="Rectangle 176"/>
          <p:cNvSpPr/>
          <p:nvPr/>
        </p:nvSpPr>
        <p:spPr>
          <a:xfrm>
            <a:off x="12830731" y="12013226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82" name="Rectangle 177"/>
          <p:cNvSpPr/>
          <p:nvPr/>
        </p:nvSpPr>
        <p:spPr>
          <a:xfrm>
            <a:off x="13943062" y="12013226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83" name="Rectangle 178"/>
          <p:cNvSpPr/>
          <p:nvPr/>
        </p:nvSpPr>
        <p:spPr>
          <a:xfrm>
            <a:off x="15052186" y="12013226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84" name="Rectangle 179"/>
          <p:cNvSpPr/>
          <p:nvPr/>
        </p:nvSpPr>
        <p:spPr>
          <a:xfrm>
            <a:off x="16164515" y="12013226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85" name="Rectangle 180"/>
          <p:cNvSpPr/>
          <p:nvPr/>
        </p:nvSpPr>
        <p:spPr>
          <a:xfrm>
            <a:off x="17276847" y="12013226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86" name="Rectangle 181"/>
          <p:cNvSpPr/>
          <p:nvPr/>
        </p:nvSpPr>
        <p:spPr>
          <a:xfrm>
            <a:off x="18389175" y="12013226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87" name="Rectangle 182"/>
          <p:cNvSpPr/>
          <p:nvPr/>
        </p:nvSpPr>
        <p:spPr>
          <a:xfrm>
            <a:off x="19498299" y="12013226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88" name="Rectangle 183"/>
          <p:cNvSpPr/>
          <p:nvPr/>
        </p:nvSpPr>
        <p:spPr>
          <a:xfrm>
            <a:off x="20610631" y="12013226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89" name="Rectangle 184"/>
          <p:cNvSpPr/>
          <p:nvPr/>
        </p:nvSpPr>
        <p:spPr>
          <a:xfrm>
            <a:off x="21722959" y="12013226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90" name="Rectangle 185"/>
          <p:cNvSpPr/>
          <p:nvPr/>
        </p:nvSpPr>
        <p:spPr>
          <a:xfrm>
            <a:off x="22835291" y="12013226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91" name="Rectangle 6"/>
          <p:cNvSpPr/>
          <p:nvPr/>
        </p:nvSpPr>
        <p:spPr>
          <a:xfrm>
            <a:off x="598309" y="3116187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92" name="Rectangle 26"/>
          <p:cNvSpPr/>
          <p:nvPr/>
        </p:nvSpPr>
        <p:spPr>
          <a:xfrm>
            <a:off x="598309" y="4228519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93" name="Rectangle 46"/>
          <p:cNvSpPr/>
          <p:nvPr/>
        </p:nvSpPr>
        <p:spPr>
          <a:xfrm>
            <a:off x="598309" y="5340848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94" name="Rectangle 66"/>
          <p:cNvSpPr/>
          <p:nvPr/>
        </p:nvSpPr>
        <p:spPr>
          <a:xfrm>
            <a:off x="598309" y="6453178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95" name="Rectangle 86"/>
          <p:cNvSpPr/>
          <p:nvPr/>
        </p:nvSpPr>
        <p:spPr>
          <a:xfrm>
            <a:off x="598309" y="7562303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96" name="Rectangle 106"/>
          <p:cNvSpPr/>
          <p:nvPr/>
        </p:nvSpPr>
        <p:spPr>
          <a:xfrm>
            <a:off x="598309" y="8674632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97" name="Rectangle 126"/>
          <p:cNvSpPr/>
          <p:nvPr/>
        </p:nvSpPr>
        <p:spPr>
          <a:xfrm>
            <a:off x="598309" y="9790168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98" name="Rectangle 146"/>
          <p:cNvSpPr/>
          <p:nvPr/>
        </p:nvSpPr>
        <p:spPr>
          <a:xfrm>
            <a:off x="598309" y="10902499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199" name="Rectangle 166"/>
          <p:cNvSpPr/>
          <p:nvPr/>
        </p:nvSpPr>
        <p:spPr>
          <a:xfrm>
            <a:off x="598309" y="12011624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200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  <a:ln w="12700"/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lank Blue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7" name="Main-BG.jpg" descr="Main-BG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208" name="One or two…"/>
          <p:cNvSpPr txBox="1"/>
          <p:nvPr>
            <p:ph type="body" sz="quarter" idx="21"/>
          </p:nvPr>
        </p:nvSpPr>
        <p:spPr>
          <a:xfrm>
            <a:off x="666390" y="897470"/>
            <a:ext cx="22848395" cy="2838452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/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209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210" name="Rectangle"/>
          <p:cNvSpPr/>
          <p:nvPr/>
        </p:nvSpPr>
        <p:spPr>
          <a:xfrm>
            <a:off x="17159952" y="10194868"/>
            <a:ext cx="6589048" cy="2378132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11" name="Rectangle"/>
          <p:cNvSpPr/>
          <p:nvPr/>
        </p:nvSpPr>
        <p:spPr>
          <a:xfrm>
            <a:off x="17159954" y="2998914"/>
            <a:ext cx="6589048" cy="2378133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12" name="Rectangle"/>
          <p:cNvSpPr/>
          <p:nvPr/>
        </p:nvSpPr>
        <p:spPr>
          <a:xfrm>
            <a:off x="10513755" y="10194868"/>
            <a:ext cx="6589048" cy="2378132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13" name="Rectangle"/>
          <p:cNvSpPr/>
          <p:nvPr/>
        </p:nvSpPr>
        <p:spPr>
          <a:xfrm>
            <a:off x="10513755" y="2998914"/>
            <a:ext cx="6589048" cy="2378133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14" name="Rectangle"/>
          <p:cNvSpPr/>
          <p:nvPr/>
        </p:nvSpPr>
        <p:spPr>
          <a:xfrm>
            <a:off x="10513615" y="5397500"/>
            <a:ext cx="6589317" cy="23780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0" y="21600"/>
                </a:lnTo>
                <a:lnTo>
                  <a:pt x="16176" y="21600"/>
                </a:lnTo>
                <a:lnTo>
                  <a:pt x="16176" y="6507"/>
                </a:lnTo>
                <a:lnTo>
                  <a:pt x="21600" y="6507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15" name="Rectangle"/>
          <p:cNvSpPr/>
          <p:nvPr/>
        </p:nvSpPr>
        <p:spPr>
          <a:xfrm>
            <a:off x="10513615" y="7796212"/>
            <a:ext cx="6589317" cy="23780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0" y="21600"/>
                </a:lnTo>
                <a:lnTo>
                  <a:pt x="21600" y="21600"/>
                </a:lnTo>
                <a:lnTo>
                  <a:pt x="21600" y="15050"/>
                </a:lnTo>
                <a:lnTo>
                  <a:pt x="16176" y="15050"/>
                </a:lnTo>
                <a:lnTo>
                  <a:pt x="1617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16" name="Rectangle"/>
          <p:cNvSpPr/>
          <p:nvPr/>
        </p:nvSpPr>
        <p:spPr>
          <a:xfrm>
            <a:off x="17160081" y="5397500"/>
            <a:ext cx="6588919" cy="23780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0" y="6507"/>
                </a:lnTo>
                <a:lnTo>
                  <a:pt x="5320" y="6507"/>
                </a:lnTo>
                <a:lnTo>
                  <a:pt x="532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17" name="Rectangle"/>
          <p:cNvSpPr/>
          <p:nvPr/>
        </p:nvSpPr>
        <p:spPr>
          <a:xfrm>
            <a:off x="17160081" y="7796212"/>
            <a:ext cx="6588919" cy="23780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320" y="0"/>
                </a:moveTo>
                <a:lnTo>
                  <a:pt x="5320" y="15050"/>
                </a:lnTo>
                <a:lnTo>
                  <a:pt x="0" y="15050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5320" y="0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18" name="Rectangle"/>
          <p:cNvSpPr/>
          <p:nvPr/>
        </p:nvSpPr>
        <p:spPr>
          <a:xfrm>
            <a:off x="15548246" y="6214129"/>
            <a:ext cx="3134513" cy="3138778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19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  <a:ln w="12700"/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lank Blue cop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6" name="Main-BG.jpg" descr="Main-BG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227" name="One or two…"/>
          <p:cNvSpPr txBox="1"/>
          <p:nvPr>
            <p:ph type="body" sz="quarter" idx="21"/>
          </p:nvPr>
        </p:nvSpPr>
        <p:spPr>
          <a:xfrm>
            <a:off x="666390" y="897470"/>
            <a:ext cx="22848395" cy="2838452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/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228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229" name="Rectangle"/>
          <p:cNvSpPr/>
          <p:nvPr/>
        </p:nvSpPr>
        <p:spPr>
          <a:xfrm>
            <a:off x="15815239" y="5391748"/>
            <a:ext cx="3623241" cy="2364288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30" name="Rectangle"/>
          <p:cNvSpPr/>
          <p:nvPr/>
        </p:nvSpPr>
        <p:spPr>
          <a:xfrm>
            <a:off x="15815239" y="3007060"/>
            <a:ext cx="3623241" cy="2364289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31" name="Rectangle"/>
          <p:cNvSpPr/>
          <p:nvPr/>
        </p:nvSpPr>
        <p:spPr>
          <a:xfrm>
            <a:off x="15815239" y="10171568"/>
            <a:ext cx="3623241" cy="2364288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32" name="Rectangle"/>
          <p:cNvSpPr/>
          <p:nvPr/>
        </p:nvSpPr>
        <p:spPr>
          <a:xfrm>
            <a:off x="15815239" y="7794129"/>
            <a:ext cx="3623241" cy="2364289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33" name="Rectangle"/>
          <p:cNvSpPr/>
          <p:nvPr/>
        </p:nvSpPr>
        <p:spPr>
          <a:xfrm>
            <a:off x="19438480" y="5391748"/>
            <a:ext cx="3623240" cy="2364288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34" name="Rectangle"/>
          <p:cNvSpPr/>
          <p:nvPr/>
        </p:nvSpPr>
        <p:spPr>
          <a:xfrm>
            <a:off x="19438480" y="3007060"/>
            <a:ext cx="3623240" cy="2364289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35" name="Rectangle"/>
          <p:cNvSpPr/>
          <p:nvPr/>
        </p:nvSpPr>
        <p:spPr>
          <a:xfrm>
            <a:off x="19438480" y="10171568"/>
            <a:ext cx="3623240" cy="2364288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36" name="Rectangle"/>
          <p:cNvSpPr/>
          <p:nvPr/>
        </p:nvSpPr>
        <p:spPr>
          <a:xfrm>
            <a:off x="19438480" y="7794129"/>
            <a:ext cx="3623240" cy="2364289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37" name="Rectangle"/>
          <p:cNvSpPr/>
          <p:nvPr/>
        </p:nvSpPr>
        <p:spPr>
          <a:xfrm>
            <a:off x="12192000" y="5391748"/>
            <a:ext cx="3623240" cy="2364288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38" name="Rectangle"/>
          <p:cNvSpPr/>
          <p:nvPr/>
        </p:nvSpPr>
        <p:spPr>
          <a:xfrm>
            <a:off x="1322280" y="5391748"/>
            <a:ext cx="3623241" cy="2364288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39" name="Rectangle"/>
          <p:cNvSpPr/>
          <p:nvPr/>
        </p:nvSpPr>
        <p:spPr>
          <a:xfrm>
            <a:off x="1322280" y="3007060"/>
            <a:ext cx="3623241" cy="2364289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40" name="Rectangle"/>
          <p:cNvSpPr/>
          <p:nvPr/>
        </p:nvSpPr>
        <p:spPr>
          <a:xfrm>
            <a:off x="1322280" y="10171568"/>
            <a:ext cx="3623241" cy="2364288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41" name="Rectangle"/>
          <p:cNvSpPr/>
          <p:nvPr/>
        </p:nvSpPr>
        <p:spPr>
          <a:xfrm>
            <a:off x="1322280" y="7794129"/>
            <a:ext cx="3623241" cy="2364289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42" name="Rectangle"/>
          <p:cNvSpPr/>
          <p:nvPr/>
        </p:nvSpPr>
        <p:spPr>
          <a:xfrm>
            <a:off x="4945520" y="5391748"/>
            <a:ext cx="3623241" cy="2364288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43" name="Rectangle"/>
          <p:cNvSpPr/>
          <p:nvPr/>
        </p:nvSpPr>
        <p:spPr>
          <a:xfrm>
            <a:off x="4945520" y="3007060"/>
            <a:ext cx="3623241" cy="2364289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44" name="Rectangle"/>
          <p:cNvSpPr/>
          <p:nvPr/>
        </p:nvSpPr>
        <p:spPr>
          <a:xfrm>
            <a:off x="4945520" y="10171568"/>
            <a:ext cx="3623241" cy="2364288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45" name="Rectangle"/>
          <p:cNvSpPr/>
          <p:nvPr/>
        </p:nvSpPr>
        <p:spPr>
          <a:xfrm>
            <a:off x="4945520" y="7794129"/>
            <a:ext cx="3623241" cy="2364289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46" name="Rectangle"/>
          <p:cNvSpPr/>
          <p:nvPr/>
        </p:nvSpPr>
        <p:spPr>
          <a:xfrm>
            <a:off x="8568759" y="5391748"/>
            <a:ext cx="3623241" cy="2364288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47" name="Rectangle"/>
          <p:cNvSpPr/>
          <p:nvPr/>
        </p:nvSpPr>
        <p:spPr>
          <a:xfrm>
            <a:off x="8568759" y="3007060"/>
            <a:ext cx="3623241" cy="2364289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48" name="Rectangle"/>
          <p:cNvSpPr/>
          <p:nvPr/>
        </p:nvSpPr>
        <p:spPr>
          <a:xfrm>
            <a:off x="8568759" y="10171568"/>
            <a:ext cx="3623241" cy="2364288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49" name="Rectangle"/>
          <p:cNvSpPr/>
          <p:nvPr/>
        </p:nvSpPr>
        <p:spPr>
          <a:xfrm>
            <a:off x="8568759" y="7794129"/>
            <a:ext cx="3623241" cy="2364289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50" name="Rectangle"/>
          <p:cNvSpPr/>
          <p:nvPr/>
        </p:nvSpPr>
        <p:spPr>
          <a:xfrm>
            <a:off x="12192000" y="3007060"/>
            <a:ext cx="3623240" cy="2364289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51" name="Rectangle"/>
          <p:cNvSpPr/>
          <p:nvPr/>
        </p:nvSpPr>
        <p:spPr>
          <a:xfrm>
            <a:off x="12192000" y="10171568"/>
            <a:ext cx="3623240" cy="2364288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52" name="Rectangle"/>
          <p:cNvSpPr/>
          <p:nvPr/>
        </p:nvSpPr>
        <p:spPr>
          <a:xfrm>
            <a:off x="12192000" y="7794129"/>
            <a:ext cx="3623240" cy="2364289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53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  <a:ln w="12700"/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0" name="Main-BG.jpg" descr="Main-BG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261" name="One or two"/>
          <p:cNvSpPr txBox="1"/>
          <p:nvPr>
            <p:ph type="body" sz="quarter" idx="21"/>
          </p:nvPr>
        </p:nvSpPr>
        <p:spPr>
          <a:xfrm>
            <a:off x="666390" y="897470"/>
            <a:ext cx="22848395" cy="1504952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One or two </a:t>
            </a:r>
          </a:p>
        </p:txBody>
      </p:sp>
      <p:sp>
        <p:nvSpPr>
          <p:cNvPr id="1262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263" name="Rectangle"/>
          <p:cNvSpPr/>
          <p:nvPr/>
        </p:nvSpPr>
        <p:spPr>
          <a:xfrm>
            <a:off x="12216362" y="7774116"/>
            <a:ext cx="5740888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64" name="Rectangle"/>
          <p:cNvSpPr/>
          <p:nvPr/>
        </p:nvSpPr>
        <p:spPr>
          <a:xfrm>
            <a:off x="12216362" y="5386515"/>
            <a:ext cx="5740888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65" name="Rectangle"/>
          <p:cNvSpPr/>
          <p:nvPr/>
        </p:nvSpPr>
        <p:spPr>
          <a:xfrm>
            <a:off x="12216363" y="2998915"/>
            <a:ext cx="5740889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66" name="Rectangle"/>
          <p:cNvSpPr/>
          <p:nvPr/>
        </p:nvSpPr>
        <p:spPr>
          <a:xfrm>
            <a:off x="9220143" y="10161716"/>
            <a:ext cx="5740888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67" name="Rectangle"/>
          <p:cNvSpPr/>
          <p:nvPr/>
        </p:nvSpPr>
        <p:spPr>
          <a:xfrm>
            <a:off x="6425681" y="7774116"/>
            <a:ext cx="5740888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68" name="Rectangle"/>
          <p:cNvSpPr/>
          <p:nvPr/>
        </p:nvSpPr>
        <p:spPr>
          <a:xfrm>
            <a:off x="6425681" y="5386515"/>
            <a:ext cx="5740888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69" name="Rectangle"/>
          <p:cNvSpPr/>
          <p:nvPr/>
        </p:nvSpPr>
        <p:spPr>
          <a:xfrm>
            <a:off x="634998" y="7779091"/>
            <a:ext cx="5740889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70" name="Rectangle"/>
          <p:cNvSpPr/>
          <p:nvPr/>
        </p:nvSpPr>
        <p:spPr>
          <a:xfrm>
            <a:off x="634998" y="5391490"/>
            <a:ext cx="5740889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71" name="Rectangle"/>
          <p:cNvSpPr/>
          <p:nvPr/>
        </p:nvSpPr>
        <p:spPr>
          <a:xfrm>
            <a:off x="634998" y="2993940"/>
            <a:ext cx="5740889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72" name="Rectangle"/>
          <p:cNvSpPr/>
          <p:nvPr/>
        </p:nvSpPr>
        <p:spPr>
          <a:xfrm>
            <a:off x="6425681" y="2993940"/>
            <a:ext cx="5740888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73" name="Rectangle"/>
          <p:cNvSpPr/>
          <p:nvPr/>
        </p:nvSpPr>
        <p:spPr>
          <a:xfrm>
            <a:off x="18008113" y="7771629"/>
            <a:ext cx="5740888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74" name="Rectangle"/>
          <p:cNvSpPr/>
          <p:nvPr/>
        </p:nvSpPr>
        <p:spPr>
          <a:xfrm>
            <a:off x="18008113" y="5384028"/>
            <a:ext cx="5740888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75" name="Rectangle"/>
          <p:cNvSpPr/>
          <p:nvPr/>
        </p:nvSpPr>
        <p:spPr>
          <a:xfrm>
            <a:off x="18008114" y="2996427"/>
            <a:ext cx="5740889" cy="2367177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76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  <a:ln w="12700"/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3" name="Main-BG.jpg" descr="Main-BG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284" name="One or two…"/>
          <p:cNvSpPr txBox="1"/>
          <p:nvPr>
            <p:ph type="body" sz="quarter" idx="21"/>
          </p:nvPr>
        </p:nvSpPr>
        <p:spPr>
          <a:xfrm>
            <a:off x="666390" y="897470"/>
            <a:ext cx="22848395" cy="2838452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/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285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pic>
        <p:nvPicPr>
          <p:cNvPr id="1286" name="Upscaled-1920.jpg" descr="Upscaled-1920.jpg"/>
          <p:cNvPicPr>
            <a:picLocks noChangeAspect="1"/>
          </p:cNvPicPr>
          <p:nvPr/>
        </p:nvPicPr>
        <p:blipFill>
          <a:blip r:embed="rId3">
            <a:extLst/>
          </a:blip>
          <a:srcRect l="0" t="34984" r="0" b="34984"/>
          <a:stretch>
            <a:fillRect/>
          </a:stretch>
        </p:blipFill>
        <p:spPr>
          <a:xfrm>
            <a:off x="1180737" y="8776959"/>
            <a:ext cx="22022526" cy="3720248"/>
          </a:xfrm>
          <a:prstGeom prst="rect">
            <a:avLst/>
          </a:prstGeom>
          <a:ln w="12700">
            <a:miter lim="400000"/>
          </a:ln>
        </p:spPr>
      </p:pic>
      <p:sp>
        <p:nvSpPr>
          <p:cNvPr id="1287" name="Rectangle"/>
          <p:cNvSpPr/>
          <p:nvPr/>
        </p:nvSpPr>
        <p:spPr>
          <a:xfrm>
            <a:off x="1180737" y="7308737"/>
            <a:ext cx="22022526" cy="1452324"/>
          </a:xfrm>
          <a:prstGeom prst="rect">
            <a:avLst/>
          </a:prstGeom>
          <a:solidFill>
            <a:srgbClr val="212121"/>
          </a:solidFill>
          <a:ln w="12700"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88" name="Rectangle"/>
          <p:cNvSpPr/>
          <p:nvPr/>
        </p:nvSpPr>
        <p:spPr>
          <a:xfrm>
            <a:off x="1180737" y="5841750"/>
            <a:ext cx="22022526" cy="1452323"/>
          </a:xfrm>
          <a:prstGeom prst="rect">
            <a:avLst/>
          </a:prstGeom>
          <a:solidFill>
            <a:srgbClr val="212121"/>
          </a:solidFill>
          <a:ln w="12700"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89" name="Rectangle"/>
          <p:cNvSpPr/>
          <p:nvPr/>
        </p:nvSpPr>
        <p:spPr>
          <a:xfrm>
            <a:off x="1180737" y="4374762"/>
            <a:ext cx="22022526" cy="1452324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25400">
            <a:solidFill>
              <a:srgbClr val="EBEBEB"/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90" name="Rectangle"/>
          <p:cNvSpPr/>
          <p:nvPr/>
        </p:nvSpPr>
        <p:spPr>
          <a:xfrm>
            <a:off x="1180737" y="2907775"/>
            <a:ext cx="22022526" cy="1452324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25400">
            <a:solidFill>
              <a:srgbClr val="EBEBEB"/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baseline="-22222" cap="all" spc="90"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1291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  <a:ln w="12700"/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ESPN Cover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8" name="091925_DA_ESPN_Premium_LogoPage_Dark.png" descr="091925_DA_ESPN_Premium_LogoPage_Dark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-44849" y="-28179"/>
            <a:ext cx="24473637" cy="13772541"/>
          </a:xfrm>
          <a:prstGeom prst="rect">
            <a:avLst/>
          </a:prstGeom>
          <a:ln w="12700">
            <a:miter lim="400000"/>
          </a:ln>
        </p:spPr>
      </p:pic>
      <p:sp>
        <p:nvSpPr>
          <p:cNvPr id="1299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ESPN Cover Dark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6" name="ESPN-Dark-Title.jpg" descr="ESPN-Dark-Title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307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ESPN Cover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4" name="091925_DA_ESPN_Premium_LogoPage_Light.png" descr="091925_DA_ESPN_Premium_LogoPage_Light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5416" y="0"/>
            <a:ext cx="24373169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1315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ESPN Cover Light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2" name="ESPN-Light-Title.jpg" descr="ESPN-Light-Title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323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0" name="One or two…"/>
          <p:cNvSpPr txBox="1"/>
          <p:nvPr>
            <p:ph type="body" sz="quarter" idx="21"/>
          </p:nvPr>
        </p:nvSpPr>
        <p:spPr>
          <a:xfrm>
            <a:off x="666390" y="3639200"/>
            <a:ext cx="10419799" cy="3465197"/>
          </a:xfrm>
          <a:prstGeom prst="rect">
            <a:avLst/>
          </a:prstGeom>
        </p:spPr>
        <p:txBody>
          <a:bodyPr lIns="50800" tIns="50800" rIns="50800" bIns="50800" anchor="b">
            <a:spAutoFit/>
          </a:bodyPr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331" name="Subtitle"/>
          <p:cNvSpPr txBox="1"/>
          <p:nvPr>
            <p:ph type="body" sz="quarter" idx="22"/>
          </p:nvPr>
        </p:nvSpPr>
        <p:spPr>
          <a:xfrm>
            <a:off x="666390" y="7338020"/>
            <a:ext cx="4877680" cy="762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Subtitle</a:t>
            </a:r>
          </a:p>
        </p:txBody>
      </p:sp>
      <p:sp>
        <p:nvSpPr>
          <p:cNvPr id="1332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333" name="placeholder.png"/>
          <p:cNvSpPr/>
          <p:nvPr>
            <p:ph type="pic" idx="23"/>
          </p:nvPr>
        </p:nvSpPr>
        <p:spPr>
          <a:xfrm>
            <a:off x="-12999698" y="-1"/>
            <a:ext cx="47890480" cy="1371738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34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" name="One or two…"/>
          <p:cNvSpPr txBox="1"/>
          <p:nvPr>
            <p:ph type="body" sz="quarter" idx="21"/>
          </p:nvPr>
        </p:nvSpPr>
        <p:spPr>
          <a:xfrm>
            <a:off x="666390" y="3639200"/>
            <a:ext cx="9592987" cy="3465197"/>
          </a:xfrm>
          <a:prstGeom prst="rect">
            <a:avLst/>
          </a:prstGeom>
        </p:spPr>
        <p:txBody>
          <a:bodyPr lIns="50800" tIns="50800" rIns="50800" bIns="50800" anchor="b">
            <a:spAutoFit/>
          </a:bodyPr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342" name="Subtitle"/>
          <p:cNvSpPr txBox="1"/>
          <p:nvPr>
            <p:ph type="body" sz="quarter" idx="22"/>
          </p:nvPr>
        </p:nvSpPr>
        <p:spPr>
          <a:xfrm>
            <a:off x="666390" y="7338020"/>
            <a:ext cx="4877680" cy="762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Subtitle</a:t>
            </a:r>
          </a:p>
        </p:txBody>
      </p:sp>
      <p:sp>
        <p:nvSpPr>
          <p:cNvPr id="1343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344" name="placeholder.png"/>
          <p:cNvSpPr/>
          <p:nvPr>
            <p:ph type="pic" idx="23"/>
          </p:nvPr>
        </p:nvSpPr>
        <p:spPr>
          <a:xfrm>
            <a:off x="-12999698" y="-1"/>
            <a:ext cx="47890480" cy="1371738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45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ivider cop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placeholder.png"/>
          <p:cNvSpPr/>
          <p:nvPr>
            <p:ph type="pic" idx="21"/>
          </p:nvPr>
        </p:nvSpPr>
        <p:spPr>
          <a:xfrm>
            <a:off x="-9532960" y="-1"/>
            <a:ext cx="43449337" cy="1371738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53" name="Title Text"/>
          <p:cNvSpPr txBox="1"/>
          <p:nvPr>
            <p:ph type="body" sz="quarter" idx="22"/>
          </p:nvPr>
        </p:nvSpPr>
        <p:spPr>
          <a:xfrm>
            <a:off x="666390" y="9072470"/>
            <a:ext cx="15190642" cy="1839597"/>
          </a:xfrm>
          <a:prstGeom prst="rect">
            <a:avLst/>
          </a:prstGeom>
        </p:spPr>
        <p:txBody>
          <a:bodyPr lIns="50800" tIns="50800" rIns="50800" bIns="50800" anchor="b">
            <a:spAutoFit/>
          </a:bodyPr>
          <a:lstStyle>
            <a:lvl1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354" name="Subtitle"/>
          <p:cNvSpPr txBox="1"/>
          <p:nvPr>
            <p:ph type="body" sz="quarter" idx="23"/>
          </p:nvPr>
        </p:nvSpPr>
        <p:spPr>
          <a:xfrm>
            <a:off x="666390" y="10912066"/>
            <a:ext cx="15387855" cy="762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Subtitle</a:t>
            </a:r>
          </a:p>
        </p:txBody>
      </p:sp>
      <p:sp>
        <p:nvSpPr>
          <p:cNvPr id="1355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2" name="091925_DA_ESPN_BG_Dark_06.png" descr="091925_DA_ESPN_BG_Dark_06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-66277" y="-40283"/>
            <a:ext cx="24516522" cy="13796672"/>
          </a:xfrm>
          <a:prstGeom prst="rect">
            <a:avLst/>
          </a:prstGeom>
          <a:ln w="12700">
            <a:miter lim="400000"/>
          </a:ln>
        </p:spPr>
      </p:pic>
      <p:sp>
        <p:nvSpPr>
          <p:cNvPr id="1363" name="Rectangle"/>
          <p:cNvSpPr/>
          <p:nvPr/>
        </p:nvSpPr>
        <p:spPr>
          <a:xfrm>
            <a:off x="-1" y="6451600"/>
            <a:ext cx="24384001" cy="1257631"/>
          </a:xfrm>
          <a:prstGeom prst="rect">
            <a:avLst/>
          </a:prstGeom>
          <a:gradFill>
            <a:gsLst>
              <a:gs pos="0">
                <a:srgbClr val="E13733"/>
              </a:gs>
              <a:gs pos="100000">
                <a:schemeClr val="accent4">
                  <a:hueOff val="-203031"/>
                  <a:satOff val="-71423"/>
                  <a:lumOff val="-30171"/>
                </a:schemeClr>
              </a:gs>
            </a:gsLst>
            <a:path path="circle">
              <a:fillToRect l="37721" t="-19636" r="62278" b="119636"/>
            </a:path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364" name="placeholder.png"/>
          <p:cNvSpPr/>
          <p:nvPr>
            <p:ph type="pic" idx="21"/>
          </p:nvPr>
        </p:nvSpPr>
        <p:spPr>
          <a:xfrm>
            <a:off x="-9533063" y="-1"/>
            <a:ext cx="43449805" cy="7620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65" name="Body Level One…"/>
          <p:cNvSpPr txBox="1"/>
          <p:nvPr>
            <p:ph type="body" sz="half" idx="1" hasCustomPrompt="1"/>
          </p:nvPr>
        </p:nvSpPr>
        <p:spPr>
          <a:xfrm>
            <a:off x="1143000" y="8177038"/>
            <a:ext cx="22098000" cy="4544943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66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pc="-12" sz="1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367" name="Slide Title"/>
          <p:cNvSpPr txBox="1"/>
          <p:nvPr>
            <p:ph type="title" hasCustomPrompt="1"/>
          </p:nvPr>
        </p:nvSpPr>
        <p:spPr>
          <a:xfrm>
            <a:off x="2301610" y="6211268"/>
            <a:ext cx="19780780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algn="ctr" defTabSz="2438338">
              <a:lnSpc>
                <a:spcPts val="7500"/>
              </a:lnSpc>
              <a:defRPr spc="-200" sz="10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1368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5" name="091925_DA_ESPN_BG_Light_01.png" descr="091925_DA_ESPN_BG_Light_01.png"/>
          <p:cNvPicPr>
            <a:picLocks noChangeAspect="0"/>
          </p:cNvPicPr>
          <p:nvPr/>
        </p:nvPicPr>
        <p:blipFill>
          <a:blip r:embed="rId2">
            <a:extLst/>
          </a:blip>
          <a:srcRect l="0" t="0" r="0" b="0"/>
          <a:stretch>
            <a:fillRect/>
          </a:stretch>
        </p:blipFill>
        <p:spPr>
          <a:xfrm>
            <a:off x="140" y="48066"/>
            <a:ext cx="24383619" cy="13667736"/>
          </a:xfrm>
          <a:prstGeom prst="rect">
            <a:avLst/>
          </a:prstGeom>
          <a:ln w="12700">
            <a:miter lim="400000"/>
          </a:ln>
        </p:spPr>
      </p:pic>
      <p:sp>
        <p:nvSpPr>
          <p:cNvPr id="1376" name="Rectangle"/>
          <p:cNvSpPr/>
          <p:nvPr/>
        </p:nvSpPr>
        <p:spPr>
          <a:xfrm>
            <a:off x="-1" y="6451600"/>
            <a:ext cx="24384001" cy="1257631"/>
          </a:xfrm>
          <a:prstGeom prst="rect">
            <a:avLst/>
          </a:prstGeom>
          <a:gradFill>
            <a:gsLst>
              <a:gs pos="0">
                <a:srgbClr val="E13733"/>
              </a:gs>
              <a:gs pos="100000">
                <a:schemeClr val="accent4">
                  <a:hueOff val="-203031"/>
                  <a:satOff val="-71423"/>
                  <a:lumOff val="-30171"/>
                </a:schemeClr>
              </a:gs>
            </a:gsLst>
            <a:path path="circle">
              <a:fillToRect l="37721" t="-19636" r="62278" b="119636"/>
            </a:path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377" name="placeholder.png"/>
          <p:cNvSpPr/>
          <p:nvPr>
            <p:ph type="pic" idx="21"/>
          </p:nvPr>
        </p:nvSpPr>
        <p:spPr>
          <a:xfrm>
            <a:off x="-9533063" y="-1"/>
            <a:ext cx="43449805" cy="7620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78" name="Body Level One…"/>
          <p:cNvSpPr txBox="1"/>
          <p:nvPr>
            <p:ph type="body" sz="half" idx="1" hasCustomPrompt="1"/>
          </p:nvPr>
        </p:nvSpPr>
        <p:spPr>
          <a:xfrm>
            <a:off x="1143000" y="8177038"/>
            <a:ext cx="22098000" cy="4544943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79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pc="-12" sz="1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380" name="Slide Title"/>
          <p:cNvSpPr txBox="1"/>
          <p:nvPr>
            <p:ph type="title" hasCustomPrompt="1"/>
          </p:nvPr>
        </p:nvSpPr>
        <p:spPr>
          <a:xfrm>
            <a:off x="2301610" y="6211268"/>
            <a:ext cx="19780780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algn="ctr" defTabSz="2438338">
              <a:lnSpc>
                <a:spcPts val="7500"/>
              </a:lnSpc>
              <a:defRPr spc="-200" sz="10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1381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8" name="091925_DA_ESPN_Premium_BoxesCenter_Light.png" descr="091925_DA_ESPN_Premium_BoxesCenter_Light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-41077" y="-26194"/>
            <a:ext cx="24466342" cy="13768433"/>
          </a:xfrm>
          <a:prstGeom prst="rect">
            <a:avLst/>
          </a:prstGeom>
          <a:ln>
            <a:solidFill>
              <a:schemeClr val="accent4">
                <a:hueOff val="-93125"/>
                <a:satOff val="2803"/>
                <a:lumOff val="23906"/>
              </a:schemeClr>
            </a:solidFill>
            <a:miter/>
          </a:ln>
        </p:spPr>
      </p:pic>
      <p:sp>
        <p:nvSpPr>
          <p:cNvPr id="1389" name="placeholder.png"/>
          <p:cNvSpPr/>
          <p:nvPr>
            <p:ph type="pic" sz="half" idx="21"/>
          </p:nvPr>
        </p:nvSpPr>
        <p:spPr>
          <a:xfrm>
            <a:off x="2142786" y="5692107"/>
            <a:ext cx="11543015" cy="7295209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90" name="placeholder.png"/>
          <p:cNvSpPr/>
          <p:nvPr>
            <p:ph type="pic" sz="half" idx="22"/>
          </p:nvPr>
        </p:nvSpPr>
        <p:spPr>
          <a:xfrm>
            <a:off x="6663925" y="8029111"/>
            <a:ext cx="11542886" cy="7295128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91" name="placeholder.png"/>
          <p:cNvSpPr/>
          <p:nvPr>
            <p:ph type="pic" sz="half" idx="23"/>
          </p:nvPr>
        </p:nvSpPr>
        <p:spPr>
          <a:xfrm>
            <a:off x="11193331" y="5704626"/>
            <a:ext cx="11543516" cy="7295526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92" name="placeholder.png"/>
          <p:cNvSpPr/>
          <p:nvPr>
            <p:ph type="pic" sz="half" idx="24"/>
          </p:nvPr>
        </p:nvSpPr>
        <p:spPr>
          <a:xfrm>
            <a:off x="2138839" y="12325965"/>
            <a:ext cx="11542461" cy="7294859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93" name="placeholder.png"/>
          <p:cNvSpPr/>
          <p:nvPr>
            <p:ph type="pic" sz="half" idx="25"/>
          </p:nvPr>
        </p:nvSpPr>
        <p:spPr>
          <a:xfrm>
            <a:off x="-2407384" y="8056495"/>
            <a:ext cx="11496685" cy="7265928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94" name="placeholder.png"/>
          <p:cNvSpPr/>
          <p:nvPr>
            <p:ph type="pic" sz="half" idx="26"/>
          </p:nvPr>
        </p:nvSpPr>
        <p:spPr>
          <a:xfrm>
            <a:off x="11193581" y="12300594"/>
            <a:ext cx="11542835" cy="7295096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95" name="placeholder.png"/>
          <p:cNvSpPr/>
          <p:nvPr>
            <p:ph type="pic" sz="half" idx="27"/>
          </p:nvPr>
        </p:nvSpPr>
        <p:spPr>
          <a:xfrm>
            <a:off x="15738456" y="8037215"/>
            <a:ext cx="11636012" cy="7353983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96" name="One or two…"/>
          <p:cNvSpPr txBox="1"/>
          <p:nvPr>
            <p:ph type="body" sz="quarter" idx="28"/>
          </p:nvPr>
        </p:nvSpPr>
        <p:spPr>
          <a:xfrm>
            <a:off x="6365865" y="2111374"/>
            <a:ext cx="11652270" cy="275485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397" name="UPPERTEXT"/>
          <p:cNvSpPr txBox="1"/>
          <p:nvPr>
            <p:ph type="body" sz="quarter" idx="29"/>
          </p:nvPr>
        </p:nvSpPr>
        <p:spPr>
          <a:xfrm>
            <a:off x="7364119" y="1193249"/>
            <a:ext cx="9655761" cy="73209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lnSpc>
                <a:spcPct val="140000"/>
              </a:lnSpc>
              <a:spcBef>
                <a:spcPts val="0"/>
              </a:spcBef>
              <a:buClrTx/>
              <a:buSzTx/>
              <a:buFontTx/>
              <a:buNone/>
              <a:defRPr spc="-200" sz="5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UPPERTEXT</a:t>
            </a:r>
          </a:p>
        </p:txBody>
      </p:sp>
      <p:sp>
        <p:nvSpPr>
          <p:cNvPr id="1398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5" name="091925_DA_ESPN_Premium_BoxesCenter_Dark.png" descr="091925_DA_ESPN_Premium_BoxesCenter_Dark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-41077" y="-26194"/>
            <a:ext cx="24466342" cy="13768433"/>
          </a:xfrm>
          <a:prstGeom prst="rect">
            <a:avLst/>
          </a:prstGeom>
          <a:ln w="12700">
            <a:miter lim="400000"/>
          </a:ln>
        </p:spPr>
      </p:pic>
      <p:sp>
        <p:nvSpPr>
          <p:cNvPr id="1406" name="One or two…"/>
          <p:cNvSpPr txBox="1"/>
          <p:nvPr>
            <p:ph type="body" sz="quarter" idx="21"/>
          </p:nvPr>
        </p:nvSpPr>
        <p:spPr>
          <a:xfrm>
            <a:off x="6365865" y="2111374"/>
            <a:ext cx="11652270" cy="275485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407" name="UPPERTEXT"/>
          <p:cNvSpPr txBox="1"/>
          <p:nvPr>
            <p:ph type="body" sz="quarter" idx="22"/>
          </p:nvPr>
        </p:nvSpPr>
        <p:spPr>
          <a:xfrm>
            <a:off x="7364119" y="1193249"/>
            <a:ext cx="9655761" cy="73209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lnSpc>
                <a:spcPct val="140000"/>
              </a:lnSpc>
              <a:spcBef>
                <a:spcPts val="0"/>
              </a:spcBef>
              <a:buClrTx/>
              <a:buSzTx/>
              <a:buFontTx/>
              <a:buNone/>
              <a:defRPr spc="-200" sz="5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UPPERTEXT</a:t>
            </a:r>
          </a:p>
        </p:txBody>
      </p:sp>
      <p:sp>
        <p:nvSpPr>
          <p:cNvPr id="1408" name="placeholder.png"/>
          <p:cNvSpPr/>
          <p:nvPr>
            <p:ph type="pic" sz="half" idx="23"/>
          </p:nvPr>
        </p:nvSpPr>
        <p:spPr>
          <a:xfrm>
            <a:off x="2142786" y="5692107"/>
            <a:ext cx="11543015" cy="7295209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09" name="placeholder.png"/>
          <p:cNvSpPr/>
          <p:nvPr>
            <p:ph type="pic" sz="half" idx="24"/>
          </p:nvPr>
        </p:nvSpPr>
        <p:spPr>
          <a:xfrm>
            <a:off x="6663925" y="8029111"/>
            <a:ext cx="11542886" cy="7295128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10" name="placeholder.png"/>
          <p:cNvSpPr/>
          <p:nvPr>
            <p:ph type="pic" sz="half" idx="25"/>
          </p:nvPr>
        </p:nvSpPr>
        <p:spPr>
          <a:xfrm>
            <a:off x="11193331" y="5704626"/>
            <a:ext cx="11543516" cy="7295526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11" name="placeholder.png"/>
          <p:cNvSpPr/>
          <p:nvPr>
            <p:ph type="pic" sz="half" idx="26"/>
          </p:nvPr>
        </p:nvSpPr>
        <p:spPr>
          <a:xfrm>
            <a:off x="2138839" y="12325965"/>
            <a:ext cx="11542461" cy="7294859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12" name="placeholder.png"/>
          <p:cNvSpPr/>
          <p:nvPr>
            <p:ph type="pic" sz="half" idx="27"/>
          </p:nvPr>
        </p:nvSpPr>
        <p:spPr>
          <a:xfrm>
            <a:off x="-2407384" y="8056495"/>
            <a:ext cx="11496685" cy="7265928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13" name="placeholder.png"/>
          <p:cNvSpPr/>
          <p:nvPr>
            <p:ph type="pic" sz="half" idx="28"/>
          </p:nvPr>
        </p:nvSpPr>
        <p:spPr>
          <a:xfrm>
            <a:off x="11193581" y="12300594"/>
            <a:ext cx="11542835" cy="7295096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14" name="placeholder.png"/>
          <p:cNvSpPr/>
          <p:nvPr>
            <p:ph type="pic" sz="half" idx="29"/>
          </p:nvPr>
        </p:nvSpPr>
        <p:spPr>
          <a:xfrm>
            <a:off x="15738456" y="8037215"/>
            <a:ext cx="11636012" cy="7353983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15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2" name="091825_DA_ESPN_Premium_OneHeadline_Light_REV.png" descr="091825_DA_ESPN_Premium_OneHeadline_Light_REV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5416" y="0"/>
            <a:ext cx="24373169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1423" name="One or Two…"/>
          <p:cNvSpPr txBox="1"/>
          <p:nvPr>
            <p:ph type="body" sz="quarter" idx="21"/>
          </p:nvPr>
        </p:nvSpPr>
        <p:spPr>
          <a:xfrm>
            <a:off x="7364119" y="5911432"/>
            <a:ext cx="9655762" cy="2663975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424" name="UPPERTEXT"/>
          <p:cNvSpPr txBox="1"/>
          <p:nvPr>
            <p:ph type="body" sz="quarter" idx="22"/>
          </p:nvPr>
        </p:nvSpPr>
        <p:spPr>
          <a:xfrm>
            <a:off x="7364119" y="5140593"/>
            <a:ext cx="9655761" cy="61375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pc="-200" sz="5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UPPERTEXT</a:t>
            </a:r>
          </a:p>
        </p:txBody>
      </p:sp>
      <p:sp>
        <p:nvSpPr>
          <p:cNvPr id="1425" name="placeholder.png"/>
          <p:cNvSpPr/>
          <p:nvPr>
            <p:ph type="pic" sz="quarter" idx="23"/>
          </p:nvPr>
        </p:nvSpPr>
        <p:spPr>
          <a:xfrm>
            <a:off x="6873488" y="-1701057"/>
            <a:ext cx="6855644" cy="433278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26" name="placeholder.png"/>
          <p:cNvSpPr/>
          <p:nvPr>
            <p:ph type="pic" sz="quarter" idx="24"/>
          </p:nvPr>
        </p:nvSpPr>
        <p:spPr>
          <a:xfrm>
            <a:off x="-265679" y="-1678327"/>
            <a:ext cx="6822647" cy="431192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27" name="placeholder.png"/>
          <p:cNvSpPr/>
          <p:nvPr>
            <p:ph type="pic" sz="quarter" idx="25"/>
          </p:nvPr>
        </p:nvSpPr>
        <p:spPr>
          <a:xfrm>
            <a:off x="14007489" y="-1678185"/>
            <a:ext cx="6822418" cy="431178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28" name="placeholder.png"/>
          <p:cNvSpPr/>
          <p:nvPr>
            <p:ph type="pic" sz="quarter" idx="26"/>
          </p:nvPr>
        </p:nvSpPr>
        <p:spPr>
          <a:xfrm>
            <a:off x="21193562" y="-1713627"/>
            <a:ext cx="6855456" cy="433266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29" name="placeholder.png"/>
          <p:cNvSpPr/>
          <p:nvPr>
            <p:ph type="pic" sz="quarter" idx="27"/>
          </p:nvPr>
        </p:nvSpPr>
        <p:spPr>
          <a:xfrm>
            <a:off x="3496275" y="11047072"/>
            <a:ext cx="6822647" cy="4311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30" name="placeholder.png"/>
          <p:cNvSpPr/>
          <p:nvPr>
            <p:ph type="pic" sz="quarter" idx="28"/>
          </p:nvPr>
        </p:nvSpPr>
        <p:spPr>
          <a:xfrm>
            <a:off x="-3643879" y="11034372"/>
            <a:ext cx="6822647" cy="4311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31" name="placeholder.png"/>
          <p:cNvSpPr/>
          <p:nvPr>
            <p:ph type="pic" sz="quarter" idx="29"/>
          </p:nvPr>
        </p:nvSpPr>
        <p:spPr>
          <a:xfrm>
            <a:off x="10601717" y="11049873"/>
            <a:ext cx="6855456" cy="433266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32" name="placeholder.png"/>
          <p:cNvSpPr/>
          <p:nvPr>
            <p:ph type="pic" sz="quarter" idx="30"/>
          </p:nvPr>
        </p:nvSpPr>
        <p:spPr>
          <a:xfrm>
            <a:off x="17789962" y="11037173"/>
            <a:ext cx="6855456" cy="433266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33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0" name="091925_DA_ESPN_Premium_OneHeadline_Dark.png" descr="091925_DA_ESPN_Premium_OneHeadline_Dark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-64072" y="0"/>
            <a:ext cx="24454971" cy="13762035"/>
          </a:xfrm>
          <a:prstGeom prst="rect">
            <a:avLst/>
          </a:prstGeom>
          <a:ln w="12700">
            <a:miter lim="400000"/>
          </a:ln>
        </p:spPr>
      </p:pic>
      <p:sp>
        <p:nvSpPr>
          <p:cNvPr id="1441" name="One or Two…"/>
          <p:cNvSpPr txBox="1"/>
          <p:nvPr>
            <p:ph type="body" sz="quarter" idx="21"/>
          </p:nvPr>
        </p:nvSpPr>
        <p:spPr>
          <a:xfrm>
            <a:off x="7364119" y="5911432"/>
            <a:ext cx="9655762" cy="2663975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442" name="UPPERTEXT"/>
          <p:cNvSpPr txBox="1"/>
          <p:nvPr>
            <p:ph type="body" sz="quarter" idx="22"/>
          </p:nvPr>
        </p:nvSpPr>
        <p:spPr>
          <a:xfrm>
            <a:off x="7364119" y="5140593"/>
            <a:ext cx="9655761" cy="61375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pc="-200" sz="5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UPPERTEXT</a:t>
            </a:r>
          </a:p>
        </p:txBody>
      </p:sp>
      <p:sp>
        <p:nvSpPr>
          <p:cNvPr id="1443" name="placeholder.png"/>
          <p:cNvSpPr/>
          <p:nvPr>
            <p:ph type="pic" sz="quarter" idx="23"/>
          </p:nvPr>
        </p:nvSpPr>
        <p:spPr>
          <a:xfrm>
            <a:off x="6971910" y="-1506877"/>
            <a:ext cx="6822646" cy="4311927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44" name="placeholder.png"/>
          <p:cNvSpPr/>
          <p:nvPr>
            <p:ph type="pic" sz="quarter" idx="24"/>
          </p:nvPr>
        </p:nvSpPr>
        <p:spPr>
          <a:xfrm>
            <a:off x="-316479" y="-1665627"/>
            <a:ext cx="6822647" cy="4311927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45" name="placeholder.png"/>
          <p:cNvSpPr/>
          <p:nvPr>
            <p:ph type="pic" sz="quarter" idx="25"/>
          </p:nvPr>
        </p:nvSpPr>
        <p:spPr>
          <a:xfrm>
            <a:off x="14005317" y="-1675527"/>
            <a:ext cx="6855456" cy="4332663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46" name="placeholder.png"/>
          <p:cNvSpPr/>
          <p:nvPr>
            <p:ph type="pic" sz="quarter" idx="26"/>
          </p:nvPr>
        </p:nvSpPr>
        <p:spPr>
          <a:xfrm>
            <a:off x="21199847" y="-1700927"/>
            <a:ext cx="6855456" cy="4332663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47" name="placeholder.png"/>
          <p:cNvSpPr/>
          <p:nvPr>
            <p:ph type="pic" sz="quarter" idx="27"/>
          </p:nvPr>
        </p:nvSpPr>
        <p:spPr>
          <a:xfrm>
            <a:off x="3426473" y="11071261"/>
            <a:ext cx="6868418" cy="4340855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48" name="placeholder.png"/>
          <p:cNvSpPr/>
          <p:nvPr>
            <p:ph type="pic" sz="quarter" idx="28"/>
          </p:nvPr>
        </p:nvSpPr>
        <p:spPr>
          <a:xfrm>
            <a:off x="-3705398" y="11085173"/>
            <a:ext cx="6822647" cy="4311928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49" name="placeholder.png"/>
          <p:cNvSpPr/>
          <p:nvPr>
            <p:ph type="pic" sz="quarter" idx="29"/>
          </p:nvPr>
        </p:nvSpPr>
        <p:spPr>
          <a:xfrm>
            <a:off x="10584343" y="11075863"/>
            <a:ext cx="6860178" cy="4335646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50" name="placeholder.png"/>
          <p:cNvSpPr/>
          <p:nvPr>
            <p:ph type="pic" sz="quarter" idx="30"/>
          </p:nvPr>
        </p:nvSpPr>
        <p:spPr>
          <a:xfrm>
            <a:off x="17777262" y="11075273"/>
            <a:ext cx="6855456" cy="4332663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51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8" name="091925_DA_ESPN_Premium_Cover_TitlePage_Dark.png" descr="091925_DA_ESPN_Premium_Cover_TitlePage_Dark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-46434" y="-29171"/>
            <a:ext cx="24476690" cy="13774257"/>
          </a:xfrm>
          <a:prstGeom prst="rect">
            <a:avLst/>
          </a:prstGeom>
          <a:ln w="12700">
            <a:miter lim="400000"/>
          </a:ln>
        </p:spPr>
      </p:pic>
      <p:sp>
        <p:nvSpPr>
          <p:cNvPr id="1459" name="Slide Title"/>
          <p:cNvSpPr txBox="1"/>
          <p:nvPr>
            <p:ph type="title" hasCustomPrompt="1"/>
          </p:nvPr>
        </p:nvSpPr>
        <p:spPr>
          <a:xfrm>
            <a:off x="12748721" y="3695700"/>
            <a:ext cx="9978629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1460" name="Slide Subtitle"/>
          <p:cNvSpPr txBox="1"/>
          <p:nvPr>
            <p:ph type="body" sz="quarter" idx="21" hasCustomPrompt="1"/>
          </p:nvPr>
        </p:nvSpPr>
        <p:spPr>
          <a:xfrm>
            <a:off x="12748721" y="4989162"/>
            <a:ext cx="9978629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1461" name="Body Level One…"/>
          <p:cNvSpPr txBox="1"/>
          <p:nvPr>
            <p:ph type="body" sz="quarter" idx="1" hasCustomPrompt="1"/>
          </p:nvPr>
        </p:nvSpPr>
        <p:spPr>
          <a:xfrm>
            <a:off x="12748721" y="6864705"/>
            <a:ext cx="11055450" cy="5362594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62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463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0" name="091925_DA_ESPN_Premium_TextContent_B_Dark.png" descr="091925_DA_ESPN_Premium_TextContent_B_Dark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-45045" y="-28377"/>
            <a:ext cx="24474273" cy="13772897"/>
          </a:xfrm>
          <a:prstGeom prst="rect">
            <a:avLst/>
          </a:prstGeom>
          <a:ln w="12700">
            <a:miter lim="400000"/>
          </a:ln>
        </p:spPr>
      </p:pic>
      <p:sp>
        <p:nvSpPr>
          <p:cNvPr id="1471" name="Slide Title"/>
          <p:cNvSpPr txBox="1"/>
          <p:nvPr>
            <p:ph type="title" hasCustomPrompt="1"/>
          </p:nvPr>
        </p:nvSpPr>
        <p:spPr>
          <a:xfrm>
            <a:off x="1143000" y="1079500"/>
            <a:ext cx="9646841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1472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9646841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1473" name="Body Level One…"/>
          <p:cNvSpPr txBox="1"/>
          <p:nvPr>
            <p:ph type="body" sz="half" idx="1" hasCustomPrompt="1"/>
          </p:nvPr>
        </p:nvSpPr>
        <p:spPr>
          <a:xfrm>
            <a:off x="1143000" y="4248504"/>
            <a:ext cx="9646841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74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475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2" name="091825_DA_ESPN_Premium_TextContent_B_Light.png" descr="091825_DA_ESPN_Premium_TextContent_B_Light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5416" y="0"/>
            <a:ext cx="24373169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1483" name="Slide Title"/>
          <p:cNvSpPr txBox="1"/>
          <p:nvPr>
            <p:ph type="title" hasCustomPrompt="1"/>
          </p:nvPr>
        </p:nvSpPr>
        <p:spPr>
          <a:xfrm>
            <a:off x="1143000" y="1079500"/>
            <a:ext cx="9646841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1484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9646841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1485" name="Body Level One…"/>
          <p:cNvSpPr txBox="1"/>
          <p:nvPr>
            <p:ph type="body" sz="half" idx="1" hasCustomPrompt="1"/>
          </p:nvPr>
        </p:nvSpPr>
        <p:spPr>
          <a:xfrm>
            <a:off x="1143000" y="4248504"/>
            <a:ext cx="9646841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86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487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4" name="091925_DA_ESPN_BG_Dark_06.png" descr="091925_DA_ESPN_BG_Dark_06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-66277" y="-40283"/>
            <a:ext cx="24516522" cy="13796672"/>
          </a:xfrm>
          <a:prstGeom prst="rect">
            <a:avLst/>
          </a:prstGeom>
          <a:ln w="12700">
            <a:miter lim="400000"/>
          </a:ln>
        </p:spPr>
      </p:pic>
      <p:sp>
        <p:nvSpPr>
          <p:cNvPr id="1495" name="Slide Title"/>
          <p:cNvSpPr txBox="1"/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1496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1497" name="Body Level One…"/>
          <p:cNvSpPr txBox="1"/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98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499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6" name="091925_DA_ESPN_BG_Light_01.png" descr="091925_DA_ESPN_BG_Light_01.png"/>
          <p:cNvPicPr>
            <a:picLocks noChangeAspect="1"/>
          </p:cNvPicPr>
          <p:nvPr/>
        </p:nvPicPr>
        <p:blipFill>
          <a:blip r:embed="rId2">
            <a:extLst/>
          </a:blip>
          <a:srcRect l="0" t="0" r="0" b="0"/>
          <a:stretch>
            <a:fillRect/>
          </a:stretch>
        </p:blipFill>
        <p:spPr>
          <a:xfrm>
            <a:off x="-654" y="-159"/>
            <a:ext cx="24384527" cy="13716297"/>
          </a:xfrm>
          <a:prstGeom prst="rect">
            <a:avLst/>
          </a:prstGeom>
          <a:ln w="12700">
            <a:miter lim="400000"/>
          </a:ln>
        </p:spPr>
      </p:pic>
      <p:sp>
        <p:nvSpPr>
          <p:cNvPr id="1507" name="Slide Title"/>
          <p:cNvSpPr txBox="1"/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1508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1509" name="Body Level One…"/>
          <p:cNvSpPr txBox="1"/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510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511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8" name="Hulu-Title.jpg" descr="Hulu-Title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519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6" name="101025_DA_HULU_Premium_LogoPage_Dark.png" descr="101025_DA_HULU_Premium_LogoPage_Dark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-44851" y="-28179"/>
            <a:ext cx="24473637" cy="13772541"/>
          </a:xfrm>
          <a:prstGeom prst="rect">
            <a:avLst/>
          </a:prstGeom>
          <a:ln w="12700">
            <a:miter lim="400000"/>
          </a:ln>
        </p:spPr>
      </p:pic>
      <p:sp>
        <p:nvSpPr>
          <p:cNvPr id="1527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4" name="101025_DA_HULU_Premium_LogoPage_Light.png" descr="101025_DA_HULU_Premium_LogoPage_Light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5416" y="0"/>
            <a:ext cx="24373169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1535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2" name="placeholder.png"/>
          <p:cNvSpPr/>
          <p:nvPr>
            <p:ph type="pic" idx="21"/>
          </p:nvPr>
        </p:nvSpPr>
        <p:spPr>
          <a:xfrm>
            <a:off x="-12999698" y="-1"/>
            <a:ext cx="47890480" cy="1371738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543" name="One or two…"/>
          <p:cNvSpPr txBox="1"/>
          <p:nvPr>
            <p:ph type="body" sz="quarter" idx="22"/>
          </p:nvPr>
        </p:nvSpPr>
        <p:spPr>
          <a:xfrm>
            <a:off x="666390" y="3639200"/>
            <a:ext cx="10419799" cy="3465197"/>
          </a:xfrm>
          <a:prstGeom prst="rect">
            <a:avLst/>
          </a:prstGeom>
        </p:spPr>
        <p:txBody>
          <a:bodyPr lIns="50800" tIns="50800" rIns="50800" bIns="50800" anchor="b">
            <a:spAutoFit/>
          </a:bodyPr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544" name="Subtitle"/>
          <p:cNvSpPr txBox="1"/>
          <p:nvPr>
            <p:ph type="body" sz="quarter" idx="23"/>
          </p:nvPr>
        </p:nvSpPr>
        <p:spPr>
          <a:xfrm>
            <a:off x="666390" y="7338020"/>
            <a:ext cx="4877680" cy="762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Subtitle</a:t>
            </a:r>
          </a:p>
        </p:txBody>
      </p:sp>
      <p:sp>
        <p:nvSpPr>
          <p:cNvPr id="1545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546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3" name="placeholder.png"/>
          <p:cNvSpPr/>
          <p:nvPr>
            <p:ph type="pic" idx="21"/>
          </p:nvPr>
        </p:nvSpPr>
        <p:spPr>
          <a:xfrm>
            <a:off x="-12999698" y="-1"/>
            <a:ext cx="47890480" cy="1371738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554" name="One or two…"/>
          <p:cNvSpPr txBox="1"/>
          <p:nvPr>
            <p:ph type="body" sz="quarter" idx="22"/>
          </p:nvPr>
        </p:nvSpPr>
        <p:spPr>
          <a:xfrm>
            <a:off x="666390" y="3639200"/>
            <a:ext cx="9592987" cy="3465197"/>
          </a:xfrm>
          <a:prstGeom prst="rect">
            <a:avLst/>
          </a:prstGeom>
        </p:spPr>
        <p:txBody>
          <a:bodyPr lIns="50800" tIns="50800" rIns="50800" bIns="50800" anchor="b">
            <a:spAutoFit/>
          </a:bodyPr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rgbClr val="53A66F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rgbClr val="53A66F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555" name="Subtitle"/>
          <p:cNvSpPr txBox="1"/>
          <p:nvPr>
            <p:ph type="body" sz="quarter" idx="23"/>
          </p:nvPr>
        </p:nvSpPr>
        <p:spPr>
          <a:xfrm>
            <a:off x="666390" y="7338020"/>
            <a:ext cx="4877680" cy="762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Subtitle</a:t>
            </a:r>
          </a:p>
        </p:txBody>
      </p:sp>
      <p:sp>
        <p:nvSpPr>
          <p:cNvPr id="1556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557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ivider cop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4" name="placeholder.png"/>
          <p:cNvSpPr/>
          <p:nvPr>
            <p:ph type="pic" idx="21"/>
          </p:nvPr>
        </p:nvSpPr>
        <p:spPr>
          <a:xfrm>
            <a:off x="-9532960" y="-1"/>
            <a:ext cx="43449337" cy="1371738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565" name="Title Text"/>
          <p:cNvSpPr txBox="1"/>
          <p:nvPr>
            <p:ph type="body" sz="quarter" idx="22"/>
          </p:nvPr>
        </p:nvSpPr>
        <p:spPr>
          <a:xfrm>
            <a:off x="666390" y="9072470"/>
            <a:ext cx="15190642" cy="1839597"/>
          </a:xfrm>
          <a:prstGeom prst="rect">
            <a:avLst/>
          </a:prstGeom>
        </p:spPr>
        <p:txBody>
          <a:bodyPr lIns="50800" tIns="50800" rIns="50800" bIns="50800" anchor="b">
            <a:spAutoFit/>
          </a:bodyPr>
          <a:lstStyle>
            <a:lvl1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566" name="Subtitle"/>
          <p:cNvSpPr txBox="1"/>
          <p:nvPr>
            <p:ph type="body" sz="quarter" idx="23"/>
          </p:nvPr>
        </p:nvSpPr>
        <p:spPr>
          <a:xfrm>
            <a:off x="666390" y="10912066"/>
            <a:ext cx="15387855" cy="762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Subtitle</a:t>
            </a:r>
          </a:p>
        </p:txBody>
      </p:sp>
      <p:sp>
        <p:nvSpPr>
          <p:cNvPr id="1567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4" name="101025_DA_HULU_BG_Dark_01.png" descr="101025_DA_HULU_BG_Dark_01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0" y="0"/>
            <a:ext cx="24384001" cy="13722096"/>
          </a:xfrm>
          <a:prstGeom prst="rect">
            <a:avLst/>
          </a:prstGeom>
          <a:ln w="12700">
            <a:miter lim="400000"/>
          </a:ln>
        </p:spPr>
      </p:pic>
      <p:sp>
        <p:nvSpPr>
          <p:cNvPr id="1575" name="Rectangle"/>
          <p:cNvSpPr/>
          <p:nvPr/>
        </p:nvSpPr>
        <p:spPr>
          <a:xfrm>
            <a:off x="-1" y="6451600"/>
            <a:ext cx="24384001" cy="1257631"/>
          </a:xfrm>
          <a:prstGeom prst="rect">
            <a:avLst/>
          </a:prstGeom>
          <a:gradFill>
            <a:gsLst>
              <a:gs pos="0">
                <a:schemeClr val="accent3">
                  <a:hueOff val="-151365"/>
                  <a:satOff val="36226"/>
                  <a:lumOff val="16869"/>
                </a:schemeClr>
              </a:gs>
              <a:gs pos="100000">
                <a:schemeClr val="accent4">
                  <a:hueOff val="-203031"/>
                  <a:satOff val="-71423"/>
                  <a:lumOff val="-30171"/>
                </a:schemeClr>
              </a:gs>
            </a:gsLst>
            <a:path path="circle">
              <a:fillToRect l="37721" t="-19636" r="62278" b="119636"/>
            </a:path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576" name="placeholder.png"/>
          <p:cNvSpPr/>
          <p:nvPr>
            <p:ph type="pic" idx="21"/>
          </p:nvPr>
        </p:nvSpPr>
        <p:spPr>
          <a:xfrm>
            <a:off x="-9533063" y="-1"/>
            <a:ext cx="43449805" cy="7620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577" name="Body Level One…"/>
          <p:cNvSpPr txBox="1"/>
          <p:nvPr>
            <p:ph type="body" sz="half" idx="1" hasCustomPrompt="1"/>
          </p:nvPr>
        </p:nvSpPr>
        <p:spPr>
          <a:xfrm>
            <a:off x="1143000" y="8177038"/>
            <a:ext cx="22098000" cy="4544943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578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pc="-12" sz="1000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579" name="Slide Title"/>
          <p:cNvSpPr txBox="1"/>
          <p:nvPr>
            <p:ph type="title" hasCustomPrompt="1"/>
          </p:nvPr>
        </p:nvSpPr>
        <p:spPr>
          <a:xfrm>
            <a:off x="2301610" y="6211268"/>
            <a:ext cx="19780780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algn="ctr" defTabSz="2438338">
              <a:lnSpc>
                <a:spcPts val="7500"/>
              </a:lnSpc>
              <a:defRPr spc="-200" sz="10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1580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7" name="101025_DA_HULU_BG_Light_02.png" descr="101025_DA_HULU_BG_Light_02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0" y="0"/>
            <a:ext cx="24383999" cy="13722095"/>
          </a:xfrm>
          <a:prstGeom prst="rect">
            <a:avLst/>
          </a:prstGeom>
          <a:ln w="12700">
            <a:miter lim="400000"/>
          </a:ln>
        </p:spPr>
      </p:pic>
      <p:sp>
        <p:nvSpPr>
          <p:cNvPr id="1588" name="Rectangle"/>
          <p:cNvSpPr/>
          <p:nvPr/>
        </p:nvSpPr>
        <p:spPr>
          <a:xfrm>
            <a:off x="-1" y="6451600"/>
            <a:ext cx="24384001" cy="1257631"/>
          </a:xfrm>
          <a:prstGeom prst="rect">
            <a:avLst/>
          </a:prstGeom>
          <a:gradFill>
            <a:gsLst>
              <a:gs pos="0">
                <a:schemeClr val="accent3">
                  <a:hueOff val="-151365"/>
                  <a:satOff val="36226"/>
                  <a:lumOff val="16869"/>
                </a:schemeClr>
              </a:gs>
              <a:gs pos="100000">
                <a:schemeClr val="accent4">
                  <a:hueOff val="-203031"/>
                  <a:satOff val="-71423"/>
                  <a:lumOff val="-30171"/>
                </a:schemeClr>
              </a:gs>
            </a:gsLst>
            <a:path path="circle">
              <a:fillToRect l="37721" t="-19636" r="62278" b="119636"/>
            </a:path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589" name="placeholder.png"/>
          <p:cNvSpPr/>
          <p:nvPr>
            <p:ph type="pic" idx="21"/>
          </p:nvPr>
        </p:nvSpPr>
        <p:spPr>
          <a:xfrm>
            <a:off x="-9533063" y="-1"/>
            <a:ext cx="43449805" cy="7620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590" name="Body Level One…"/>
          <p:cNvSpPr txBox="1"/>
          <p:nvPr>
            <p:ph type="body" sz="half" idx="1" hasCustomPrompt="1"/>
          </p:nvPr>
        </p:nvSpPr>
        <p:spPr>
          <a:xfrm>
            <a:off x="1143000" y="8177038"/>
            <a:ext cx="22098000" cy="4544943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591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pc="-12" sz="1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592" name="Slide Title"/>
          <p:cNvSpPr txBox="1"/>
          <p:nvPr>
            <p:ph type="title" hasCustomPrompt="1"/>
          </p:nvPr>
        </p:nvSpPr>
        <p:spPr>
          <a:xfrm>
            <a:off x="2301610" y="6211268"/>
            <a:ext cx="19780780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algn="ctr" defTabSz="2438338">
              <a:lnSpc>
                <a:spcPts val="7500"/>
              </a:lnSpc>
              <a:defRPr spc="-200" sz="10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1593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0" name="101025_DA_HULU_Premium_Dark Boxes_Center.png" descr="101025_DA_HULU_Premium_Dark Boxes_Center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-41077" y="-26194"/>
            <a:ext cx="24466342" cy="13768433"/>
          </a:xfrm>
          <a:prstGeom prst="rect">
            <a:avLst/>
          </a:prstGeom>
          <a:ln w="12700">
            <a:miter lim="400000"/>
          </a:ln>
        </p:spPr>
      </p:pic>
      <p:sp>
        <p:nvSpPr>
          <p:cNvPr id="1601" name="One or two…"/>
          <p:cNvSpPr txBox="1"/>
          <p:nvPr>
            <p:ph type="body" sz="quarter" idx="21"/>
          </p:nvPr>
        </p:nvSpPr>
        <p:spPr>
          <a:xfrm>
            <a:off x="6365865" y="2111374"/>
            <a:ext cx="11652270" cy="275485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602" name="UPPERTEXT"/>
          <p:cNvSpPr txBox="1"/>
          <p:nvPr>
            <p:ph type="body" sz="quarter" idx="22"/>
          </p:nvPr>
        </p:nvSpPr>
        <p:spPr>
          <a:xfrm>
            <a:off x="7364119" y="1193249"/>
            <a:ext cx="9655761" cy="73209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lnSpc>
                <a:spcPct val="140000"/>
              </a:lnSpc>
              <a:spcBef>
                <a:spcPts val="0"/>
              </a:spcBef>
              <a:buClrTx/>
              <a:buSzTx/>
              <a:buFontTx/>
              <a:buNone/>
              <a:defRPr spc="-200" sz="5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UPPERTEXT</a:t>
            </a:r>
          </a:p>
        </p:txBody>
      </p:sp>
      <p:sp>
        <p:nvSpPr>
          <p:cNvPr id="1603" name="placeholder.png"/>
          <p:cNvSpPr/>
          <p:nvPr>
            <p:ph type="pic" sz="half" idx="23"/>
          </p:nvPr>
        </p:nvSpPr>
        <p:spPr>
          <a:xfrm>
            <a:off x="2142786" y="5692107"/>
            <a:ext cx="11543015" cy="7295209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04" name="placeholder.png"/>
          <p:cNvSpPr/>
          <p:nvPr>
            <p:ph type="pic" sz="half" idx="24"/>
          </p:nvPr>
        </p:nvSpPr>
        <p:spPr>
          <a:xfrm>
            <a:off x="6663925" y="8029111"/>
            <a:ext cx="11542886" cy="7295128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05" name="placeholder.png"/>
          <p:cNvSpPr/>
          <p:nvPr>
            <p:ph type="pic" sz="half" idx="25"/>
          </p:nvPr>
        </p:nvSpPr>
        <p:spPr>
          <a:xfrm>
            <a:off x="11206031" y="5704626"/>
            <a:ext cx="11543516" cy="7295526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06" name="placeholder.png"/>
          <p:cNvSpPr/>
          <p:nvPr>
            <p:ph type="pic" sz="half" idx="26"/>
          </p:nvPr>
        </p:nvSpPr>
        <p:spPr>
          <a:xfrm>
            <a:off x="2138839" y="12325965"/>
            <a:ext cx="11542461" cy="7294859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07" name="placeholder.png"/>
          <p:cNvSpPr/>
          <p:nvPr>
            <p:ph type="pic" sz="half" idx="27"/>
          </p:nvPr>
        </p:nvSpPr>
        <p:spPr>
          <a:xfrm>
            <a:off x="-2407384" y="8018395"/>
            <a:ext cx="11496685" cy="7265928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08" name="placeholder.png"/>
          <p:cNvSpPr/>
          <p:nvPr>
            <p:ph type="pic" sz="half" idx="28"/>
          </p:nvPr>
        </p:nvSpPr>
        <p:spPr>
          <a:xfrm>
            <a:off x="11193581" y="12313294"/>
            <a:ext cx="11542835" cy="7295096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09" name="placeholder.png"/>
          <p:cNvSpPr/>
          <p:nvPr>
            <p:ph type="pic" sz="half" idx="29"/>
          </p:nvPr>
        </p:nvSpPr>
        <p:spPr>
          <a:xfrm>
            <a:off x="15738456" y="8037215"/>
            <a:ext cx="11636012" cy="7353983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10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7" name="101025_DA_HULU_Premium_Light Boxes_Center.png" descr="101025_DA_HULU_Premium_Light Boxes_Center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-41076" y="-26194"/>
            <a:ext cx="24466342" cy="13768433"/>
          </a:xfrm>
          <a:prstGeom prst="rect">
            <a:avLst/>
          </a:prstGeom>
          <a:ln w="12700">
            <a:miter lim="400000"/>
          </a:ln>
        </p:spPr>
      </p:pic>
      <p:sp>
        <p:nvSpPr>
          <p:cNvPr id="1618" name="placeholder.png"/>
          <p:cNvSpPr/>
          <p:nvPr>
            <p:ph type="pic" sz="half" idx="21"/>
          </p:nvPr>
        </p:nvSpPr>
        <p:spPr>
          <a:xfrm>
            <a:off x="2142786" y="5692107"/>
            <a:ext cx="11543015" cy="7295209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19" name="placeholder.png"/>
          <p:cNvSpPr/>
          <p:nvPr>
            <p:ph type="pic" sz="half" idx="22"/>
          </p:nvPr>
        </p:nvSpPr>
        <p:spPr>
          <a:xfrm>
            <a:off x="6676625" y="8029111"/>
            <a:ext cx="11542886" cy="7295128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20" name="placeholder.png"/>
          <p:cNvSpPr/>
          <p:nvPr>
            <p:ph type="pic" sz="half" idx="23"/>
          </p:nvPr>
        </p:nvSpPr>
        <p:spPr>
          <a:xfrm>
            <a:off x="11180631" y="5704626"/>
            <a:ext cx="11543516" cy="7295526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21" name="placeholder.png"/>
          <p:cNvSpPr/>
          <p:nvPr>
            <p:ph type="pic" sz="half" idx="24"/>
          </p:nvPr>
        </p:nvSpPr>
        <p:spPr>
          <a:xfrm>
            <a:off x="2138839" y="12325965"/>
            <a:ext cx="11542461" cy="7294859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22" name="placeholder.png"/>
          <p:cNvSpPr/>
          <p:nvPr>
            <p:ph type="pic" sz="half" idx="25"/>
          </p:nvPr>
        </p:nvSpPr>
        <p:spPr>
          <a:xfrm>
            <a:off x="-2407384" y="8031095"/>
            <a:ext cx="11496685" cy="7265928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23" name="placeholder.png"/>
          <p:cNvSpPr/>
          <p:nvPr>
            <p:ph type="pic" sz="half" idx="26"/>
          </p:nvPr>
        </p:nvSpPr>
        <p:spPr>
          <a:xfrm>
            <a:off x="11206281" y="12313294"/>
            <a:ext cx="11542835" cy="7295096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24" name="placeholder.png"/>
          <p:cNvSpPr/>
          <p:nvPr>
            <p:ph type="pic" sz="half" idx="27"/>
          </p:nvPr>
        </p:nvSpPr>
        <p:spPr>
          <a:xfrm>
            <a:off x="15798832" y="8041459"/>
            <a:ext cx="11543302" cy="7295391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25" name="One or two…"/>
          <p:cNvSpPr txBox="1"/>
          <p:nvPr>
            <p:ph type="body" sz="quarter" idx="28"/>
          </p:nvPr>
        </p:nvSpPr>
        <p:spPr>
          <a:xfrm>
            <a:off x="6365865" y="2111374"/>
            <a:ext cx="11652270" cy="275485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626" name="UPPERTEXT"/>
          <p:cNvSpPr txBox="1"/>
          <p:nvPr>
            <p:ph type="body" sz="quarter" idx="29"/>
          </p:nvPr>
        </p:nvSpPr>
        <p:spPr>
          <a:xfrm>
            <a:off x="7364119" y="1193249"/>
            <a:ext cx="9655761" cy="73209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lnSpc>
                <a:spcPct val="140000"/>
              </a:lnSpc>
              <a:spcBef>
                <a:spcPts val="0"/>
              </a:spcBef>
              <a:buClrTx/>
              <a:buSzTx/>
              <a:buFontTx/>
              <a:buNone/>
              <a:defRPr spc="-200" sz="5000">
                <a:solidFill>
                  <a:srgbClr val="53A66F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UPPERTEXT</a:t>
            </a:r>
          </a:p>
        </p:txBody>
      </p:sp>
      <p:sp>
        <p:nvSpPr>
          <p:cNvPr id="1627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4" name="101025_DA_HULU_Premium_OneHeadline_Dark.png" descr="101025_DA_HULU_Premium_OneHeadline_Dark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-64072" y="0"/>
            <a:ext cx="24454970" cy="13762035"/>
          </a:xfrm>
          <a:prstGeom prst="rect">
            <a:avLst/>
          </a:prstGeom>
          <a:ln w="12700">
            <a:miter lim="400000"/>
          </a:ln>
        </p:spPr>
      </p:pic>
      <p:sp>
        <p:nvSpPr>
          <p:cNvPr id="1635" name="One or Two…"/>
          <p:cNvSpPr txBox="1"/>
          <p:nvPr>
            <p:ph type="body" sz="quarter" idx="21"/>
          </p:nvPr>
        </p:nvSpPr>
        <p:spPr>
          <a:xfrm>
            <a:off x="7364119" y="5911432"/>
            <a:ext cx="9655762" cy="2663975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636" name="UPPERTEXT"/>
          <p:cNvSpPr txBox="1"/>
          <p:nvPr>
            <p:ph type="body" sz="quarter" idx="22"/>
          </p:nvPr>
        </p:nvSpPr>
        <p:spPr>
          <a:xfrm>
            <a:off x="7364119" y="5140593"/>
            <a:ext cx="9655761" cy="61375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pc="-200" sz="5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UPPERTEXT</a:t>
            </a:r>
          </a:p>
        </p:txBody>
      </p:sp>
      <p:sp>
        <p:nvSpPr>
          <p:cNvPr id="1637" name="placeholder.png"/>
          <p:cNvSpPr/>
          <p:nvPr>
            <p:ph type="pic" sz="quarter" idx="23"/>
          </p:nvPr>
        </p:nvSpPr>
        <p:spPr>
          <a:xfrm>
            <a:off x="6971910" y="-1506877"/>
            <a:ext cx="6822646" cy="4311927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38" name="placeholder.png"/>
          <p:cNvSpPr/>
          <p:nvPr>
            <p:ph type="pic" sz="quarter" idx="24"/>
          </p:nvPr>
        </p:nvSpPr>
        <p:spPr>
          <a:xfrm>
            <a:off x="-316479" y="-1665627"/>
            <a:ext cx="6822647" cy="4311927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39" name="placeholder.png"/>
          <p:cNvSpPr/>
          <p:nvPr>
            <p:ph type="pic" sz="quarter" idx="25"/>
          </p:nvPr>
        </p:nvSpPr>
        <p:spPr>
          <a:xfrm>
            <a:off x="14005317" y="-1675527"/>
            <a:ext cx="6855456" cy="4332663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40" name="placeholder.png"/>
          <p:cNvSpPr/>
          <p:nvPr>
            <p:ph type="pic" sz="quarter" idx="26"/>
          </p:nvPr>
        </p:nvSpPr>
        <p:spPr>
          <a:xfrm>
            <a:off x="21199847" y="-1700927"/>
            <a:ext cx="6855456" cy="4332663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41" name="placeholder.png"/>
          <p:cNvSpPr/>
          <p:nvPr>
            <p:ph type="pic" sz="quarter" idx="27"/>
          </p:nvPr>
        </p:nvSpPr>
        <p:spPr>
          <a:xfrm>
            <a:off x="3426473" y="11071261"/>
            <a:ext cx="6868418" cy="4340855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42" name="placeholder.png"/>
          <p:cNvSpPr/>
          <p:nvPr>
            <p:ph type="pic" sz="quarter" idx="28"/>
          </p:nvPr>
        </p:nvSpPr>
        <p:spPr>
          <a:xfrm>
            <a:off x="-3705398" y="11085173"/>
            <a:ext cx="6822647" cy="4311928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43" name="placeholder.png"/>
          <p:cNvSpPr/>
          <p:nvPr>
            <p:ph type="pic" sz="quarter" idx="29"/>
          </p:nvPr>
        </p:nvSpPr>
        <p:spPr>
          <a:xfrm>
            <a:off x="10584343" y="11075863"/>
            <a:ext cx="6860178" cy="4335646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44" name="placeholder.png"/>
          <p:cNvSpPr/>
          <p:nvPr>
            <p:ph type="pic" sz="quarter" idx="30"/>
          </p:nvPr>
        </p:nvSpPr>
        <p:spPr>
          <a:xfrm>
            <a:off x="17777262" y="11075273"/>
            <a:ext cx="6855456" cy="4332663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45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2" name="101025_DA_HULU_Premium_OneHeadline_Light.png" descr="101025_DA_HULU_Premium_OneHeadline_Light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5415" y="0"/>
            <a:ext cx="2437317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653" name="One or Two…"/>
          <p:cNvSpPr txBox="1"/>
          <p:nvPr>
            <p:ph type="body" sz="quarter" idx="21"/>
          </p:nvPr>
        </p:nvSpPr>
        <p:spPr>
          <a:xfrm>
            <a:off x="7364119" y="5911432"/>
            <a:ext cx="9655762" cy="2663975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53A66F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53A66F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654" name="UPPERTEXT"/>
          <p:cNvSpPr txBox="1"/>
          <p:nvPr>
            <p:ph type="body" sz="quarter" idx="22"/>
          </p:nvPr>
        </p:nvSpPr>
        <p:spPr>
          <a:xfrm>
            <a:off x="7364119" y="5140593"/>
            <a:ext cx="9655761" cy="61375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pc="-200" sz="5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UPPERTEXT</a:t>
            </a:r>
          </a:p>
        </p:txBody>
      </p:sp>
      <p:sp>
        <p:nvSpPr>
          <p:cNvPr id="1655" name="placeholder.png"/>
          <p:cNvSpPr/>
          <p:nvPr>
            <p:ph type="pic" sz="quarter" idx="23"/>
          </p:nvPr>
        </p:nvSpPr>
        <p:spPr>
          <a:xfrm>
            <a:off x="6873488" y="-1701057"/>
            <a:ext cx="6855644" cy="4332782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56" name="placeholder.png"/>
          <p:cNvSpPr/>
          <p:nvPr>
            <p:ph type="pic" sz="quarter" idx="24"/>
          </p:nvPr>
        </p:nvSpPr>
        <p:spPr>
          <a:xfrm>
            <a:off x="-265679" y="-1678327"/>
            <a:ext cx="6822647" cy="4311927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57" name="placeholder.png"/>
          <p:cNvSpPr/>
          <p:nvPr>
            <p:ph type="pic" sz="quarter" idx="25"/>
          </p:nvPr>
        </p:nvSpPr>
        <p:spPr>
          <a:xfrm>
            <a:off x="14007489" y="-1678185"/>
            <a:ext cx="6822418" cy="4311783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58" name="placeholder.png"/>
          <p:cNvSpPr/>
          <p:nvPr>
            <p:ph type="pic" sz="quarter" idx="26"/>
          </p:nvPr>
        </p:nvSpPr>
        <p:spPr>
          <a:xfrm>
            <a:off x="21193562" y="-1713627"/>
            <a:ext cx="6855456" cy="4332663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59" name="placeholder.png"/>
          <p:cNvSpPr/>
          <p:nvPr>
            <p:ph type="pic" sz="quarter" idx="27"/>
          </p:nvPr>
        </p:nvSpPr>
        <p:spPr>
          <a:xfrm>
            <a:off x="3496275" y="11047072"/>
            <a:ext cx="6822647" cy="4311928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60" name="placeholder.png"/>
          <p:cNvSpPr/>
          <p:nvPr>
            <p:ph type="pic" sz="quarter" idx="28"/>
          </p:nvPr>
        </p:nvSpPr>
        <p:spPr>
          <a:xfrm>
            <a:off x="-3643879" y="11034372"/>
            <a:ext cx="6822647" cy="4311928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61" name="placeholder.png"/>
          <p:cNvSpPr/>
          <p:nvPr>
            <p:ph type="pic" sz="quarter" idx="29"/>
          </p:nvPr>
        </p:nvSpPr>
        <p:spPr>
          <a:xfrm>
            <a:off x="10601717" y="11049873"/>
            <a:ext cx="6855456" cy="4332663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62" name="placeholder.png"/>
          <p:cNvSpPr/>
          <p:nvPr>
            <p:ph type="pic" sz="quarter" idx="30"/>
          </p:nvPr>
        </p:nvSpPr>
        <p:spPr>
          <a:xfrm>
            <a:off x="17789962" y="11037173"/>
            <a:ext cx="6855456" cy="4332663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663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0" name="101025_DA_HULU_Premium_Cover_TitlePage_Dark.png" descr="101025_DA_HULU_Premium_Cover_TitlePage_Dark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-1" y="0"/>
            <a:ext cx="24384001" cy="13722095"/>
          </a:xfrm>
          <a:prstGeom prst="rect">
            <a:avLst/>
          </a:prstGeom>
          <a:ln w="12700">
            <a:miter lim="400000"/>
          </a:ln>
        </p:spPr>
      </p:pic>
      <p:sp>
        <p:nvSpPr>
          <p:cNvPr id="1671" name="Slide Title"/>
          <p:cNvSpPr txBox="1"/>
          <p:nvPr>
            <p:ph type="title" hasCustomPrompt="1"/>
          </p:nvPr>
        </p:nvSpPr>
        <p:spPr>
          <a:xfrm>
            <a:off x="11303000" y="3187700"/>
            <a:ext cx="12254608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1672" name="Slide Subtitle"/>
          <p:cNvSpPr txBox="1"/>
          <p:nvPr>
            <p:ph type="body" sz="quarter" idx="21" hasCustomPrompt="1"/>
          </p:nvPr>
        </p:nvSpPr>
        <p:spPr>
          <a:xfrm>
            <a:off x="11303000" y="4481162"/>
            <a:ext cx="12254608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1673" name="Body Level One…"/>
          <p:cNvSpPr txBox="1"/>
          <p:nvPr>
            <p:ph type="body" sz="half" idx="1" hasCustomPrompt="1"/>
          </p:nvPr>
        </p:nvSpPr>
        <p:spPr>
          <a:xfrm>
            <a:off x="11303000" y="6356704"/>
            <a:ext cx="12254608" cy="564358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674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675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2" name="101025_DA_HULU_Premium_Cover_TitlePage_Light.png" descr="101025_DA_HULU_Premium_Cover_TitlePage_Light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-1" y="0"/>
            <a:ext cx="24385870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1683" name="Slide Title"/>
          <p:cNvSpPr txBox="1"/>
          <p:nvPr>
            <p:ph type="title" hasCustomPrompt="1"/>
          </p:nvPr>
        </p:nvSpPr>
        <p:spPr>
          <a:xfrm>
            <a:off x="1143000" y="3009900"/>
            <a:ext cx="10236399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3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1684" name="Slide Subtitle"/>
          <p:cNvSpPr txBox="1"/>
          <p:nvPr>
            <p:ph type="body" sz="quarter" idx="21" hasCustomPrompt="1"/>
          </p:nvPr>
        </p:nvSpPr>
        <p:spPr>
          <a:xfrm>
            <a:off x="1143000" y="4303362"/>
            <a:ext cx="10236399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1685" name="Body Level One…"/>
          <p:cNvSpPr txBox="1"/>
          <p:nvPr>
            <p:ph type="body" sz="quarter" idx="1" hasCustomPrompt="1"/>
          </p:nvPr>
        </p:nvSpPr>
        <p:spPr>
          <a:xfrm>
            <a:off x="1143000" y="6178904"/>
            <a:ext cx="10236399" cy="5321221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686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687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4" name="101025_DA_HULU_Premium_TextContent_B_Dark.png" descr="101025_DA_HULU_Premium_TextContent_B_Dark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-1" y="0"/>
            <a:ext cx="24384003" cy="13722096"/>
          </a:xfrm>
          <a:prstGeom prst="rect">
            <a:avLst/>
          </a:prstGeom>
          <a:ln w="12700">
            <a:miter lim="400000"/>
          </a:ln>
        </p:spPr>
      </p:pic>
      <p:sp>
        <p:nvSpPr>
          <p:cNvPr id="1695" name="Slide Title"/>
          <p:cNvSpPr txBox="1"/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1696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1697" name="Body Level One…"/>
          <p:cNvSpPr txBox="1"/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698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699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6" name="101025_DA_HULU_Premium_TextContent_B_Light.png" descr="101025_DA_HULU_Premium_TextContent_B_Light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-1" y="0"/>
            <a:ext cx="24385870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1707" name="Slide Title"/>
          <p:cNvSpPr txBox="1"/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3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1708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1709" name="Body Level One…"/>
          <p:cNvSpPr txBox="1"/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710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rgbClr val="EBEBEB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711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8" name="101025_DA_HULU_Premium_TextContent_A_Dark.png" descr="101025_DA_HULU_Premium_TextContent_A_Dark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0" y="0"/>
            <a:ext cx="24384001" cy="13722096"/>
          </a:xfrm>
          <a:prstGeom prst="rect">
            <a:avLst/>
          </a:prstGeom>
          <a:ln w="12700">
            <a:miter lim="400000"/>
          </a:ln>
        </p:spPr>
      </p:pic>
      <p:sp>
        <p:nvSpPr>
          <p:cNvPr id="1719" name="Slide Title"/>
          <p:cNvSpPr txBox="1"/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1720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1721" name="Body Level One…"/>
          <p:cNvSpPr txBox="1"/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722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723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0" name="101025_DA_HULU_Premium_TextContent_A_Light.png" descr="101025_DA_HULU_Premium_TextContent_A_Light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-1" y="-1"/>
            <a:ext cx="24385870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1731" name="Slide Title"/>
          <p:cNvSpPr txBox="1"/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3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1732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1733" name="Body Level One…"/>
          <p:cNvSpPr txBox="1"/>
          <p:nvPr>
            <p:ph type="body" idx="1" hasCustomPrompt="1"/>
          </p:nvPr>
        </p:nvSpPr>
        <p:spPr>
          <a:xfrm>
            <a:off x="1143000" y="48581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734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735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 copy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2" name="101025_DA_HULU_Premium_TextContent_A_Light.png" descr="101025_DA_HULU_Premium_TextContent_A_Light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-1" y="-1"/>
            <a:ext cx="24385870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1743" name="Body Level One…"/>
          <p:cNvSpPr txBox="1"/>
          <p:nvPr>
            <p:ph type="body" sz="quarter" idx="21"/>
          </p:nvPr>
        </p:nvSpPr>
        <p:spPr>
          <a:xfrm>
            <a:off x="677903" y="4472062"/>
            <a:ext cx="11149649" cy="47718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ClrTx/>
              <a:buSzTx/>
              <a:buFontTx/>
              <a:buNone/>
              <a:defRPr sz="3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>
              <a:buClrTx/>
              <a:buFontTx/>
              <a:defRPr sz="3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>
              <a:buClrTx/>
              <a:buFontTx/>
              <a:defRPr sz="3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1097279" indent="-731519">
              <a:buClrTx/>
              <a:buFontTx/>
              <a:defRPr sz="3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0" indent="365759">
              <a:buClrTx/>
              <a:buSzTx/>
              <a:buFontTx/>
              <a:buNone/>
              <a:defRPr sz="3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744" name="One or two…"/>
          <p:cNvSpPr txBox="1"/>
          <p:nvPr>
            <p:ph type="body" sz="quarter" idx="22"/>
          </p:nvPr>
        </p:nvSpPr>
        <p:spPr>
          <a:xfrm>
            <a:off x="666390" y="897470"/>
            <a:ext cx="10108835" cy="2838452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/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53A66F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53A66F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745" name="Body Level One…"/>
          <p:cNvSpPr txBox="1"/>
          <p:nvPr>
            <p:ph type="body" sz="quarter" idx="23"/>
          </p:nvPr>
        </p:nvSpPr>
        <p:spPr>
          <a:xfrm>
            <a:off x="12590503" y="4472062"/>
            <a:ext cx="11149649" cy="4771876"/>
          </a:xfrm>
          <a:prstGeom prst="rect">
            <a:avLst/>
          </a:prstGeom>
        </p:spPr>
        <p:txBody>
          <a:bodyPr numCol="2" spcCol="557482">
            <a:noAutofit/>
          </a:bodyPr>
          <a:lstStyle>
            <a:lvl1pPr marL="0" indent="0">
              <a:buClrTx/>
              <a:buSzTx/>
              <a:buFontTx/>
              <a:buNone/>
              <a:defRPr sz="3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>
              <a:buClrTx/>
              <a:buFontTx/>
              <a:defRPr sz="3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>
              <a:buClrTx/>
              <a:buFontTx/>
              <a:defRPr sz="3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1097279" indent="-731519">
              <a:buClrTx/>
              <a:buFontTx/>
              <a:defRPr sz="3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0" indent="365759">
              <a:buClrTx/>
              <a:buSzTx/>
              <a:buFontTx/>
              <a:buNone/>
              <a:defRPr sz="3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746" name="Confidential. Property of Disney Advertising Sales, LLC. Not for distribution."/>
          <p:cNvSpPr txBox="1"/>
          <p:nvPr/>
        </p:nvSpPr>
        <p:spPr>
          <a:xfrm>
            <a:off x="18239598" y="12912607"/>
            <a:ext cx="5459070" cy="182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14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Confidential. Property of Disney Advertising Sales, LLC. Not for distribution.</a:t>
            </a:r>
          </a:p>
        </p:txBody>
      </p:sp>
      <p:pic>
        <p:nvPicPr>
          <p:cNvPr id="1747" name="BLACK.png" descr="BLACK.png"/>
          <p:cNvPicPr>
            <a:picLocks noChangeAspect="1"/>
          </p:cNvPicPr>
          <p:nvPr/>
        </p:nvPicPr>
        <p:blipFill>
          <a:blip r:embed="rId3">
            <a:extLst/>
          </a:blip>
          <a:srcRect l="0" t="1203" r="0" b="1203"/>
          <a:stretch>
            <a:fillRect/>
          </a:stretch>
        </p:blipFill>
        <p:spPr>
          <a:xfrm>
            <a:off x="677953" y="12727089"/>
            <a:ext cx="5384124" cy="553919"/>
          </a:xfrm>
          <a:prstGeom prst="rect">
            <a:avLst/>
          </a:prstGeom>
          <a:ln w="12700">
            <a:miter lim="400000"/>
          </a:ln>
        </p:spPr>
      </p:pic>
      <p:sp>
        <p:nvSpPr>
          <p:cNvPr id="1748" name="Slide Number"/>
          <p:cNvSpPr txBox="1"/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5" name="101025_DA_HULU_BG_Dark_01.png" descr="101025_DA_HULU_BG_Dark_01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0" y="0"/>
            <a:ext cx="24384001" cy="13722096"/>
          </a:xfrm>
          <a:prstGeom prst="rect">
            <a:avLst/>
          </a:prstGeom>
          <a:ln w="12700">
            <a:miter lim="400000"/>
          </a:ln>
        </p:spPr>
      </p:pic>
      <p:sp>
        <p:nvSpPr>
          <p:cNvPr id="1756" name="Slide Title"/>
          <p:cNvSpPr txBox="1"/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1757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1758" name="Body Level One…"/>
          <p:cNvSpPr txBox="1"/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759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760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&amp; Bullets copy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7" name="101025_DA_HULU_BG_Light_02.png" descr="101025_DA_HULU_BG_Light_02.png"/>
          <p:cNvPicPr>
            <a:picLocks noChangeAspect="1"/>
          </p:cNvPicPr>
          <p:nvPr/>
        </p:nvPicPr>
        <p:blipFill>
          <a:blip r:embed="rId2">
            <a:extLst/>
          </a:blip>
          <a:srcRect l="22" t="0" r="22" b="0"/>
          <a:stretch>
            <a:fillRect/>
          </a:stretch>
        </p:blipFill>
        <p:spPr>
          <a:xfrm>
            <a:off x="0" y="0"/>
            <a:ext cx="24383999" cy="13722095"/>
          </a:xfrm>
          <a:prstGeom prst="rect">
            <a:avLst/>
          </a:prstGeom>
          <a:ln w="12700">
            <a:miter lim="400000"/>
          </a:ln>
        </p:spPr>
      </p:pic>
      <p:sp>
        <p:nvSpPr>
          <p:cNvPr id="1768" name="Slide Title"/>
          <p:cNvSpPr txBox="1"/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pc="-200" sz="10000">
                <a:solidFill>
                  <a:schemeClr val="accent3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1769" name="Slide Subtitle"/>
          <p:cNvSpPr txBox="1"/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1770" name="Body Level One…"/>
          <p:cNvSpPr txBox="1"/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771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772" name="Slide Number"/>
          <p:cNvSpPr txBox="1"/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5.xml"/><Relationship Id="rId18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7.xml"/><Relationship Id="rId20" Type="http://schemas.openxmlformats.org/officeDocument/2006/relationships/slideLayout" Target="../slideLayouts/slideLayout18.xml"/><Relationship Id="rId21" Type="http://schemas.openxmlformats.org/officeDocument/2006/relationships/slideLayout" Target="../slideLayouts/slideLayout19.xml"/><Relationship Id="rId22" Type="http://schemas.openxmlformats.org/officeDocument/2006/relationships/slideLayout" Target="../slideLayouts/slideLayout20.xml"/><Relationship Id="rId23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2.xml"/><Relationship Id="rId25" Type="http://schemas.openxmlformats.org/officeDocument/2006/relationships/slideLayout" Target="../slideLayouts/slideLayout23.xml"/><Relationship Id="rId26" Type="http://schemas.openxmlformats.org/officeDocument/2006/relationships/slideLayout" Target="../slideLayouts/slideLayout24.xml"/><Relationship Id="rId27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6.xml"/><Relationship Id="rId29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28.xml"/><Relationship Id="rId31" Type="http://schemas.openxmlformats.org/officeDocument/2006/relationships/slideLayout" Target="../slideLayouts/slideLayout29.xml"/><Relationship Id="rId32" Type="http://schemas.openxmlformats.org/officeDocument/2006/relationships/slideLayout" Target="../slideLayouts/slideLayout30.xml"/><Relationship Id="rId33" Type="http://schemas.openxmlformats.org/officeDocument/2006/relationships/slideLayout" Target="../slideLayouts/slideLayout31.xml"/><Relationship Id="rId34" Type="http://schemas.openxmlformats.org/officeDocument/2006/relationships/slideLayout" Target="../slideLayouts/slideLayout32.xml"/><Relationship Id="rId35" Type="http://schemas.openxmlformats.org/officeDocument/2006/relationships/slideLayout" Target="../slideLayouts/slideLayout33.xml"/><Relationship Id="rId36" Type="http://schemas.openxmlformats.org/officeDocument/2006/relationships/slideLayout" Target="../slideLayouts/slideLayout34.xml"/><Relationship Id="rId37" Type="http://schemas.openxmlformats.org/officeDocument/2006/relationships/slideLayout" Target="../slideLayouts/slideLayout35.xml"/><Relationship Id="rId38" Type="http://schemas.openxmlformats.org/officeDocument/2006/relationships/slideLayout" Target="../slideLayouts/slideLayout36.xml"/><Relationship Id="rId39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38.xml"/><Relationship Id="rId41" Type="http://schemas.openxmlformats.org/officeDocument/2006/relationships/slideLayout" Target="../slideLayouts/slideLayout39.xml"/><Relationship Id="rId42" Type="http://schemas.openxmlformats.org/officeDocument/2006/relationships/slideLayout" Target="../slideLayouts/slideLayout40.xml"/><Relationship Id="rId43" Type="http://schemas.openxmlformats.org/officeDocument/2006/relationships/slideLayout" Target="../slideLayouts/slideLayout41.xml"/><Relationship Id="rId44" Type="http://schemas.openxmlformats.org/officeDocument/2006/relationships/slideLayout" Target="../slideLayouts/slideLayout42.xml"/><Relationship Id="rId45" Type="http://schemas.openxmlformats.org/officeDocument/2006/relationships/slideLayout" Target="../slideLayouts/slideLayout43.xml"/><Relationship Id="rId46" Type="http://schemas.openxmlformats.org/officeDocument/2006/relationships/slideLayout" Target="../slideLayouts/slideLayout44.xml"/><Relationship Id="rId47" Type="http://schemas.openxmlformats.org/officeDocument/2006/relationships/slideLayout" Target="../slideLayouts/slideLayout45.xml"/><Relationship Id="rId48" Type="http://schemas.openxmlformats.org/officeDocument/2006/relationships/slideLayout" Target="../slideLayouts/slideLayout46.xml"/><Relationship Id="rId49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48.xml"/><Relationship Id="rId51" Type="http://schemas.openxmlformats.org/officeDocument/2006/relationships/slideLayout" Target="../slideLayouts/slideLayout49.xml"/><Relationship Id="rId52" Type="http://schemas.openxmlformats.org/officeDocument/2006/relationships/slideLayout" Target="../slideLayouts/slideLayout50.xml"/><Relationship Id="rId53" Type="http://schemas.openxmlformats.org/officeDocument/2006/relationships/slideLayout" Target="../slideLayouts/slideLayout51.xml"/><Relationship Id="rId54" Type="http://schemas.openxmlformats.org/officeDocument/2006/relationships/slideLayout" Target="../slideLayouts/slideLayout52.xml"/><Relationship Id="rId55" Type="http://schemas.openxmlformats.org/officeDocument/2006/relationships/slideLayout" Target="../slideLayouts/slideLayout53.xml"/><Relationship Id="rId56" Type="http://schemas.openxmlformats.org/officeDocument/2006/relationships/slideLayout" Target="../slideLayouts/slideLayout54.xml"/><Relationship Id="rId57" Type="http://schemas.openxmlformats.org/officeDocument/2006/relationships/slideLayout" Target="../slideLayouts/slideLayout55.xml"/><Relationship Id="rId58" Type="http://schemas.openxmlformats.org/officeDocument/2006/relationships/slideLayout" Target="../slideLayouts/slideLayout56.xml"/><Relationship Id="rId59" Type="http://schemas.openxmlformats.org/officeDocument/2006/relationships/slideLayout" Target="../slideLayouts/slideLayout57.xml"/><Relationship Id="rId60" Type="http://schemas.openxmlformats.org/officeDocument/2006/relationships/slideLayout" Target="../slideLayouts/slideLayout58.xml"/><Relationship Id="rId61" Type="http://schemas.openxmlformats.org/officeDocument/2006/relationships/slideLayout" Target="../slideLayouts/slideLayout59.xml"/><Relationship Id="rId62" Type="http://schemas.openxmlformats.org/officeDocument/2006/relationships/slideLayout" Target="../slideLayouts/slideLayout60.xml"/><Relationship Id="rId63" Type="http://schemas.openxmlformats.org/officeDocument/2006/relationships/slideLayout" Target="../slideLayouts/slideLayout61.xml"/><Relationship Id="rId64" Type="http://schemas.openxmlformats.org/officeDocument/2006/relationships/slideLayout" Target="../slideLayouts/slideLayout62.xml"/><Relationship Id="rId65" Type="http://schemas.openxmlformats.org/officeDocument/2006/relationships/slideLayout" Target="../slideLayouts/slideLayout63.xml"/><Relationship Id="rId66" Type="http://schemas.openxmlformats.org/officeDocument/2006/relationships/slideLayout" Target="../slideLayouts/slideLayout64.xml"/><Relationship Id="rId67" Type="http://schemas.openxmlformats.org/officeDocument/2006/relationships/slideLayout" Target="../slideLayouts/slideLayout65.xml"/><Relationship Id="rId68" Type="http://schemas.openxmlformats.org/officeDocument/2006/relationships/slideLayout" Target="../slideLayouts/slideLayout66.xml"/><Relationship Id="rId69" Type="http://schemas.openxmlformats.org/officeDocument/2006/relationships/slideLayout" Target="../slideLayouts/slideLayout67.xml"/><Relationship Id="rId70" Type="http://schemas.openxmlformats.org/officeDocument/2006/relationships/slideLayout" Target="../slideLayouts/slideLayout68.xml"/><Relationship Id="rId71" Type="http://schemas.openxmlformats.org/officeDocument/2006/relationships/slideLayout" Target="../slideLayouts/slideLayout69.xml"/><Relationship Id="rId72" Type="http://schemas.openxmlformats.org/officeDocument/2006/relationships/slideLayout" Target="../slideLayouts/slideLayout70.xml"/><Relationship Id="rId73" Type="http://schemas.openxmlformats.org/officeDocument/2006/relationships/slideLayout" Target="../slideLayouts/slideLayout71.xml"/><Relationship Id="rId74" Type="http://schemas.openxmlformats.org/officeDocument/2006/relationships/slideLayout" Target="../slideLayouts/slideLayout72.xml"/><Relationship Id="rId75" Type="http://schemas.openxmlformats.org/officeDocument/2006/relationships/slideLayout" Target="../slideLayouts/slideLayout73.xml"/><Relationship Id="rId76" Type="http://schemas.openxmlformats.org/officeDocument/2006/relationships/slideLayout" Target="../slideLayouts/slideLayout74.xml"/><Relationship Id="rId77" Type="http://schemas.openxmlformats.org/officeDocument/2006/relationships/slideLayout" Target="../slideLayouts/slideLayout75.xml"/><Relationship Id="rId78" Type="http://schemas.openxmlformats.org/officeDocument/2006/relationships/slideLayout" Target="../slideLayouts/slideLayout76.xml"/><Relationship Id="rId79" Type="http://schemas.openxmlformats.org/officeDocument/2006/relationships/slideLayout" Target="../slideLayouts/slideLayout77.xml"/><Relationship Id="rId80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79.xml"/><Relationship Id="rId82" Type="http://schemas.openxmlformats.org/officeDocument/2006/relationships/slideLayout" Target="../slideLayouts/slideLayout80.xml"/><Relationship Id="rId83" Type="http://schemas.openxmlformats.org/officeDocument/2006/relationships/slideLayout" Target="../slideLayouts/slideLayout81.xml"/><Relationship Id="rId84" Type="http://schemas.openxmlformats.org/officeDocument/2006/relationships/slideLayout" Target="../slideLayouts/slideLayout82.xml"/><Relationship Id="rId85" Type="http://schemas.openxmlformats.org/officeDocument/2006/relationships/slideLayout" Target="../slideLayouts/slideLayout83.xml"/><Relationship Id="rId86" Type="http://schemas.openxmlformats.org/officeDocument/2006/relationships/slideLayout" Target="../slideLayouts/slideLayout84.xml"/><Relationship Id="rId87" Type="http://schemas.openxmlformats.org/officeDocument/2006/relationships/slideLayout" Target="../slideLayouts/slideLayout85.xml"/><Relationship Id="rId88" Type="http://schemas.openxmlformats.org/officeDocument/2006/relationships/slideLayout" Target="../slideLayouts/slideLayout86.xml"/><Relationship Id="rId89" Type="http://schemas.openxmlformats.org/officeDocument/2006/relationships/slideLayout" Target="../slideLayouts/slideLayout87.xml"/><Relationship Id="rId90" Type="http://schemas.openxmlformats.org/officeDocument/2006/relationships/slideLayout" Target="../slideLayouts/slideLayout88.xml"/><Relationship Id="rId91" Type="http://schemas.openxmlformats.org/officeDocument/2006/relationships/slideLayout" Target="../slideLayouts/slideLayout89.xml"/><Relationship Id="rId92" Type="http://schemas.openxmlformats.org/officeDocument/2006/relationships/slideLayout" Target="../slideLayouts/slideLayout90.xml"/><Relationship Id="rId93" Type="http://schemas.openxmlformats.org/officeDocument/2006/relationships/slideLayout" Target="../slideLayouts/slideLayout91.xml"/><Relationship Id="rId94" Type="http://schemas.openxmlformats.org/officeDocument/2006/relationships/slideLayout" Target="../slideLayouts/slideLayout92.xml"/><Relationship Id="rId95" Type="http://schemas.openxmlformats.org/officeDocument/2006/relationships/slideLayout" Target="../slideLayouts/slideLayout93.xml"/><Relationship Id="rId96" Type="http://schemas.openxmlformats.org/officeDocument/2006/relationships/slideLayout" Target="../slideLayouts/slideLayout94.xml"/><Relationship Id="rId97" Type="http://schemas.openxmlformats.org/officeDocument/2006/relationships/slideLayout" Target="../slideLayouts/slideLayout95.xml"/><Relationship Id="rId98" Type="http://schemas.openxmlformats.org/officeDocument/2006/relationships/slideLayout" Target="../slideLayouts/slideLayout96.xml"/><Relationship Id="rId99" Type="http://schemas.openxmlformats.org/officeDocument/2006/relationships/slideLayout" Target="../slideLayouts/slideLayout97.xml"/><Relationship Id="rId100" Type="http://schemas.openxmlformats.org/officeDocument/2006/relationships/slideLayout" Target="../slideLayouts/slideLayout98.xml"/><Relationship Id="rId101" Type="http://schemas.openxmlformats.org/officeDocument/2006/relationships/slideLayout" Target="../slideLayouts/slideLayout99.xml"/><Relationship Id="rId102" Type="http://schemas.openxmlformats.org/officeDocument/2006/relationships/slideLayout" Target="../slideLayouts/slideLayout100.xml"/><Relationship Id="rId103" Type="http://schemas.openxmlformats.org/officeDocument/2006/relationships/slideLayout" Target="../slideLayouts/slideLayout101.xml"/><Relationship Id="rId104" Type="http://schemas.openxmlformats.org/officeDocument/2006/relationships/slideLayout" Target="../slideLayouts/slideLayout102.xml"/><Relationship Id="rId105" Type="http://schemas.openxmlformats.org/officeDocument/2006/relationships/slideLayout" Target="../slideLayouts/slideLayout103.xml"/><Relationship Id="rId106" Type="http://schemas.openxmlformats.org/officeDocument/2006/relationships/slideLayout" Target="../slideLayouts/slideLayout104.xml"/><Relationship Id="rId107" Type="http://schemas.openxmlformats.org/officeDocument/2006/relationships/slideLayout" Target="../slideLayouts/slideLayout105.xml"/><Relationship Id="rId108" Type="http://schemas.openxmlformats.org/officeDocument/2006/relationships/slideLayout" Target="../slideLayouts/slideLayout106.xml"/><Relationship Id="rId109" Type="http://schemas.openxmlformats.org/officeDocument/2006/relationships/slideLayout" Target="../slideLayouts/slideLayout107.xml"/><Relationship Id="rId110" Type="http://schemas.openxmlformats.org/officeDocument/2006/relationships/slideLayout" Target="../slideLayouts/slideLayout108.xml"/><Relationship Id="rId111" Type="http://schemas.openxmlformats.org/officeDocument/2006/relationships/slideLayout" Target="../slideLayouts/slideLayout109.xml"/><Relationship Id="rId112" Type="http://schemas.openxmlformats.org/officeDocument/2006/relationships/slideLayout" Target="../slideLayouts/slideLayout110.xml"/><Relationship Id="rId113" Type="http://schemas.openxmlformats.org/officeDocument/2006/relationships/slideLayout" Target="../slideLayouts/slideLayout111.xml"/><Relationship Id="rId114" Type="http://schemas.openxmlformats.org/officeDocument/2006/relationships/slideLayout" Target="../slideLayouts/slideLayout112.xml"/><Relationship Id="rId115" Type="http://schemas.openxmlformats.org/officeDocument/2006/relationships/slideLayout" Target="../slideLayouts/slideLayout113.xml"/><Relationship Id="rId116" Type="http://schemas.openxmlformats.org/officeDocument/2006/relationships/slideLayout" Target="../slideLayouts/slideLayout114.xml"/><Relationship Id="rId117" Type="http://schemas.openxmlformats.org/officeDocument/2006/relationships/slideLayout" Target="../slideLayouts/slideLayout115.xml"/><Relationship Id="rId118" Type="http://schemas.openxmlformats.org/officeDocument/2006/relationships/slideLayout" Target="../slideLayouts/slideLayout116.xml"/><Relationship Id="rId119" Type="http://schemas.openxmlformats.org/officeDocument/2006/relationships/slideLayout" Target="../slideLayouts/slideLayout117.xml"/><Relationship Id="rId120" Type="http://schemas.openxmlformats.org/officeDocument/2006/relationships/slideLayout" Target="../slideLayouts/slideLayout118.xml"/><Relationship Id="rId121" Type="http://schemas.openxmlformats.org/officeDocument/2006/relationships/slideLayout" Target="../slideLayouts/slideLayout119.xml"/><Relationship Id="rId122" Type="http://schemas.openxmlformats.org/officeDocument/2006/relationships/slideLayout" Target="../slideLayouts/slideLayout120.xml"/><Relationship Id="rId123" Type="http://schemas.openxmlformats.org/officeDocument/2006/relationships/slideLayout" Target="../slideLayouts/slideLayout121.xml"/><Relationship Id="rId124" Type="http://schemas.openxmlformats.org/officeDocument/2006/relationships/slideLayout" Target="../slideLayouts/slideLayout122.xml"/><Relationship Id="rId125" Type="http://schemas.openxmlformats.org/officeDocument/2006/relationships/slideLayout" Target="../slideLayouts/slideLayout123.xml"/><Relationship Id="rId126" Type="http://schemas.openxmlformats.org/officeDocument/2006/relationships/slideLayout" Target="../slideLayouts/slideLayout124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chemeClr val="accent1">
            <a:hueOff val="-12205714"/>
            <a:satOff val="-100000"/>
            <a:lumOff val="79411"/>
          </a:scheme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_colors_HERO_rev.jpg" descr="D_colors_HERO_rev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Title Text"/>
          <p:cNvSpPr txBox="1"/>
          <p:nvPr>
            <p:ph type="title"/>
          </p:nvPr>
        </p:nvSpPr>
        <p:spPr>
          <a:xfrm>
            <a:off x="1219199" y="184149"/>
            <a:ext cx="21945601" cy="301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4" name="Body Level One…"/>
          <p:cNvSpPr txBox="1"/>
          <p:nvPr>
            <p:ph type="body" idx="1"/>
          </p:nvPr>
        </p:nvSpPr>
        <p:spPr>
          <a:xfrm>
            <a:off x="1219199" y="3200399"/>
            <a:ext cx="21945601" cy="1051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/>
          <p:nvPr>
            <p:ph type="sldNum" sz="quarter" idx="2"/>
          </p:nvPr>
        </p:nvSpPr>
        <p:spPr>
          <a:xfrm>
            <a:off x="14630399" y="12344399"/>
            <a:ext cx="5689601" cy="736601"/>
          </a:xfrm>
          <a:prstGeom prst="rect">
            <a:avLst/>
          </a:prstGeom>
          <a:ln w="25400">
            <a:miter lim="400000"/>
          </a:ln>
        </p:spPr>
        <p:txBody>
          <a:bodyPr wrap="none" lIns="121919" tIns="121919" rIns="121919" bIns="121919" anchor="ctr">
            <a:spAutoFit/>
          </a:bodyPr>
          <a:lstStyle>
            <a:lvl1pPr algn="ctr">
              <a:defRPr sz="1800"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  <p:sldLayoutId id="2147483671" r:id="rId25"/>
    <p:sldLayoutId id="2147483672" r:id="rId26"/>
    <p:sldLayoutId id="2147483673" r:id="rId27"/>
    <p:sldLayoutId id="2147483674" r:id="rId28"/>
    <p:sldLayoutId id="2147483675" r:id="rId29"/>
    <p:sldLayoutId id="2147483676" r:id="rId30"/>
    <p:sldLayoutId id="2147483677" r:id="rId31"/>
    <p:sldLayoutId id="2147483678" r:id="rId32"/>
    <p:sldLayoutId id="2147483679" r:id="rId33"/>
    <p:sldLayoutId id="2147483680" r:id="rId34"/>
    <p:sldLayoutId id="2147483681" r:id="rId35"/>
    <p:sldLayoutId id="2147483682" r:id="rId36"/>
    <p:sldLayoutId id="2147483683" r:id="rId37"/>
    <p:sldLayoutId id="2147483684" r:id="rId38"/>
    <p:sldLayoutId id="2147483685" r:id="rId39"/>
    <p:sldLayoutId id="2147483686" r:id="rId40"/>
    <p:sldLayoutId id="2147483687" r:id="rId41"/>
    <p:sldLayoutId id="2147483688" r:id="rId42"/>
    <p:sldLayoutId id="2147483689" r:id="rId43"/>
    <p:sldLayoutId id="2147483690" r:id="rId44"/>
    <p:sldLayoutId id="2147483691" r:id="rId45"/>
    <p:sldLayoutId id="2147483692" r:id="rId46"/>
    <p:sldLayoutId id="2147483693" r:id="rId47"/>
    <p:sldLayoutId id="2147483694" r:id="rId48"/>
    <p:sldLayoutId id="2147483695" r:id="rId49"/>
    <p:sldLayoutId id="2147483696" r:id="rId50"/>
    <p:sldLayoutId id="2147483697" r:id="rId51"/>
    <p:sldLayoutId id="2147483698" r:id="rId52"/>
    <p:sldLayoutId id="2147483699" r:id="rId53"/>
    <p:sldLayoutId id="2147483700" r:id="rId54"/>
    <p:sldLayoutId id="2147483701" r:id="rId55"/>
    <p:sldLayoutId id="2147483702" r:id="rId56"/>
    <p:sldLayoutId id="2147483703" r:id="rId57"/>
    <p:sldLayoutId id="2147483704" r:id="rId58"/>
    <p:sldLayoutId id="2147483705" r:id="rId59"/>
    <p:sldLayoutId id="2147483706" r:id="rId60"/>
    <p:sldLayoutId id="2147483707" r:id="rId61"/>
    <p:sldLayoutId id="2147483708" r:id="rId62"/>
    <p:sldLayoutId id="2147483709" r:id="rId63"/>
    <p:sldLayoutId id="2147483710" r:id="rId64"/>
    <p:sldLayoutId id="2147483711" r:id="rId65"/>
    <p:sldLayoutId id="2147483712" r:id="rId66"/>
    <p:sldLayoutId id="2147483713" r:id="rId67"/>
    <p:sldLayoutId id="2147483714" r:id="rId68"/>
    <p:sldLayoutId id="2147483715" r:id="rId69"/>
    <p:sldLayoutId id="2147483716" r:id="rId70"/>
    <p:sldLayoutId id="2147483717" r:id="rId71"/>
    <p:sldLayoutId id="2147483718" r:id="rId72"/>
    <p:sldLayoutId id="2147483719" r:id="rId73"/>
    <p:sldLayoutId id="2147483720" r:id="rId74"/>
    <p:sldLayoutId id="2147483721" r:id="rId75"/>
    <p:sldLayoutId id="2147483722" r:id="rId76"/>
    <p:sldLayoutId id="2147483723" r:id="rId77"/>
    <p:sldLayoutId id="2147483724" r:id="rId78"/>
    <p:sldLayoutId id="2147483725" r:id="rId79"/>
    <p:sldLayoutId id="2147483726" r:id="rId80"/>
    <p:sldLayoutId id="2147483727" r:id="rId81"/>
    <p:sldLayoutId id="2147483728" r:id="rId82"/>
    <p:sldLayoutId id="2147483729" r:id="rId83"/>
    <p:sldLayoutId id="2147483730" r:id="rId84"/>
    <p:sldLayoutId id="2147483731" r:id="rId85"/>
    <p:sldLayoutId id="2147483732" r:id="rId86"/>
    <p:sldLayoutId id="2147483733" r:id="rId87"/>
    <p:sldLayoutId id="2147483734" r:id="rId88"/>
    <p:sldLayoutId id="2147483735" r:id="rId89"/>
    <p:sldLayoutId id="2147483736" r:id="rId90"/>
    <p:sldLayoutId id="2147483737" r:id="rId91"/>
    <p:sldLayoutId id="2147483738" r:id="rId92"/>
    <p:sldLayoutId id="2147483739" r:id="rId93"/>
    <p:sldLayoutId id="2147483740" r:id="rId94"/>
    <p:sldLayoutId id="2147483741" r:id="rId95"/>
    <p:sldLayoutId id="2147483742" r:id="rId96"/>
    <p:sldLayoutId id="2147483743" r:id="rId97"/>
    <p:sldLayoutId id="2147483744" r:id="rId98"/>
    <p:sldLayoutId id="2147483745" r:id="rId99"/>
    <p:sldLayoutId id="2147483746" r:id="rId100"/>
    <p:sldLayoutId id="2147483747" r:id="rId101"/>
    <p:sldLayoutId id="2147483748" r:id="rId102"/>
    <p:sldLayoutId id="2147483749" r:id="rId103"/>
    <p:sldLayoutId id="2147483750" r:id="rId104"/>
    <p:sldLayoutId id="2147483751" r:id="rId105"/>
    <p:sldLayoutId id="2147483752" r:id="rId106"/>
    <p:sldLayoutId id="2147483753" r:id="rId107"/>
    <p:sldLayoutId id="2147483754" r:id="rId108"/>
    <p:sldLayoutId id="2147483755" r:id="rId109"/>
    <p:sldLayoutId id="2147483756" r:id="rId110"/>
    <p:sldLayoutId id="2147483757" r:id="rId111"/>
    <p:sldLayoutId id="2147483758" r:id="rId112"/>
    <p:sldLayoutId id="2147483759" r:id="rId113"/>
    <p:sldLayoutId id="2147483760" r:id="rId114"/>
    <p:sldLayoutId id="2147483761" r:id="rId115"/>
    <p:sldLayoutId id="2147483762" r:id="rId116"/>
    <p:sldLayoutId id="2147483763" r:id="rId117"/>
    <p:sldLayoutId id="2147483764" r:id="rId118"/>
    <p:sldLayoutId id="2147483765" r:id="rId119"/>
    <p:sldLayoutId id="2147483766" r:id="rId120"/>
    <p:sldLayoutId id="2147483767" r:id="rId121"/>
    <p:sldLayoutId id="2147483768" r:id="rId122"/>
    <p:sldLayoutId id="2147483769" r:id="rId123"/>
    <p:sldLayoutId id="2147483770" r:id="rId124"/>
    <p:sldLayoutId id="2147483771" r:id="rId125"/>
    <p:sldLayoutId id="2147483772" r:id="rId126"/>
  </p:sldLayoutIdLst>
  <p:transition xmlns:p14="http://schemas.microsoft.com/office/powerpoint/2010/main" spd="med" advClick="1"/>
  <p:txStyles>
    <p:titleStyle>
      <a:lvl1pPr marL="0" marR="0" indent="0" algn="l" defTabSz="1828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200" u="none">
          <a:solidFill>
            <a:srgbClr val="4E91F7"/>
          </a:solidFill>
          <a:uFillTx/>
          <a:latin typeface="Curiosity-TWDC DemiBold"/>
          <a:ea typeface="Curiosity-TWDC DemiBold"/>
          <a:cs typeface="Curiosity-TWDC DemiBold"/>
          <a:sym typeface="Curiosity-TWDC DemiBold"/>
        </a:defRPr>
      </a:lvl1pPr>
      <a:lvl2pPr marL="0" marR="0" indent="0" algn="l" defTabSz="1828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200" u="none">
          <a:solidFill>
            <a:srgbClr val="4E91F7"/>
          </a:solidFill>
          <a:uFillTx/>
          <a:latin typeface="Curiosity-TWDC DemiBold"/>
          <a:ea typeface="Curiosity-TWDC DemiBold"/>
          <a:cs typeface="Curiosity-TWDC DemiBold"/>
          <a:sym typeface="Curiosity-TWDC DemiBold"/>
        </a:defRPr>
      </a:lvl2pPr>
      <a:lvl3pPr marL="0" marR="0" indent="0" algn="l" defTabSz="1828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200" u="none">
          <a:solidFill>
            <a:srgbClr val="4E91F7"/>
          </a:solidFill>
          <a:uFillTx/>
          <a:latin typeface="Curiosity-TWDC DemiBold"/>
          <a:ea typeface="Curiosity-TWDC DemiBold"/>
          <a:cs typeface="Curiosity-TWDC DemiBold"/>
          <a:sym typeface="Curiosity-TWDC DemiBold"/>
        </a:defRPr>
      </a:lvl3pPr>
      <a:lvl4pPr marL="0" marR="0" indent="0" algn="l" defTabSz="1828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200" u="none">
          <a:solidFill>
            <a:srgbClr val="4E91F7"/>
          </a:solidFill>
          <a:uFillTx/>
          <a:latin typeface="Curiosity-TWDC DemiBold"/>
          <a:ea typeface="Curiosity-TWDC DemiBold"/>
          <a:cs typeface="Curiosity-TWDC DemiBold"/>
          <a:sym typeface="Curiosity-TWDC DemiBold"/>
        </a:defRPr>
      </a:lvl4pPr>
      <a:lvl5pPr marL="0" marR="0" indent="0" algn="l" defTabSz="1828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200" u="none">
          <a:solidFill>
            <a:srgbClr val="4E91F7"/>
          </a:solidFill>
          <a:uFillTx/>
          <a:latin typeface="Curiosity-TWDC DemiBold"/>
          <a:ea typeface="Curiosity-TWDC DemiBold"/>
          <a:cs typeface="Curiosity-TWDC DemiBold"/>
          <a:sym typeface="Curiosity-TWDC DemiBold"/>
        </a:defRPr>
      </a:lvl5pPr>
      <a:lvl6pPr marL="0" marR="0" indent="0" algn="l" defTabSz="1828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200" u="none">
          <a:solidFill>
            <a:srgbClr val="4E91F7"/>
          </a:solidFill>
          <a:uFillTx/>
          <a:latin typeface="Curiosity-TWDC DemiBold"/>
          <a:ea typeface="Curiosity-TWDC DemiBold"/>
          <a:cs typeface="Curiosity-TWDC DemiBold"/>
          <a:sym typeface="Curiosity-TWDC DemiBold"/>
        </a:defRPr>
      </a:lvl6pPr>
      <a:lvl7pPr marL="0" marR="0" indent="0" algn="l" defTabSz="1828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200" u="none">
          <a:solidFill>
            <a:srgbClr val="4E91F7"/>
          </a:solidFill>
          <a:uFillTx/>
          <a:latin typeface="Curiosity-TWDC DemiBold"/>
          <a:ea typeface="Curiosity-TWDC DemiBold"/>
          <a:cs typeface="Curiosity-TWDC DemiBold"/>
          <a:sym typeface="Curiosity-TWDC DemiBold"/>
        </a:defRPr>
      </a:lvl7pPr>
      <a:lvl8pPr marL="0" marR="0" indent="0" algn="l" defTabSz="1828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200" u="none">
          <a:solidFill>
            <a:srgbClr val="4E91F7"/>
          </a:solidFill>
          <a:uFillTx/>
          <a:latin typeface="Curiosity-TWDC DemiBold"/>
          <a:ea typeface="Curiosity-TWDC DemiBold"/>
          <a:cs typeface="Curiosity-TWDC DemiBold"/>
          <a:sym typeface="Curiosity-TWDC DemiBold"/>
        </a:defRPr>
      </a:lvl8pPr>
      <a:lvl9pPr marL="0" marR="0" indent="0" algn="l" defTabSz="1828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200" u="none">
          <a:solidFill>
            <a:srgbClr val="4E91F7"/>
          </a:solidFill>
          <a:uFillTx/>
          <a:latin typeface="Curiosity-TWDC DemiBold"/>
          <a:ea typeface="Curiosity-TWDC DemiBold"/>
          <a:cs typeface="Curiosity-TWDC DemiBold"/>
          <a:sym typeface="Curiosity-TWDC DemiBold"/>
        </a:defRPr>
      </a:lvl9pPr>
    </p:titleStyle>
    <p:bodyStyle>
      <a:lvl1pPr marL="487679" marR="0" indent="-487679" algn="l" defTabSz="1828800" rtl="0" latinLnBrk="0">
        <a:lnSpc>
          <a:spcPct val="100000"/>
        </a:lnSpc>
        <a:spcBef>
          <a:spcPts val="1600"/>
        </a:spcBef>
        <a:spcAft>
          <a:spcPts val="0"/>
        </a:spcAft>
        <a:buClr>
          <a:srgbClr val="49C0EF"/>
        </a:buClr>
        <a:buSzPct val="100000"/>
        <a:buFont typeface="Curiosity-TWDC Medium"/>
        <a:buChar char="•"/>
        <a:tabLst/>
        <a:defRPr b="0" baseline="0" cap="none" i="0" spc="0" strike="noStrike" sz="3200" u="none">
          <a:solidFill>
            <a:srgbClr val="535353"/>
          </a:solidFill>
          <a:uFillTx/>
          <a:latin typeface="Curiosity-TWDC Medium"/>
          <a:ea typeface="Curiosity-TWDC Medium"/>
          <a:cs typeface="Curiosity-TWDC Medium"/>
          <a:sym typeface="Curiosity-TWDC Medium"/>
        </a:defRPr>
      </a:lvl1pPr>
      <a:lvl2pPr marL="768095" marR="0" indent="-585215" algn="l" defTabSz="1828800" rtl="0" latinLnBrk="0">
        <a:lnSpc>
          <a:spcPct val="100000"/>
        </a:lnSpc>
        <a:spcBef>
          <a:spcPts val="1600"/>
        </a:spcBef>
        <a:spcAft>
          <a:spcPts val="0"/>
        </a:spcAft>
        <a:buClr>
          <a:srgbClr val="49C0EF"/>
        </a:buClr>
        <a:buSzPct val="100000"/>
        <a:buFont typeface="Curiosity-TWDC Medium"/>
        <a:buChar char="−"/>
        <a:tabLst/>
        <a:defRPr b="0" baseline="0" cap="none" i="0" spc="0" strike="noStrike" sz="3200" u="none">
          <a:solidFill>
            <a:srgbClr val="535353"/>
          </a:solidFill>
          <a:uFillTx/>
          <a:latin typeface="Curiosity-TWDC Medium"/>
          <a:ea typeface="Curiosity-TWDC Medium"/>
          <a:cs typeface="Curiosity-TWDC Medium"/>
          <a:sym typeface="Curiosity-TWDC Medium"/>
        </a:defRPr>
      </a:lvl2pPr>
      <a:lvl3pPr marL="768095" marR="0" indent="-585215" algn="l" defTabSz="1828800" rtl="0" latinLnBrk="0">
        <a:lnSpc>
          <a:spcPct val="100000"/>
        </a:lnSpc>
        <a:spcBef>
          <a:spcPts val="1600"/>
        </a:spcBef>
        <a:spcAft>
          <a:spcPts val="0"/>
        </a:spcAft>
        <a:buClr>
          <a:srgbClr val="49C0EF"/>
        </a:buClr>
        <a:buSzPct val="100000"/>
        <a:buFont typeface="Curiosity-TWDC Medium"/>
        <a:buChar char="−"/>
        <a:tabLst/>
        <a:defRPr b="0" baseline="0" cap="none" i="0" spc="0" strike="noStrike" sz="3200" u="none">
          <a:solidFill>
            <a:srgbClr val="535353"/>
          </a:solidFill>
          <a:uFillTx/>
          <a:latin typeface="Curiosity-TWDC Medium"/>
          <a:ea typeface="Curiosity-TWDC Medium"/>
          <a:cs typeface="Curiosity-TWDC Medium"/>
          <a:sym typeface="Curiosity-TWDC Medium"/>
        </a:defRPr>
      </a:lvl3pPr>
      <a:lvl4pPr marL="1097280" marR="0" indent="-731519" algn="l" defTabSz="1828800" rtl="0" latinLnBrk="0">
        <a:lnSpc>
          <a:spcPct val="100000"/>
        </a:lnSpc>
        <a:spcBef>
          <a:spcPts val="1600"/>
        </a:spcBef>
        <a:spcAft>
          <a:spcPts val="0"/>
        </a:spcAft>
        <a:buClr>
          <a:srgbClr val="49C0EF"/>
        </a:buClr>
        <a:buSzPct val="100000"/>
        <a:buFont typeface="Curiosity-TWDC Medium"/>
        <a:buChar char="•"/>
        <a:tabLst/>
        <a:defRPr b="0" baseline="0" cap="none" i="0" spc="0" strike="noStrike" sz="3200" u="none">
          <a:solidFill>
            <a:srgbClr val="535353"/>
          </a:solidFill>
          <a:uFillTx/>
          <a:latin typeface="Curiosity-TWDC Medium"/>
          <a:ea typeface="Curiosity-TWDC Medium"/>
          <a:cs typeface="Curiosity-TWDC Medium"/>
          <a:sym typeface="Curiosity-TWDC Medium"/>
        </a:defRPr>
      </a:lvl4pPr>
      <a:lvl5pPr marL="1097280" marR="0" indent="-731519" algn="l" defTabSz="1828800" rtl="0" latinLnBrk="0">
        <a:lnSpc>
          <a:spcPct val="100000"/>
        </a:lnSpc>
        <a:spcBef>
          <a:spcPts val="1600"/>
        </a:spcBef>
        <a:spcAft>
          <a:spcPts val="0"/>
        </a:spcAft>
        <a:buClr>
          <a:srgbClr val="49C0EF"/>
        </a:buClr>
        <a:buSzPct val="100000"/>
        <a:buFont typeface="Curiosity-TWDC Medium"/>
        <a:buChar char="•"/>
        <a:tabLst/>
        <a:defRPr b="0" baseline="0" cap="none" i="0" spc="0" strike="noStrike" sz="3200" u="none">
          <a:solidFill>
            <a:srgbClr val="535353"/>
          </a:solidFill>
          <a:uFillTx/>
          <a:latin typeface="Curiosity-TWDC Medium"/>
          <a:ea typeface="Curiosity-TWDC Medium"/>
          <a:cs typeface="Curiosity-TWDC Medium"/>
          <a:sym typeface="Curiosity-TWDC Medium"/>
        </a:defRPr>
      </a:lvl5pPr>
      <a:lvl6pPr marL="2136530" marR="0" indent="-422030" algn="l" defTabSz="1828800" rtl="0" latinLnBrk="0">
        <a:lnSpc>
          <a:spcPct val="100000"/>
        </a:lnSpc>
        <a:spcBef>
          <a:spcPts val="1600"/>
        </a:spcBef>
        <a:spcAft>
          <a:spcPts val="0"/>
        </a:spcAft>
        <a:buClr>
          <a:srgbClr val="49C0EF"/>
        </a:buClr>
        <a:buSzPct val="100000"/>
        <a:buFont typeface="Curiosity-TWDC Medium"/>
        <a:buChar char="•"/>
        <a:tabLst/>
        <a:defRPr b="0" baseline="0" cap="none" i="0" spc="0" strike="noStrike" sz="3200" u="none">
          <a:solidFill>
            <a:srgbClr val="535353"/>
          </a:solidFill>
          <a:uFillTx/>
          <a:latin typeface="Curiosity-TWDC Medium"/>
          <a:ea typeface="Curiosity-TWDC Medium"/>
          <a:cs typeface="Curiosity-TWDC Medium"/>
          <a:sym typeface="Curiosity-TWDC Medium"/>
        </a:defRPr>
      </a:lvl6pPr>
      <a:lvl7pPr marL="2479430" marR="0" indent="-422030" algn="l" defTabSz="1828800" rtl="0" latinLnBrk="0">
        <a:lnSpc>
          <a:spcPct val="100000"/>
        </a:lnSpc>
        <a:spcBef>
          <a:spcPts val="1600"/>
        </a:spcBef>
        <a:spcAft>
          <a:spcPts val="0"/>
        </a:spcAft>
        <a:buClr>
          <a:srgbClr val="49C0EF"/>
        </a:buClr>
        <a:buSzPct val="100000"/>
        <a:buFont typeface="Curiosity-TWDC Medium"/>
        <a:buChar char="•"/>
        <a:tabLst/>
        <a:defRPr b="0" baseline="0" cap="none" i="0" spc="0" strike="noStrike" sz="3200" u="none">
          <a:solidFill>
            <a:srgbClr val="535353"/>
          </a:solidFill>
          <a:uFillTx/>
          <a:latin typeface="Curiosity-TWDC Medium"/>
          <a:ea typeface="Curiosity-TWDC Medium"/>
          <a:cs typeface="Curiosity-TWDC Medium"/>
          <a:sym typeface="Curiosity-TWDC Medium"/>
        </a:defRPr>
      </a:lvl7pPr>
      <a:lvl8pPr marL="2822330" marR="0" indent="-422030" algn="l" defTabSz="1828800" rtl="0" latinLnBrk="0">
        <a:lnSpc>
          <a:spcPct val="100000"/>
        </a:lnSpc>
        <a:spcBef>
          <a:spcPts val="1600"/>
        </a:spcBef>
        <a:spcAft>
          <a:spcPts val="0"/>
        </a:spcAft>
        <a:buClr>
          <a:srgbClr val="49C0EF"/>
        </a:buClr>
        <a:buSzPct val="100000"/>
        <a:buFont typeface="Curiosity-TWDC Medium"/>
        <a:buChar char="•"/>
        <a:tabLst/>
        <a:defRPr b="0" baseline="0" cap="none" i="0" spc="0" strike="noStrike" sz="3200" u="none">
          <a:solidFill>
            <a:srgbClr val="535353"/>
          </a:solidFill>
          <a:uFillTx/>
          <a:latin typeface="Curiosity-TWDC Medium"/>
          <a:ea typeface="Curiosity-TWDC Medium"/>
          <a:cs typeface="Curiosity-TWDC Medium"/>
          <a:sym typeface="Curiosity-TWDC Medium"/>
        </a:defRPr>
      </a:lvl8pPr>
      <a:lvl9pPr marL="3165230" marR="0" indent="-422030" algn="l" defTabSz="1828800" rtl="0" latinLnBrk="0">
        <a:lnSpc>
          <a:spcPct val="100000"/>
        </a:lnSpc>
        <a:spcBef>
          <a:spcPts val="1600"/>
        </a:spcBef>
        <a:spcAft>
          <a:spcPts val="0"/>
        </a:spcAft>
        <a:buClr>
          <a:srgbClr val="49C0EF"/>
        </a:buClr>
        <a:buSzPct val="100000"/>
        <a:buFont typeface="Curiosity-TWDC Medium"/>
        <a:buChar char="•"/>
        <a:tabLst/>
        <a:defRPr b="0" baseline="0" cap="none" i="0" spc="0" strike="noStrike" sz="3200" u="none">
          <a:solidFill>
            <a:srgbClr val="535353"/>
          </a:solidFill>
          <a:uFillTx/>
          <a:latin typeface="Curiosity-TWDC Medium"/>
          <a:ea typeface="Curiosity-TWDC Medium"/>
          <a:cs typeface="Curiosity-TWDC Medium"/>
          <a:sym typeface="Curiosity-TWDC Medium"/>
        </a:defRPr>
      </a:lvl9pPr>
    </p:bodyStyle>
    <p:otherStyle>
      <a:lvl1pPr marL="0" marR="0" indent="0" algn="ctr" defTabSz="1219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Curiosity-TWDC Light"/>
        </a:defRPr>
      </a:lvl1pPr>
      <a:lvl2pPr marL="0" marR="0" indent="457200" algn="ctr" defTabSz="1219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Curiosity-TWDC Light"/>
        </a:defRPr>
      </a:lvl2pPr>
      <a:lvl3pPr marL="0" marR="0" indent="914400" algn="ctr" defTabSz="1219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Curiosity-TWDC Light"/>
        </a:defRPr>
      </a:lvl3pPr>
      <a:lvl4pPr marL="0" marR="0" indent="1371600" algn="ctr" defTabSz="1219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Curiosity-TWDC Light"/>
        </a:defRPr>
      </a:lvl4pPr>
      <a:lvl5pPr marL="0" marR="0" indent="1828800" algn="ctr" defTabSz="1219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Curiosity-TWDC Light"/>
        </a:defRPr>
      </a:lvl5pPr>
      <a:lvl6pPr marL="0" marR="0" indent="2286000" algn="ctr" defTabSz="1219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Curiosity-TWDC Light"/>
        </a:defRPr>
      </a:lvl6pPr>
      <a:lvl7pPr marL="0" marR="0" indent="2743200" algn="ctr" defTabSz="1219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Curiosity-TWDC Light"/>
        </a:defRPr>
      </a:lvl7pPr>
      <a:lvl8pPr marL="0" marR="0" indent="3200400" algn="ctr" defTabSz="1219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Curiosity-TWDC Light"/>
        </a:defRPr>
      </a:lvl8pPr>
      <a:lvl9pPr marL="0" marR="0" indent="3657600" algn="ctr" defTabSz="1219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Curiosity-TWDC Light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image" Target="../media/placeholder_gray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Relationship Id="rId4" Type="http://schemas.openxmlformats.org/officeDocument/2006/relationships/image" Target="../media/placeholder_gray.png"/><Relationship Id="rId5" Type="http://schemas.openxmlformats.org/officeDocument/2006/relationships/image" Target="../media/placeholder_gray.png"/><Relationship Id="rId6" Type="http://schemas.openxmlformats.org/officeDocument/2006/relationships/image" Target="../media/placeholder_gray.png"/><Relationship Id="rId7" Type="http://schemas.openxmlformats.org/officeDocument/2006/relationships/image" Target="../media/placeholder_gray.png"/><Relationship Id="rId8" Type="http://schemas.openxmlformats.org/officeDocument/2006/relationships/image" Target="../media/placeholder_gray.png"/><Relationship Id="rId9" Type="http://schemas.openxmlformats.org/officeDocument/2006/relationships/image" Target="../media/placeholder_gray.png"/><Relationship Id="rId10" Type="http://schemas.openxmlformats.org/officeDocument/2006/relationships/image" Target="../media/placeholder_gray.png"/><Relationship Id="rId11" Type="http://schemas.openxmlformats.org/officeDocument/2006/relationships/image" Target="../media/placeholder_gray.png"/><Relationship Id="rId12" Type="http://schemas.openxmlformats.org/officeDocument/2006/relationships/image" Target="../media/placeholder_gray.png"/><Relationship Id="rId13" Type="http://schemas.openxmlformats.org/officeDocument/2006/relationships/image" Target="../media/placeholder_gray.png"/><Relationship Id="rId14" Type="http://schemas.openxmlformats.org/officeDocument/2006/relationships/image" Target="../media/placeholder_gray.png"/><Relationship Id="rId15" Type="http://schemas.openxmlformats.org/officeDocument/2006/relationships/image" Target="../media/placeholder_gray.png"/><Relationship Id="rId16" Type="http://schemas.openxmlformats.org/officeDocument/2006/relationships/image" Target="../media/placeholder_gray.png"/><Relationship Id="rId17" Type="http://schemas.openxmlformats.org/officeDocument/2006/relationships/image" Target="../media/placeholder_gray.png"/><Relationship Id="rId18" Type="http://schemas.openxmlformats.org/officeDocument/2006/relationships/image" Target="../media/placeholder_gray.png"/><Relationship Id="rId19" Type="http://schemas.openxmlformats.org/officeDocument/2006/relationships/image" Target="../media/placeholder_gray.png"/><Relationship Id="rId20" Type="http://schemas.openxmlformats.org/officeDocument/2006/relationships/image" Target="../media/placeholder_gray.png"/><Relationship Id="rId21" Type="http://schemas.openxmlformats.org/officeDocument/2006/relationships/image" Target="../media/placeholder_gray.png"/><Relationship Id="rId22" Type="http://schemas.openxmlformats.org/officeDocument/2006/relationships/image" Target="../media/placeholder_gray.png"/><Relationship Id="rId23" Type="http://schemas.openxmlformats.org/officeDocument/2006/relationships/image" Target="../media/placeholder_gray.png"/><Relationship Id="rId24" Type="http://schemas.openxmlformats.org/officeDocument/2006/relationships/image" Target="../media/placeholder_gray.png"/><Relationship Id="rId25" Type="http://schemas.openxmlformats.org/officeDocument/2006/relationships/image" Target="../media/placeholder_gray.png"/><Relationship Id="rId26" Type="http://schemas.openxmlformats.org/officeDocument/2006/relationships/image" Target="../media/placeholder_gray.png"/><Relationship Id="rId27" Type="http://schemas.openxmlformats.org/officeDocument/2006/relationships/image" Target="../media/placeholder_gray.png"/><Relationship Id="rId28" Type="http://schemas.openxmlformats.org/officeDocument/2006/relationships/image" Target="../media/placeholder_gray.png"/><Relationship Id="rId29" Type="http://schemas.openxmlformats.org/officeDocument/2006/relationships/image" Target="../media/placeholder_gray.png"/><Relationship Id="rId30" Type="http://schemas.openxmlformats.org/officeDocument/2006/relationships/image" Target="../media/placeholder_gray.png"/><Relationship Id="rId31" Type="http://schemas.openxmlformats.org/officeDocument/2006/relationships/image" Target="../media/placeholder_gray.png"/><Relationship Id="rId32" Type="http://schemas.openxmlformats.org/officeDocument/2006/relationships/image" Target="../media/placeholder_gray.png"/><Relationship Id="rId33" Type="http://schemas.openxmlformats.org/officeDocument/2006/relationships/image" Target="../media/placeholder_gray.png"/><Relationship Id="rId34" Type="http://schemas.openxmlformats.org/officeDocument/2006/relationships/image" Target="../media/placeholder_gray.png"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4.xml"/></Relationships>
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Relationship Id="rId4" Type="http://schemas.openxmlformats.org/officeDocument/2006/relationships/image" Target="../media/placeholder_gray.png"/><Relationship Id="rId5" Type="http://schemas.openxmlformats.org/officeDocument/2006/relationships/image" Target="../media/placeholder_gray.png"/><Relationship Id="rId6" Type="http://schemas.openxmlformats.org/officeDocument/2006/relationships/image" Target="../media/placeholder_gray.png"/><Relationship Id="rId7" Type="http://schemas.openxmlformats.org/officeDocument/2006/relationships/image" Target="../media/placeholder_gray.png"/><Relationship Id="rId8" Type="http://schemas.openxmlformats.org/officeDocument/2006/relationships/image" Target="../media/placeholder_gray.png"/><Relationship Id="rId9" Type="http://schemas.openxmlformats.org/officeDocument/2006/relationships/image" Target="../media/placeholder_gray.png"/><Relationship Id="rId10" Type="http://schemas.openxmlformats.org/officeDocument/2006/relationships/image" Target="../media/placeholder_gray.png"/><Relationship Id="rId11" Type="http://schemas.openxmlformats.org/officeDocument/2006/relationships/image" Target="../media/placeholder_gray.png"/><Relationship Id="rId12" Type="http://schemas.openxmlformats.org/officeDocument/2006/relationships/image" Target="../media/placeholder_gray.png"/><Relationship Id="rId13" Type="http://schemas.openxmlformats.org/officeDocument/2006/relationships/image" Target="../media/placeholder_gray.png"/>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1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Relationship Id="rId4" Type="http://schemas.openxmlformats.org/officeDocument/2006/relationships/image" Target="../media/placeholder_gray.png"/>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Relationship Id="rId4" Type="http://schemas.openxmlformats.org/officeDocument/2006/relationships/image" Target="../media/placeholder_gray.png"/><Relationship Id="rId5" Type="http://schemas.openxmlformats.org/officeDocument/2006/relationships/image" Target="../media/placeholder_gray.png"/><Relationship Id="rId6" Type="http://schemas.openxmlformats.org/officeDocument/2006/relationships/image" Target="../media/placeholder_gray.png"/><Relationship Id="rId7" Type="http://schemas.openxmlformats.org/officeDocument/2006/relationships/image" Target="../media/placeholder_gray.png"/><Relationship Id="rId8" Type="http://schemas.openxmlformats.org/officeDocument/2006/relationships/image" Target="../media/placeholder_gray.png"/><Relationship Id="rId9" Type="http://schemas.openxmlformats.org/officeDocument/2006/relationships/image" Target="../media/placeholder_gray.png"/><Relationship Id="rId10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placeholder_gray.png"/><Relationship Id="rId3" Type="http://schemas.openxmlformats.org/officeDocument/2006/relationships/image" Target="../media/image1.png"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/Relationships>
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</Relationships>
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</Relationships>
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</Relationships>
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placeholder_gray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placeholder_gray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placeholder_gray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image" Target="../media/placeholder_gray.png"/>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/Relationships>
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</Relationships>
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</Relationships>
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2.xml"/></Relationships>
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3.xml"/></Relationships>
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placeholder_gray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image" Target="../media/placeholder_gray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Relationship Id="rId4" Type="http://schemas.openxmlformats.org/officeDocument/2006/relationships/image" Target="../media/placeholder_gray.png"/><Relationship Id="rId5" Type="http://schemas.openxmlformats.org/officeDocument/2006/relationships/image" Target="../media/placeholder_gray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Relationship Id="rId4" Type="http://schemas.openxmlformats.org/officeDocument/2006/relationships/image" Target="../media/placeholder_gray.png"/><Relationship Id="rId5" Type="http://schemas.openxmlformats.org/officeDocument/2006/relationships/image" Target="../media/placeholder_gray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image" Target="../media/placeholder_gray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image" Target="../media/placeholder_gray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placeholder_gray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placeholder_gray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image" Target="../media/placeholder_gray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image" Target="../media/placeholder_gray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image" Target="../media/placeholder_gray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placeholder_gray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placeholder_gray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image" Target="../media/placeholder_gray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image" Target="../media/placeholder_gray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image" Target="../media/placeholder_gray.png"/><Relationship Id="rId3" Type="http://schemas.openxmlformats.org/officeDocument/2006/relationships/chart" Target="../charts/chart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placeholder_gray.png"/><Relationship Id="rId3" Type="http://schemas.openxmlformats.org/officeDocument/2006/relationships/chart" Target="../charts/chart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image" Target="../media/placeholder_gray.png"/>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</Relationships>
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</Relationships>
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image" Target="../media/placeholder_gray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image" Target="../media/placeholder_gray.png"/>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</Relationships>
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Relationship Id="rId4" Type="http://schemas.openxmlformats.org/officeDocument/2006/relationships/image" Target="../media/placeholder_gray.png"/><Relationship Id="rId5" Type="http://schemas.openxmlformats.org/officeDocument/2006/relationships/image" Target="../media/placeholder_gray.png"/><Relationship Id="rId6" Type="http://schemas.openxmlformats.org/officeDocument/2006/relationships/image" Target="../media/placeholder_gray.png"/><Relationship Id="rId7" Type="http://schemas.openxmlformats.org/officeDocument/2006/relationships/image" Target="../media/placeholder_gray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image" Target="../media/placeholder_gray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image" Target="../media/placeholder_gray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image" Target="../media/placeholder_gray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image" Target="../media/placeholder_gray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image" Target="../media/placeholder_gray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image" Target="../media/placeholder_gray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image" Target="../media/placeholder_gray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image" Target="../media/placeholder_gray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placeholder_gray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placeholder_gray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image" Target="../media/placeholder_gray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image" Target="../media/placeholder_gray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image" Target="../media/placeholder_gray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image" Target="../media/placeholder_gray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image" Target="../media/placeholder_gray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4.xml"/><Relationship Id="rId2" Type="http://schemas.openxmlformats.org/officeDocument/2006/relationships/image" Target="../media/placeholder_gray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8.xml"/><Relationship Id="rId2" Type="http://schemas.openxmlformats.org/officeDocument/2006/relationships/image" Target="../media/placeholder_gray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7.xml"/><Relationship Id="rId2" Type="http://schemas.openxmlformats.org/officeDocument/2006/relationships/image" Target="../media/placeholder_gray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image" Target="../media/placeholder_gray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image" Target="../media/placeholder_gray.png"/>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9.xml"/></Relationships>
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0.xml"/></Relationships>
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1.xml"/></Relationships>
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2.xml"/></Relationships>
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3.xml"/></Relationships>
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placeholder_gray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Relationship Id="rId2" Type="http://schemas.openxmlformats.org/officeDocument/2006/relationships/image" Target="../media/placeholder_gray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image" Target="../media/placeholder_gray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image" Target="../media/placeholder_gray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8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Relationship Id="rId2" Type="http://schemas.openxmlformats.org/officeDocument/2006/relationships/image" Target="../media/placeholder_gray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Relationship Id="rId2" Type="http://schemas.openxmlformats.org/officeDocument/2006/relationships/image" Target="../media/placeholder_gray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image" Target="../media/placeholder_gray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image" Target="../media/placeholder_gray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5.xml"/><Relationship Id="rId2" Type="http://schemas.openxmlformats.org/officeDocument/2006/relationships/image" Target="../media/placeholder_gray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2.xml"/><Relationship Id="rId2" Type="http://schemas.openxmlformats.org/officeDocument/2006/relationships/image" Target="../media/placeholder_gray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3.xml"/><Relationship Id="rId2" Type="http://schemas.openxmlformats.org/officeDocument/2006/relationships/image" Target="../media/placeholder_gray.png"/></Relationships>
</file>

<file path=ppt/slides/_rels/slide1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6.xml"/></Relationships>

</file>

<file path=ppt/slides/_rels/slide1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7.xml"/></Relationships>

</file>

<file path=ppt/slides/_rels/slide1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8.xml"/></Relationships>

</file>

<file path=ppt/slides/_rels/slide1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9.xml"/></Relationships>

</file>

<file path=ppt/slides/_rels/slide1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0.xml"/></Relationships>

</file>

<file path=ppt/slides/_rels/slide1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</Relationships>

</file>

<file path=ppt/slides/_rels/slide1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3.xml"/></Relationships>

</file>

<file path=ppt/slides/_rels/slide1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4.xml"/></Relationships>

</file>

<file path=ppt/slides/_rels/slide1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
</file>

<file path=ppt/slides/_rels/slide1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/Relationships>

</file>

<file path=ppt/slides/_rels/slide1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image" Target="../media/placeholder_gray.png"/><Relationship Id="rId3" Type="http://schemas.openxmlformats.org/officeDocument/2006/relationships/image" Target="../media/placeholder_gray.png"/><Relationship Id="rId4" Type="http://schemas.openxmlformats.org/officeDocument/2006/relationships/image" Target="../media/placeholder_gray.png"/><Relationship Id="rId5" Type="http://schemas.openxmlformats.org/officeDocument/2006/relationships/image" Target="../media/placeholder_gray.png"/><Relationship Id="rId6" Type="http://schemas.openxmlformats.org/officeDocument/2006/relationships/image" Target="../media/placeholder_gray.png"/><Relationship Id="rId7" Type="http://schemas.openxmlformats.org/officeDocument/2006/relationships/image" Target="../media/placeholder_gray.png"/><Relationship Id="rId8" Type="http://schemas.openxmlformats.org/officeDocument/2006/relationships/image" Target="../media/placeholder_gray.png"/><Relationship Id="rId9" Type="http://schemas.openxmlformats.org/officeDocument/2006/relationships/image" Target="../media/placeholder_gray.png"/><Relationship Id="rId10" Type="http://schemas.openxmlformats.org/officeDocument/2006/relationships/image" Target="../media/placeholder_gray.png"/><Relationship Id="rId11" Type="http://schemas.openxmlformats.org/officeDocument/2006/relationships/image" Target="../media/placeholder_gray.png"/></Relationships>
</file>

<file path=ppt/slides/_rels/slide1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9.xml"/></Relationships>

</file>

<file path=ppt/slides/_rels/slide1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0.xml"/></Relationships>

</file>

<file path=ppt/slides/_rels/slide1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1.xml"/></Relationships>

</file>

<file path=ppt/slides/_rels/slide1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2.xml"/></Relationships>

</file>

<file path=ppt/slides/_rels/slide1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</Relationships>

</file>

<file path=ppt/slides/_rels/slide1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4.xml"/></Relationships>

</file>

<file path=ppt/slides/_rels/slide1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5.xml"/></Relationships>

</file>

<file path=ppt/slides/_rels/slide1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6.xml"/></Relationships>

</file>

<file path=ppt/slides/_rels/slide1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7.xml"/></Relationships>

</file>

<file path=ppt/slides/_rels/slide1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8.xml"/></Relationships>

</file>

<file path=ppt/slides/_rels/slide1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9.xml"/></Relationships>

</file>

<file path=ppt/slides/_rels/slide1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0.xml"/></Relationships>

</file>

<file path=ppt/slides/_rels/slide1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/Relationships>

</file>

<file path=ppt/slides/_rels/slide1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5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1" name="D_colors_HERO_rev.jpg" descr="D_colors_HERO_rev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782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1783" name="Disney Advertising"/>
          <p:cNvSpPr/>
          <p:nvPr/>
        </p:nvSpPr>
        <p:spPr>
          <a:xfrm>
            <a:off x="2283552" y="6664427"/>
            <a:ext cx="6602625" cy="11528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1" h="21491" fill="norm" stroke="1" extrusionOk="0">
                <a:moveTo>
                  <a:pt x="760" y="10"/>
                </a:moveTo>
                <a:cubicBezTo>
                  <a:pt x="617" y="41"/>
                  <a:pt x="425" y="204"/>
                  <a:pt x="272" y="443"/>
                </a:cubicBezTo>
                <a:cubicBezTo>
                  <a:pt x="165" y="610"/>
                  <a:pt x="91" y="883"/>
                  <a:pt x="40" y="1395"/>
                </a:cubicBezTo>
                <a:cubicBezTo>
                  <a:pt x="14" y="1652"/>
                  <a:pt x="-9" y="1932"/>
                  <a:pt x="4" y="2214"/>
                </a:cubicBezTo>
                <a:cubicBezTo>
                  <a:pt x="15" y="2455"/>
                  <a:pt x="76" y="2532"/>
                  <a:pt x="124" y="2576"/>
                </a:cubicBezTo>
                <a:cubicBezTo>
                  <a:pt x="171" y="2618"/>
                  <a:pt x="276" y="2651"/>
                  <a:pt x="304" y="2455"/>
                </a:cubicBezTo>
                <a:cubicBezTo>
                  <a:pt x="316" y="2371"/>
                  <a:pt x="316" y="2292"/>
                  <a:pt x="306" y="2190"/>
                </a:cubicBezTo>
                <a:cubicBezTo>
                  <a:pt x="296" y="2084"/>
                  <a:pt x="268" y="2013"/>
                  <a:pt x="243" y="1986"/>
                </a:cubicBezTo>
                <a:cubicBezTo>
                  <a:pt x="214" y="1956"/>
                  <a:pt x="159" y="1934"/>
                  <a:pt x="146" y="1901"/>
                </a:cubicBezTo>
                <a:cubicBezTo>
                  <a:pt x="138" y="1884"/>
                  <a:pt x="131" y="1854"/>
                  <a:pt x="131" y="1853"/>
                </a:cubicBezTo>
                <a:cubicBezTo>
                  <a:pt x="131" y="1848"/>
                  <a:pt x="134" y="1829"/>
                  <a:pt x="137" y="1817"/>
                </a:cubicBezTo>
                <a:cubicBezTo>
                  <a:pt x="143" y="1791"/>
                  <a:pt x="162" y="1750"/>
                  <a:pt x="175" y="1733"/>
                </a:cubicBezTo>
                <a:cubicBezTo>
                  <a:pt x="192" y="1711"/>
                  <a:pt x="210" y="1677"/>
                  <a:pt x="228" y="1648"/>
                </a:cubicBezTo>
                <a:cubicBezTo>
                  <a:pt x="352" y="1453"/>
                  <a:pt x="597" y="1419"/>
                  <a:pt x="710" y="1443"/>
                </a:cubicBezTo>
                <a:cubicBezTo>
                  <a:pt x="1146" y="1536"/>
                  <a:pt x="1552" y="2083"/>
                  <a:pt x="1963" y="3046"/>
                </a:cubicBezTo>
                <a:cubicBezTo>
                  <a:pt x="2365" y="3990"/>
                  <a:pt x="2822" y="5607"/>
                  <a:pt x="3089" y="7564"/>
                </a:cubicBezTo>
                <a:cubicBezTo>
                  <a:pt x="3190" y="8304"/>
                  <a:pt x="3317" y="9514"/>
                  <a:pt x="3332" y="10539"/>
                </a:cubicBezTo>
                <a:cubicBezTo>
                  <a:pt x="3346" y="11477"/>
                  <a:pt x="3293" y="12377"/>
                  <a:pt x="3193" y="13033"/>
                </a:cubicBezTo>
                <a:cubicBezTo>
                  <a:pt x="3117" y="13529"/>
                  <a:pt x="3015" y="13895"/>
                  <a:pt x="2905" y="14190"/>
                </a:cubicBezTo>
                <a:cubicBezTo>
                  <a:pt x="2656" y="14862"/>
                  <a:pt x="2353" y="15002"/>
                  <a:pt x="2081" y="14961"/>
                </a:cubicBezTo>
                <a:cubicBezTo>
                  <a:pt x="2045" y="14956"/>
                  <a:pt x="1910" y="14892"/>
                  <a:pt x="1878" y="14864"/>
                </a:cubicBezTo>
                <a:cubicBezTo>
                  <a:pt x="1871" y="14858"/>
                  <a:pt x="1863" y="14848"/>
                  <a:pt x="1855" y="14840"/>
                </a:cubicBezTo>
                <a:lnTo>
                  <a:pt x="1851" y="14840"/>
                </a:lnTo>
                <a:cubicBezTo>
                  <a:pt x="1827" y="14817"/>
                  <a:pt x="1802" y="14789"/>
                  <a:pt x="1784" y="14768"/>
                </a:cubicBezTo>
                <a:cubicBezTo>
                  <a:pt x="1766" y="14747"/>
                  <a:pt x="1754" y="14732"/>
                  <a:pt x="1754" y="14732"/>
                </a:cubicBezTo>
                <a:lnTo>
                  <a:pt x="1735" y="9925"/>
                </a:lnTo>
                <a:cubicBezTo>
                  <a:pt x="1736" y="9925"/>
                  <a:pt x="1747" y="9928"/>
                  <a:pt x="1764" y="9933"/>
                </a:cubicBezTo>
                <a:cubicBezTo>
                  <a:pt x="1781" y="9937"/>
                  <a:pt x="1803" y="9943"/>
                  <a:pt x="1826" y="9949"/>
                </a:cubicBezTo>
                <a:lnTo>
                  <a:pt x="1832" y="9949"/>
                </a:lnTo>
                <a:cubicBezTo>
                  <a:pt x="1833" y="9949"/>
                  <a:pt x="1833" y="9949"/>
                  <a:pt x="1834" y="9949"/>
                </a:cubicBezTo>
                <a:cubicBezTo>
                  <a:pt x="1835" y="9949"/>
                  <a:pt x="1835" y="9949"/>
                  <a:pt x="1836" y="9949"/>
                </a:cubicBezTo>
                <a:lnTo>
                  <a:pt x="1840" y="9961"/>
                </a:lnTo>
                <a:cubicBezTo>
                  <a:pt x="1841" y="9961"/>
                  <a:pt x="1842" y="9961"/>
                  <a:pt x="1842" y="9961"/>
                </a:cubicBezTo>
                <a:cubicBezTo>
                  <a:pt x="1843" y="9961"/>
                  <a:pt x="1844" y="9961"/>
                  <a:pt x="1845" y="9961"/>
                </a:cubicBezTo>
                <a:lnTo>
                  <a:pt x="1849" y="9961"/>
                </a:lnTo>
                <a:cubicBezTo>
                  <a:pt x="1859" y="9964"/>
                  <a:pt x="1869" y="9958"/>
                  <a:pt x="1878" y="9961"/>
                </a:cubicBezTo>
                <a:cubicBezTo>
                  <a:pt x="2031" y="10013"/>
                  <a:pt x="2348" y="10314"/>
                  <a:pt x="2506" y="10672"/>
                </a:cubicBezTo>
                <a:cubicBezTo>
                  <a:pt x="2540" y="10747"/>
                  <a:pt x="2575" y="10867"/>
                  <a:pt x="2578" y="11057"/>
                </a:cubicBezTo>
                <a:cubicBezTo>
                  <a:pt x="2580" y="11204"/>
                  <a:pt x="2560" y="11329"/>
                  <a:pt x="2538" y="11443"/>
                </a:cubicBezTo>
                <a:cubicBezTo>
                  <a:pt x="2527" y="11498"/>
                  <a:pt x="2516" y="11545"/>
                  <a:pt x="2502" y="11587"/>
                </a:cubicBezTo>
                <a:cubicBezTo>
                  <a:pt x="2475" y="11670"/>
                  <a:pt x="2429" y="11805"/>
                  <a:pt x="2426" y="11828"/>
                </a:cubicBezTo>
                <a:cubicBezTo>
                  <a:pt x="2421" y="11861"/>
                  <a:pt x="2419" y="11901"/>
                  <a:pt x="2419" y="11941"/>
                </a:cubicBezTo>
                <a:cubicBezTo>
                  <a:pt x="2419" y="11980"/>
                  <a:pt x="2422" y="12018"/>
                  <a:pt x="2428" y="12045"/>
                </a:cubicBezTo>
                <a:cubicBezTo>
                  <a:pt x="2458" y="12179"/>
                  <a:pt x="2556" y="12259"/>
                  <a:pt x="2582" y="12250"/>
                </a:cubicBezTo>
                <a:cubicBezTo>
                  <a:pt x="2670" y="12222"/>
                  <a:pt x="2758" y="11878"/>
                  <a:pt x="2804" y="11419"/>
                </a:cubicBezTo>
                <a:cubicBezTo>
                  <a:pt x="2845" y="11012"/>
                  <a:pt x="2850" y="10701"/>
                  <a:pt x="2823" y="10250"/>
                </a:cubicBezTo>
                <a:cubicBezTo>
                  <a:pt x="2794" y="9759"/>
                  <a:pt x="2705" y="9297"/>
                  <a:pt x="2610" y="9021"/>
                </a:cubicBezTo>
                <a:cubicBezTo>
                  <a:pt x="2494" y="8687"/>
                  <a:pt x="2290" y="8429"/>
                  <a:pt x="2187" y="8335"/>
                </a:cubicBezTo>
                <a:cubicBezTo>
                  <a:pt x="2106" y="8261"/>
                  <a:pt x="2020" y="8189"/>
                  <a:pt x="1942" y="8178"/>
                </a:cubicBezTo>
                <a:cubicBezTo>
                  <a:pt x="1925" y="8175"/>
                  <a:pt x="1906" y="8178"/>
                  <a:pt x="1887" y="8178"/>
                </a:cubicBezTo>
                <a:lnTo>
                  <a:pt x="1878" y="8178"/>
                </a:lnTo>
                <a:cubicBezTo>
                  <a:pt x="1875" y="8178"/>
                  <a:pt x="1872" y="8178"/>
                  <a:pt x="1869" y="8178"/>
                </a:cubicBezTo>
                <a:cubicBezTo>
                  <a:pt x="1866" y="8178"/>
                  <a:pt x="1863" y="8178"/>
                  <a:pt x="1859" y="8178"/>
                </a:cubicBezTo>
                <a:lnTo>
                  <a:pt x="1853" y="8178"/>
                </a:lnTo>
                <a:cubicBezTo>
                  <a:pt x="1823" y="8179"/>
                  <a:pt x="1793" y="8182"/>
                  <a:pt x="1771" y="8185"/>
                </a:cubicBezTo>
                <a:cubicBezTo>
                  <a:pt x="1749" y="8187"/>
                  <a:pt x="1734" y="8190"/>
                  <a:pt x="1733" y="8190"/>
                </a:cubicBezTo>
                <a:cubicBezTo>
                  <a:pt x="1733" y="8190"/>
                  <a:pt x="1732" y="8114"/>
                  <a:pt x="1731" y="7996"/>
                </a:cubicBezTo>
                <a:cubicBezTo>
                  <a:pt x="1731" y="7878"/>
                  <a:pt x="1730" y="7719"/>
                  <a:pt x="1728" y="7552"/>
                </a:cubicBezTo>
                <a:lnTo>
                  <a:pt x="1728" y="7515"/>
                </a:lnTo>
                <a:cubicBezTo>
                  <a:pt x="1728" y="7501"/>
                  <a:pt x="1728" y="7487"/>
                  <a:pt x="1728" y="7473"/>
                </a:cubicBezTo>
                <a:cubicBezTo>
                  <a:pt x="1728" y="7459"/>
                  <a:pt x="1728" y="7446"/>
                  <a:pt x="1728" y="7431"/>
                </a:cubicBezTo>
                <a:lnTo>
                  <a:pt x="1728" y="7407"/>
                </a:lnTo>
                <a:cubicBezTo>
                  <a:pt x="1728" y="7304"/>
                  <a:pt x="1725" y="7197"/>
                  <a:pt x="1724" y="7106"/>
                </a:cubicBezTo>
                <a:cubicBezTo>
                  <a:pt x="1716" y="6394"/>
                  <a:pt x="1681" y="5003"/>
                  <a:pt x="1568" y="4600"/>
                </a:cubicBezTo>
                <a:cubicBezTo>
                  <a:pt x="1547" y="4527"/>
                  <a:pt x="1521" y="4513"/>
                  <a:pt x="1506" y="4624"/>
                </a:cubicBezTo>
                <a:cubicBezTo>
                  <a:pt x="1484" y="4788"/>
                  <a:pt x="1463" y="5414"/>
                  <a:pt x="1458" y="5576"/>
                </a:cubicBezTo>
                <a:cubicBezTo>
                  <a:pt x="1454" y="5714"/>
                  <a:pt x="1447" y="6093"/>
                  <a:pt x="1439" y="6479"/>
                </a:cubicBezTo>
                <a:lnTo>
                  <a:pt x="1437" y="6527"/>
                </a:lnTo>
                <a:cubicBezTo>
                  <a:pt x="1437" y="6536"/>
                  <a:pt x="1437" y="6544"/>
                  <a:pt x="1437" y="6551"/>
                </a:cubicBezTo>
                <a:cubicBezTo>
                  <a:pt x="1437" y="6559"/>
                  <a:pt x="1437" y="6567"/>
                  <a:pt x="1437" y="6576"/>
                </a:cubicBezTo>
                <a:lnTo>
                  <a:pt x="1435" y="6624"/>
                </a:lnTo>
                <a:cubicBezTo>
                  <a:pt x="1431" y="6825"/>
                  <a:pt x="1427" y="7022"/>
                  <a:pt x="1425" y="7181"/>
                </a:cubicBezTo>
                <a:cubicBezTo>
                  <a:pt x="1423" y="7341"/>
                  <a:pt x="1422" y="7463"/>
                  <a:pt x="1422" y="7515"/>
                </a:cubicBezTo>
                <a:cubicBezTo>
                  <a:pt x="1422" y="7523"/>
                  <a:pt x="1422" y="7531"/>
                  <a:pt x="1422" y="7538"/>
                </a:cubicBezTo>
                <a:cubicBezTo>
                  <a:pt x="1422" y="7546"/>
                  <a:pt x="1422" y="7554"/>
                  <a:pt x="1422" y="7564"/>
                </a:cubicBezTo>
                <a:lnTo>
                  <a:pt x="1422" y="7600"/>
                </a:lnTo>
                <a:cubicBezTo>
                  <a:pt x="1422" y="7638"/>
                  <a:pt x="1422" y="7680"/>
                  <a:pt x="1421" y="7725"/>
                </a:cubicBezTo>
                <a:cubicBezTo>
                  <a:pt x="1421" y="7770"/>
                  <a:pt x="1420" y="7817"/>
                  <a:pt x="1420" y="7865"/>
                </a:cubicBezTo>
                <a:lnTo>
                  <a:pt x="1420" y="7913"/>
                </a:lnTo>
                <a:lnTo>
                  <a:pt x="1420" y="7919"/>
                </a:lnTo>
                <a:lnTo>
                  <a:pt x="1420" y="7925"/>
                </a:lnTo>
                <a:lnTo>
                  <a:pt x="1420" y="7949"/>
                </a:lnTo>
                <a:cubicBezTo>
                  <a:pt x="1419" y="8051"/>
                  <a:pt x="1418" y="8151"/>
                  <a:pt x="1418" y="8227"/>
                </a:cubicBezTo>
                <a:cubicBezTo>
                  <a:pt x="1417" y="8302"/>
                  <a:pt x="1416" y="8354"/>
                  <a:pt x="1416" y="8359"/>
                </a:cubicBezTo>
                <a:cubicBezTo>
                  <a:pt x="1415" y="8363"/>
                  <a:pt x="1414" y="8367"/>
                  <a:pt x="1414" y="8371"/>
                </a:cubicBezTo>
                <a:cubicBezTo>
                  <a:pt x="1413" y="8375"/>
                  <a:pt x="1412" y="8379"/>
                  <a:pt x="1411" y="8383"/>
                </a:cubicBezTo>
                <a:cubicBezTo>
                  <a:pt x="1410" y="8388"/>
                  <a:pt x="1400" y="8401"/>
                  <a:pt x="1386" y="8416"/>
                </a:cubicBezTo>
                <a:cubicBezTo>
                  <a:pt x="1372" y="8431"/>
                  <a:pt x="1354" y="8449"/>
                  <a:pt x="1335" y="8467"/>
                </a:cubicBezTo>
                <a:lnTo>
                  <a:pt x="1329" y="8467"/>
                </a:lnTo>
                <a:lnTo>
                  <a:pt x="1327" y="8467"/>
                </a:lnTo>
                <a:lnTo>
                  <a:pt x="1320" y="8479"/>
                </a:lnTo>
                <a:cubicBezTo>
                  <a:pt x="1309" y="8490"/>
                  <a:pt x="1297" y="8495"/>
                  <a:pt x="1287" y="8503"/>
                </a:cubicBezTo>
                <a:cubicBezTo>
                  <a:pt x="1242" y="8540"/>
                  <a:pt x="1170" y="8652"/>
                  <a:pt x="1096" y="8780"/>
                </a:cubicBezTo>
                <a:lnTo>
                  <a:pt x="1086" y="8792"/>
                </a:lnTo>
                <a:cubicBezTo>
                  <a:pt x="1085" y="8794"/>
                  <a:pt x="1084" y="8796"/>
                  <a:pt x="1084" y="8798"/>
                </a:cubicBezTo>
                <a:cubicBezTo>
                  <a:pt x="1083" y="8801"/>
                  <a:pt x="1083" y="8803"/>
                  <a:pt x="1082" y="8804"/>
                </a:cubicBezTo>
                <a:lnTo>
                  <a:pt x="1071" y="8829"/>
                </a:lnTo>
                <a:cubicBezTo>
                  <a:pt x="989" y="8974"/>
                  <a:pt x="911" y="9129"/>
                  <a:pt x="872" y="9226"/>
                </a:cubicBezTo>
                <a:cubicBezTo>
                  <a:pt x="768" y="9487"/>
                  <a:pt x="615" y="9945"/>
                  <a:pt x="572" y="10551"/>
                </a:cubicBezTo>
                <a:cubicBezTo>
                  <a:pt x="542" y="10987"/>
                  <a:pt x="555" y="11357"/>
                  <a:pt x="596" y="11768"/>
                </a:cubicBezTo>
                <a:cubicBezTo>
                  <a:pt x="648" y="12294"/>
                  <a:pt x="716" y="12705"/>
                  <a:pt x="792" y="13118"/>
                </a:cubicBezTo>
                <a:cubicBezTo>
                  <a:pt x="819" y="13264"/>
                  <a:pt x="941" y="13851"/>
                  <a:pt x="970" y="13973"/>
                </a:cubicBezTo>
                <a:cubicBezTo>
                  <a:pt x="1073" y="14409"/>
                  <a:pt x="1192" y="14827"/>
                  <a:pt x="1316" y="15178"/>
                </a:cubicBezTo>
                <a:cubicBezTo>
                  <a:pt x="1319" y="15185"/>
                  <a:pt x="1322" y="15194"/>
                  <a:pt x="1325" y="15202"/>
                </a:cubicBezTo>
                <a:lnTo>
                  <a:pt x="1329" y="15214"/>
                </a:lnTo>
                <a:lnTo>
                  <a:pt x="1337" y="15238"/>
                </a:lnTo>
                <a:lnTo>
                  <a:pt x="1338" y="15244"/>
                </a:lnTo>
                <a:lnTo>
                  <a:pt x="1340" y="15250"/>
                </a:lnTo>
                <a:lnTo>
                  <a:pt x="1344" y="15250"/>
                </a:lnTo>
                <a:cubicBezTo>
                  <a:pt x="1360" y="15294"/>
                  <a:pt x="1375" y="15337"/>
                  <a:pt x="1386" y="15368"/>
                </a:cubicBezTo>
                <a:cubicBezTo>
                  <a:pt x="1398" y="15399"/>
                  <a:pt x="1405" y="15419"/>
                  <a:pt x="1405" y="15419"/>
                </a:cubicBezTo>
                <a:cubicBezTo>
                  <a:pt x="1405" y="15419"/>
                  <a:pt x="1406" y="15479"/>
                  <a:pt x="1408" y="15571"/>
                </a:cubicBezTo>
                <a:cubicBezTo>
                  <a:pt x="1410" y="15663"/>
                  <a:pt x="1413" y="15787"/>
                  <a:pt x="1416" y="15913"/>
                </a:cubicBezTo>
                <a:lnTo>
                  <a:pt x="1416" y="15937"/>
                </a:lnTo>
                <a:cubicBezTo>
                  <a:pt x="1416" y="15946"/>
                  <a:pt x="1416" y="15953"/>
                  <a:pt x="1417" y="15961"/>
                </a:cubicBezTo>
                <a:cubicBezTo>
                  <a:pt x="1417" y="15968"/>
                  <a:pt x="1417" y="15976"/>
                  <a:pt x="1418" y="15985"/>
                </a:cubicBezTo>
                <a:lnTo>
                  <a:pt x="1418" y="16009"/>
                </a:lnTo>
                <a:cubicBezTo>
                  <a:pt x="1420" y="16111"/>
                  <a:pt x="1422" y="16214"/>
                  <a:pt x="1424" y="16298"/>
                </a:cubicBezTo>
                <a:cubicBezTo>
                  <a:pt x="1435" y="16697"/>
                  <a:pt x="1458" y="17045"/>
                  <a:pt x="1523" y="17202"/>
                </a:cubicBezTo>
                <a:cubicBezTo>
                  <a:pt x="1563" y="17298"/>
                  <a:pt x="1610" y="17283"/>
                  <a:pt x="1652" y="17238"/>
                </a:cubicBezTo>
                <a:cubicBezTo>
                  <a:pt x="1688" y="17199"/>
                  <a:pt x="1711" y="17112"/>
                  <a:pt x="1726" y="16937"/>
                </a:cubicBezTo>
                <a:cubicBezTo>
                  <a:pt x="1732" y="16871"/>
                  <a:pt x="1744" y="16664"/>
                  <a:pt x="1745" y="16587"/>
                </a:cubicBezTo>
                <a:cubicBezTo>
                  <a:pt x="1746" y="16553"/>
                  <a:pt x="1745" y="16516"/>
                  <a:pt x="1745" y="16479"/>
                </a:cubicBezTo>
                <a:lnTo>
                  <a:pt x="1745" y="16455"/>
                </a:lnTo>
                <a:lnTo>
                  <a:pt x="1745" y="16443"/>
                </a:lnTo>
                <a:cubicBezTo>
                  <a:pt x="1746" y="16395"/>
                  <a:pt x="1746" y="16349"/>
                  <a:pt x="1747" y="16309"/>
                </a:cubicBezTo>
                <a:cubicBezTo>
                  <a:pt x="1747" y="16269"/>
                  <a:pt x="1747" y="16236"/>
                  <a:pt x="1747" y="16214"/>
                </a:cubicBezTo>
                <a:lnTo>
                  <a:pt x="1747" y="16190"/>
                </a:lnTo>
                <a:lnTo>
                  <a:pt x="1747" y="16178"/>
                </a:lnTo>
                <a:cubicBezTo>
                  <a:pt x="1747" y="16178"/>
                  <a:pt x="1761" y="16197"/>
                  <a:pt x="1782" y="16224"/>
                </a:cubicBezTo>
                <a:cubicBezTo>
                  <a:pt x="1803" y="16252"/>
                  <a:pt x="1831" y="16288"/>
                  <a:pt x="1859" y="16322"/>
                </a:cubicBezTo>
                <a:lnTo>
                  <a:pt x="1868" y="16334"/>
                </a:lnTo>
                <a:lnTo>
                  <a:pt x="1869" y="16334"/>
                </a:lnTo>
                <a:lnTo>
                  <a:pt x="1870" y="16334"/>
                </a:lnTo>
                <a:lnTo>
                  <a:pt x="1874" y="16346"/>
                </a:lnTo>
                <a:cubicBezTo>
                  <a:pt x="1891" y="16365"/>
                  <a:pt x="1908" y="16379"/>
                  <a:pt x="1923" y="16394"/>
                </a:cubicBezTo>
                <a:cubicBezTo>
                  <a:pt x="2127" y="16610"/>
                  <a:pt x="2349" y="16623"/>
                  <a:pt x="2542" y="16491"/>
                </a:cubicBezTo>
                <a:cubicBezTo>
                  <a:pt x="2826" y="16293"/>
                  <a:pt x="3156" y="15702"/>
                  <a:pt x="3370" y="14648"/>
                </a:cubicBezTo>
                <a:cubicBezTo>
                  <a:pt x="3428" y="14364"/>
                  <a:pt x="3526" y="13693"/>
                  <a:pt x="3567" y="13274"/>
                </a:cubicBezTo>
                <a:cubicBezTo>
                  <a:pt x="3591" y="13030"/>
                  <a:pt x="3612" y="12790"/>
                  <a:pt x="3635" y="12491"/>
                </a:cubicBezTo>
                <a:cubicBezTo>
                  <a:pt x="3637" y="12461"/>
                  <a:pt x="3646" y="12322"/>
                  <a:pt x="3654" y="12163"/>
                </a:cubicBezTo>
                <a:cubicBezTo>
                  <a:pt x="3663" y="12005"/>
                  <a:pt x="3672" y="11827"/>
                  <a:pt x="3675" y="11720"/>
                </a:cubicBezTo>
                <a:cubicBezTo>
                  <a:pt x="3676" y="11692"/>
                  <a:pt x="3677" y="11606"/>
                  <a:pt x="3679" y="11491"/>
                </a:cubicBezTo>
                <a:cubicBezTo>
                  <a:pt x="3681" y="11376"/>
                  <a:pt x="3683" y="11230"/>
                  <a:pt x="3685" y="11081"/>
                </a:cubicBezTo>
                <a:lnTo>
                  <a:pt x="3685" y="11057"/>
                </a:lnTo>
                <a:cubicBezTo>
                  <a:pt x="3686" y="10968"/>
                  <a:pt x="3687" y="10879"/>
                  <a:pt x="3687" y="10795"/>
                </a:cubicBezTo>
                <a:cubicBezTo>
                  <a:pt x="3687" y="10710"/>
                  <a:pt x="3687" y="10631"/>
                  <a:pt x="3685" y="10563"/>
                </a:cubicBezTo>
                <a:cubicBezTo>
                  <a:pt x="3686" y="10530"/>
                  <a:pt x="3685" y="10483"/>
                  <a:pt x="3685" y="10430"/>
                </a:cubicBezTo>
                <a:cubicBezTo>
                  <a:pt x="3684" y="10378"/>
                  <a:pt x="3683" y="10319"/>
                  <a:pt x="3681" y="10262"/>
                </a:cubicBezTo>
                <a:lnTo>
                  <a:pt x="3679" y="10226"/>
                </a:lnTo>
                <a:cubicBezTo>
                  <a:pt x="3677" y="10157"/>
                  <a:pt x="3675" y="10091"/>
                  <a:pt x="3674" y="10038"/>
                </a:cubicBezTo>
                <a:cubicBezTo>
                  <a:pt x="3672" y="9985"/>
                  <a:pt x="3671" y="9944"/>
                  <a:pt x="3670" y="9925"/>
                </a:cubicBezTo>
                <a:cubicBezTo>
                  <a:pt x="3669" y="9917"/>
                  <a:pt x="3661" y="9722"/>
                  <a:pt x="3656" y="9588"/>
                </a:cubicBezTo>
                <a:cubicBezTo>
                  <a:pt x="3653" y="9529"/>
                  <a:pt x="3645" y="9411"/>
                  <a:pt x="3637" y="9286"/>
                </a:cubicBezTo>
                <a:lnTo>
                  <a:pt x="3635" y="9250"/>
                </a:lnTo>
                <a:cubicBezTo>
                  <a:pt x="3624" y="9095"/>
                  <a:pt x="3613" y="8943"/>
                  <a:pt x="3609" y="8901"/>
                </a:cubicBezTo>
                <a:cubicBezTo>
                  <a:pt x="3587" y="8671"/>
                  <a:pt x="3574" y="8473"/>
                  <a:pt x="3556" y="8274"/>
                </a:cubicBezTo>
                <a:cubicBezTo>
                  <a:pt x="3484" y="7446"/>
                  <a:pt x="3332" y="6401"/>
                  <a:pt x="3212" y="5720"/>
                </a:cubicBezTo>
                <a:cubicBezTo>
                  <a:pt x="3150" y="5368"/>
                  <a:pt x="3064" y="4930"/>
                  <a:pt x="2998" y="4624"/>
                </a:cubicBezTo>
                <a:cubicBezTo>
                  <a:pt x="2983" y="4551"/>
                  <a:pt x="2927" y="4312"/>
                  <a:pt x="2870" y="4070"/>
                </a:cubicBezTo>
                <a:lnTo>
                  <a:pt x="2861" y="4046"/>
                </a:lnTo>
                <a:cubicBezTo>
                  <a:pt x="2860" y="4043"/>
                  <a:pt x="2860" y="4038"/>
                  <a:pt x="2860" y="4034"/>
                </a:cubicBezTo>
                <a:cubicBezTo>
                  <a:pt x="2860" y="4029"/>
                  <a:pt x="2860" y="4024"/>
                  <a:pt x="2859" y="4022"/>
                </a:cubicBezTo>
                <a:lnTo>
                  <a:pt x="2850" y="3998"/>
                </a:lnTo>
                <a:cubicBezTo>
                  <a:pt x="2796" y="3772"/>
                  <a:pt x="2746" y="3551"/>
                  <a:pt x="2730" y="3492"/>
                </a:cubicBezTo>
                <a:cubicBezTo>
                  <a:pt x="2620" y="3081"/>
                  <a:pt x="2423" y="2460"/>
                  <a:pt x="2299" y="2118"/>
                </a:cubicBezTo>
                <a:cubicBezTo>
                  <a:pt x="2126" y="1643"/>
                  <a:pt x="1890" y="1116"/>
                  <a:pt x="1709" y="805"/>
                </a:cubicBezTo>
                <a:cubicBezTo>
                  <a:pt x="1394" y="259"/>
                  <a:pt x="1086" y="-60"/>
                  <a:pt x="760" y="10"/>
                </a:cubicBezTo>
                <a:close/>
                <a:moveTo>
                  <a:pt x="4165" y="1395"/>
                </a:moveTo>
                <a:cubicBezTo>
                  <a:pt x="4093" y="1445"/>
                  <a:pt x="4023" y="1560"/>
                  <a:pt x="3966" y="1696"/>
                </a:cubicBezTo>
                <a:cubicBezTo>
                  <a:pt x="3846" y="1987"/>
                  <a:pt x="3736" y="2412"/>
                  <a:pt x="3651" y="2925"/>
                </a:cubicBezTo>
                <a:cubicBezTo>
                  <a:pt x="3567" y="3433"/>
                  <a:pt x="3503" y="4082"/>
                  <a:pt x="3510" y="4781"/>
                </a:cubicBezTo>
                <a:cubicBezTo>
                  <a:pt x="3512" y="5005"/>
                  <a:pt x="3528" y="5352"/>
                  <a:pt x="3548" y="5552"/>
                </a:cubicBezTo>
                <a:cubicBezTo>
                  <a:pt x="3565" y="5720"/>
                  <a:pt x="3594" y="5893"/>
                  <a:pt x="3601" y="6070"/>
                </a:cubicBezTo>
                <a:cubicBezTo>
                  <a:pt x="3605" y="6175"/>
                  <a:pt x="3602" y="6319"/>
                  <a:pt x="3603" y="6443"/>
                </a:cubicBezTo>
                <a:cubicBezTo>
                  <a:pt x="3604" y="6728"/>
                  <a:pt x="3627" y="7013"/>
                  <a:pt x="3664" y="7202"/>
                </a:cubicBezTo>
                <a:cubicBezTo>
                  <a:pt x="3691" y="7337"/>
                  <a:pt x="3715" y="7331"/>
                  <a:pt x="3742" y="7214"/>
                </a:cubicBezTo>
                <a:cubicBezTo>
                  <a:pt x="3750" y="7183"/>
                  <a:pt x="3761" y="7108"/>
                  <a:pt x="3768" y="7046"/>
                </a:cubicBezTo>
                <a:cubicBezTo>
                  <a:pt x="3780" y="6930"/>
                  <a:pt x="3791" y="6775"/>
                  <a:pt x="3801" y="6708"/>
                </a:cubicBezTo>
                <a:cubicBezTo>
                  <a:pt x="3802" y="6704"/>
                  <a:pt x="3805" y="6706"/>
                  <a:pt x="3808" y="6713"/>
                </a:cubicBezTo>
                <a:cubicBezTo>
                  <a:pt x="3811" y="6720"/>
                  <a:pt x="3815" y="6731"/>
                  <a:pt x="3818" y="6744"/>
                </a:cubicBezTo>
                <a:cubicBezTo>
                  <a:pt x="3820" y="6749"/>
                  <a:pt x="3823" y="6756"/>
                  <a:pt x="3828" y="6765"/>
                </a:cubicBezTo>
                <a:cubicBezTo>
                  <a:pt x="3833" y="6773"/>
                  <a:pt x="3839" y="6783"/>
                  <a:pt x="3846" y="6793"/>
                </a:cubicBezTo>
                <a:lnTo>
                  <a:pt x="3850" y="6805"/>
                </a:lnTo>
                <a:cubicBezTo>
                  <a:pt x="3856" y="6813"/>
                  <a:pt x="3863" y="6822"/>
                  <a:pt x="3868" y="6828"/>
                </a:cubicBezTo>
                <a:cubicBezTo>
                  <a:pt x="3874" y="6835"/>
                  <a:pt x="3879" y="6839"/>
                  <a:pt x="3882" y="6841"/>
                </a:cubicBezTo>
                <a:cubicBezTo>
                  <a:pt x="3906" y="6850"/>
                  <a:pt x="3931" y="6889"/>
                  <a:pt x="3956" y="6901"/>
                </a:cubicBezTo>
                <a:cubicBezTo>
                  <a:pt x="4037" y="6943"/>
                  <a:pt x="4148" y="6795"/>
                  <a:pt x="4220" y="6636"/>
                </a:cubicBezTo>
                <a:cubicBezTo>
                  <a:pt x="4383" y="6272"/>
                  <a:pt x="4509" y="5740"/>
                  <a:pt x="4636" y="4997"/>
                </a:cubicBezTo>
                <a:cubicBezTo>
                  <a:pt x="4711" y="4566"/>
                  <a:pt x="4776" y="3860"/>
                  <a:pt x="4752" y="3214"/>
                </a:cubicBezTo>
                <a:cubicBezTo>
                  <a:pt x="4740" y="2893"/>
                  <a:pt x="4715" y="2675"/>
                  <a:pt x="4668" y="2443"/>
                </a:cubicBezTo>
                <a:cubicBezTo>
                  <a:pt x="4645" y="2329"/>
                  <a:pt x="4587" y="2158"/>
                  <a:pt x="4547" y="2118"/>
                </a:cubicBezTo>
                <a:cubicBezTo>
                  <a:pt x="4545" y="2116"/>
                  <a:pt x="4541" y="2108"/>
                  <a:pt x="4539" y="2106"/>
                </a:cubicBezTo>
                <a:lnTo>
                  <a:pt x="4535" y="2106"/>
                </a:lnTo>
                <a:cubicBezTo>
                  <a:pt x="4530" y="2102"/>
                  <a:pt x="4527" y="2100"/>
                  <a:pt x="4523" y="2096"/>
                </a:cubicBezTo>
                <a:cubicBezTo>
                  <a:pt x="4520" y="2093"/>
                  <a:pt x="4518" y="2089"/>
                  <a:pt x="4516" y="2082"/>
                </a:cubicBezTo>
                <a:cubicBezTo>
                  <a:pt x="4510" y="2060"/>
                  <a:pt x="4505" y="2005"/>
                  <a:pt x="4499" y="1961"/>
                </a:cubicBezTo>
                <a:cubicBezTo>
                  <a:pt x="4470" y="1755"/>
                  <a:pt x="4413" y="1559"/>
                  <a:pt x="4372" y="1480"/>
                </a:cubicBezTo>
                <a:cubicBezTo>
                  <a:pt x="4310" y="1356"/>
                  <a:pt x="4236" y="1345"/>
                  <a:pt x="4165" y="1395"/>
                </a:cubicBezTo>
                <a:close/>
                <a:moveTo>
                  <a:pt x="4038" y="2877"/>
                </a:moveTo>
                <a:cubicBezTo>
                  <a:pt x="4038" y="2877"/>
                  <a:pt x="4012" y="2997"/>
                  <a:pt x="3990" y="3106"/>
                </a:cubicBezTo>
                <a:cubicBezTo>
                  <a:pt x="3916" y="3465"/>
                  <a:pt x="3817" y="4050"/>
                  <a:pt x="3763" y="4467"/>
                </a:cubicBezTo>
                <a:cubicBezTo>
                  <a:pt x="3757" y="4521"/>
                  <a:pt x="3749" y="4580"/>
                  <a:pt x="3742" y="4636"/>
                </a:cubicBezTo>
                <a:lnTo>
                  <a:pt x="3740" y="4660"/>
                </a:lnTo>
                <a:cubicBezTo>
                  <a:pt x="3729" y="4750"/>
                  <a:pt x="3719" y="4834"/>
                  <a:pt x="3711" y="4896"/>
                </a:cubicBezTo>
                <a:cubicBezTo>
                  <a:pt x="3703" y="4958"/>
                  <a:pt x="3698" y="4997"/>
                  <a:pt x="3698" y="4997"/>
                </a:cubicBezTo>
                <a:cubicBezTo>
                  <a:pt x="3698" y="4997"/>
                  <a:pt x="3692" y="4908"/>
                  <a:pt x="3687" y="4841"/>
                </a:cubicBezTo>
                <a:cubicBezTo>
                  <a:pt x="3654" y="4366"/>
                  <a:pt x="3728" y="3832"/>
                  <a:pt x="3795" y="3504"/>
                </a:cubicBezTo>
                <a:cubicBezTo>
                  <a:pt x="3836" y="3303"/>
                  <a:pt x="3917" y="2987"/>
                  <a:pt x="3973" y="2925"/>
                </a:cubicBezTo>
                <a:cubicBezTo>
                  <a:pt x="3996" y="2898"/>
                  <a:pt x="4038" y="2877"/>
                  <a:pt x="4038" y="2877"/>
                </a:cubicBezTo>
                <a:close/>
                <a:moveTo>
                  <a:pt x="4410" y="3082"/>
                </a:moveTo>
                <a:cubicBezTo>
                  <a:pt x="4462" y="2994"/>
                  <a:pt x="4484" y="2982"/>
                  <a:pt x="4524" y="3082"/>
                </a:cubicBezTo>
                <a:cubicBezTo>
                  <a:pt x="4556" y="3158"/>
                  <a:pt x="4579" y="3325"/>
                  <a:pt x="4583" y="3540"/>
                </a:cubicBezTo>
                <a:cubicBezTo>
                  <a:pt x="4597" y="4206"/>
                  <a:pt x="4463" y="4767"/>
                  <a:pt x="4372" y="5058"/>
                </a:cubicBezTo>
                <a:cubicBezTo>
                  <a:pt x="4279" y="5351"/>
                  <a:pt x="4181" y="5522"/>
                  <a:pt x="4074" y="5564"/>
                </a:cubicBezTo>
                <a:cubicBezTo>
                  <a:pt x="4059" y="5569"/>
                  <a:pt x="4035" y="5575"/>
                  <a:pt x="4011" y="5576"/>
                </a:cubicBezTo>
                <a:lnTo>
                  <a:pt x="4006" y="5576"/>
                </a:lnTo>
                <a:cubicBezTo>
                  <a:pt x="4005" y="5576"/>
                  <a:pt x="4004" y="5576"/>
                  <a:pt x="4002" y="5576"/>
                </a:cubicBezTo>
                <a:cubicBezTo>
                  <a:pt x="4001" y="5576"/>
                  <a:pt x="3999" y="5576"/>
                  <a:pt x="3998" y="5576"/>
                </a:cubicBezTo>
                <a:lnTo>
                  <a:pt x="3994" y="5576"/>
                </a:lnTo>
                <a:cubicBezTo>
                  <a:pt x="3975" y="5574"/>
                  <a:pt x="3957" y="5572"/>
                  <a:pt x="3943" y="5565"/>
                </a:cubicBezTo>
                <a:cubicBezTo>
                  <a:pt x="3930" y="5558"/>
                  <a:pt x="3921" y="5546"/>
                  <a:pt x="3920" y="5528"/>
                </a:cubicBezTo>
                <a:cubicBezTo>
                  <a:pt x="3919" y="5519"/>
                  <a:pt x="3921" y="5500"/>
                  <a:pt x="3923" y="5474"/>
                </a:cubicBezTo>
                <a:cubicBezTo>
                  <a:pt x="3926" y="5448"/>
                  <a:pt x="3930" y="5416"/>
                  <a:pt x="3935" y="5383"/>
                </a:cubicBezTo>
                <a:cubicBezTo>
                  <a:pt x="3949" y="5276"/>
                  <a:pt x="3969" y="5125"/>
                  <a:pt x="3987" y="4985"/>
                </a:cubicBezTo>
                <a:cubicBezTo>
                  <a:pt x="4068" y="4394"/>
                  <a:pt x="4215" y="3645"/>
                  <a:pt x="4319" y="3299"/>
                </a:cubicBezTo>
                <a:cubicBezTo>
                  <a:pt x="4355" y="3182"/>
                  <a:pt x="4372" y="3146"/>
                  <a:pt x="4410" y="3082"/>
                </a:cubicBezTo>
                <a:close/>
                <a:moveTo>
                  <a:pt x="17009" y="5660"/>
                </a:moveTo>
                <a:cubicBezTo>
                  <a:pt x="16888" y="5660"/>
                  <a:pt x="16807" y="6111"/>
                  <a:pt x="16807" y="6793"/>
                </a:cubicBezTo>
                <a:cubicBezTo>
                  <a:pt x="16807" y="7474"/>
                  <a:pt x="16888" y="7937"/>
                  <a:pt x="17009" y="7937"/>
                </a:cubicBezTo>
                <a:cubicBezTo>
                  <a:pt x="17131" y="7937"/>
                  <a:pt x="17214" y="7474"/>
                  <a:pt x="17214" y="6793"/>
                </a:cubicBezTo>
                <a:cubicBezTo>
                  <a:pt x="17214" y="6111"/>
                  <a:pt x="17131" y="5660"/>
                  <a:pt x="17009" y="5660"/>
                </a:cubicBezTo>
                <a:close/>
                <a:moveTo>
                  <a:pt x="18647" y="5660"/>
                </a:moveTo>
                <a:cubicBezTo>
                  <a:pt x="18525" y="5660"/>
                  <a:pt x="18444" y="6111"/>
                  <a:pt x="18444" y="6793"/>
                </a:cubicBezTo>
                <a:cubicBezTo>
                  <a:pt x="18444" y="7474"/>
                  <a:pt x="18525" y="7937"/>
                  <a:pt x="18647" y="7937"/>
                </a:cubicBezTo>
                <a:cubicBezTo>
                  <a:pt x="18769" y="7937"/>
                  <a:pt x="18852" y="7474"/>
                  <a:pt x="18852" y="6793"/>
                </a:cubicBezTo>
                <a:cubicBezTo>
                  <a:pt x="18852" y="6111"/>
                  <a:pt x="18769" y="5660"/>
                  <a:pt x="18647" y="5660"/>
                </a:cubicBezTo>
                <a:close/>
                <a:moveTo>
                  <a:pt x="11893" y="5817"/>
                </a:moveTo>
                <a:lnTo>
                  <a:pt x="11893" y="9527"/>
                </a:lnTo>
                <a:cubicBezTo>
                  <a:pt x="11796" y="8923"/>
                  <a:pt x="11660" y="8576"/>
                  <a:pt x="11502" y="8576"/>
                </a:cubicBezTo>
                <a:cubicBezTo>
                  <a:pt x="11180" y="8576"/>
                  <a:pt x="10949" y="10003"/>
                  <a:pt x="10949" y="12021"/>
                </a:cubicBezTo>
                <a:cubicBezTo>
                  <a:pt x="10949" y="14053"/>
                  <a:pt x="11180" y="15479"/>
                  <a:pt x="11502" y="15479"/>
                </a:cubicBezTo>
                <a:cubicBezTo>
                  <a:pt x="11671" y="15479"/>
                  <a:pt x="11815" y="15111"/>
                  <a:pt x="11910" y="14455"/>
                </a:cubicBezTo>
                <a:lnTo>
                  <a:pt x="11912" y="15322"/>
                </a:lnTo>
                <a:lnTo>
                  <a:pt x="12208" y="15322"/>
                </a:lnTo>
                <a:lnTo>
                  <a:pt x="12208" y="5817"/>
                </a:lnTo>
                <a:lnTo>
                  <a:pt x="11893" y="5817"/>
                </a:lnTo>
                <a:close/>
                <a:moveTo>
                  <a:pt x="9981" y="6323"/>
                </a:moveTo>
                <a:lnTo>
                  <a:pt x="9368" y="15322"/>
                </a:lnTo>
                <a:lnTo>
                  <a:pt x="9712" y="15322"/>
                </a:lnTo>
                <a:lnTo>
                  <a:pt x="9824" y="13611"/>
                </a:lnTo>
                <a:lnTo>
                  <a:pt x="10501" y="13611"/>
                </a:lnTo>
                <a:lnTo>
                  <a:pt x="10613" y="15322"/>
                </a:lnTo>
                <a:lnTo>
                  <a:pt x="10955" y="15322"/>
                </a:lnTo>
                <a:lnTo>
                  <a:pt x="10348" y="6323"/>
                </a:lnTo>
                <a:lnTo>
                  <a:pt x="9981" y="6323"/>
                </a:lnTo>
                <a:close/>
                <a:moveTo>
                  <a:pt x="6251" y="6877"/>
                </a:moveTo>
                <a:cubicBezTo>
                  <a:pt x="6235" y="6879"/>
                  <a:pt x="6218" y="6923"/>
                  <a:pt x="6211" y="7082"/>
                </a:cubicBezTo>
                <a:cubicBezTo>
                  <a:pt x="6198" y="7367"/>
                  <a:pt x="6214" y="7666"/>
                  <a:pt x="6217" y="7720"/>
                </a:cubicBezTo>
                <a:lnTo>
                  <a:pt x="6217" y="7732"/>
                </a:lnTo>
                <a:cubicBezTo>
                  <a:pt x="6286" y="9077"/>
                  <a:pt x="6329" y="10146"/>
                  <a:pt x="6355" y="10879"/>
                </a:cubicBezTo>
                <a:cubicBezTo>
                  <a:pt x="6380" y="11612"/>
                  <a:pt x="6388" y="12009"/>
                  <a:pt x="6388" y="12009"/>
                </a:cubicBezTo>
                <a:cubicBezTo>
                  <a:pt x="6388" y="12009"/>
                  <a:pt x="6389" y="12123"/>
                  <a:pt x="6389" y="12240"/>
                </a:cubicBezTo>
                <a:cubicBezTo>
                  <a:pt x="6388" y="12358"/>
                  <a:pt x="6386" y="12478"/>
                  <a:pt x="6378" y="12491"/>
                </a:cubicBezTo>
                <a:cubicBezTo>
                  <a:pt x="6372" y="12515"/>
                  <a:pt x="6366" y="12512"/>
                  <a:pt x="6362" y="12503"/>
                </a:cubicBezTo>
                <a:cubicBezTo>
                  <a:pt x="6357" y="12494"/>
                  <a:pt x="6354" y="12479"/>
                  <a:pt x="6354" y="12479"/>
                </a:cubicBezTo>
                <a:cubicBezTo>
                  <a:pt x="6350" y="12480"/>
                  <a:pt x="6339" y="12395"/>
                  <a:pt x="6324" y="12267"/>
                </a:cubicBezTo>
                <a:cubicBezTo>
                  <a:pt x="6308" y="12139"/>
                  <a:pt x="6289" y="11967"/>
                  <a:pt x="6270" y="11792"/>
                </a:cubicBezTo>
                <a:lnTo>
                  <a:pt x="6263" y="11756"/>
                </a:lnTo>
                <a:cubicBezTo>
                  <a:pt x="6247" y="11611"/>
                  <a:pt x="6232" y="11465"/>
                  <a:pt x="6219" y="11343"/>
                </a:cubicBezTo>
                <a:cubicBezTo>
                  <a:pt x="6205" y="11221"/>
                  <a:pt x="6195" y="11122"/>
                  <a:pt x="6189" y="11069"/>
                </a:cubicBezTo>
                <a:lnTo>
                  <a:pt x="6189" y="11045"/>
                </a:lnTo>
                <a:cubicBezTo>
                  <a:pt x="6189" y="11037"/>
                  <a:pt x="6188" y="11031"/>
                  <a:pt x="6187" y="11027"/>
                </a:cubicBezTo>
                <a:cubicBezTo>
                  <a:pt x="6186" y="11023"/>
                  <a:pt x="6185" y="11021"/>
                  <a:pt x="6185" y="11021"/>
                </a:cubicBezTo>
                <a:lnTo>
                  <a:pt x="6156" y="10744"/>
                </a:lnTo>
                <a:cubicBezTo>
                  <a:pt x="6072" y="9973"/>
                  <a:pt x="6005" y="9454"/>
                  <a:pt x="5959" y="9129"/>
                </a:cubicBezTo>
                <a:cubicBezTo>
                  <a:pt x="5912" y="8804"/>
                  <a:pt x="5887" y="8672"/>
                  <a:pt x="5887" y="8672"/>
                </a:cubicBezTo>
                <a:cubicBezTo>
                  <a:pt x="5864" y="8546"/>
                  <a:pt x="5803" y="8190"/>
                  <a:pt x="5727" y="8672"/>
                </a:cubicBezTo>
                <a:cubicBezTo>
                  <a:pt x="5651" y="9156"/>
                  <a:pt x="5590" y="10716"/>
                  <a:pt x="5566" y="12178"/>
                </a:cubicBezTo>
                <a:cubicBezTo>
                  <a:pt x="5556" y="12907"/>
                  <a:pt x="5555" y="13479"/>
                  <a:pt x="5561" y="13913"/>
                </a:cubicBezTo>
                <a:cubicBezTo>
                  <a:pt x="5568" y="14346"/>
                  <a:pt x="5581" y="14641"/>
                  <a:pt x="5600" y="14816"/>
                </a:cubicBezTo>
                <a:cubicBezTo>
                  <a:pt x="5620" y="14994"/>
                  <a:pt x="5651" y="15112"/>
                  <a:pt x="5684" y="15148"/>
                </a:cubicBezTo>
                <a:cubicBezTo>
                  <a:pt x="5717" y="15183"/>
                  <a:pt x="5753" y="15137"/>
                  <a:pt x="5786" y="14985"/>
                </a:cubicBezTo>
                <a:cubicBezTo>
                  <a:pt x="5855" y="14682"/>
                  <a:pt x="5840" y="12767"/>
                  <a:pt x="5851" y="11780"/>
                </a:cubicBezTo>
                <a:cubicBezTo>
                  <a:pt x="5862" y="10789"/>
                  <a:pt x="5879" y="10961"/>
                  <a:pt x="5879" y="10961"/>
                </a:cubicBezTo>
                <a:cubicBezTo>
                  <a:pt x="5882" y="10956"/>
                  <a:pt x="5889" y="10995"/>
                  <a:pt x="5897" y="11059"/>
                </a:cubicBezTo>
                <a:cubicBezTo>
                  <a:pt x="5906" y="11124"/>
                  <a:pt x="5916" y="11214"/>
                  <a:pt x="5925" y="11310"/>
                </a:cubicBezTo>
                <a:lnTo>
                  <a:pt x="5927" y="11334"/>
                </a:lnTo>
                <a:lnTo>
                  <a:pt x="5930" y="11371"/>
                </a:lnTo>
                <a:cubicBezTo>
                  <a:pt x="5931" y="11382"/>
                  <a:pt x="5932" y="11391"/>
                  <a:pt x="5933" y="11401"/>
                </a:cubicBezTo>
                <a:cubicBezTo>
                  <a:pt x="5934" y="11410"/>
                  <a:pt x="5935" y="11420"/>
                  <a:pt x="5936" y="11431"/>
                </a:cubicBezTo>
                <a:lnTo>
                  <a:pt x="5938" y="11455"/>
                </a:lnTo>
                <a:cubicBezTo>
                  <a:pt x="5947" y="11551"/>
                  <a:pt x="5956" y="11643"/>
                  <a:pt x="5962" y="11713"/>
                </a:cubicBezTo>
                <a:cubicBezTo>
                  <a:pt x="5969" y="11784"/>
                  <a:pt x="5973" y="11832"/>
                  <a:pt x="5974" y="11840"/>
                </a:cubicBezTo>
                <a:cubicBezTo>
                  <a:pt x="5974" y="11840"/>
                  <a:pt x="6183" y="14275"/>
                  <a:pt x="6314" y="14635"/>
                </a:cubicBezTo>
                <a:cubicBezTo>
                  <a:pt x="6447" y="14995"/>
                  <a:pt x="6553" y="14419"/>
                  <a:pt x="6593" y="13877"/>
                </a:cubicBezTo>
                <a:cubicBezTo>
                  <a:pt x="6634" y="13331"/>
                  <a:pt x="6703" y="11528"/>
                  <a:pt x="6599" y="9527"/>
                </a:cubicBezTo>
                <a:cubicBezTo>
                  <a:pt x="6495" y="7528"/>
                  <a:pt x="6280" y="6913"/>
                  <a:pt x="6280" y="6913"/>
                </a:cubicBezTo>
                <a:cubicBezTo>
                  <a:pt x="6280" y="6913"/>
                  <a:pt x="6266" y="6874"/>
                  <a:pt x="6251" y="6877"/>
                </a:cubicBezTo>
                <a:close/>
                <a:moveTo>
                  <a:pt x="15995" y="7166"/>
                </a:moveTo>
                <a:lnTo>
                  <a:pt x="15995" y="12925"/>
                </a:lnTo>
                <a:cubicBezTo>
                  <a:pt x="15995" y="13690"/>
                  <a:pt x="16031" y="14295"/>
                  <a:pt x="16099" y="14709"/>
                </a:cubicBezTo>
                <a:cubicBezTo>
                  <a:pt x="16167" y="15123"/>
                  <a:pt x="16268" y="15346"/>
                  <a:pt x="16399" y="15346"/>
                </a:cubicBezTo>
                <a:lnTo>
                  <a:pt x="16673" y="15346"/>
                </a:lnTo>
                <a:lnTo>
                  <a:pt x="16673" y="13708"/>
                </a:lnTo>
                <a:lnTo>
                  <a:pt x="16452" y="13708"/>
                </a:lnTo>
                <a:cubicBezTo>
                  <a:pt x="16404" y="13708"/>
                  <a:pt x="16369" y="13627"/>
                  <a:pt x="16346" y="13471"/>
                </a:cubicBezTo>
                <a:cubicBezTo>
                  <a:pt x="16323" y="13314"/>
                  <a:pt x="16312" y="13082"/>
                  <a:pt x="16312" y="12780"/>
                </a:cubicBezTo>
                <a:lnTo>
                  <a:pt x="16312" y="10359"/>
                </a:lnTo>
                <a:lnTo>
                  <a:pt x="16614" y="10359"/>
                </a:lnTo>
                <a:lnTo>
                  <a:pt x="16614" y="8732"/>
                </a:lnTo>
                <a:lnTo>
                  <a:pt x="16312" y="8732"/>
                </a:lnTo>
                <a:lnTo>
                  <a:pt x="16312" y="7166"/>
                </a:lnTo>
                <a:lnTo>
                  <a:pt x="15995" y="7166"/>
                </a:lnTo>
                <a:close/>
                <a:moveTo>
                  <a:pt x="8263" y="7696"/>
                </a:moveTo>
                <a:cubicBezTo>
                  <a:pt x="8250" y="7664"/>
                  <a:pt x="8233" y="7697"/>
                  <a:pt x="8220" y="7738"/>
                </a:cubicBezTo>
                <a:cubicBezTo>
                  <a:pt x="8206" y="7779"/>
                  <a:pt x="8195" y="7829"/>
                  <a:pt x="8195" y="7829"/>
                </a:cubicBezTo>
                <a:cubicBezTo>
                  <a:pt x="8018" y="8732"/>
                  <a:pt x="7918" y="9686"/>
                  <a:pt x="7862" y="10415"/>
                </a:cubicBezTo>
                <a:cubicBezTo>
                  <a:pt x="7806" y="11144"/>
                  <a:pt x="7793" y="11648"/>
                  <a:pt x="7793" y="11648"/>
                </a:cubicBezTo>
                <a:cubicBezTo>
                  <a:pt x="7777" y="12187"/>
                  <a:pt x="7778" y="12645"/>
                  <a:pt x="7791" y="13034"/>
                </a:cubicBezTo>
                <a:cubicBezTo>
                  <a:pt x="7804" y="13423"/>
                  <a:pt x="7828" y="13744"/>
                  <a:pt x="7857" y="14009"/>
                </a:cubicBezTo>
                <a:cubicBezTo>
                  <a:pt x="7759" y="15201"/>
                  <a:pt x="7685" y="16318"/>
                  <a:pt x="7639" y="17291"/>
                </a:cubicBezTo>
                <a:cubicBezTo>
                  <a:pt x="7594" y="18264"/>
                  <a:pt x="7576" y="19093"/>
                  <a:pt x="7588" y="19708"/>
                </a:cubicBezTo>
                <a:cubicBezTo>
                  <a:pt x="7600" y="20175"/>
                  <a:pt x="7636" y="20576"/>
                  <a:pt x="7677" y="20878"/>
                </a:cubicBezTo>
                <a:cubicBezTo>
                  <a:pt x="7719" y="21180"/>
                  <a:pt x="7766" y="21383"/>
                  <a:pt x="7802" y="21454"/>
                </a:cubicBezTo>
                <a:cubicBezTo>
                  <a:pt x="7838" y="21540"/>
                  <a:pt x="7859" y="21462"/>
                  <a:pt x="7871" y="21362"/>
                </a:cubicBezTo>
                <a:cubicBezTo>
                  <a:pt x="7883" y="21262"/>
                  <a:pt x="7886" y="21141"/>
                  <a:pt x="7886" y="21141"/>
                </a:cubicBezTo>
                <a:cubicBezTo>
                  <a:pt x="7916" y="19870"/>
                  <a:pt x="7956" y="18808"/>
                  <a:pt x="8004" y="17854"/>
                </a:cubicBezTo>
                <a:cubicBezTo>
                  <a:pt x="8053" y="16900"/>
                  <a:pt x="8109" y="16054"/>
                  <a:pt x="8170" y="15214"/>
                </a:cubicBezTo>
                <a:cubicBezTo>
                  <a:pt x="8538" y="15696"/>
                  <a:pt x="8813" y="13660"/>
                  <a:pt x="8911" y="12684"/>
                </a:cubicBezTo>
                <a:cubicBezTo>
                  <a:pt x="8969" y="12098"/>
                  <a:pt x="9000" y="11311"/>
                  <a:pt x="9000" y="10575"/>
                </a:cubicBezTo>
                <a:cubicBezTo>
                  <a:pt x="9000" y="9737"/>
                  <a:pt x="8961" y="8957"/>
                  <a:pt x="8873" y="8600"/>
                </a:cubicBezTo>
                <a:cubicBezTo>
                  <a:pt x="8743" y="8083"/>
                  <a:pt x="8572" y="8645"/>
                  <a:pt x="8411" y="9538"/>
                </a:cubicBezTo>
                <a:cubicBezTo>
                  <a:pt x="8249" y="10430"/>
                  <a:pt x="8097" y="11655"/>
                  <a:pt x="8005" y="12467"/>
                </a:cubicBezTo>
                <a:cubicBezTo>
                  <a:pt x="7991" y="12054"/>
                  <a:pt x="8009" y="11584"/>
                  <a:pt x="8030" y="11217"/>
                </a:cubicBezTo>
                <a:cubicBezTo>
                  <a:pt x="8052" y="10851"/>
                  <a:pt x="8077" y="10588"/>
                  <a:pt x="8077" y="10588"/>
                </a:cubicBezTo>
                <a:cubicBezTo>
                  <a:pt x="8077" y="10588"/>
                  <a:pt x="8088" y="10475"/>
                  <a:pt x="8105" y="10304"/>
                </a:cubicBezTo>
                <a:cubicBezTo>
                  <a:pt x="8122" y="10134"/>
                  <a:pt x="8145" y="9905"/>
                  <a:pt x="8167" y="9672"/>
                </a:cubicBezTo>
                <a:lnTo>
                  <a:pt x="8172" y="9624"/>
                </a:lnTo>
                <a:lnTo>
                  <a:pt x="8178" y="9563"/>
                </a:lnTo>
                <a:cubicBezTo>
                  <a:pt x="8196" y="9382"/>
                  <a:pt x="8213" y="9205"/>
                  <a:pt x="8227" y="9056"/>
                </a:cubicBezTo>
                <a:cubicBezTo>
                  <a:pt x="8241" y="8907"/>
                  <a:pt x="8252" y="8786"/>
                  <a:pt x="8256" y="8720"/>
                </a:cubicBezTo>
                <a:cubicBezTo>
                  <a:pt x="8267" y="8562"/>
                  <a:pt x="8275" y="8322"/>
                  <a:pt x="8278" y="8114"/>
                </a:cubicBezTo>
                <a:cubicBezTo>
                  <a:pt x="8280" y="7905"/>
                  <a:pt x="8276" y="7728"/>
                  <a:pt x="8263" y="7696"/>
                </a:cubicBezTo>
                <a:close/>
                <a:moveTo>
                  <a:pt x="5133" y="7877"/>
                </a:moveTo>
                <a:cubicBezTo>
                  <a:pt x="5013" y="7824"/>
                  <a:pt x="4893" y="7860"/>
                  <a:pt x="4801" y="7925"/>
                </a:cubicBezTo>
                <a:cubicBezTo>
                  <a:pt x="4611" y="8059"/>
                  <a:pt x="4358" y="8398"/>
                  <a:pt x="4249" y="9286"/>
                </a:cubicBezTo>
                <a:cubicBezTo>
                  <a:pt x="4208" y="9625"/>
                  <a:pt x="4184" y="10139"/>
                  <a:pt x="4203" y="10563"/>
                </a:cubicBezTo>
                <a:cubicBezTo>
                  <a:pt x="4214" y="10799"/>
                  <a:pt x="4251" y="11011"/>
                  <a:pt x="4288" y="11106"/>
                </a:cubicBezTo>
                <a:cubicBezTo>
                  <a:pt x="4324" y="11200"/>
                  <a:pt x="4370" y="11252"/>
                  <a:pt x="4412" y="11286"/>
                </a:cubicBezTo>
                <a:cubicBezTo>
                  <a:pt x="4439" y="11309"/>
                  <a:pt x="4518" y="11354"/>
                  <a:pt x="4600" y="11395"/>
                </a:cubicBezTo>
                <a:lnTo>
                  <a:pt x="4609" y="11395"/>
                </a:lnTo>
                <a:cubicBezTo>
                  <a:pt x="4610" y="11395"/>
                  <a:pt x="4611" y="11395"/>
                  <a:pt x="4613" y="11395"/>
                </a:cubicBezTo>
                <a:cubicBezTo>
                  <a:pt x="4614" y="11395"/>
                  <a:pt x="4616" y="11394"/>
                  <a:pt x="4617" y="11395"/>
                </a:cubicBezTo>
                <a:lnTo>
                  <a:pt x="4628" y="11407"/>
                </a:lnTo>
                <a:cubicBezTo>
                  <a:pt x="4665" y="11425"/>
                  <a:pt x="4702" y="11440"/>
                  <a:pt x="4733" y="11455"/>
                </a:cubicBezTo>
                <a:cubicBezTo>
                  <a:pt x="4837" y="11504"/>
                  <a:pt x="5041" y="11629"/>
                  <a:pt x="5150" y="11889"/>
                </a:cubicBezTo>
                <a:cubicBezTo>
                  <a:pt x="5150" y="11889"/>
                  <a:pt x="5252" y="12094"/>
                  <a:pt x="5251" y="12431"/>
                </a:cubicBezTo>
                <a:cubicBezTo>
                  <a:pt x="5251" y="12597"/>
                  <a:pt x="5229" y="12726"/>
                  <a:pt x="5207" y="12816"/>
                </a:cubicBezTo>
                <a:cubicBezTo>
                  <a:pt x="5045" y="13471"/>
                  <a:pt x="4822" y="13666"/>
                  <a:pt x="4624" y="13648"/>
                </a:cubicBezTo>
                <a:cubicBezTo>
                  <a:pt x="4556" y="13642"/>
                  <a:pt x="4502" y="13573"/>
                  <a:pt x="4433" y="13407"/>
                </a:cubicBezTo>
                <a:cubicBezTo>
                  <a:pt x="4404" y="13334"/>
                  <a:pt x="4367" y="13170"/>
                  <a:pt x="4372" y="12985"/>
                </a:cubicBezTo>
                <a:cubicBezTo>
                  <a:pt x="4383" y="12625"/>
                  <a:pt x="4454" y="12532"/>
                  <a:pt x="4512" y="12563"/>
                </a:cubicBezTo>
                <a:cubicBezTo>
                  <a:pt x="4544" y="12580"/>
                  <a:pt x="4586" y="12649"/>
                  <a:pt x="4617" y="12720"/>
                </a:cubicBezTo>
                <a:cubicBezTo>
                  <a:pt x="4744" y="13006"/>
                  <a:pt x="4801" y="13251"/>
                  <a:pt x="4913" y="13154"/>
                </a:cubicBezTo>
                <a:cubicBezTo>
                  <a:pt x="4955" y="13117"/>
                  <a:pt x="5099" y="12939"/>
                  <a:pt x="5118" y="12599"/>
                </a:cubicBezTo>
                <a:cubicBezTo>
                  <a:pt x="5123" y="12517"/>
                  <a:pt x="5116" y="12432"/>
                  <a:pt x="5105" y="12371"/>
                </a:cubicBezTo>
                <a:cubicBezTo>
                  <a:pt x="5090" y="12282"/>
                  <a:pt x="5004" y="12082"/>
                  <a:pt x="4981" y="12033"/>
                </a:cubicBezTo>
                <a:cubicBezTo>
                  <a:pt x="4896" y="11861"/>
                  <a:pt x="4734" y="11704"/>
                  <a:pt x="4645" y="11684"/>
                </a:cubicBezTo>
                <a:cubicBezTo>
                  <a:pt x="4527" y="11660"/>
                  <a:pt x="4371" y="11789"/>
                  <a:pt x="4298" y="12359"/>
                </a:cubicBezTo>
                <a:cubicBezTo>
                  <a:pt x="4252" y="12716"/>
                  <a:pt x="4250" y="13200"/>
                  <a:pt x="4288" y="13575"/>
                </a:cubicBezTo>
                <a:cubicBezTo>
                  <a:pt x="4339" y="14088"/>
                  <a:pt x="4441" y="14489"/>
                  <a:pt x="4524" y="14720"/>
                </a:cubicBezTo>
                <a:cubicBezTo>
                  <a:pt x="4665" y="15107"/>
                  <a:pt x="4833" y="15287"/>
                  <a:pt x="4989" y="15190"/>
                </a:cubicBezTo>
                <a:cubicBezTo>
                  <a:pt x="5078" y="15131"/>
                  <a:pt x="5155" y="15034"/>
                  <a:pt x="5234" y="14816"/>
                </a:cubicBezTo>
                <a:cubicBezTo>
                  <a:pt x="5310" y="14607"/>
                  <a:pt x="5393" y="14213"/>
                  <a:pt x="5431" y="13744"/>
                </a:cubicBezTo>
                <a:cubicBezTo>
                  <a:pt x="5482" y="13114"/>
                  <a:pt x="5479" y="12278"/>
                  <a:pt x="5422" y="11684"/>
                </a:cubicBezTo>
                <a:cubicBezTo>
                  <a:pt x="5385" y="11292"/>
                  <a:pt x="5346" y="11075"/>
                  <a:pt x="5277" y="10901"/>
                </a:cubicBezTo>
                <a:cubicBezTo>
                  <a:pt x="5202" y="10711"/>
                  <a:pt x="5103" y="10604"/>
                  <a:pt x="5004" y="10527"/>
                </a:cubicBezTo>
                <a:cubicBezTo>
                  <a:pt x="4998" y="10523"/>
                  <a:pt x="4997" y="10532"/>
                  <a:pt x="4991" y="10527"/>
                </a:cubicBezTo>
                <a:lnTo>
                  <a:pt x="4535" y="10214"/>
                </a:lnTo>
                <a:cubicBezTo>
                  <a:pt x="4532" y="10212"/>
                  <a:pt x="4529" y="10211"/>
                  <a:pt x="4527" y="10209"/>
                </a:cubicBezTo>
                <a:cubicBezTo>
                  <a:pt x="4525" y="10208"/>
                  <a:pt x="4523" y="10206"/>
                  <a:pt x="4520" y="10202"/>
                </a:cubicBezTo>
                <a:cubicBezTo>
                  <a:pt x="4510" y="10190"/>
                  <a:pt x="4482" y="10171"/>
                  <a:pt x="4461" y="10130"/>
                </a:cubicBezTo>
                <a:cubicBezTo>
                  <a:pt x="4440" y="10089"/>
                  <a:pt x="4426" y="10025"/>
                  <a:pt x="4442" y="9925"/>
                </a:cubicBezTo>
                <a:cubicBezTo>
                  <a:pt x="4446" y="9896"/>
                  <a:pt x="4455" y="9869"/>
                  <a:pt x="4466" y="9847"/>
                </a:cubicBezTo>
                <a:cubicBezTo>
                  <a:pt x="4476" y="9824"/>
                  <a:pt x="4487" y="9805"/>
                  <a:pt x="4495" y="9792"/>
                </a:cubicBezTo>
                <a:cubicBezTo>
                  <a:pt x="4702" y="9471"/>
                  <a:pt x="4964" y="9513"/>
                  <a:pt x="5181" y="9443"/>
                </a:cubicBezTo>
                <a:cubicBezTo>
                  <a:pt x="5230" y="9426"/>
                  <a:pt x="5339" y="9383"/>
                  <a:pt x="5393" y="9286"/>
                </a:cubicBezTo>
                <a:cubicBezTo>
                  <a:pt x="5444" y="9196"/>
                  <a:pt x="5487" y="8990"/>
                  <a:pt x="5498" y="8672"/>
                </a:cubicBezTo>
                <a:cubicBezTo>
                  <a:pt x="5504" y="8503"/>
                  <a:pt x="5490" y="8419"/>
                  <a:pt x="5463" y="8335"/>
                </a:cubicBezTo>
                <a:cubicBezTo>
                  <a:pt x="5372" y="8061"/>
                  <a:pt x="5252" y="7929"/>
                  <a:pt x="5133" y="7877"/>
                </a:cubicBezTo>
                <a:close/>
                <a:moveTo>
                  <a:pt x="7607" y="7925"/>
                </a:moveTo>
                <a:cubicBezTo>
                  <a:pt x="7450" y="7895"/>
                  <a:pt x="7256" y="8001"/>
                  <a:pt x="7096" y="8133"/>
                </a:cubicBezTo>
                <a:cubicBezTo>
                  <a:pt x="6935" y="8264"/>
                  <a:pt x="6808" y="8421"/>
                  <a:pt x="6783" y="8491"/>
                </a:cubicBezTo>
                <a:cubicBezTo>
                  <a:pt x="6736" y="8612"/>
                  <a:pt x="6741" y="8812"/>
                  <a:pt x="6802" y="9250"/>
                </a:cubicBezTo>
                <a:cubicBezTo>
                  <a:pt x="6868" y="9712"/>
                  <a:pt x="6978" y="9660"/>
                  <a:pt x="6978" y="9660"/>
                </a:cubicBezTo>
                <a:lnTo>
                  <a:pt x="6881" y="10804"/>
                </a:lnTo>
                <a:cubicBezTo>
                  <a:pt x="6842" y="10820"/>
                  <a:pt x="6816" y="10860"/>
                  <a:pt x="6799" y="10898"/>
                </a:cubicBezTo>
                <a:cubicBezTo>
                  <a:pt x="6783" y="10935"/>
                  <a:pt x="6776" y="10970"/>
                  <a:pt x="6775" y="10973"/>
                </a:cubicBezTo>
                <a:cubicBezTo>
                  <a:pt x="6754" y="11098"/>
                  <a:pt x="6756" y="11332"/>
                  <a:pt x="6764" y="11552"/>
                </a:cubicBezTo>
                <a:cubicBezTo>
                  <a:pt x="6772" y="11772"/>
                  <a:pt x="6787" y="11978"/>
                  <a:pt x="6792" y="12045"/>
                </a:cubicBezTo>
                <a:lnTo>
                  <a:pt x="6792" y="12057"/>
                </a:lnTo>
                <a:lnTo>
                  <a:pt x="6792" y="12069"/>
                </a:lnTo>
                <a:cubicBezTo>
                  <a:pt x="6792" y="12069"/>
                  <a:pt x="6657" y="13819"/>
                  <a:pt x="6756" y="14744"/>
                </a:cubicBezTo>
                <a:cubicBezTo>
                  <a:pt x="6852" y="15618"/>
                  <a:pt x="6963" y="15670"/>
                  <a:pt x="6984" y="15672"/>
                </a:cubicBezTo>
                <a:lnTo>
                  <a:pt x="6986" y="15672"/>
                </a:lnTo>
                <a:cubicBezTo>
                  <a:pt x="6987" y="15672"/>
                  <a:pt x="6987" y="15672"/>
                  <a:pt x="6988" y="15672"/>
                </a:cubicBezTo>
                <a:lnTo>
                  <a:pt x="6988" y="15672"/>
                </a:lnTo>
                <a:cubicBezTo>
                  <a:pt x="7228" y="15771"/>
                  <a:pt x="7622" y="14338"/>
                  <a:pt x="7643" y="13864"/>
                </a:cubicBezTo>
                <a:cubicBezTo>
                  <a:pt x="7661" y="13483"/>
                  <a:pt x="7599" y="13063"/>
                  <a:pt x="7544" y="12985"/>
                </a:cubicBezTo>
                <a:cubicBezTo>
                  <a:pt x="7493" y="12924"/>
                  <a:pt x="7099" y="13347"/>
                  <a:pt x="7052" y="13419"/>
                </a:cubicBezTo>
                <a:cubicBezTo>
                  <a:pt x="7001" y="13497"/>
                  <a:pt x="7022" y="13226"/>
                  <a:pt x="7022" y="13226"/>
                </a:cubicBezTo>
                <a:lnTo>
                  <a:pt x="7083" y="12045"/>
                </a:lnTo>
                <a:cubicBezTo>
                  <a:pt x="7083" y="12045"/>
                  <a:pt x="7177" y="12025"/>
                  <a:pt x="7278" y="11999"/>
                </a:cubicBezTo>
                <a:cubicBezTo>
                  <a:pt x="7379" y="11972"/>
                  <a:pt x="7487" y="11939"/>
                  <a:pt x="7514" y="11913"/>
                </a:cubicBezTo>
                <a:cubicBezTo>
                  <a:pt x="7540" y="11887"/>
                  <a:pt x="7554" y="11823"/>
                  <a:pt x="7561" y="11767"/>
                </a:cubicBezTo>
                <a:cubicBezTo>
                  <a:pt x="7568" y="11710"/>
                  <a:pt x="7569" y="11660"/>
                  <a:pt x="7569" y="11660"/>
                </a:cubicBezTo>
                <a:cubicBezTo>
                  <a:pt x="7569" y="11660"/>
                  <a:pt x="7571" y="11576"/>
                  <a:pt x="7572" y="11452"/>
                </a:cubicBezTo>
                <a:cubicBezTo>
                  <a:pt x="7574" y="11329"/>
                  <a:pt x="7575" y="11166"/>
                  <a:pt x="7574" y="11009"/>
                </a:cubicBezTo>
                <a:cubicBezTo>
                  <a:pt x="7571" y="10841"/>
                  <a:pt x="7558" y="10762"/>
                  <a:pt x="7545" y="10726"/>
                </a:cubicBezTo>
                <a:cubicBezTo>
                  <a:pt x="7533" y="10690"/>
                  <a:pt x="7521" y="10696"/>
                  <a:pt x="7521" y="10696"/>
                </a:cubicBezTo>
                <a:cubicBezTo>
                  <a:pt x="7448" y="10653"/>
                  <a:pt x="7361" y="10656"/>
                  <a:pt x="7293" y="10669"/>
                </a:cubicBezTo>
                <a:cubicBezTo>
                  <a:pt x="7224" y="10683"/>
                  <a:pt x="7174" y="10708"/>
                  <a:pt x="7174" y="10708"/>
                </a:cubicBezTo>
                <a:lnTo>
                  <a:pt x="7227" y="9804"/>
                </a:lnTo>
                <a:cubicBezTo>
                  <a:pt x="7243" y="9800"/>
                  <a:pt x="7629" y="9687"/>
                  <a:pt x="7779" y="9491"/>
                </a:cubicBezTo>
                <a:cubicBezTo>
                  <a:pt x="7857" y="9386"/>
                  <a:pt x="7810" y="8949"/>
                  <a:pt x="7810" y="8949"/>
                </a:cubicBezTo>
                <a:cubicBezTo>
                  <a:pt x="7763" y="8407"/>
                  <a:pt x="7712" y="8151"/>
                  <a:pt x="7673" y="8031"/>
                </a:cubicBezTo>
                <a:cubicBezTo>
                  <a:pt x="7634" y="7910"/>
                  <a:pt x="7607" y="7925"/>
                  <a:pt x="7607" y="7925"/>
                </a:cubicBezTo>
                <a:close/>
                <a:moveTo>
                  <a:pt x="3947" y="8142"/>
                </a:moveTo>
                <a:cubicBezTo>
                  <a:pt x="3912" y="8103"/>
                  <a:pt x="3891" y="8376"/>
                  <a:pt x="3882" y="8515"/>
                </a:cubicBezTo>
                <a:cubicBezTo>
                  <a:pt x="3854" y="8928"/>
                  <a:pt x="3834" y="9919"/>
                  <a:pt x="3829" y="10226"/>
                </a:cubicBezTo>
                <a:cubicBezTo>
                  <a:pt x="3812" y="11157"/>
                  <a:pt x="3798" y="13367"/>
                  <a:pt x="3827" y="14491"/>
                </a:cubicBezTo>
                <a:cubicBezTo>
                  <a:pt x="3839" y="14962"/>
                  <a:pt x="3866" y="15260"/>
                  <a:pt x="3949" y="15358"/>
                </a:cubicBezTo>
                <a:cubicBezTo>
                  <a:pt x="3983" y="15399"/>
                  <a:pt x="4045" y="15397"/>
                  <a:pt x="4072" y="15298"/>
                </a:cubicBezTo>
                <a:cubicBezTo>
                  <a:pt x="4096" y="15214"/>
                  <a:pt x="4111" y="15041"/>
                  <a:pt x="4116" y="14901"/>
                </a:cubicBezTo>
                <a:cubicBezTo>
                  <a:pt x="4132" y="14509"/>
                  <a:pt x="4126" y="13957"/>
                  <a:pt x="4123" y="13539"/>
                </a:cubicBezTo>
                <a:cubicBezTo>
                  <a:pt x="4119" y="13046"/>
                  <a:pt x="4118" y="12556"/>
                  <a:pt x="4114" y="12057"/>
                </a:cubicBezTo>
                <a:cubicBezTo>
                  <a:pt x="4109" y="11392"/>
                  <a:pt x="4094" y="9693"/>
                  <a:pt x="4061" y="8925"/>
                </a:cubicBezTo>
                <a:cubicBezTo>
                  <a:pt x="4047" y="8594"/>
                  <a:pt x="4023" y="8290"/>
                  <a:pt x="3966" y="8166"/>
                </a:cubicBezTo>
                <a:cubicBezTo>
                  <a:pt x="3960" y="8152"/>
                  <a:pt x="3952" y="8147"/>
                  <a:pt x="3947" y="8142"/>
                </a:cubicBezTo>
                <a:close/>
                <a:moveTo>
                  <a:pt x="10165" y="8250"/>
                </a:moveTo>
                <a:lnTo>
                  <a:pt x="10418" y="12154"/>
                </a:lnTo>
                <a:lnTo>
                  <a:pt x="9909" y="12154"/>
                </a:lnTo>
                <a:lnTo>
                  <a:pt x="10165" y="8250"/>
                </a:lnTo>
                <a:close/>
                <a:moveTo>
                  <a:pt x="14220" y="8564"/>
                </a:moveTo>
                <a:cubicBezTo>
                  <a:pt x="13864" y="8564"/>
                  <a:pt x="13613" y="10002"/>
                  <a:pt x="13613" y="12033"/>
                </a:cubicBezTo>
                <a:cubicBezTo>
                  <a:pt x="13613" y="14078"/>
                  <a:pt x="13864" y="15491"/>
                  <a:pt x="14247" y="15491"/>
                </a:cubicBezTo>
                <a:cubicBezTo>
                  <a:pt x="14461" y="15491"/>
                  <a:pt x="14639" y="15084"/>
                  <a:pt x="14761" y="14443"/>
                </a:cubicBezTo>
                <a:lnTo>
                  <a:pt x="14579" y="13467"/>
                </a:lnTo>
                <a:cubicBezTo>
                  <a:pt x="14490" y="13825"/>
                  <a:pt x="14386" y="14033"/>
                  <a:pt x="14264" y="14033"/>
                </a:cubicBezTo>
                <a:cubicBezTo>
                  <a:pt x="14088" y="14033"/>
                  <a:pt x="13960" y="13515"/>
                  <a:pt x="13922" y="12756"/>
                </a:cubicBezTo>
                <a:lnTo>
                  <a:pt x="14807" y="12756"/>
                </a:lnTo>
                <a:cubicBezTo>
                  <a:pt x="14875" y="10429"/>
                  <a:pt x="14621" y="8564"/>
                  <a:pt x="14220" y="8564"/>
                </a:cubicBezTo>
                <a:close/>
                <a:moveTo>
                  <a:pt x="20892" y="8576"/>
                </a:moveTo>
                <a:cubicBezTo>
                  <a:pt x="20567" y="8576"/>
                  <a:pt x="20340" y="9993"/>
                  <a:pt x="20340" y="11973"/>
                </a:cubicBezTo>
                <a:cubicBezTo>
                  <a:pt x="20340" y="13953"/>
                  <a:pt x="20567" y="15370"/>
                  <a:pt x="20892" y="15370"/>
                </a:cubicBezTo>
                <a:cubicBezTo>
                  <a:pt x="21054" y="15370"/>
                  <a:pt x="21192" y="15000"/>
                  <a:pt x="21289" y="14370"/>
                </a:cubicBezTo>
                <a:lnTo>
                  <a:pt x="21289" y="15033"/>
                </a:lnTo>
                <a:cubicBezTo>
                  <a:pt x="21289" y="16177"/>
                  <a:pt x="21153" y="16888"/>
                  <a:pt x="20923" y="16888"/>
                </a:cubicBezTo>
                <a:cubicBezTo>
                  <a:pt x="20788" y="16888"/>
                  <a:pt x="20639" y="16652"/>
                  <a:pt x="20520" y="16202"/>
                </a:cubicBezTo>
                <a:lnTo>
                  <a:pt x="20395" y="17539"/>
                </a:lnTo>
                <a:cubicBezTo>
                  <a:pt x="20551" y="18117"/>
                  <a:pt x="20744" y="18443"/>
                  <a:pt x="20940" y="18443"/>
                </a:cubicBezTo>
                <a:cubicBezTo>
                  <a:pt x="21339" y="18443"/>
                  <a:pt x="21591" y="17137"/>
                  <a:pt x="21591" y="15105"/>
                </a:cubicBezTo>
                <a:lnTo>
                  <a:pt x="21591" y="8732"/>
                </a:lnTo>
                <a:lnTo>
                  <a:pt x="21295" y="8732"/>
                </a:lnTo>
                <a:lnTo>
                  <a:pt x="21293" y="9576"/>
                </a:lnTo>
                <a:cubicBezTo>
                  <a:pt x="21196" y="8946"/>
                  <a:pt x="21056" y="8576"/>
                  <a:pt x="20892" y="8576"/>
                </a:cubicBezTo>
                <a:close/>
                <a:moveTo>
                  <a:pt x="17815" y="8612"/>
                </a:moveTo>
                <a:cubicBezTo>
                  <a:pt x="17533" y="8612"/>
                  <a:pt x="17375" y="9370"/>
                  <a:pt x="17375" y="10527"/>
                </a:cubicBezTo>
                <a:cubicBezTo>
                  <a:pt x="17375" y="11607"/>
                  <a:pt x="17502" y="12249"/>
                  <a:pt x="17793" y="12648"/>
                </a:cubicBezTo>
                <a:cubicBezTo>
                  <a:pt x="17951" y="12879"/>
                  <a:pt x="18005" y="13085"/>
                  <a:pt x="18005" y="13407"/>
                </a:cubicBezTo>
                <a:cubicBezTo>
                  <a:pt x="18005" y="13754"/>
                  <a:pt x="17940" y="13949"/>
                  <a:pt x="17827" y="13949"/>
                </a:cubicBezTo>
                <a:cubicBezTo>
                  <a:pt x="17703" y="13949"/>
                  <a:pt x="17580" y="13738"/>
                  <a:pt x="17445" y="13262"/>
                </a:cubicBezTo>
                <a:lnTo>
                  <a:pt x="17324" y="14551"/>
                </a:lnTo>
                <a:cubicBezTo>
                  <a:pt x="17473" y="15129"/>
                  <a:pt x="17647" y="15443"/>
                  <a:pt x="17829" y="15443"/>
                </a:cubicBezTo>
                <a:cubicBezTo>
                  <a:pt x="18120" y="15443"/>
                  <a:pt x="18311" y="14642"/>
                  <a:pt x="18311" y="13383"/>
                </a:cubicBezTo>
                <a:cubicBezTo>
                  <a:pt x="18311" y="12367"/>
                  <a:pt x="18182" y="11672"/>
                  <a:pt x="17891" y="11286"/>
                </a:cubicBezTo>
                <a:cubicBezTo>
                  <a:pt x="17724" y="11055"/>
                  <a:pt x="17673" y="10873"/>
                  <a:pt x="17673" y="10551"/>
                </a:cubicBezTo>
                <a:cubicBezTo>
                  <a:pt x="17673" y="10230"/>
                  <a:pt x="17726" y="10069"/>
                  <a:pt x="17825" y="10069"/>
                </a:cubicBezTo>
                <a:cubicBezTo>
                  <a:pt x="17940" y="10069"/>
                  <a:pt x="18082" y="10323"/>
                  <a:pt x="18165" y="10696"/>
                </a:cubicBezTo>
                <a:lnTo>
                  <a:pt x="18290" y="9455"/>
                </a:lnTo>
                <a:cubicBezTo>
                  <a:pt x="18152" y="8915"/>
                  <a:pt x="17986" y="8612"/>
                  <a:pt x="17815" y="8612"/>
                </a:cubicBezTo>
                <a:close/>
                <a:moveTo>
                  <a:pt x="19708" y="8624"/>
                </a:moveTo>
                <a:cubicBezTo>
                  <a:pt x="19550" y="8624"/>
                  <a:pt x="19436" y="8932"/>
                  <a:pt x="19332" y="9588"/>
                </a:cubicBezTo>
                <a:lnTo>
                  <a:pt x="19330" y="8732"/>
                </a:lnTo>
                <a:lnTo>
                  <a:pt x="19032" y="8732"/>
                </a:lnTo>
                <a:lnTo>
                  <a:pt x="19032" y="15322"/>
                </a:lnTo>
                <a:lnTo>
                  <a:pt x="19349" y="15322"/>
                </a:lnTo>
                <a:lnTo>
                  <a:pt x="19349" y="11865"/>
                </a:lnTo>
                <a:cubicBezTo>
                  <a:pt x="19349" y="10875"/>
                  <a:pt x="19448" y="10250"/>
                  <a:pt x="19615" y="10250"/>
                </a:cubicBezTo>
                <a:cubicBezTo>
                  <a:pt x="19764" y="10250"/>
                  <a:pt x="19839" y="10758"/>
                  <a:pt x="19839" y="11696"/>
                </a:cubicBezTo>
                <a:lnTo>
                  <a:pt x="19839" y="15322"/>
                </a:lnTo>
                <a:lnTo>
                  <a:pt x="20156" y="15322"/>
                </a:lnTo>
                <a:lnTo>
                  <a:pt x="20156" y="11274"/>
                </a:lnTo>
                <a:cubicBezTo>
                  <a:pt x="20156" y="9706"/>
                  <a:pt x="19981" y="8624"/>
                  <a:pt x="19708" y="8624"/>
                </a:cubicBezTo>
                <a:close/>
                <a:moveTo>
                  <a:pt x="12341" y="8732"/>
                </a:moveTo>
                <a:lnTo>
                  <a:pt x="12806" y="15322"/>
                </a:lnTo>
                <a:lnTo>
                  <a:pt x="13138" y="15322"/>
                </a:lnTo>
                <a:lnTo>
                  <a:pt x="13601" y="8732"/>
                </a:lnTo>
                <a:lnTo>
                  <a:pt x="13265" y="8732"/>
                </a:lnTo>
                <a:lnTo>
                  <a:pt x="13070" y="11780"/>
                </a:lnTo>
                <a:lnTo>
                  <a:pt x="12975" y="13298"/>
                </a:lnTo>
                <a:lnTo>
                  <a:pt x="12878" y="11780"/>
                </a:lnTo>
                <a:lnTo>
                  <a:pt x="12681" y="8732"/>
                </a:lnTo>
                <a:lnTo>
                  <a:pt x="12341" y="8732"/>
                </a:lnTo>
                <a:close/>
                <a:moveTo>
                  <a:pt x="15002" y="8732"/>
                </a:moveTo>
                <a:lnTo>
                  <a:pt x="15002" y="15322"/>
                </a:lnTo>
                <a:lnTo>
                  <a:pt x="15317" y="15322"/>
                </a:lnTo>
                <a:lnTo>
                  <a:pt x="15317" y="12334"/>
                </a:lnTo>
                <a:cubicBezTo>
                  <a:pt x="15317" y="11762"/>
                  <a:pt x="15338" y="11268"/>
                  <a:pt x="15384" y="10917"/>
                </a:cubicBezTo>
                <a:cubicBezTo>
                  <a:pt x="15430" y="10567"/>
                  <a:pt x="15501" y="10359"/>
                  <a:pt x="15600" y="10359"/>
                </a:cubicBezTo>
                <a:lnTo>
                  <a:pt x="15815" y="10359"/>
                </a:lnTo>
                <a:lnTo>
                  <a:pt x="15815" y="8732"/>
                </a:lnTo>
                <a:lnTo>
                  <a:pt x="15655" y="8732"/>
                </a:lnTo>
                <a:cubicBezTo>
                  <a:pt x="15575" y="8732"/>
                  <a:pt x="15506" y="8817"/>
                  <a:pt x="15447" y="8969"/>
                </a:cubicBezTo>
                <a:cubicBezTo>
                  <a:pt x="15388" y="9122"/>
                  <a:pt x="15340" y="9342"/>
                  <a:pt x="15302" y="9612"/>
                </a:cubicBezTo>
                <a:lnTo>
                  <a:pt x="15300" y="8732"/>
                </a:lnTo>
                <a:lnTo>
                  <a:pt x="15002" y="8732"/>
                </a:lnTo>
                <a:close/>
                <a:moveTo>
                  <a:pt x="16851" y="8732"/>
                </a:moveTo>
                <a:lnTo>
                  <a:pt x="16851" y="15322"/>
                </a:lnTo>
                <a:lnTo>
                  <a:pt x="17168" y="15322"/>
                </a:lnTo>
                <a:lnTo>
                  <a:pt x="17168" y="8732"/>
                </a:lnTo>
                <a:lnTo>
                  <a:pt x="16851" y="8732"/>
                </a:lnTo>
                <a:close/>
                <a:moveTo>
                  <a:pt x="18489" y="8732"/>
                </a:moveTo>
                <a:lnTo>
                  <a:pt x="18489" y="15322"/>
                </a:lnTo>
                <a:lnTo>
                  <a:pt x="18804" y="15322"/>
                </a:lnTo>
                <a:lnTo>
                  <a:pt x="18804" y="8732"/>
                </a:lnTo>
                <a:lnTo>
                  <a:pt x="18489" y="8732"/>
                </a:lnTo>
                <a:close/>
                <a:moveTo>
                  <a:pt x="8776" y="9865"/>
                </a:moveTo>
                <a:cubicBezTo>
                  <a:pt x="8827" y="9746"/>
                  <a:pt x="8835" y="10106"/>
                  <a:pt x="8835" y="10106"/>
                </a:cubicBezTo>
                <a:cubicBezTo>
                  <a:pt x="8848" y="10733"/>
                  <a:pt x="8815" y="11284"/>
                  <a:pt x="8769" y="11723"/>
                </a:cubicBezTo>
                <a:cubicBezTo>
                  <a:pt x="8724" y="12161"/>
                  <a:pt x="8667" y="12486"/>
                  <a:pt x="8632" y="12660"/>
                </a:cubicBezTo>
                <a:cubicBezTo>
                  <a:pt x="8611" y="12774"/>
                  <a:pt x="8566" y="12940"/>
                  <a:pt x="8507" y="13090"/>
                </a:cubicBezTo>
                <a:cubicBezTo>
                  <a:pt x="8449" y="13240"/>
                  <a:pt x="8377" y="13372"/>
                  <a:pt x="8305" y="13419"/>
                </a:cubicBezTo>
                <a:cubicBezTo>
                  <a:pt x="8443" y="11892"/>
                  <a:pt x="8615" y="10778"/>
                  <a:pt x="8711" y="10178"/>
                </a:cubicBezTo>
                <a:cubicBezTo>
                  <a:pt x="8738" y="10000"/>
                  <a:pt x="8759" y="9904"/>
                  <a:pt x="8776" y="9865"/>
                </a:cubicBezTo>
                <a:close/>
                <a:moveTo>
                  <a:pt x="1405" y="10009"/>
                </a:moveTo>
                <a:cubicBezTo>
                  <a:pt x="1405" y="10009"/>
                  <a:pt x="1405" y="10171"/>
                  <a:pt x="1404" y="10417"/>
                </a:cubicBezTo>
                <a:cubicBezTo>
                  <a:pt x="1404" y="10663"/>
                  <a:pt x="1403" y="10994"/>
                  <a:pt x="1403" y="11334"/>
                </a:cubicBezTo>
                <a:lnTo>
                  <a:pt x="1403" y="11371"/>
                </a:lnTo>
                <a:cubicBezTo>
                  <a:pt x="1403" y="11381"/>
                  <a:pt x="1403" y="11391"/>
                  <a:pt x="1403" y="11401"/>
                </a:cubicBezTo>
                <a:cubicBezTo>
                  <a:pt x="1403" y="11410"/>
                  <a:pt x="1403" y="11420"/>
                  <a:pt x="1403" y="11431"/>
                </a:cubicBezTo>
                <a:lnTo>
                  <a:pt x="1403" y="11479"/>
                </a:lnTo>
                <a:lnTo>
                  <a:pt x="1403" y="11563"/>
                </a:lnTo>
                <a:cubicBezTo>
                  <a:pt x="1403" y="11591"/>
                  <a:pt x="1403" y="11616"/>
                  <a:pt x="1403" y="11642"/>
                </a:cubicBezTo>
                <a:cubicBezTo>
                  <a:pt x="1403" y="11667"/>
                  <a:pt x="1403" y="11693"/>
                  <a:pt x="1403" y="11720"/>
                </a:cubicBezTo>
                <a:lnTo>
                  <a:pt x="1403" y="11804"/>
                </a:lnTo>
                <a:cubicBezTo>
                  <a:pt x="1403" y="12420"/>
                  <a:pt x="1404" y="13013"/>
                  <a:pt x="1405" y="13453"/>
                </a:cubicBezTo>
                <a:cubicBezTo>
                  <a:pt x="1406" y="13892"/>
                  <a:pt x="1407" y="14178"/>
                  <a:pt x="1407" y="14178"/>
                </a:cubicBezTo>
                <a:cubicBezTo>
                  <a:pt x="1407" y="14178"/>
                  <a:pt x="1399" y="14159"/>
                  <a:pt x="1386" y="14130"/>
                </a:cubicBezTo>
                <a:cubicBezTo>
                  <a:pt x="1372" y="14101"/>
                  <a:pt x="1354" y="14062"/>
                  <a:pt x="1335" y="14021"/>
                </a:cubicBezTo>
                <a:lnTo>
                  <a:pt x="1331" y="14021"/>
                </a:lnTo>
                <a:cubicBezTo>
                  <a:pt x="1330" y="14020"/>
                  <a:pt x="1330" y="14017"/>
                  <a:pt x="1329" y="14015"/>
                </a:cubicBezTo>
                <a:cubicBezTo>
                  <a:pt x="1328" y="14013"/>
                  <a:pt x="1328" y="14011"/>
                  <a:pt x="1327" y="14009"/>
                </a:cubicBezTo>
                <a:lnTo>
                  <a:pt x="1323" y="13997"/>
                </a:lnTo>
                <a:cubicBezTo>
                  <a:pt x="1305" y="13958"/>
                  <a:pt x="1287" y="13924"/>
                  <a:pt x="1272" y="13889"/>
                </a:cubicBezTo>
                <a:cubicBezTo>
                  <a:pt x="1122" y="13531"/>
                  <a:pt x="918" y="12788"/>
                  <a:pt x="818" y="12310"/>
                </a:cubicBezTo>
                <a:cubicBezTo>
                  <a:pt x="794" y="12197"/>
                  <a:pt x="708" y="11737"/>
                  <a:pt x="693" y="11636"/>
                </a:cubicBezTo>
                <a:cubicBezTo>
                  <a:pt x="692" y="11632"/>
                  <a:pt x="692" y="11628"/>
                  <a:pt x="692" y="11624"/>
                </a:cubicBezTo>
                <a:cubicBezTo>
                  <a:pt x="692" y="11619"/>
                  <a:pt x="691" y="11615"/>
                  <a:pt x="691" y="11612"/>
                </a:cubicBezTo>
                <a:lnTo>
                  <a:pt x="687" y="11587"/>
                </a:lnTo>
                <a:cubicBezTo>
                  <a:pt x="663" y="11428"/>
                  <a:pt x="645" y="11268"/>
                  <a:pt x="651" y="11069"/>
                </a:cubicBezTo>
                <a:cubicBezTo>
                  <a:pt x="657" y="10862"/>
                  <a:pt x="729" y="10696"/>
                  <a:pt x="765" y="10624"/>
                </a:cubicBezTo>
                <a:cubicBezTo>
                  <a:pt x="883" y="10383"/>
                  <a:pt x="1087" y="10184"/>
                  <a:pt x="1196" y="10118"/>
                </a:cubicBezTo>
                <a:cubicBezTo>
                  <a:pt x="1209" y="10110"/>
                  <a:pt x="1222" y="10101"/>
                  <a:pt x="1236" y="10094"/>
                </a:cubicBezTo>
                <a:lnTo>
                  <a:pt x="1242" y="10082"/>
                </a:lnTo>
                <a:lnTo>
                  <a:pt x="1249" y="10082"/>
                </a:lnTo>
                <a:cubicBezTo>
                  <a:pt x="1250" y="10081"/>
                  <a:pt x="1250" y="10081"/>
                  <a:pt x="1251" y="10081"/>
                </a:cubicBezTo>
                <a:cubicBezTo>
                  <a:pt x="1251" y="10082"/>
                  <a:pt x="1252" y="10082"/>
                  <a:pt x="1253" y="10082"/>
                </a:cubicBezTo>
                <a:lnTo>
                  <a:pt x="1259" y="10082"/>
                </a:lnTo>
                <a:lnTo>
                  <a:pt x="1266" y="10069"/>
                </a:lnTo>
                <a:cubicBezTo>
                  <a:pt x="1301" y="10051"/>
                  <a:pt x="1336" y="10036"/>
                  <a:pt x="1362" y="10026"/>
                </a:cubicBezTo>
                <a:cubicBezTo>
                  <a:pt x="1388" y="10015"/>
                  <a:pt x="1405" y="10009"/>
                  <a:pt x="1405" y="10009"/>
                </a:cubicBezTo>
                <a:close/>
                <a:moveTo>
                  <a:pt x="14222" y="10021"/>
                </a:moveTo>
                <a:cubicBezTo>
                  <a:pt x="14384" y="10021"/>
                  <a:pt x="14493" y="10618"/>
                  <a:pt x="14524" y="11479"/>
                </a:cubicBezTo>
                <a:lnTo>
                  <a:pt x="13920" y="11479"/>
                </a:lnTo>
                <a:cubicBezTo>
                  <a:pt x="13949" y="10592"/>
                  <a:pt x="14066" y="10021"/>
                  <a:pt x="14222" y="10021"/>
                </a:cubicBezTo>
                <a:close/>
                <a:moveTo>
                  <a:pt x="20970" y="10142"/>
                </a:moveTo>
                <a:cubicBezTo>
                  <a:pt x="21155" y="10142"/>
                  <a:pt x="21285" y="10904"/>
                  <a:pt x="21285" y="11997"/>
                </a:cubicBezTo>
                <a:cubicBezTo>
                  <a:pt x="21285" y="13064"/>
                  <a:pt x="21155" y="13840"/>
                  <a:pt x="20970" y="13840"/>
                </a:cubicBezTo>
                <a:cubicBezTo>
                  <a:pt x="20785" y="13840"/>
                  <a:pt x="20653" y="13090"/>
                  <a:pt x="20653" y="11997"/>
                </a:cubicBezTo>
                <a:cubicBezTo>
                  <a:pt x="20653" y="10891"/>
                  <a:pt x="20785" y="10142"/>
                  <a:pt x="20970" y="10142"/>
                </a:cubicBezTo>
                <a:close/>
                <a:moveTo>
                  <a:pt x="11580" y="10154"/>
                </a:moveTo>
                <a:cubicBezTo>
                  <a:pt x="11768" y="10154"/>
                  <a:pt x="11897" y="10916"/>
                  <a:pt x="11897" y="12021"/>
                </a:cubicBezTo>
                <a:cubicBezTo>
                  <a:pt x="11897" y="13140"/>
                  <a:pt x="11765" y="13901"/>
                  <a:pt x="11580" y="13901"/>
                </a:cubicBezTo>
                <a:cubicBezTo>
                  <a:pt x="11393" y="13901"/>
                  <a:pt x="11261" y="13140"/>
                  <a:pt x="11261" y="12021"/>
                </a:cubicBezTo>
                <a:cubicBezTo>
                  <a:pt x="11261" y="10916"/>
                  <a:pt x="11393" y="10154"/>
                  <a:pt x="11580" y="10154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1784" name="Template v25.01"/>
          <p:cNvSpPr txBox="1"/>
          <p:nvPr/>
        </p:nvSpPr>
        <p:spPr>
          <a:xfrm>
            <a:off x="4030987" y="8180070"/>
            <a:ext cx="3107754" cy="44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ctr">
              <a:defRPr sz="35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Template v25.01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6" name="Disney Advertising"/>
          <p:cNvSpPr/>
          <p:nvPr/>
        </p:nvSpPr>
        <p:spPr>
          <a:xfrm>
            <a:off x="16084218" y="6664427"/>
            <a:ext cx="6602625" cy="11528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1" h="21491" fill="norm" stroke="1" extrusionOk="0">
                <a:moveTo>
                  <a:pt x="760" y="10"/>
                </a:moveTo>
                <a:cubicBezTo>
                  <a:pt x="617" y="41"/>
                  <a:pt x="425" y="204"/>
                  <a:pt x="272" y="443"/>
                </a:cubicBezTo>
                <a:cubicBezTo>
                  <a:pt x="165" y="610"/>
                  <a:pt x="91" y="883"/>
                  <a:pt x="40" y="1395"/>
                </a:cubicBezTo>
                <a:cubicBezTo>
                  <a:pt x="14" y="1652"/>
                  <a:pt x="-9" y="1932"/>
                  <a:pt x="4" y="2214"/>
                </a:cubicBezTo>
                <a:cubicBezTo>
                  <a:pt x="15" y="2455"/>
                  <a:pt x="76" y="2532"/>
                  <a:pt x="124" y="2576"/>
                </a:cubicBezTo>
                <a:cubicBezTo>
                  <a:pt x="171" y="2618"/>
                  <a:pt x="276" y="2651"/>
                  <a:pt x="304" y="2455"/>
                </a:cubicBezTo>
                <a:cubicBezTo>
                  <a:pt x="316" y="2371"/>
                  <a:pt x="316" y="2292"/>
                  <a:pt x="306" y="2190"/>
                </a:cubicBezTo>
                <a:cubicBezTo>
                  <a:pt x="296" y="2084"/>
                  <a:pt x="268" y="2013"/>
                  <a:pt x="243" y="1986"/>
                </a:cubicBezTo>
                <a:cubicBezTo>
                  <a:pt x="214" y="1956"/>
                  <a:pt x="159" y="1934"/>
                  <a:pt x="146" y="1901"/>
                </a:cubicBezTo>
                <a:cubicBezTo>
                  <a:pt x="138" y="1884"/>
                  <a:pt x="131" y="1854"/>
                  <a:pt x="131" y="1853"/>
                </a:cubicBezTo>
                <a:cubicBezTo>
                  <a:pt x="131" y="1848"/>
                  <a:pt x="134" y="1829"/>
                  <a:pt x="137" y="1817"/>
                </a:cubicBezTo>
                <a:cubicBezTo>
                  <a:pt x="143" y="1791"/>
                  <a:pt x="162" y="1750"/>
                  <a:pt x="175" y="1733"/>
                </a:cubicBezTo>
                <a:cubicBezTo>
                  <a:pt x="192" y="1711"/>
                  <a:pt x="210" y="1677"/>
                  <a:pt x="228" y="1648"/>
                </a:cubicBezTo>
                <a:cubicBezTo>
                  <a:pt x="352" y="1453"/>
                  <a:pt x="597" y="1419"/>
                  <a:pt x="710" y="1443"/>
                </a:cubicBezTo>
                <a:cubicBezTo>
                  <a:pt x="1146" y="1536"/>
                  <a:pt x="1552" y="2083"/>
                  <a:pt x="1963" y="3046"/>
                </a:cubicBezTo>
                <a:cubicBezTo>
                  <a:pt x="2365" y="3990"/>
                  <a:pt x="2822" y="5607"/>
                  <a:pt x="3089" y="7564"/>
                </a:cubicBezTo>
                <a:cubicBezTo>
                  <a:pt x="3190" y="8304"/>
                  <a:pt x="3317" y="9514"/>
                  <a:pt x="3332" y="10539"/>
                </a:cubicBezTo>
                <a:cubicBezTo>
                  <a:pt x="3346" y="11477"/>
                  <a:pt x="3293" y="12377"/>
                  <a:pt x="3193" y="13033"/>
                </a:cubicBezTo>
                <a:cubicBezTo>
                  <a:pt x="3117" y="13529"/>
                  <a:pt x="3015" y="13895"/>
                  <a:pt x="2905" y="14190"/>
                </a:cubicBezTo>
                <a:cubicBezTo>
                  <a:pt x="2656" y="14862"/>
                  <a:pt x="2353" y="15002"/>
                  <a:pt x="2081" y="14961"/>
                </a:cubicBezTo>
                <a:cubicBezTo>
                  <a:pt x="2045" y="14956"/>
                  <a:pt x="1910" y="14892"/>
                  <a:pt x="1878" y="14864"/>
                </a:cubicBezTo>
                <a:cubicBezTo>
                  <a:pt x="1871" y="14858"/>
                  <a:pt x="1863" y="14848"/>
                  <a:pt x="1855" y="14840"/>
                </a:cubicBezTo>
                <a:lnTo>
                  <a:pt x="1851" y="14840"/>
                </a:lnTo>
                <a:cubicBezTo>
                  <a:pt x="1827" y="14817"/>
                  <a:pt x="1802" y="14789"/>
                  <a:pt x="1784" y="14768"/>
                </a:cubicBezTo>
                <a:cubicBezTo>
                  <a:pt x="1766" y="14747"/>
                  <a:pt x="1754" y="14732"/>
                  <a:pt x="1754" y="14732"/>
                </a:cubicBezTo>
                <a:lnTo>
                  <a:pt x="1735" y="9925"/>
                </a:lnTo>
                <a:cubicBezTo>
                  <a:pt x="1736" y="9925"/>
                  <a:pt x="1747" y="9928"/>
                  <a:pt x="1764" y="9933"/>
                </a:cubicBezTo>
                <a:cubicBezTo>
                  <a:pt x="1781" y="9937"/>
                  <a:pt x="1803" y="9943"/>
                  <a:pt x="1826" y="9949"/>
                </a:cubicBezTo>
                <a:lnTo>
                  <a:pt x="1832" y="9949"/>
                </a:lnTo>
                <a:cubicBezTo>
                  <a:pt x="1833" y="9949"/>
                  <a:pt x="1833" y="9949"/>
                  <a:pt x="1834" y="9949"/>
                </a:cubicBezTo>
                <a:cubicBezTo>
                  <a:pt x="1835" y="9949"/>
                  <a:pt x="1835" y="9949"/>
                  <a:pt x="1836" y="9949"/>
                </a:cubicBezTo>
                <a:lnTo>
                  <a:pt x="1840" y="9961"/>
                </a:lnTo>
                <a:cubicBezTo>
                  <a:pt x="1841" y="9961"/>
                  <a:pt x="1842" y="9961"/>
                  <a:pt x="1842" y="9961"/>
                </a:cubicBezTo>
                <a:cubicBezTo>
                  <a:pt x="1843" y="9961"/>
                  <a:pt x="1844" y="9961"/>
                  <a:pt x="1845" y="9961"/>
                </a:cubicBezTo>
                <a:lnTo>
                  <a:pt x="1849" y="9961"/>
                </a:lnTo>
                <a:cubicBezTo>
                  <a:pt x="1859" y="9964"/>
                  <a:pt x="1869" y="9958"/>
                  <a:pt x="1878" y="9961"/>
                </a:cubicBezTo>
                <a:cubicBezTo>
                  <a:pt x="2031" y="10013"/>
                  <a:pt x="2348" y="10314"/>
                  <a:pt x="2506" y="10672"/>
                </a:cubicBezTo>
                <a:cubicBezTo>
                  <a:pt x="2540" y="10747"/>
                  <a:pt x="2575" y="10867"/>
                  <a:pt x="2578" y="11057"/>
                </a:cubicBezTo>
                <a:cubicBezTo>
                  <a:pt x="2580" y="11204"/>
                  <a:pt x="2560" y="11329"/>
                  <a:pt x="2538" y="11443"/>
                </a:cubicBezTo>
                <a:cubicBezTo>
                  <a:pt x="2527" y="11498"/>
                  <a:pt x="2516" y="11545"/>
                  <a:pt x="2502" y="11587"/>
                </a:cubicBezTo>
                <a:cubicBezTo>
                  <a:pt x="2475" y="11670"/>
                  <a:pt x="2429" y="11805"/>
                  <a:pt x="2426" y="11828"/>
                </a:cubicBezTo>
                <a:cubicBezTo>
                  <a:pt x="2421" y="11861"/>
                  <a:pt x="2419" y="11901"/>
                  <a:pt x="2419" y="11941"/>
                </a:cubicBezTo>
                <a:cubicBezTo>
                  <a:pt x="2419" y="11980"/>
                  <a:pt x="2422" y="12018"/>
                  <a:pt x="2428" y="12045"/>
                </a:cubicBezTo>
                <a:cubicBezTo>
                  <a:pt x="2458" y="12179"/>
                  <a:pt x="2556" y="12259"/>
                  <a:pt x="2582" y="12250"/>
                </a:cubicBezTo>
                <a:cubicBezTo>
                  <a:pt x="2670" y="12222"/>
                  <a:pt x="2758" y="11878"/>
                  <a:pt x="2804" y="11419"/>
                </a:cubicBezTo>
                <a:cubicBezTo>
                  <a:pt x="2845" y="11012"/>
                  <a:pt x="2850" y="10701"/>
                  <a:pt x="2823" y="10250"/>
                </a:cubicBezTo>
                <a:cubicBezTo>
                  <a:pt x="2794" y="9759"/>
                  <a:pt x="2705" y="9297"/>
                  <a:pt x="2610" y="9021"/>
                </a:cubicBezTo>
                <a:cubicBezTo>
                  <a:pt x="2494" y="8687"/>
                  <a:pt x="2290" y="8429"/>
                  <a:pt x="2187" y="8335"/>
                </a:cubicBezTo>
                <a:cubicBezTo>
                  <a:pt x="2106" y="8261"/>
                  <a:pt x="2020" y="8189"/>
                  <a:pt x="1942" y="8178"/>
                </a:cubicBezTo>
                <a:cubicBezTo>
                  <a:pt x="1925" y="8175"/>
                  <a:pt x="1906" y="8178"/>
                  <a:pt x="1887" y="8178"/>
                </a:cubicBezTo>
                <a:lnTo>
                  <a:pt x="1878" y="8178"/>
                </a:lnTo>
                <a:cubicBezTo>
                  <a:pt x="1875" y="8178"/>
                  <a:pt x="1872" y="8178"/>
                  <a:pt x="1869" y="8178"/>
                </a:cubicBezTo>
                <a:cubicBezTo>
                  <a:pt x="1866" y="8178"/>
                  <a:pt x="1863" y="8178"/>
                  <a:pt x="1859" y="8178"/>
                </a:cubicBezTo>
                <a:lnTo>
                  <a:pt x="1853" y="8178"/>
                </a:lnTo>
                <a:cubicBezTo>
                  <a:pt x="1823" y="8179"/>
                  <a:pt x="1793" y="8182"/>
                  <a:pt x="1771" y="8185"/>
                </a:cubicBezTo>
                <a:cubicBezTo>
                  <a:pt x="1749" y="8187"/>
                  <a:pt x="1734" y="8190"/>
                  <a:pt x="1733" y="8190"/>
                </a:cubicBezTo>
                <a:cubicBezTo>
                  <a:pt x="1733" y="8190"/>
                  <a:pt x="1732" y="8114"/>
                  <a:pt x="1731" y="7996"/>
                </a:cubicBezTo>
                <a:cubicBezTo>
                  <a:pt x="1731" y="7878"/>
                  <a:pt x="1730" y="7719"/>
                  <a:pt x="1728" y="7552"/>
                </a:cubicBezTo>
                <a:lnTo>
                  <a:pt x="1728" y="7515"/>
                </a:lnTo>
                <a:cubicBezTo>
                  <a:pt x="1728" y="7501"/>
                  <a:pt x="1728" y="7487"/>
                  <a:pt x="1728" y="7473"/>
                </a:cubicBezTo>
                <a:cubicBezTo>
                  <a:pt x="1728" y="7459"/>
                  <a:pt x="1728" y="7446"/>
                  <a:pt x="1728" y="7431"/>
                </a:cubicBezTo>
                <a:lnTo>
                  <a:pt x="1728" y="7407"/>
                </a:lnTo>
                <a:cubicBezTo>
                  <a:pt x="1728" y="7304"/>
                  <a:pt x="1725" y="7197"/>
                  <a:pt x="1724" y="7106"/>
                </a:cubicBezTo>
                <a:cubicBezTo>
                  <a:pt x="1716" y="6394"/>
                  <a:pt x="1681" y="5003"/>
                  <a:pt x="1568" y="4600"/>
                </a:cubicBezTo>
                <a:cubicBezTo>
                  <a:pt x="1547" y="4527"/>
                  <a:pt x="1521" y="4513"/>
                  <a:pt x="1506" y="4624"/>
                </a:cubicBezTo>
                <a:cubicBezTo>
                  <a:pt x="1484" y="4788"/>
                  <a:pt x="1463" y="5414"/>
                  <a:pt x="1458" y="5576"/>
                </a:cubicBezTo>
                <a:cubicBezTo>
                  <a:pt x="1454" y="5714"/>
                  <a:pt x="1447" y="6093"/>
                  <a:pt x="1439" y="6479"/>
                </a:cubicBezTo>
                <a:lnTo>
                  <a:pt x="1437" y="6527"/>
                </a:lnTo>
                <a:cubicBezTo>
                  <a:pt x="1437" y="6536"/>
                  <a:pt x="1437" y="6544"/>
                  <a:pt x="1437" y="6551"/>
                </a:cubicBezTo>
                <a:cubicBezTo>
                  <a:pt x="1437" y="6559"/>
                  <a:pt x="1437" y="6567"/>
                  <a:pt x="1437" y="6576"/>
                </a:cubicBezTo>
                <a:lnTo>
                  <a:pt x="1435" y="6624"/>
                </a:lnTo>
                <a:cubicBezTo>
                  <a:pt x="1431" y="6825"/>
                  <a:pt x="1427" y="7022"/>
                  <a:pt x="1425" y="7181"/>
                </a:cubicBezTo>
                <a:cubicBezTo>
                  <a:pt x="1423" y="7341"/>
                  <a:pt x="1422" y="7463"/>
                  <a:pt x="1422" y="7515"/>
                </a:cubicBezTo>
                <a:cubicBezTo>
                  <a:pt x="1422" y="7523"/>
                  <a:pt x="1422" y="7531"/>
                  <a:pt x="1422" y="7538"/>
                </a:cubicBezTo>
                <a:cubicBezTo>
                  <a:pt x="1422" y="7546"/>
                  <a:pt x="1422" y="7554"/>
                  <a:pt x="1422" y="7564"/>
                </a:cubicBezTo>
                <a:lnTo>
                  <a:pt x="1422" y="7600"/>
                </a:lnTo>
                <a:cubicBezTo>
                  <a:pt x="1422" y="7638"/>
                  <a:pt x="1422" y="7680"/>
                  <a:pt x="1421" y="7725"/>
                </a:cubicBezTo>
                <a:cubicBezTo>
                  <a:pt x="1421" y="7770"/>
                  <a:pt x="1420" y="7817"/>
                  <a:pt x="1420" y="7865"/>
                </a:cubicBezTo>
                <a:lnTo>
                  <a:pt x="1420" y="7913"/>
                </a:lnTo>
                <a:lnTo>
                  <a:pt x="1420" y="7919"/>
                </a:lnTo>
                <a:lnTo>
                  <a:pt x="1420" y="7925"/>
                </a:lnTo>
                <a:lnTo>
                  <a:pt x="1420" y="7949"/>
                </a:lnTo>
                <a:cubicBezTo>
                  <a:pt x="1419" y="8051"/>
                  <a:pt x="1418" y="8151"/>
                  <a:pt x="1418" y="8227"/>
                </a:cubicBezTo>
                <a:cubicBezTo>
                  <a:pt x="1417" y="8302"/>
                  <a:pt x="1416" y="8354"/>
                  <a:pt x="1416" y="8359"/>
                </a:cubicBezTo>
                <a:cubicBezTo>
                  <a:pt x="1415" y="8363"/>
                  <a:pt x="1414" y="8367"/>
                  <a:pt x="1414" y="8371"/>
                </a:cubicBezTo>
                <a:cubicBezTo>
                  <a:pt x="1413" y="8375"/>
                  <a:pt x="1412" y="8379"/>
                  <a:pt x="1411" y="8383"/>
                </a:cubicBezTo>
                <a:cubicBezTo>
                  <a:pt x="1410" y="8388"/>
                  <a:pt x="1400" y="8401"/>
                  <a:pt x="1386" y="8416"/>
                </a:cubicBezTo>
                <a:cubicBezTo>
                  <a:pt x="1372" y="8431"/>
                  <a:pt x="1354" y="8449"/>
                  <a:pt x="1335" y="8467"/>
                </a:cubicBezTo>
                <a:lnTo>
                  <a:pt x="1329" y="8467"/>
                </a:lnTo>
                <a:lnTo>
                  <a:pt x="1327" y="8467"/>
                </a:lnTo>
                <a:lnTo>
                  <a:pt x="1320" y="8479"/>
                </a:lnTo>
                <a:cubicBezTo>
                  <a:pt x="1309" y="8490"/>
                  <a:pt x="1297" y="8495"/>
                  <a:pt x="1287" y="8503"/>
                </a:cubicBezTo>
                <a:cubicBezTo>
                  <a:pt x="1242" y="8540"/>
                  <a:pt x="1170" y="8652"/>
                  <a:pt x="1096" y="8780"/>
                </a:cubicBezTo>
                <a:lnTo>
                  <a:pt x="1086" y="8792"/>
                </a:lnTo>
                <a:cubicBezTo>
                  <a:pt x="1085" y="8794"/>
                  <a:pt x="1084" y="8796"/>
                  <a:pt x="1084" y="8798"/>
                </a:cubicBezTo>
                <a:cubicBezTo>
                  <a:pt x="1083" y="8801"/>
                  <a:pt x="1083" y="8803"/>
                  <a:pt x="1082" y="8804"/>
                </a:cubicBezTo>
                <a:lnTo>
                  <a:pt x="1071" y="8829"/>
                </a:lnTo>
                <a:cubicBezTo>
                  <a:pt x="989" y="8974"/>
                  <a:pt x="911" y="9129"/>
                  <a:pt x="872" y="9226"/>
                </a:cubicBezTo>
                <a:cubicBezTo>
                  <a:pt x="768" y="9487"/>
                  <a:pt x="615" y="9945"/>
                  <a:pt x="572" y="10551"/>
                </a:cubicBezTo>
                <a:cubicBezTo>
                  <a:pt x="542" y="10987"/>
                  <a:pt x="555" y="11357"/>
                  <a:pt x="596" y="11768"/>
                </a:cubicBezTo>
                <a:cubicBezTo>
                  <a:pt x="648" y="12294"/>
                  <a:pt x="716" y="12705"/>
                  <a:pt x="792" y="13118"/>
                </a:cubicBezTo>
                <a:cubicBezTo>
                  <a:pt x="819" y="13264"/>
                  <a:pt x="941" y="13851"/>
                  <a:pt x="970" y="13973"/>
                </a:cubicBezTo>
                <a:cubicBezTo>
                  <a:pt x="1073" y="14409"/>
                  <a:pt x="1192" y="14827"/>
                  <a:pt x="1316" y="15178"/>
                </a:cubicBezTo>
                <a:cubicBezTo>
                  <a:pt x="1319" y="15185"/>
                  <a:pt x="1322" y="15194"/>
                  <a:pt x="1325" y="15202"/>
                </a:cubicBezTo>
                <a:lnTo>
                  <a:pt x="1329" y="15214"/>
                </a:lnTo>
                <a:lnTo>
                  <a:pt x="1337" y="15238"/>
                </a:lnTo>
                <a:lnTo>
                  <a:pt x="1338" y="15244"/>
                </a:lnTo>
                <a:lnTo>
                  <a:pt x="1340" y="15250"/>
                </a:lnTo>
                <a:lnTo>
                  <a:pt x="1344" y="15250"/>
                </a:lnTo>
                <a:cubicBezTo>
                  <a:pt x="1360" y="15294"/>
                  <a:pt x="1375" y="15337"/>
                  <a:pt x="1386" y="15368"/>
                </a:cubicBezTo>
                <a:cubicBezTo>
                  <a:pt x="1398" y="15399"/>
                  <a:pt x="1405" y="15419"/>
                  <a:pt x="1405" y="15419"/>
                </a:cubicBezTo>
                <a:cubicBezTo>
                  <a:pt x="1405" y="15419"/>
                  <a:pt x="1406" y="15479"/>
                  <a:pt x="1408" y="15571"/>
                </a:cubicBezTo>
                <a:cubicBezTo>
                  <a:pt x="1410" y="15663"/>
                  <a:pt x="1413" y="15787"/>
                  <a:pt x="1416" y="15913"/>
                </a:cubicBezTo>
                <a:lnTo>
                  <a:pt x="1416" y="15937"/>
                </a:lnTo>
                <a:cubicBezTo>
                  <a:pt x="1416" y="15946"/>
                  <a:pt x="1416" y="15953"/>
                  <a:pt x="1417" y="15961"/>
                </a:cubicBezTo>
                <a:cubicBezTo>
                  <a:pt x="1417" y="15968"/>
                  <a:pt x="1417" y="15976"/>
                  <a:pt x="1418" y="15985"/>
                </a:cubicBezTo>
                <a:lnTo>
                  <a:pt x="1418" y="16009"/>
                </a:lnTo>
                <a:cubicBezTo>
                  <a:pt x="1420" y="16111"/>
                  <a:pt x="1422" y="16214"/>
                  <a:pt x="1424" y="16298"/>
                </a:cubicBezTo>
                <a:cubicBezTo>
                  <a:pt x="1435" y="16697"/>
                  <a:pt x="1458" y="17045"/>
                  <a:pt x="1523" y="17202"/>
                </a:cubicBezTo>
                <a:cubicBezTo>
                  <a:pt x="1563" y="17298"/>
                  <a:pt x="1610" y="17283"/>
                  <a:pt x="1652" y="17238"/>
                </a:cubicBezTo>
                <a:cubicBezTo>
                  <a:pt x="1688" y="17199"/>
                  <a:pt x="1711" y="17112"/>
                  <a:pt x="1726" y="16937"/>
                </a:cubicBezTo>
                <a:cubicBezTo>
                  <a:pt x="1732" y="16871"/>
                  <a:pt x="1744" y="16664"/>
                  <a:pt x="1745" y="16587"/>
                </a:cubicBezTo>
                <a:cubicBezTo>
                  <a:pt x="1746" y="16553"/>
                  <a:pt x="1745" y="16516"/>
                  <a:pt x="1745" y="16479"/>
                </a:cubicBezTo>
                <a:lnTo>
                  <a:pt x="1745" y="16455"/>
                </a:lnTo>
                <a:lnTo>
                  <a:pt x="1745" y="16443"/>
                </a:lnTo>
                <a:cubicBezTo>
                  <a:pt x="1746" y="16395"/>
                  <a:pt x="1746" y="16349"/>
                  <a:pt x="1747" y="16309"/>
                </a:cubicBezTo>
                <a:cubicBezTo>
                  <a:pt x="1747" y="16269"/>
                  <a:pt x="1747" y="16236"/>
                  <a:pt x="1747" y="16214"/>
                </a:cubicBezTo>
                <a:lnTo>
                  <a:pt x="1747" y="16190"/>
                </a:lnTo>
                <a:lnTo>
                  <a:pt x="1747" y="16178"/>
                </a:lnTo>
                <a:cubicBezTo>
                  <a:pt x="1747" y="16178"/>
                  <a:pt x="1761" y="16197"/>
                  <a:pt x="1782" y="16224"/>
                </a:cubicBezTo>
                <a:cubicBezTo>
                  <a:pt x="1803" y="16252"/>
                  <a:pt x="1831" y="16288"/>
                  <a:pt x="1859" y="16322"/>
                </a:cubicBezTo>
                <a:lnTo>
                  <a:pt x="1868" y="16334"/>
                </a:lnTo>
                <a:lnTo>
                  <a:pt x="1869" y="16334"/>
                </a:lnTo>
                <a:lnTo>
                  <a:pt x="1870" y="16334"/>
                </a:lnTo>
                <a:lnTo>
                  <a:pt x="1874" y="16346"/>
                </a:lnTo>
                <a:cubicBezTo>
                  <a:pt x="1891" y="16365"/>
                  <a:pt x="1908" y="16379"/>
                  <a:pt x="1923" y="16394"/>
                </a:cubicBezTo>
                <a:cubicBezTo>
                  <a:pt x="2127" y="16610"/>
                  <a:pt x="2349" y="16623"/>
                  <a:pt x="2542" y="16491"/>
                </a:cubicBezTo>
                <a:cubicBezTo>
                  <a:pt x="2826" y="16293"/>
                  <a:pt x="3156" y="15702"/>
                  <a:pt x="3370" y="14648"/>
                </a:cubicBezTo>
                <a:cubicBezTo>
                  <a:pt x="3428" y="14364"/>
                  <a:pt x="3526" y="13693"/>
                  <a:pt x="3567" y="13274"/>
                </a:cubicBezTo>
                <a:cubicBezTo>
                  <a:pt x="3591" y="13030"/>
                  <a:pt x="3612" y="12790"/>
                  <a:pt x="3635" y="12491"/>
                </a:cubicBezTo>
                <a:cubicBezTo>
                  <a:pt x="3637" y="12461"/>
                  <a:pt x="3646" y="12322"/>
                  <a:pt x="3654" y="12163"/>
                </a:cubicBezTo>
                <a:cubicBezTo>
                  <a:pt x="3663" y="12005"/>
                  <a:pt x="3672" y="11827"/>
                  <a:pt x="3675" y="11720"/>
                </a:cubicBezTo>
                <a:cubicBezTo>
                  <a:pt x="3676" y="11692"/>
                  <a:pt x="3677" y="11606"/>
                  <a:pt x="3679" y="11491"/>
                </a:cubicBezTo>
                <a:cubicBezTo>
                  <a:pt x="3681" y="11376"/>
                  <a:pt x="3683" y="11230"/>
                  <a:pt x="3685" y="11081"/>
                </a:cubicBezTo>
                <a:lnTo>
                  <a:pt x="3685" y="11057"/>
                </a:lnTo>
                <a:cubicBezTo>
                  <a:pt x="3686" y="10968"/>
                  <a:pt x="3687" y="10879"/>
                  <a:pt x="3687" y="10795"/>
                </a:cubicBezTo>
                <a:cubicBezTo>
                  <a:pt x="3687" y="10710"/>
                  <a:pt x="3687" y="10631"/>
                  <a:pt x="3685" y="10563"/>
                </a:cubicBezTo>
                <a:cubicBezTo>
                  <a:pt x="3686" y="10530"/>
                  <a:pt x="3685" y="10483"/>
                  <a:pt x="3685" y="10430"/>
                </a:cubicBezTo>
                <a:cubicBezTo>
                  <a:pt x="3684" y="10378"/>
                  <a:pt x="3683" y="10319"/>
                  <a:pt x="3681" y="10262"/>
                </a:cubicBezTo>
                <a:lnTo>
                  <a:pt x="3679" y="10226"/>
                </a:lnTo>
                <a:cubicBezTo>
                  <a:pt x="3677" y="10157"/>
                  <a:pt x="3675" y="10091"/>
                  <a:pt x="3674" y="10038"/>
                </a:cubicBezTo>
                <a:cubicBezTo>
                  <a:pt x="3672" y="9985"/>
                  <a:pt x="3671" y="9944"/>
                  <a:pt x="3670" y="9925"/>
                </a:cubicBezTo>
                <a:cubicBezTo>
                  <a:pt x="3669" y="9917"/>
                  <a:pt x="3661" y="9722"/>
                  <a:pt x="3656" y="9588"/>
                </a:cubicBezTo>
                <a:cubicBezTo>
                  <a:pt x="3653" y="9529"/>
                  <a:pt x="3645" y="9411"/>
                  <a:pt x="3637" y="9286"/>
                </a:cubicBezTo>
                <a:lnTo>
                  <a:pt x="3635" y="9250"/>
                </a:lnTo>
                <a:cubicBezTo>
                  <a:pt x="3624" y="9095"/>
                  <a:pt x="3613" y="8943"/>
                  <a:pt x="3609" y="8901"/>
                </a:cubicBezTo>
                <a:cubicBezTo>
                  <a:pt x="3587" y="8671"/>
                  <a:pt x="3574" y="8473"/>
                  <a:pt x="3556" y="8274"/>
                </a:cubicBezTo>
                <a:cubicBezTo>
                  <a:pt x="3484" y="7446"/>
                  <a:pt x="3332" y="6401"/>
                  <a:pt x="3212" y="5720"/>
                </a:cubicBezTo>
                <a:cubicBezTo>
                  <a:pt x="3150" y="5368"/>
                  <a:pt x="3064" y="4930"/>
                  <a:pt x="2998" y="4624"/>
                </a:cubicBezTo>
                <a:cubicBezTo>
                  <a:pt x="2983" y="4551"/>
                  <a:pt x="2927" y="4312"/>
                  <a:pt x="2870" y="4070"/>
                </a:cubicBezTo>
                <a:lnTo>
                  <a:pt x="2861" y="4046"/>
                </a:lnTo>
                <a:cubicBezTo>
                  <a:pt x="2860" y="4043"/>
                  <a:pt x="2860" y="4038"/>
                  <a:pt x="2860" y="4034"/>
                </a:cubicBezTo>
                <a:cubicBezTo>
                  <a:pt x="2860" y="4029"/>
                  <a:pt x="2860" y="4024"/>
                  <a:pt x="2859" y="4022"/>
                </a:cubicBezTo>
                <a:lnTo>
                  <a:pt x="2850" y="3998"/>
                </a:lnTo>
                <a:cubicBezTo>
                  <a:pt x="2796" y="3772"/>
                  <a:pt x="2746" y="3551"/>
                  <a:pt x="2730" y="3492"/>
                </a:cubicBezTo>
                <a:cubicBezTo>
                  <a:pt x="2620" y="3081"/>
                  <a:pt x="2423" y="2460"/>
                  <a:pt x="2299" y="2118"/>
                </a:cubicBezTo>
                <a:cubicBezTo>
                  <a:pt x="2126" y="1643"/>
                  <a:pt x="1890" y="1116"/>
                  <a:pt x="1709" y="805"/>
                </a:cubicBezTo>
                <a:cubicBezTo>
                  <a:pt x="1394" y="259"/>
                  <a:pt x="1086" y="-60"/>
                  <a:pt x="760" y="10"/>
                </a:cubicBezTo>
                <a:close/>
                <a:moveTo>
                  <a:pt x="4165" y="1395"/>
                </a:moveTo>
                <a:cubicBezTo>
                  <a:pt x="4093" y="1445"/>
                  <a:pt x="4023" y="1560"/>
                  <a:pt x="3966" y="1696"/>
                </a:cubicBezTo>
                <a:cubicBezTo>
                  <a:pt x="3846" y="1987"/>
                  <a:pt x="3736" y="2412"/>
                  <a:pt x="3651" y="2925"/>
                </a:cubicBezTo>
                <a:cubicBezTo>
                  <a:pt x="3567" y="3433"/>
                  <a:pt x="3503" y="4082"/>
                  <a:pt x="3510" y="4781"/>
                </a:cubicBezTo>
                <a:cubicBezTo>
                  <a:pt x="3512" y="5005"/>
                  <a:pt x="3528" y="5352"/>
                  <a:pt x="3548" y="5552"/>
                </a:cubicBezTo>
                <a:cubicBezTo>
                  <a:pt x="3565" y="5720"/>
                  <a:pt x="3594" y="5893"/>
                  <a:pt x="3601" y="6070"/>
                </a:cubicBezTo>
                <a:cubicBezTo>
                  <a:pt x="3605" y="6175"/>
                  <a:pt x="3602" y="6319"/>
                  <a:pt x="3603" y="6443"/>
                </a:cubicBezTo>
                <a:cubicBezTo>
                  <a:pt x="3604" y="6728"/>
                  <a:pt x="3627" y="7013"/>
                  <a:pt x="3664" y="7202"/>
                </a:cubicBezTo>
                <a:cubicBezTo>
                  <a:pt x="3691" y="7337"/>
                  <a:pt x="3715" y="7331"/>
                  <a:pt x="3742" y="7214"/>
                </a:cubicBezTo>
                <a:cubicBezTo>
                  <a:pt x="3750" y="7183"/>
                  <a:pt x="3761" y="7108"/>
                  <a:pt x="3768" y="7046"/>
                </a:cubicBezTo>
                <a:cubicBezTo>
                  <a:pt x="3780" y="6930"/>
                  <a:pt x="3791" y="6775"/>
                  <a:pt x="3801" y="6708"/>
                </a:cubicBezTo>
                <a:cubicBezTo>
                  <a:pt x="3802" y="6704"/>
                  <a:pt x="3805" y="6706"/>
                  <a:pt x="3808" y="6713"/>
                </a:cubicBezTo>
                <a:cubicBezTo>
                  <a:pt x="3811" y="6720"/>
                  <a:pt x="3815" y="6731"/>
                  <a:pt x="3818" y="6744"/>
                </a:cubicBezTo>
                <a:cubicBezTo>
                  <a:pt x="3820" y="6749"/>
                  <a:pt x="3823" y="6756"/>
                  <a:pt x="3828" y="6765"/>
                </a:cubicBezTo>
                <a:cubicBezTo>
                  <a:pt x="3833" y="6773"/>
                  <a:pt x="3839" y="6783"/>
                  <a:pt x="3846" y="6793"/>
                </a:cubicBezTo>
                <a:lnTo>
                  <a:pt x="3850" y="6805"/>
                </a:lnTo>
                <a:cubicBezTo>
                  <a:pt x="3856" y="6813"/>
                  <a:pt x="3863" y="6822"/>
                  <a:pt x="3868" y="6828"/>
                </a:cubicBezTo>
                <a:cubicBezTo>
                  <a:pt x="3874" y="6835"/>
                  <a:pt x="3879" y="6839"/>
                  <a:pt x="3882" y="6841"/>
                </a:cubicBezTo>
                <a:cubicBezTo>
                  <a:pt x="3906" y="6850"/>
                  <a:pt x="3931" y="6889"/>
                  <a:pt x="3956" y="6901"/>
                </a:cubicBezTo>
                <a:cubicBezTo>
                  <a:pt x="4037" y="6943"/>
                  <a:pt x="4148" y="6795"/>
                  <a:pt x="4220" y="6636"/>
                </a:cubicBezTo>
                <a:cubicBezTo>
                  <a:pt x="4383" y="6272"/>
                  <a:pt x="4509" y="5740"/>
                  <a:pt x="4636" y="4997"/>
                </a:cubicBezTo>
                <a:cubicBezTo>
                  <a:pt x="4711" y="4566"/>
                  <a:pt x="4776" y="3860"/>
                  <a:pt x="4752" y="3214"/>
                </a:cubicBezTo>
                <a:cubicBezTo>
                  <a:pt x="4740" y="2893"/>
                  <a:pt x="4715" y="2675"/>
                  <a:pt x="4668" y="2443"/>
                </a:cubicBezTo>
                <a:cubicBezTo>
                  <a:pt x="4645" y="2329"/>
                  <a:pt x="4587" y="2158"/>
                  <a:pt x="4547" y="2118"/>
                </a:cubicBezTo>
                <a:cubicBezTo>
                  <a:pt x="4545" y="2116"/>
                  <a:pt x="4541" y="2108"/>
                  <a:pt x="4539" y="2106"/>
                </a:cubicBezTo>
                <a:lnTo>
                  <a:pt x="4535" y="2106"/>
                </a:lnTo>
                <a:cubicBezTo>
                  <a:pt x="4530" y="2102"/>
                  <a:pt x="4527" y="2100"/>
                  <a:pt x="4523" y="2096"/>
                </a:cubicBezTo>
                <a:cubicBezTo>
                  <a:pt x="4520" y="2093"/>
                  <a:pt x="4518" y="2089"/>
                  <a:pt x="4516" y="2082"/>
                </a:cubicBezTo>
                <a:cubicBezTo>
                  <a:pt x="4510" y="2060"/>
                  <a:pt x="4505" y="2005"/>
                  <a:pt x="4499" y="1961"/>
                </a:cubicBezTo>
                <a:cubicBezTo>
                  <a:pt x="4470" y="1755"/>
                  <a:pt x="4413" y="1559"/>
                  <a:pt x="4372" y="1480"/>
                </a:cubicBezTo>
                <a:cubicBezTo>
                  <a:pt x="4310" y="1356"/>
                  <a:pt x="4236" y="1345"/>
                  <a:pt x="4165" y="1395"/>
                </a:cubicBezTo>
                <a:close/>
                <a:moveTo>
                  <a:pt x="4038" y="2877"/>
                </a:moveTo>
                <a:cubicBezTo>
                  <a:pt x="4038" y="2877"/>
                  <a:pt x="4012" y="2997"/>
                  <a:pt x="3990" y="3106"/>
                </a:cubicBezTo>
                <a:cubicBezTo>
                  <a:pt x="3916" y="3465"/>
                  <a:pt x="3817" y="4050"/>
                  <a:pt x="3763" y="4467"/>
                </a:cubicBezTo>
                <a:cubicBezTo>
                  <a:pt x="3757" y="4521"/>
                  <a:pt x="3749" y="4580"/>
                  <a:pt x="3742" y="4636"/>
                </a:cubicBezTo>
                <a:lnTo>
                  <a:pt x="3740" y="4660"/>
                </a:lnTo>
                <a:cubicBezTo>
                  <a:pt x="3729" y="4750"/>
                  <a:pt x="3719" y="4834"/>
                  <a:pt x="3711" y="4896"/>
                </a:cubicBezTo>
                <a:cubicBezTo>
                  <a:pt x="3703" y="4958"/>
                  <a:pt x="3698" y="4997"/>
                  <a:pt x="3698" y="4997"/>
                </a:cubicBezTo>
                <a:cubicBezTo>
                  <a:pt x="3698" y="4997"/>
                  <a:pt x="3692" y="4908"/>
                  <a:pt x="3687" y="4841"/>
                </a:cubicBezTo>
                <a:cubicBezTo>
                  <a:pt x="3654" y="4366"/>
                  <a:pt x="3728" y="3832"/>
                  <a:pt x="3795" y="3504"/>
                </a:cubicBezTo>
                <a:cubicBezTo>
                  <a:pt x="3836" y="3303"/>
                  <a:pt x="3917" y="2987"/>
                  <a:pt x="3973" y="2925"/>
                </a:cubicBezTo>
                <a:cubicBezTo>
                  <a:pt x="3996" y="2898"/>
                  <a:pt x="4038" y="2877"/>
                  <a:pt x="4038" y="2877"/>
                </a:cubicBezTo>
                <a:close/>
                <a:moveTo>
                  <a:pt x="4410" y="3082"/>
                </a:moveTo>
                <a:cubicBezTo>
                  <a:pt x="4462" y="2994"/>
                  <a:pt x="4484" y="2982"/>
                  <a:pt x="4524" y="3082"/>
                </a:cubicBezTo>
                <a:cubicBezTo>
                  <a:pt x="4556" y="3158"/>
                  <a:pt x="4579" y="3325"/>
                  <a:pt x="4583" y="3540"/>
                </a:cubicBezTo>
                <a:cubicBezTo>
                  <a:pt x="4597" y="4206"/>
                  <a:pt x="4463" y="4767"/>
                  <a:pt x="4372" y="5058"/>
                </a:cubicBezTo>
                <a:cubicBezTo>
                  <a:pt x="4279" y="5351"/>
                  <a:pt x="4181" y="5522"/>
                  <a:pt x="4074" y="5564"/>
                </a:cubicBezTo>
                <a:cubicBezTo>
                  <a:pt x="4059" y="5569"/>
                  <a:pt x="4035" y="5575"/>
                  <a:pt x="4011" y="5576"/>
                </a:cubicBezTo>
                <a:lnTo>
                  <a:pt x="4006" y="5576"/>
                </a:lnTo>
                <a:cubicBezTo>
                  <a:pt x="4005" y="5576"/>
                  <a:pt x="4004" y="5576"/>
                  <a:pt x="4002" y="5576"/>
                </a:cubicBezTo>
                <a:cubicBezTo>
                  <a:pt x="4001" y="5576"/>
                  <a:pt x="3999" y="5576"/>
                  <a:pt x="3998" y="5576"/>
                </a:cubicBezTo>
                <a:lnTo>
                  <a:pt x="3994" y="5576"/>
                </a:lnTo>
                <a:cubicBezTo>
                  <a:pt x="3975" y="5574"/>
                  <a:pt x="3957" y="5572"/>
                  <a:pt x="3943" y="5565"/>
                </a:cubicBezTo>
                <a:cubicBezTo>
                  <a:pt x="3930" y="5558"/>
                  <a:pt x="3921" y="5546"/>
                  <a:pt x="3920" y="5528"/>
                </a:cubicBezTo>
                <a:cubicBezTo>
                  <a:pt x="3919" y="5519"/>
                  <a:pt x="3921" y="5500"/>
                  <a:pt x="3923" y="5474"/>
                </a:cubicBezTo>
                <a:cubicBezTo>
                  <a:pt x="3926" y="5448"/>
                  <a:pt x="3930" y="5416"/>
                  <a:pt x="3935" y="5383"/>
                </a:cubicBezTo>
                <a:cubicBezTo>
                  <a:pt x="3949" y="5276"/>
                  <a:pt x="3969" y="5125"/>
                  <a:pt x="3987" y="4985"/>
                </a:cubicBezTo>
                <a:cubicBezTo>
                  <a:pt x="4068" y="4394"/>
                  <a:pt x="4215" y="3645"/>
                  <a:pt x="4319" y="3299"/>
                </a:cubicBezTo>
                <a:cubicBezTo>
                  <a:pt x="4355" y="3182"/>
                  <a:pt x="4372" y="3146"/>
                  <a:pt x="4410" y="3082"/>
                </a:cubicBezTo>
                <a:close/>
                <a:moveTo>
                  <a:pt x="17009" y="5660"/>
                </a:moveTo>
                <a:cubicBezTo>
                  <a:pt x="16888" y="5660"/>
                  <a:pt x="16807" y="6111"/>
                  <a:pt x="16807" y="6793"/>
                </a:cubicBezTo>
                <a:cubicBezTo>
                  <a:pt x="16807" y="7474"/>
                  <a:pt x="16888" y="7937"/>
                  <a:pt x="17009" y="7937"/>
                </a:cubicBezTo>
                <a:cubicBezTo>
                  <a:pt x="17131" y="7937"/>
                  <a:pt x="17214" y="7474"/>
                  <a:pt x="17214" y="6793"/>
                </a:cubicBezTo>
                <a:cubicBezTo>
                  <a:pt x="17214" y="6111"/>
                  <a:pt x="17131" y="5660"/>
                  <a:pt x="17009" y="5660"/>
                </a:cubicBezTo>
                <a:close/>
                <a:moveTo>
                  <a:pt x="18647" y="5660"/>
                </a:moveTo>
                <a:cubicBezTo>
                  <a:pt x="18525" y="5660"/>
                  <a:pt x="18444" y="6111"/>
                  <a:pt x="18444" y="6793"/>
                </a:cubicBezTo>
                <a:cubicBezTo>
                  <a:pt x="18444" y="7474"/>
                  <a:pt x="18525" y="7937"/>
                  <a:pt x="18647" y="7937"/>
                </a:cubicBezTo>
                <a:cubicBezTo>
                  <a:pt x="18769" y="7937"/>
                  <a:pt x="18852" y="7474"/>
                  <a:pt x="18852" y="6793"/>
                </a:cubicBezTo>
                <a:cubicBezTo>
                  <a:pt x="18852" y="6111"/>
                  <a:pt x="18769" y="5660"/>
                  <a:pt x="18647" y="5660"/>
                </a:cubicBezTo>
                <a:close/>
                <a:moveTo>
                  <a:pt x="11893" y="5817"/>
                </a:moveTo>
                <a:lnTo>
                  <a:pt x="11893" y="9527"/>
                </a:lnTo>
                <a:cubicBezTo>
                  <a:pt x="11796" y="8923"/>
                  <a:pt x="11660" y="8576"/>
                  <a:pt x="11502" y="8576"/>
                </a:cubicBezTo>
                <a:cubicBezTo>
                  <a:pt x="11180" y="8576"/>
                  <a:pt x="10949" y="10003"/>
                  <a:pt x="10949" y="12021"/>
                </a:cubicBezTo>
                <a:cubicBezTo>
                  <a:pt x="10949" y="14053"/>
                  <a:pt x="11180" y="15479"/>
                  <a:pt x="11502" y="15479"/>
                </a:cubicBezTo>
                <a:cubicBezTo>
                  <a:pt x="11671" y="15479"/>
                  <a:pt x="11815" y="15111"/>
                  <a:pt x="11910" y="14455"/>
                </a:cubicBezTo>
                <a:lnTo>
                  <a:pt x="11912" y="15322"/>
                </a:lnTo>
                <a:lnTo>
                  <a:pt x="12208" y="15322"/>
                </a:lnTo>
                <a:lnTo>
                  <a:pt x="12208" y="5817"/>
                </a:lnTo>
                <a:lnTo>
                  <a:pt x="11893" y="5817"/>
                </a:lnTo>
                <a:close/>
                <a:moveTo>
                  <a:pt x="9981" y="6323"/>
                </a:moveTo>
                <a:lnTo>
                  <a:pt x="9368" y="15322"/>
                </a:lnTo>
                <a:lnTo>
                  <a:pt x="9712" y="15322"/>
                </a:lnTo>
                <a:lnTo>
                  <a:pt x="9824" y="13611"/>
                </a:lnTo>
                <a:lnTo>
                  <a:pt x="10501" y="13611"/>
                </a:lnTo>
                <a:lnTo>
                  <a:pt x="10613" y="15322"/>
                </a:lnTo>
                <a:lnTo>
                  <a:pt x="10955" y="15322"/>
                </a:lnTo>
                <a:lnTo>
                  <a:pt x="10348" y="6323"/>
                </a:lnTo>
                <a:lnTo>
                  <a:pt x="9981" y="6323"/>
                </a:lnTo>
                <a:close/>
                <a:moveTo>
                  <a:pt x="6251" y="6877"/>
                </a:moveTo>
                <a:cubicBezTo>
                  <a:pt x="6235" y="6879"/>
                  <a:pt x="6218" y="6923"/>
                  <a:pt x="6211" y="7082"/>
                </a:cubicBezTo>
                <a:cubicBezTo>
                  <a:pt x="6198" y="7367"/>
                  <a:pt x="6214" y="7666"/>
                  <a:pt x="6217" y="7720"/>
                </a:cubicBezTo>
                <a:lnTo>
                  <a:pt x="6217" y="7732"/>
                </a:lnTo>
                <a:cubicBezTo>
                  <a:pt x="6286" y="9077"/>
                  <a:pt x="6329" y="10146"/>
                  <a:pt x="6355" y="10879"/>
                </a:cubicBezTo>
                <a:cubicBezTo>
                  <a:pt x="6380" y="11612"/>
                  <a:pt x="6388" y="12009"/>
                  <a:pt x="6388" y="12009"/>
                </a:cubicBezTo>
                <a:cubicBezTo>
                  <a:pt x="6388" y="12009"/>
                  <a:pt x="6389" y="12123"/>
                  <a:pt x="6389" y="12240"/>
                </a:cubicBezTo>
                <a:cubicBezTo>
                  <a:pt x="6388" y="12358"/>
                  <a:pt x="6386" y="12478"/>
                  <a:pt x="6378" y="12491"/>
                </a:cubicBezTo>
                <a:cubicBezTo>
                  <a:pt x="6372" y="12515"/>
                  <a:pt x="6366" y="12512"/>
                  <a:pt x="6362" y="12503"/>
                </a:cubicBezTo>
                <a:cubicBezTo>
                  <a:pt x="6357" y="12494"/>
                  <a:pt x="6354" y="12479"/>
                  <a:pt x="6354" y="12479"/>
                </a:cubicBezTo>
                <a:cubicBezTo>
                  <a:pt x="6350" y="12480"/>
                  <a:pt x="6339" y="12395"/>
                  <a:pt x="6324" y="12267"/>
                </a:cubicBezTo>
                <a:cubicBezTo>
                  <a:pt x="6308" y="12139"/>
                  <a:pt x="6289" y="11967"/>
                  <a:pt x="6270" y="11792"/>
                </a:cubicBezTo>
                <a:lnTo>
                  <a:pt x="6263" y="11756"/>
                </a:lnTo>
                <a:cubicBezTo>
                  <a:pt x="6247" y="11611"/>
                  <a:pt x="6232" y="11465"/>
                  <a:pt x="6219" y="11343"/>
                </a:cubicBezTo>
                <a:cubicBezTo>
                  <a:pt x="6205" y="11221"/>
                  <a:pt x="6195" y="11122"/>
                  <a:pt x="6189" y="11069"/>
                </a:cubicBezTo>
                <a:lnTo>
                  <a:pt x="6189" y="11045"/>
                </a:lnTo>
                <a:cubicBezTo>
                  <a:pt x="6189" y="11037"/>
                  <a:pt x="6188" y="11031"/>
                  <a:pt x="6187" y="11027"/>
                </a:cubicBezTo>
                <a:cubicBezTo>
                  <a:pt x="6186" y="11023"/>
                  <a:pt x="6185" y="11021"/>
                  <a:pt x="6185" y="11021"/>
                </a:cubicBezTo>
                <a:lnTo>
                  <a:pt x="6156" y="10744"/>
                </a:lnTo>
                <a:cubicBezTo>
                  <a:pt x="6072" y="9973"/>
                  <a:pt x="6005" y="9454"/>
                  <a:pt x="5959" y="9129"/>
                </a:cubicBezTo>
                <a:cubicBezTo>
                  <a:pt x="5912" y="8804"/>
                  <a:pt x="5887" y="8672"/>
                  <a:pt x="5887" y="8672"/>
                </a:cubicBezTo>
                <a:cubicBezTo>
                  <a:pt x="5864" y="8546"/>
                  <a:pt x="5803" y="8190"/>
                  <a:pt x="5727" y="8672"/>
                </a:cubicBezTo>
                <a:cubicBezTo>
                  <a:pt x="5651" y="9156"/>
                  <a:pt x="5590" y="10716"/>
                  <a:pt x="5566" y="12178"/>
                </a:cubicBezTo>
                <a:cubicBezTo>
                  <a:pt x="5556" y="12907"/>
                  <a:pt x="5555" y="13479"/>
                  <a:pt x="5561" y="13913"/>
                </a:cubicBezTo>
                <a:cubicBezTo>
                  <a:pt x="5568" y="14346"/>
                  <a:pt x="5581" y="14641"/>
                  <a:pt x="5600" y="14816"/>
                </a:cubicBezTo>
                <a:cubicBezTo>
                  <a:pt x="5620" y="14994"/>
                  <a:pt x="5651" y="15112"/>
                  <a:pt x="5684" y="15148"/>
                </a:cubicBezTo>
                <a:cubicBezTo>
                  <a:pt x="5717" y="15183"/>
                  <a:pt x="5753" y="15137"/>
                  <a:pt x="5786" y="14985"/>
                </a:cubicBezTo>
                <a:cubicBezTo>
                  <a:pt x="5855" y="14682"/>
                  <a:pt x="5840" y="12767"/>
                  <a:pt x="5851" y="11780"/>
                </a:cubicBezTo>
                <a:cubicBezTo>
                  <a:pt x="5862" y="10789"/>
                  <a:pt x="5879" y="10961"/>
                  <a:pt x="5879" y="10961"/>
                </a:cubicBezTo>
                <a:cubicBezTo>
                  <a:pt x="5882" y="10956"/>
                  <a:pt x="5889" y="10995"/>
                  <a:pt x="5897" y="11059"/>
                </a:cubicBezTo>
                <a:cubicBezTo>
                  <a:pt x="5906" y="11124"/>
                  <a:pt x="5916" y="11214"/>
                  <a:pt x="5925" y="11310"/>
                </a:cubicBezTo>
                <a:lnTo>
                  <a:pt x="5927" y="11334"/>
                </a:lnTo>
                <a:lnTo>
                  <a:pt x="5930" y="11371"/>
                </a:lnTo>
                <a:cubicBezTo>
                  <a:pt x="5931" y="11382"/>
                  <a:pt x="5932" y="11391"/>
                  <a:pt x="5933" y="11401"/>
                </a:cubicBezTo>
                <a:cubicBezTo>
                  <a:pt x="5934" y="11410"/>
                  <a:pt x="5935" y="11420"/>
                  <a:pt x="5936" y="11431"/>
                </a:cubicBezTo>
                <a:lnTo>
                  <a:pt x="5938" y="11455"/>
                </a:lnTo>
                <a:cubicBezTo>
                  <a:pt x="5947" y="11551"/>
                  <a:pt x="5956" y="11643"/>
                  <a:pt x="5962" y="11713"/>
                </a:cubicBezTo>
                <a:cubicBezTo>
                  <a:pt x="5969" y="11784"/>
                  <a:pt x="5973" y="11832"/>
                  <a:pt x="5974" y="11840"/>
                </a:cubicBezTo>
                <a:cubicBezTo>
                  <a:pt x="5974" y="11840"/>
                  <a:pt x="6183" y="14275"/>
                  <a:pt x="6314" y="14635"/>
                </a:cubicBezTo>
                <a:cubicBezTo>
                  <a:pt x="6447" y="14995"/>
                  <a:pt x="6553" y="14419"/>
                  <a:pt x="6593" y="13877"/>
                </a:cubicBezTo>
                <a:cubicBezTo>
                  <a:pt x="6634" y="13331"/>
                  <a:pt x="6703" y="11528"/>
                  <a:pt x="6599" y="9527"/>
                </a:cubicBezTo>
                <a:cubicBezTo>
                  <a:pt x="6495" y="7528"/>
                  <a:pt x="6280" y="6913"/>
                  <a:pt x="6280" y="6913"/>
                </a:cubicBezTo>
                <a:cubicBezTo>
                  <a:pt x="6280" y="6913"/>
                  <a:pt x="6266" y="6874"/>
                  <a:pt x="6251" y="6877"/>
                </a:cubicBezTo>
                <a:close/>
                <a:moveTo>
                  <a:pt x="15995" y="7166"/>
                </a:moveTo>
                <a:lnTo>
                  <a:pt x="15995" y="12925"/>
                </a:lnTo>
                <a:cubicBezTo>
                  <a:pt x="15995" y="13690"/>
                  <a:pt x="16031" y="14295"/>
                  <a:pt x="16099" y="14709"/>
                </a:cubicBezTo>
                <a:cubicBezTo>
                  <a:pt x="16167" y="15123"/>
                  <a:pt x="16268" y="15346"/>
                  <a:pt x="16399" y="15346"/>
                </a:cubicBezTo>
                <a:lnTo>
                  <a:pt x="16673" y="15346"/>
                </a:lnTo>
                <a:lnTo>
                  <a:pt x="16673" y="13708"/>
                </a:lnTo>
                <a:lnTo>
                  <a:pt x="16452" y="13708"/>
                </a:lnTo>
                <a:cubicBezTo>
                  <a:pt x="16404" y="13708"/>
                  <a:pt x="16369" y="13627"/>
                  <a:pt x="16346" y="13471"/>
                </a:cubicBezTo>
                <a:cubicBezTo>
                  <a:pt x="16323" y="13314"/>
                  <a:pt x="16312" y="13082"/>
                  <a:pt x="16312" y="12780"/>
                </a:cubicBezTo>
                <a:lnTo>
                  <a:pt x="16312" y="10359"/>
                </a:lnTo>
                <a:lnTo>
                  <a:pt x="16614" y="10359"/>
                </a:lnTo>
                <a:lnTo>
                  <a:pt x="16614" y="8732"/>
                </a:lnTo>
                <a:lnTo>
                  <a:pt x="16312" y="8732"/>
                </a:lnTo>
                <a:lnTo>
                  <a:pt x="16312" y="7166"/>
                </a:lnTo>
                <a:lnTo>
                  <a:pt x="15995" y="7166"/>
                </a:lnTo>
                <a:close/>
                <a:moveTo>
                  <a:pt x="8263" y="7696"/>
                </a:moveTo>
                <a:cubicBezTo>
                  <a:pt x="8250" y="7664"/>
                  <a:pt x="8233" y="7697"/>
                  <a:pt x="8220" y="7738"/>
                </a:cubicBezTo>
                <a:cubicBezTo>
                  <a:pt x="8206" y="7779"/>
                  <a:pt x="8195" y="7829"/>
                  <a:pt x="8195" y="7829"/>
                </a:cubicBezTo>
                <a:cubicBezTo>
                  <a:pt x="8018" y="8732"/>
                  <a:pt x="7918" y="9686"/>
                  <a:pt x="7862" y="10415"/>
                </a:cubicBezTo>
                <a:cubicBezTo>
                  <a:pt x="7806" y="11144"/>
                  <a:pt x="7793" y="11648"/>
                  <a:pt x="7793" y="11648"/>
                </a:cubicBezTo>
                <a:cubicBezTo>
                  <a:pt x="7777" y="12187"/>
                  <a:pt x="7778" y="12645"/>
                  <a:pt x="7791" y="13034"/>
                </a:cubicBezTo>
                <a:cubicBezTo>
                  <a:pt x="7804" y="13423"/>
                  <a:pt x="7828" y="13744"/>
                  <a:pt x="7857" y="14009"/>
                </a:cubicBezTo>
                <a:cubicBezTo>
                  <a:pt x="7759" y="15201"/>
                  <a:pt x="7685" y="16318"/>
                  <a:pt x="7639" y="17291"/>
                </a:cubicBezTo>
                <a:cubicBezTo>
                  <a:pt x="7594" y="18264"/>
                  <a:pt x="7576" y="19093"/>
                  <a:pt x="7588" y="19708"/>
                </a:cubicBezTo>
                <a:cubicBezTo>
                  <a:pt x="7600" y="20175"/>
                  <a:pt x="7636" y="20576"/>
                  <a:pt x="7677" y="20878"/>
                </a:cubicBezTo>
                <a:cubicBezTo>
                  <a:pt x="7719" y="21180"/>
                  <a:pt x="7766" y="21383"/>
                  <a:pt x="7802" y="21454"/>
                </a:cubicBezTo>
                <a:cubicBezTo>
                  <a:pt x="7838" y="21540"/>
                  <a:pt x="7859" y="21462"/>
                  <a:pt x="7871" y="21362"/>
                </a:cubicBezTo>
                <a:cubicBezTo>
                  <a:pt x="7883" y="21262"/>
                  <a:pt x="7886" y="21141"/>
                  <a:pt x="7886" y="21141"/>
                </a:cubicBezTo>
                <a:cubicBezTo>
                  <a:pt x="7916" y="19870"/>
                  <a:pt x="7956" y="18808"/>
                  <a:pt x="8004" y="17854"/>
                </a:cubicBezTo>
                <a:cubicBezTo>
                  <a:pt x="8053" y="16900"/>
                  <a:pt x="8109" y="16054"/>
                  <a:pt x="8170" y="15214"/>
                </a:cubicBezTo>
                <a:cubicBezTo>
                  <a:pt x="8538" y="15696"/>
                  <a:pt x="8813" y="13660"/>
                  <a:pt x="8911" y="12684"/>
                </a:cubicBezTo>
                <a:cubicBezTo>
                  <a:pt x="8969" y="12098"/>
                  <a:pt x="9000" y="11311"/>
                  <a:pt x="9000" y="10575"/>
                </a:cubicBezTo>
                <a:cubicBezTo>
                  <a:pt x="9000" y="9737"/>
                  <a:pt x="8961" y="8957"/>
                  <a:pt x="8873" y="8600"/>
                </a:cubicBezTo>
                <a:cubicBezTo>
                  <a:pt x="8743" y="8083"/>
                  <a:pt x="8572" y="8645"/>
                  <a:pt x="8411" y="9538"/>
                </a:cubicBezTo>
                <a:cubicBezTo>
                  <a:pt x="8249" y="10430"/>
                  <a:pt x="8097" y="11655"/>
                  <a:pt x="8005" y="12467"/>
                </a:cubicBezTo>
                <a:cubicBezTo>
                  <a:pt x="7991" y="12054"/>
                  <a:pt x="8009" y="11584"/>
                  <a:pt x="8030" y="11217"/>
                </a:cubicBezTo>
                <a:cubicBezTo>
                  <a:pt x="8052" y="10851"/>
                  <a:pt x="8077" y="10588"/>
                  <a:pt x="8077" y="10588"/>
                </a:cubicBezTo>
                <a:cubicBezTo>
                  <a:pt x="8077" y="10588"/>
                  <a:pt x="8088" y="10475"/>
                  <a:pt x="8105" y="10304"/>
                </a:cubicBezTo>
                <a:cubicBezTo>
                  <a:pt x="8122" y="10134"/>
                  <a:pt x="8145" y="9905"/>
                  <a:pt x="8167" y="9672"/>
                </a:cubicBezTo>
                <a:lnTo>
                  <a:pt x="8172" y="9624"/>
                </a:lnTo>
                <a:lnTo>
                  <a:pt x="8178" y="9563"/>
                </a:lnTo>
                <a:cubicBezTo>
                  <a:pt x="8196" y="9382"/>
                  <a:pt x="8213" y="9205"/>
                  <a:pt x="8227" y="9056"/>
                </a:cubicBezTo>
                <a:cubicBezTo>
                  <a:pt x="8241" y="8907"/>
                  <a:pt x="8252" y="8786"/>
                  <a:pt x="8256" y="8720"/>
                </a:cubicBezTo>
                <a:cubicBezTo>
                  <a:pt x="8267" y="8562"/>
                  <a:pt x="8275" y="8322"/>
                  <a:pt x="8278" y="8114"/>
                </a:cubicBezTo>
                <a:cubicBezTo>
                  <a:pt x="8280" y="7905"/>
                  <a:pt x="8276" y="7728"/>
                  <a:pt x="8263" y="7696"/>
                </a:cubicBezTo>
                <a:close/>
                <a:moveTo>
                  <a:pt x="5133" y="7877"/>
                </a:moveTo>
                <a:cubicBezTo>
                  <a:pt x="5013" y="7824"/>
                  <a:pt x="4893" y="7860"/>
                  <a:pt x="4801" y="7925"/>
                </a:cubicBezTo>
                <a:cubicBezTo>
                  <a:pt x="4611" y="8059"/>
                  <a:pt x="4358" y="8398"/>
                  <a:pt x="4249" y="9286"/>
                </a:cubicBezTo>
                <a:cubicBezTo>
                  <a:pt x="4208" y="9625"/>
                  <a:pt x="4184" y="10139"/>
                  <a:pt x="4203" y="10563"/>
                </a:cubicBezTo>
                <a:cubicBezTo>
                  <a:pt x="4214" y="10799"/>
                  <a:pt x="4251" y="11011"/>
                  <a:pt x="4288" y="11106"/>
                </a:cubicBezTo>
                <a:cubicBezTo>
                  <a:pt x="4324" y="11200"/>
                  <a:pt x="4370" y="11252"/>
                  <a:pt x="4412" y="11286"/>
                </a:cubicBezTo>
                <a:cubicBezTo>
                  <a:pt x="4439" y="11309"/>
                  <a:pt x="4518" y="11354"/>
                  <a:pt x="4600" y="11395"/>
                </a:cubicBezTo>
                <a:lnTo>
                  <a:pt x="4609" y="11395"/>
                </a:lnTo>
                <a:cubicBezTo>
                  <a:pt x="4610" y="11395"/>
                  <a:pt x="4611" y="11395"/>
                  <a:pt x="4613" y="11395"/>
                </a:cubicBezTo>
                <a:cubicBezTo>
                  <a:pt x="4614" y="11395"/>
                  <a:pt x="4616" y="11394"/>
                  <a:pt x="4617" y="11395"/>
                </a:cubicBezTo>
                <a:lnTo>
                  <a:pt x="4628" y="11407"/>
                </a:lnTo>
                <a:cubicBezTo>
                  <a:pt x="4665" y="11425"/>
                  <a:pt x="4702" y="11440"/>
                  <a:pt x="4733" y="11455"/>
                </a:cubicBezTo>
                <a:cubicBezTo>
                  <a:pt x="4837" y="11504"/>
                  <a:pt x="5041" y="11629"/>
                  <a:pt x="5150" y="11889"/>
                </a:cubicBezTo>
                <a:cubicBezTo>
                  <a:pt x="5150" y="11889"/>
                  <a:pt x="5252" y="12094"/>
                  <a:pt x="5251" y="12431"/>
                </a:cubicBezTo>
                <a:cubicBezTo>
                  <a:pt x="5251" y="12597"/>
                  <a:pt x="5229" y="12726"/>
                  <a:pt x="5207" y="12816"/>
                </a:cubicBezTo>
                <a:cubicBezTo>
                  <a:pt x="5045" y="13471"/>
                  <a:pt x="4822" y="13666"/>
                  <a:pt x="4624" y="13648"/>
                </a:cubicBezTo>
                <a:cubicBezTo>
                  <a:pt x="4556" y="13642"/>
                  <a:pt x="4502" y="13573"/>
                  <a:pt x="4433" y="13407"/>
                </a:cubicBezTo>
                <a:cubicBezTo>
                  <a:pt x="4404" y="13334"/>
                  <a:pt x="4367" y="13170"/>
                  <a:pt x="4372" y="12985"/>
                </a:cubicBezTo>
                <a:cubicBezTo>
                  <a:pt x="4383" y="12625"/>
                  <a:pt x="4454" y="12532"/>
                  <a:pt x="4512" y="12563"/>
                </a:cubicBezTo>
                <a:cubicBezTo>
                  <a:pt x="4544" y="12580"/>
                  <a:pt x="4586" y="12649"/>
                  <a:pt x="4617" y="12720"/>
                </a:cubicBezTo>
                <a:cubicBezTo>
                  <a:pt x="4744" y="13006"/>
                  <a:pt x="4801" y="13251"/>
                  <a:pt x="4913" y="13154"/>
                </a:cubicBezTo>
                <a:cubicBezTo>
                  <a:pt x="4955" y="13117"/>
                  <a:pt x="5099" y="12939"/>
                  <a:pt x="5118" y="12599"/>
                </a:cubicBezTo>
                <a:cubicBezTo>
                  <a:pt x="5123" y="12517"/>
                  <a:pt x="5116" y="12432"/>
                  <a:pt x="5105" y="12371"/>
                </a:cubicBezTo>
                <a:cubicBezTo>
                  <a:pt x="5090" y="12282"/>
                  <a:pt x="5004" y="12082"/>
                  <a:pt x="4981" y="12033"/>
                </a:cubicBezTo>
                <a:cubicBezTo>
                  <a:pt x="4896" y="11861"/>
                  <a:pt x="4734" y="11704"/>
                  <a:pt x="4645" y="11684"/>
                </a:cubicBezTo>
                <a:cubicBezTo>
                  <a:pt x="4527" y="11660"/>
                  <a:pt x="4371" y="11789"/>
                  <a:pt x="4298" y="12359"/>
                </a:cubicBezTo>
                <a:cubicBezTo>
                  <a:pt x="4252" y="12716"/>
                  <a:pt x="4250" y="13200"/>
                  <a:pt x="4288" y="13575"/>
                </a:cubicBezTo>
                <a:cubicBezTo>
                  <a:pt x="4339" y="14088"/>
                  <a:pt x="4441" y="14489"/>
                  <a:pt x="4524" y="14720"/>
                </a:cubicBezTo>
                <a:cubicBezTo>
                  <a:pt x="4665" y="15107"/>
                  <a:pt x="4833" y="15287"/>
                  <a:pt x="4989" y="15190"/>
                </a:cubicBezTo>
                <a:cubicBezTo>
                  <a:pt x="5078" y="15131"/>
                  <a:pt x="5155" y="15034"/>
                  <a:pt x="5234" y="14816"/>
                </a:cubicBezTo>
                <a:cubicBezTo>
                  <a:pt x="5310" y="14607"/>
                  <a:pt x="5393" y="14213"/>
                  <a:pt x="5431" y="13744"/>
                </a:cubicBezTo>
                <a:cubicBezTo>
                  <a:pt x="5482" y="13114"/>
                  <a:pt x="5479" y="12278"/>
                  <a:pt x="5422" y="11684"/>
                </a:cubicBezTo>
                <a:cubicBezTo>
                  <a:pt x="5385" y="11292"/>
                  <a:pt x="5346" y="11075"/>
                  <a:pt x="5277" y="10901"/>
                </a:cubicBezTo>
                <a:cubicBezTo>
                  <a:pt x="5202" y="10711"/>
                  <a:pt x="5103" y="10604"/>
                  <a:pt x="5004" y="10527"/>
                </a:cubicBezTo>
                <a:cubicBezTo>
                  <a:pt x="4998" y="10523"/>
                  <a:pt x="4997" y="10532"/>
                  <a:pt x="4991" y="10527"/>
                </a:cubicBezTo>
                <a:lnTo>
                  <a:pt x="4535" y="10214"/>
                </a:lnTo>
                <a:cubicBezTo>
                  <a:pt x="4532" y="10212"/>
                  <a:pt x="4529" y="10211"/>
                  <a:pt x="4527" y="10209"/>
                </a:cubicBezTo>
                <a:cubicBezTo>
                  <a:pt x="4525" y="10208"/>
                  <a:pt x="4523" y="10206"/>
                  <a:pt x="4520" y="10202"/>
                </a:cubicBezTo>
                <a:cubicBezTo>
                  <a:pt x="4510" y="10190"/>
                  <a:pt x="4482" y="10171"/>
                  <a:pt x="4461" y="10130"/>
                </a:cubicBezTo>
                <a:cubicBezTo>
                  <a:pt x="4440" y="10089"/>
                  <a:pt x="4426" y="10025"/>
                  <a:pt x="4442" y="9925"/>
                </a:cubicBezTo>
                <a:cubicBezTo>
                  <a:pt x="4446" y="9896"/>
                  <a:pt x="4455" y="9869"/>
                  <a:pt x="4466" y="9847"/>
                </a:cubicBezTo>
                <a:cubicBezTo>
                  <a:pt x="4476" y="9824"/>
                  <a:pt x="4487" y="9805"/>
                  <a:pt x="4495" y="9792"/>
                </a:cubicBezTo>
                <a:cubicBezTo>
                  <a:pt x="4702" y="9471"/>
                  <a:pt x="4964" y="9513"/>
                  <a:pt x="5181" y="9443"/>
                </a:cubicBezTo>
                <a:cubicBezTo>
                  <a:pt x="5230" y="9426"/>
                  <a:pt x="5339" y="9383"/>
                  <a:pt x="5393" y="9286"/>
                </a:cubicBezTo>
                <a:cubicBezTo>
                  <a:pt x="5444" y="9196"/>
                  <a:pt x="5487" y="8990"/>
                  <a:pt x="5498" y="8672"/>
                </a:cubicBezTo>
                <a:cubicBezTo>
                  <a:pt x="5504" y="8503"/>
                  <a:pt x="5490" y="8419"/>
                  <a:pt x="5463" y="8335"/>
                </a:cubicBezTo>
                <a:cubicBezTo>
                  <a:pt x="5372" y="8061"/>
                  <a:pt x="5252" y="7929"/>
                  <a:pt x="5133" y="7877"/>
                </a:cubicBezTo>
                <a:close/>
                <a:moveTo>
                  <a:pt x="7607" y="7925"/>
                </a:moveTo>
                <a:cubicBezTo>
                  <a:pt x="7450" y="7895"/>
                  <a:pt x="7256" y="8001"/>
                  <a:pt x="7096" y="8133"/>
                </a:cubicBezTo>
                <a:cubicBezTo>
                  <a:pt x="6935" y="8264"/>
                  <a:pt x="6808" y="8421"/>
                  <a:pt x="6783" y="8491"/>
                </a:cubicBezTo>
                <a:cubicBezTo>
                  <a:pt x="6736" y="8612"/>
                  <a:pt x="6741" y="8812"/>
                  <a:pt x="6802" y="9250"/>
                </a:cubicBezTo>
                <a:cubicBezTo>
                  <a:pt x="6868" y="9712"/>
                  <a:pt x="6978" y="9660"/>
                  <a:pt x="6978" y="9660"/>
                </a:cubicBezTo>
                <a:lnTo>
                  <a:pt x="6881" y="10804"/>
                </a:lnTo>
                <a:cubicBezTo>
                  <a:pt x="6842" y="10820"/>
                  <a:pt x="6816" y="10860"/>
                  <a:pt x="6799" y="10898"/>
                </a:cubicBezTo>
                <a:cubicBezTo>
                  <a:pt x="6783" y="10935"/>
                  <a:pt x="6776" y="10970"/>
                  <a:pt x="6775" y="10973"/>
                </a:cubicBezTo>
                <a:cubicBezTo>
                  <a:pt x="6754" y="11098"/>
                  <a:pt x="6756" y="11332"/>
                  <a:pt x="6764" y="11552"/>
                </a:cubicBezTo>
                <a:cubicBezTo>
                  <a:pt x="6772" y="11772"/>
                  <a:pt x="6787" y="11978"/>
                  <a:pt x="6792" y="12045"/>
                </a:cubicBezTo>
                <a:lnTo>
                  <a:pt x="6792" y="12057"/>
                </a:lnTo>
                <a:lnTo>
                  <a:pt x="6792" y="12069"/>
                </a:lnTo>
                <a:cubicBezTo>
                  <a:pt x="6792" y="12069"/>
                  <a:pt x="6657" y="13819"/>
                  <a:pt x="6756" y="14744"/>
                </a:cubicBezTo>
                <a:cubicBezTo>
                  <a:pt x="6852" y="15618"/>
                  <a:pt x="6963" y="15670"/>
                  <a:pt x="6984" y="15672"/>
                </a:cubicBezTo>
                <a:lnTo>
                  <a:pt x="6986" y="15672"/>
                </a:lnTo>
                <a:cubicBezTo>
                  <a:pt x="6987" y="15672"/>
                  <a:pt x="6987" y="15672"/>
                  <a:pt x="6988" y="15672"/>
                </a:cubicBezTo>
                <a:lnTo>
                  <a:pt x="6988" y="15672"/>
                </a:lnTo>
                <a:cubicBezTo>
                  <a:pt x="7228" y="15771"/>
                  <a:pt x="7622" y="14338"/>
                  <a:pt x="7643" y="13864"/>
                </a:cubicBezTo>
                <a:cubicBezTo>
                  <a:pt x="7661" y="13483"/>
                  <a:pt x="7599" y="13063"/>
                  <a:pt x="7544" y="12985"/>
                </a:cubicBezTo>
                <a:cubicBezTo>
                  <a:pt x="7493" y="12924"/>
                  <a:pt x="7099" y="13347"/>
                  <a:pt x="7052" y="13419"/>
                </a:cubicBezTo>
                <a:cubicBezTo>
                  <a:pt x="7001" y="13497"/>
                  <a:pt x="7022" y="13226"/>
                  <a:pt x="7022" y="13226"/>
                </a:cubicBezTo>
                <a:lnTo>
                  <a:pt x="7083" y="12045"/>
                </a:lnTo>
                <a:cubicBezTo>
                  <a:pt x="7083" y="12045"/>
                  <a:pt x="7177" y="12025"/>
                  <a:pt x="7278" y="11999"/>
                </a:cubicBezTo>
                <a:cubicBezTo>
                  <a:pt x="7379" y="11972"/>
                  <a:pt x="7487" y="11939"/>
                  <a:pt x="7514" y="11913"/>
                </a:cubicBezTo>
                <a:cubicBezTo>
                  <a:pt x="7540" y="11887"/>
                  <a:pt x="7554" y="11823"/>
                  <a:pt x="7561" y="11767"/>
                </a:cubicBezTo>
                <a:cubicBezTo>
                  <a:pt x="7568" y="11710"/>
                  <a:pt x="7569" y="11660"/>
                  <a:pt x="7569" y="11660"/>
                </a:cubicBezTo>
                <a:cubicBezTo>
                  <a:pt x="7569" y="11660"/>
                  <a:pt x="7571" y="11576"/>
                  <a:pt x="7572" y="11452"/>
                </a:cubicBezTo>
                <a:cubicBezTo>
                  <a:pt x="7574" y="11329"/>
                  <a:pt x="7575" y="11166"/>
                  <a:pt x="7574" y="11009"/>
                </a:cubicBezTo>
                <a:cubicBezTo>
                  <a:pt x="7571" y="10841"/>
                  <a:pt x="7558" y="10762"/>
                  <a:pt x="7545" y="10726"/>
                </a:cubicBezTo>
                <a:cubicBezTo>
                  <a:pt x="7533" y="10690"/>
                  <a:pt x="7521" y="10696"/>
                  <a:pt x="7521" y="10696"/>
                </a:cubicBezTo>
                <a:cubicBezTo>
                  <a:pt x="7448" y="10653"/>
                  <a:pt x="7361" y="10656"/>
                  <a:pt x="7293" y="10669"/>
                </a:cubicBezTo>
                <a:cubicBezTo>
                  <a:pt x="7224" y="10683"/>
                  <a:pt x="7174" y="10708"/>
                  <a:pt x="7174" y="10708"/>
                </a:cubicBezTo>
                <a:lnTo>
                  <a:pt x="7227" y="9804"/>
                </a:lnTo>
                <a:cubicBezTo>
                  <a:pt x="7243" y="9800"/>
                  <a:pt x="7629" y="9687"/>
                  <a:pt x="7779" y="9491"/>
                </a:cubicBezTo>
                <a:cubicBezTo>
                  <a:pt x="7857" y="9386"/>
                  <a:pt x="7810" y="8949"/>
                  <a:pt x="7810" y="8949"/>
                </a:cubicBezTo>
                <a:cubicBezTo>
                  <a:pt x="7763" y="8407"/>
                  <a:pt x="7712" y="8151"/>
                  <a:pt x="7673" y="8031"/>
                </a:cubicBezTo>
                <a:cubicBezTo>
                  <a:pt x="7634" y="7910"/>
                  <a:pt x="7607" y="7925"/>
                  <a:pt x="7607" y="7925"/>
                </a:cubicBezTo>
                <a:close/>
                <a:moveTo>
                  <a:pt x="3947" y="8142"/>
                </a:moveTo>
                <a:cubicBezTo>
                  <a:pt x="3912" y="8103"/>
                  <a:pt x="3891" y="8376"/>
                  <a:pt x="3882" y="8515"/>
                </a:cubicBezTo>
                <a:cubicBezTo>
                  <a:pt x="3854" y="8928"/>
                  <a:pt x="3834" y="9919"/>
                  <a:pt x="3829" y="10226"/>
                </a:cubicBezTo>
                <a:cubicBezTo>
                  <a:pt x="3812" y="11157"/>
                  <a:pt x="3798" y="13367"/>
                  <a:pt x="3827" y="14491"/>
                </a:cubicBezTo>
                <a:cubicBezTo>
                  <a:pt x="3839" y="14962"/>
                  <a:pt x="3866" y="15260"/>
                  <a:pt x="3949" y="15358"/>
                </a:cubicBezTo>
                <a:cubicBezTo>
                  <a:pt x="3983" y="15399"/>
                  <a:pt x="4045" y="15397"/>
                  <a:pt x="4072" y="15298"/>
                </a:cubicBezTo>
                <a:cubicBezTo>
                  <a:pt x="4096" y="15214"/>
                  <a:pt x="4111" y="15041"/>
                  <a:pt x="4116" y="14901"/>
                </a:cubicBezTo>
                <a:cubicBezTo>
                  <a:pt x="4132" y="14509"/>
                  <a:pt x="4126" y="13957"/>
                  <a:pt x="4123" y="13539"/>
                </a:cubicBezTo>
                <a:cubicBezTo>
                  <a:pt x="4119" y="13046"/>
                  <a:pt x="4118" y="12556"/>
                  <a:pt x="4114" y="12057"/>
                </a:cubicBezTo>
                <a:cubicBezTo>
                  <a:pt x="4109" y="11392"/>
                  <a:pt x="4094" y="9693"/>
                  <a:pt x="4061" y="8925"/>
                </a:cubicBezTo>
                <a:cubicBezTo>
                  <a:pt x="4047" y="8594"/>
                  <a:pt x="4023" y="8290"/>
                  <a:pt x="3966" y="8166"/>
                </a:cubicBezTo>
                <a:cubicBezTo>
                  <a:pt x="3960" y="8152"/>
                  <a:pt x="3952" y="8147"/>
                  <a:pt x="3947" y="8142"/>
                </a:cubicBezTo>
                <a:close/>
                <a:moveTo>
                  <a:pt x="10165" y="8250"/>
                </a:moveTo>
                <a:lnTo>
                  <a:pt x="10418" y="12154"/>
                </a:lnTo>
                <a:lnTo>
                  <a:pt x="9909" y="12154"/>
                </a:lnTo>
                <a:lnTo>
                  <a:pt x="10165" y="8250"/>
                </a:lnTo>
                <a:close/>
                <a:moveTo>
                  <a:pt x="14220" y="8564"/>
                </a:moveTo>
                <a:cubicBezTo>
                  <a:pt x="13864" y="8564"/>
                  <a:pt x="13613" y="10002"/>
                  <a:pt x="13613" y="12033"/>
                </a:cubicBezTo>
                <a:cubicBezTo>
                  <a:pt x="13613" y="14078"/>
                  <a:pt x="13864" y="15491"/>
                  <a:pt x="14247" y="15491"/>
                </a:cubicBezTo>
                <a:cubicBezTo>
                  <a:pt x="14461" y="15491"/>
                  <a:pt x="14639" y="15084"/>
                  <a:pt x="14761" y="14443"/>
                </a:cubicBezTo>
                <a:lnTo>
                  <a:pt x="14579" y="13467"/>
                </a:lnTo>
                <a:cubicBezTo>
                  <a:pt x="14490" y="13825"/>
                  <a:pt x="14386" y="14033"/>
                  <a:pt x="14264" y="14033"/>
                </a:cubicBezTo>
                <a:cubicBezTo>
                  <a:pt x="14088" y="14033"/>
                  <a:pt x="13960" y="13515"/>
                  <a:pt x="13922" y="12756"/>
                </a:cubicBezTo>
                <a:lnTo>
                  <a:pt x="14807" y="12756"/>
                </a:lnTo>
                <a:cubicBezTo>
                  <a:pt x="14875" y="10429"/>
                  <a:pt x="14621" y="8564"/>
                  <a:pt x="14220" y="8564"/>
                </a:cubicBezTo>
                <a:close/>
                <a:moveTo>
                  <a:pt x="20892" y="8576"/>
                </a:moveTo>
                <a:cubicBezTo>
                  <a:pt x="20567" y="8576"/>
                  <a:pt x="20340" y="9993"/>
                  <a:pt x="20340" y="11973"/>
                </a:cubicBezTo>
                <a:cubicBezTo>
                  <a:pt x="20340" y="13953"/>
                  <a:pt x="20567" y="15370"/>
                  <a:pt x="20892" y="15370"/>
                </a:cubicBezTo>
                <a:cubicBezTo>
                  <a:pt x="21054" y="15370"/>
                  <a:pt x="21192" y="15000"/>
                  <a:pt x="21289" y="14370"/>
                </a:cubicBezTo>
                <a:lnTo>
                  <a:pt x="21289" y="15033"/>
                </a:lnTo>
                <a:cubicBezTo>
                  <a:pt x="21289" y="16177"/>
                  <a:pt x="21153" y="16888"/>
                  <a:pt x="20923" y="16888"/>
                </a:cubicBezTo>
                <a:cubicBezTo>
                  <a:pt x="20788" y="16888"/>
                  <a:pt x="20639" y="16652"/>
                  <a:pt x="20520" y="16202"/>
                </a:cubicBezTo>
                <a:lnTo>
                  <a:pt x="20395" y="17539"/>
                </a:lnTo>
                <a:cubicBezTo>
                  <a:pt x="20551" y="18117"/>
                  <a:pt x="20744" y="18443"/>
                  <a:pt x="20940" y="18443"/>
                </a:cubicBezTo>
                <a:cubicBezTo>
                  <a:pt x="21339" y="18443"/>
                  <a:pt x="21591" y="17137"/>
                  <a:pt x="21591" y="15105"/>
                </a:cubicBezTo>
                <a:lnTo>
                  <a:pt x="21591" y="8732"/>
                </a:lnTo>
                <a:lnTo>
                  <a:pt x="21295" y="8732"/>
                </a:lnTo>
                <a:lnTo>
                  <a:pt x="21293" y="9576"/>
                </a:lnTo>
                <a:cubicBezTo>
                  <a:pt x="21196" y="8946"/>
                  <a:pt x="21056" y="8576"/>
                  <a:pt x="20892" y="8576"/>
                </a:cubicBezTo>
                <a:close/>
                <a:moveTo>
                  <a:pt x="17815" y="8612"/>
                </a:moveTo>
                <a:cubicBezTo>
                  <a:pt x="17533" y="8612"/>
                  <a:pt x="17375" y="9370"/>
                  <a:pt x="17375" y="10527"/>
                </a:cubicBezTo>
                <a:cubicBezTo>
                  <a:pt x="17375" y="11607"/>
                  <a:pt x="17502" y="12249"/>
                  <a:pt x="17793" y="12648"/>
                </a:cubicBezTo>
                <a:cubicBezTo>
                  <a:pt x="17951" y="12879"/>
                  <a:pt x="18005" y="13085"/>
                  <a:pt x="18005" y="13407"/>
                </a:cubicBezTo>
                <a:cubicBezTo>
                  <a:pt x="18005" y="13754"/>
                  <a:pt x="17940" y="13949"/>
                  <a:pt x="17827" y="13949"/>
                </a:cubicBezTo>
                <a:cubicBezTo>
                  <a:pt x="17703" y="13949"/>
                  <a:pt x="17580" y="13738"/>
                  <a:pt x="17445" y="13262"/>
                </a:cubicBezTo>
                <a:lnTo>
                  <a:pt x="17324" y="14551"/>
                </a:lnTo>
                <a:cubicBezTo>
                  <a:pt x="17473" y="15129"/>
                  <a:pt x="17647" y="15443"/>
                  <a:pt x="17829" y="15443"/>
                </a:cubicBezTo>
                <a:cubicBezTo>
                  <a:pt x="18120" y="15443"/>
                  <a:pt x="18311" y="14642"/>
                  <a:pt x="18311" y="13383"/>
                </a:cubicBezTo>
                <a:cubicBezTo>
                  <a:pt x="18311" y="12367"/>
                  <a:pt x="18182" y="11672"/>
                  <a:pt x="17891" y="11286"/>
                </a:cubicBezTo>
                <a:cubicBezTo>
                  <a:pt x="17724" y="11055"/>
                  <a:pt x="17673" y="10873"/>
                  <a:pt x="17673" y="10551"/>
                </a:cubicBezTo>
                <a:cubicBezTo>
                  <a:pt x="17673" y="10230"/>
                  <a:pt x="17726" y="10069"/>
                  <a:pt x="17825" y="10069"/>
                </a:cubicBezTo>
                <a:cubicBezTo>
                  <a:pt x="17940" y="10069"/>
                  <a:pt x="18082" y="10323"/>
                  <a:pt x="18165" y="10696"/>
                </a:cubicBezTo>
                <a:lnTo>
                  <a:pt x="18290" y="9455"/>
                </a:lnTo>
                <a:cubicBezTo>
                  <a:pt x="18152" y="8915"/>
                  <a:pt x="17986" y="8612"/>
                  <a:pt x="17815" y="8612"/>
                </a:cubicBezTo>
                <a:close/>
                <a:moveTo>
                  <a:pt x="19708" y="8624"/>
                </a:moveTo>
                <a:cubicBezTo>
                  <a:pt x="19550" y="8624"/>
                  <a:pt x="19436" y="8932"/>
                  <a:pt x="19332" y="9588"/>
                </a:cubicBezTo>
                <a:lnTo>
                  <a:pt x="19330" y="8732"/>
                </a:lnTo>
                <a:lnTo>
                  <a:pt x="19032" y="8732"/>
                </a:lnTo>
                <a:lnTo>
                  <a:pt x="19032" y="15322"/>
                </a:lnTo>
                <a:lnTo>
                  <a:pt x="19349" y="15322"/>
                </a:lnTo>
                <a:lnTo>
                  <a:pt x="19349" y="11865"/>
                </a:lnTo>
                <a:cubicBezTo>
                  <a:pt x="19349" y="10875"/>
                  <a:pt x="19448" y="10250"/>
                  <a:pt x="19615" y="10250"/>
                </a:cubicBezTo>
                <a:cubicBezTo>
                  <a:pt x="19764" y="10250"/>
                  <a:pt x="19839" y="10758"/>
                  <a:pt x="19839" y="11696"/>
                </a:cubicBezTo>
                <a:lnTo>
                  <a:pt x="19839" y="15322"/>
                </a:lnTo>
                <a:lnTo>
                  <a:pt x="20156" y="15322"/>
                </a:lnTo>
                <a:lnTo>
                  <a:pt x="20156" y="11274"/>
                </a:lnTo>
                <a:cubicBezTo>
                  <a:pt x="20156" y="9706"/>
                  <a:pt x="19981" y="8624"/>
                  <a:pt x="19708" y="8624"/>
                </a:cubicBezTo>
                <a:close/>
                <a:moveTo>
                  <a:pt x="12341" y="8732"/>
                </a:moveTo>
                <a:lnTo>
                  <a:pt x="12806" y="15322"/>
                </a:lnTo>
                <a:lnTo>
                  <a:pt x="13138" y="15322"/>
                </a:lnTo>
                <a:lnTo>
                  <a:pt x="13601" y="8732"/>
                </a:lnTo>
                <a:lnTo>
                  <a:pt x="13265" y="8732"/>
                </a:lnTo>
                <a:lnTo>
                  <a:pt x="13070" y="11780"/>
                </a:lnTo>
                <a:lnTo>
                  <a:pt x="12975" y="13298"/>
                </a:lnTo>
                <a:lnTo>
                  <a:pt x="12878" y="11780"/>
                </a:lnTo>
                <a:lnTo>
                  <a:pt x="12681" y="8732"/>
                </a:lnTo>
                <a:lnTo>
                  <a:pt x="12341" y="8732"/>
                </a:lnTo>
                <a:close/>
                <a:moveTo>
                  <a:pt x="15002" y="8732"/>
                </a:moveTo>
                <a:lnTo>
                  <a:pt x="15002" y="15322"/>
                </a:lnTo>
                <a:lnTo>
                  <a:pt x="15317" y="15322"/>
                </a:lnTo>
                <a:lnTo>
                  <a:pt x="15317" y="12334"/>
                </a:lnTo>
                <a:cubicBezTo>
                  <a:pt x="15317" y="11762"/>
                  <a:pt x="15338" y="11268"/>
                  <a:pt x="15384" y="10917"/>
                </a:cubicBezTo>
                <a:cubicBezTo>
                  <a:pt x="15430" y="10567"/>
                  <a:pt x="15501" y="10359"/>
                  <a:pt x="15600" y="10359"/>
                </a:cubicBezTo>
                <a:lnTo>
                  <a:pt x="15815" y="10359"/>
                </a:lnTo>
                <a:lnTo>
                  <a:pt x="15815" y="8732"/>
                </a:lnTo>
                <a:lnTo>
                  <a:pt x="15655" y="8732"/>
                </a:lnTo>
                <a:cubicBezTo>
                  <a:pt x="15575" y="8732"/>
                  <a:pt x="15506" y="8817"/>
                  <a:pt x="15447" y="8969"/>
                </a:cubicBezTo>
                <a:cubicBezTo>
                  <a:pt x="15388" y="9122"/>
                  <a:pt x="15340" y="9342"/>
                  <a:pt x="15302" y="9612"/>
                </a:cubicBezTo>
                <a:lnTo>
                  <a:pt x="15300" y="8732"/>
                </a:lnTo>
                <a:lnTo>
                  <a:pt x="15002" y="8732"/>
                </a:lnTo>
                <a:close/>
                <a:moveTo>
                  <a:pt x="16851" y="8732"/>
                </a:moveTo>
                <a:lnTo>
                  <a:pt x="16851" y="15322"/>
                </a:lnTo>
                <a:lnTo>
                  <a:pt x="17168" y="15322"/>
                </a:lnTo>
                <a:lnTo>
                  <a:pt x="17168" y="8732"/>
                </a:lnTo>
                <a:lnTo>
                  <a:pt x="16851" y="8732"/>
                </a:lnTo>
                <a:close/>
                <a:moveTo>
                  <a:pt x="18489" y="8732"/>
                </a:moveTo>
                <a:lnTo>
                  <a:pt x="18489" y="15322"/>
                </a:lnTo>
                <a:lnTo>
                  <a:pt x="18804" y="15322"/>
                </a:lnTo>
                <a:lnTo>
                  <a:pt x="18804" y="8732"/>
                </a:lnTo>
                <a:lnTo>
                  <a:pt x="18489" y="8732"/>
                </a:lnTo>
                <a:close/>
                <a:moveTo>
                  <a:pt x="8776" y="9865"/>
                </a:moveTo>
                <a:cubicBezTo>
                  <a:pt x="8827" y="9746"/>
                  <a:pt x="8835" y="10106"/>
                  <a:pt x="8835" y="10106"/>
                </a:cubicBezTo>
                <a:cubicBezTo>
                  <a:pt x="8848" y="10733"/>
                  <a:pt x="8815" y="11284"/>
                  <a:pt x="8769" y="11723"/>
                </a:cubicBezTo>
                <a:cubicBezTo>
                  <a:pt x="8724" y="12161"/>
                  <a:pt x="8667" y="12486"/>
                  <a:pt x="8632" y="12660"/>
                </a:cubicBezTo>
                <a:cubicBezTo>
                  <a:pt x="8611" y="12774"/>
                  <a:pt x="8566" y="12940"/>
                  <a:pt x="8507" y="13090"/>
                </a:cubicBezTo>
                <a:cubicBezTo>
                  <a:pt x="8449" y="13240"/>
                  <a:pt x="8377" y="13372"/>
                  <a:pt x="8305" y="13419"/>
                </a:cubicBezTo>
                <a:cubicBezTo>
                  <a:pt x="8443" y="11892"/>
                  <a:pt x="8615" y="10778"/>
                  <a:pt x="8711" y="10178"/>
                </a:cubicBezTo>
                <a:cubicBezTo>
                  <a:pt x="8738" y="10000"/>
                  <a:pt x="8759" y="9904"/>
                  <a:pt x="8776" y="9865"/>
                </a:cubicBezTo>
                <a:close/>
                <a:moveTo>
                  <a:pt x="1405" y="10009"/>
                </a:moveTo>
                <a:cubicBezTo>
                  <a:pt x="1405" y="10009"/>
                  <a:pt x="1405" y="10171"/>
                  <a:pt x="1404" y="10417"/>
                </a:cubicBezTo>
                <a:cubicBezTo>
                  <a:pt x="1404" y="10663"/>
                  <a:pt x="1403" y="10994"/>
                  <a:pt x="1403" y="11334"/>
                </a:cubicBezTo>
                <a:lnTo>
                  <a:pt x="1403" y="11371"/>
                </a:lnTo>
                <a:cubicBezTo>
                  <a:pt x="1403" y="11381"/>
                  <a:pt x="1403" y="11391"/>
                  <a:pt x="1403" y="11401"/>
                </a:cubicBezTo>
                <a:cubicBezTo>
                  <a:pt x="1403" y="11410"/>
                  <a:pt x="1403" y="11420"/>
                  <a:pt x="1403" y="11431"/>
                </a:cubicBezTo>
                <a:lnTo>
                  <a:pt x="1403" y="11479"/>
                </a:lnTo>
                <a:lnTo>
                  <a:pt x="1403" y="11563"/>
                </a:lnTo>
                <a:cubicBezTo>
                  <a:pt x="1403" y="11591"/>
                  <a:pt x="1403" y="11616"/>
                  <a:pt x="1403" y="11642"/>
                </a:cubicBezTo>
                <a:cubicBezTo>
                  <a:pt x="1403" y="11667"/>
                  <a:pt x="1403" y="11693"/>
                  <a:pt x="1403" y="11720"/>
                </a:cubicBezTo>
                <a:lnTo>
                  <a:pt x="1403" y="11804"/>
                </a:lnTo>
                <a:cubicBezTo>
                  <a:pt x="1403" y="12420"/>
                  <a:pt x="1404" y="13013"/>
                  <a:pt x="1405" y="13453"/>
                </a:cubicBezTo>
                <a:cubicBezTo>
                  <a:pt x="1406" y="13892"/>
                  <a:pt x="1407" y="14178"/>
                  <a:pt x="1407" y="14178"/>
                </a:cubicBezTo>
                <a:cubicBezTo>
                  <a:pt x="1407" y="14178"/>
                  <a:pt x="1399" y="14159"/>
                  <a:pt x="1386" y="14130"/>
                </a:cubicBezTo>
                <a:cubicBezTo>
                  <a:pt x="1372" y="14101"/>
                  <a:pt x="1354" y="14062"/>
                  <a:pt x="1335" y="14021"/>
                </a:cubicBezTo>
                <a:lnTo>
                  <a:pt x="1331" y="14021"/>
                </a:lnTo>
                <a:cubicBezTo>
                  <a:pt x="1330" y="14020"/>
                  <a:pt x="1330" y="14017"/>
                  <a:pt x="1329" y="14015"/>
                </a:cubicBezTo>
                <a:cubicBezTo>
                  <a:pt x="1328" y="14013"/>
                  <a:pt x="1328" y="14011"/>
                  <a:pt x="1327" y="14009"/>
                </a:cubicBezTo>
                <a:lnTo>
                  <a:pt x="1323" y="13997"/>
                </a:lnTo>
                <a:cubicBezTo>
                  <a:pt x="1305" y="13958"/>
                  <a:pt x="1287" y="13924"/>
                  <a:pt x="1272" y="13889"/>
                </a:cubicBezTo>
                <a:cubicBezTo>
                  <a:pt x="1122" y="13531"/>
                  <a:pt x="918" y="12788"/>
                  <a:pt x="818" y="12310"/>
                </a:cubicBezTo>
                <a:cubicBezTo>
                  <a:pt x="794" y="12197"/>
                  <a:pt x="708" y="11737"/>
                  <a:pt x="693" y="11636"/>
                </a:cubicBezTo>
                <a:cubicBezTo>
                  <a:pt x="692" y="11632"/>
                  <a:pt x="692" y="11628"/>
                  <a:pt x="692" y="11624"/>
                </a:cubicBezTo>
                <a:cubicBezTo>
                  <a:pt x="692" y="11619"/>
                  <a:pt x="691" y="11615"/>
                  <a:pt x="691" y="11612"/>
                </a:cubicBezTo>
                <a:lnTo>
                  <a:pt x="687" y="11587"/>
                </a:lnTo>
                <a:cubicBezTo>
                  <a:pt x="663" y="11428"/>
                  <a:pt x="645" y="11268"/>
                  <a:pt x="651" y="11069"/>
                </a:cubicBezTo>
                <a:cubicBezTo>
                  <a:pt x="657" y="10862"/>
                  <a:pt x="729" y="10696"/>
                  <a:pt x="765" y="10624"/>
                </a:cubicBezTo>
                <a:cubicBezTo>
                  <a:pt x="883" y="10383"/>
                  <a:pt x="1087" y="10184"/>
                  <a:pt x="1196" y="10118"/>
                </a:cubicBezTo>
                <a:cubicBezTo>
                  <a:pt x="1209" y="10110"/>
                  <a:pt x="1222" y="10101"/>
                  <a:pt x="1236" y="10094"/>
                </a:cubicBezTo>
                <a:lnTo>
                  <a:pt x="1242" y="10082"/>
                </a:lnTo>
                <a:lnTo>
                  <a:pt x="1249" y="10082"/>
                </a:lnTo>
                <a:cubicBezTo>
                  <a:pt x="1250" y="10081"/>
                  <a:pt x="1250" y="10081"/>
                  <a:pt x="1251" y="10081"/>
                </a:cubicBezTo>
                <a:cubicBezTo>
                  <a:pt x="1251" y="10082"/>
                  <a:pt x="1252" y="10082"/>
                  <a:pt x="1253" y="10082"/>
                </a:cubicBezTo>
                <a:lnTo>
                  <a:pt x="1259" y="10082"/>
                </a:lnTo>
                <a:lnTo>
                  <a:pt x="1266" y="10069"/>
                </a:lnTo>
                <a:cubicBezTo>
                  <a:pt x="1301" y="10051"/>
                  <a:pt x="1336" y="10036"/>
                  <a:pt x="1362" y="10026"/>
                </a:cubicBezTo>
                <a:cubicBezTo>
                  <a:pt x="1388" y="10015"/>
                  <a:pt x="1405" y="10009"/>
                  <a:pt x="1405" y="10009"/>
                </a:cubicBezTo>
                <a:close/>
                <a:moveTo>
                  <a:pt x="14222" y="10021"/>
                </a:moveTo>
                <a:cubicBezTo>
                  <a:pt x="14384" y="10021"/>
                  <a:pt x="14493" y="10618"/>
                  <a:pt x="14524" y="11479"/>
                </a:cubicBezTo>
                <a:lnTo>
                  <a:pt x="13920" y="11479"/>
                </a:lnTo>
                <a:cubicBezTo>
                  <a:pt x="13949" y="10592"/>
                  <a:pt x="14066" y="10021"/>
                  <a:pt x="14222" y="10021"/>
                </a:cubicBezTo>
                <a:close/>
                <a:moveTo>
                  <a:pt x="20970" y="10142"/>
                </a:moveTo>
                <a:cubicBezTo>
                  <a:pt x="21155" y="10142"/>
                  <a:pt x="21285" y="10904"/>
                  <a:pt x="21285" y="11997"/>
                </a:cubicBezTo>
                <a:cubicBezTo>
                  <a:pt x="21285" y="13064"/>
                  <a:pt x="21155" y="13840"/>
                  <a:pt x="20970" y="13840"/>
                </a:cubicBezTo>
                <a:cubicBezTo>
                  <a:pt x="20785" y="13840"/>
                  <a:pt x="20653" y="13090"/>
                  <a:pt x="20653" y="11997"/>
                </a:cubicBezTo>
                <a:cubicBezTo>
                  <a:pt x="20653" y="10891"/>
                  <a:pt x="20785" y="10142"/>
                  <a:pt x="20970" y="10142"/>
                </a:cubicBezTo>
                <a:close/>
                <a:moveTo>
                  <a:pt x="11580" y="10154"/>
                </a:moveTo>
                <a:cubicBezTo>
                  <a:pt x="11768" y="10154"/>
                  <a:pt x="11897" y="10916"/>
                  <a:pt x="11897" y="12021"/>
                </a:cubicBezTo>
                <a:cubicBezTo>
                  <a:pt x="11897" y="13140"/>
                  <a:pt x="11765" y="13901"/>
                  <a:pt x="11580" y="13901"/>
                </a:cubicBezTo>
                <a:cubicBezTo>
                  <a:pt x="11393" y="13901"/>
                  <a:pt x="11261" y="13140"/>
                  <a:pt x="11261" y="12021"/>
                </a:cubicBezTo>
                <a:cubicBezTo>
                  <a:pt x="11261" y="10916"/>
                  <a:pt x="11393" y="10154"/>
                  <a:pt x="11580" y="10154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8" name="Disney Advertising"/>
          <p:cNvSpPr/>
          <p:nvPr/>
        </p:nvSpPr>
        <p:spPr>
          <a:xfrm>
            <a:off x="13527285" y="6281594"/>
            <a:ext cx="6602625" cy="11528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1" h="21491" fill="norm" stroke="1" extrusionOk="0">
                <a:moveTo>
                  <a:pt x="760" y="10"/>
                </a:moveTo>
                <a:cubicBezTo>
                  <a:pt x="617" y="41"/>
                  <a:pt x="425" y="204"/>
                  <a:pt x="272" y="443"/>
                </a:cubicBezTo>
                <a:cubicBezTo>
                  <a:pt x="165" y="610"/>
                  <a:pt x="91" y="883"/>
                  <a:pt x="40" y="1395"/>
                </a:cubicBezTo>
                <a:cubicBezTo>
                  <a:pt x="14" y="1652"/>
                  <a:pt x="-9" y="1932"/>
                  <a:pt x="4" y="2214"/>
                </a:cubicBezTo>
                <a:cubicBezTo>
                  <a:pt x="15" y="2455"/>
                  <a:pt x="76" y="2532"/>
                  <a:pt x="124" y="2576"/>
                </a:cubicBezTo>
                <a:cubicBezTo>
                  <a:pt x="171" y="2618"/>
                  <a:pt x="276" y="2651"/>
                  <a:pt x="304" y="2455"/>
                </a:cubicBezTo>
                <a:cubicBezTo>
                  <a:pt x="316" y="2371"/>
                  <a:pt x="316" y="2292"/>
                  <a:pt x="306" y="2190"/>
                </a:cubicBezTo>
                <a:cubicBezTo>
                  <a:pt x="296" y="2084"/>
                  <a:pt x="268" y="2013"/>
                  <a:pt x="243" y="1986"/>
                </a:cubicBezTo>
                <a:cubicBezTo>
                  <a:pt x="214" y="1956"/>
                  <a:pt x="159" y="1934"/>
                  <a:pt x="146" y="1901"/>
                </a:cubicBezTo>
                <a:cubicBezTo>
                  <a:pt x="138" y="1884"/>
                  <a:pt x="131" y="1854"/>
                  <a:pt x="131" y="1853"/>
                </a:cubicBezTo>
                <a:cubicBezTo>
                  <a:pt x="131" y="1848"/>
                  <a:pt x="134" y="1829"/>
                  <a:pt x="137" y="1817"/>
                </a:cubicBezTo>
                <a:cubicBezTo>
                  <a:pt x="143" y="1791"/>
                  <a:pt x="162" y="1750"/>
                  <a:pt x="175" y="1733"/>
                </a:cubicBezTo>
                <a:cubicBezTo>
                  <a:pt x="192" y="1711"/>
                  <a:pt x="210" y="1677"/>
                  <a:pt x="228" y="1648"/>
                </a:cubicBezTo>
                <a:cubicBezTo>
                  <a:pt x="352" y="1453"/>
                  <a:pt x="597" y="1419"/>
                  <a:pt x="710" y="1443"/>
                </a:cubicBezTo>
                <a:cubicBezTo>
                  <a:pt x="1146" y="1536"/>
                  <a:pt x="1552" y="2083"/>
                  <a:pt x="1963" y="3046"/>
                </a:cubicBezTo>
                <a:cubicBezTo>
                  <a:pt x="2365" y="3990"/>
                  <a:pt x="2822" y="5607"/>
                  <a:pt x="3089" y="7564"/>
                </a:cubicBezTo>
                <a:cubicBezTo>
                  <a:pt x="3190" y="8304"/>
                  <a:pt x="3317" y="9514"/>
                  <a:pt x="3332" y="10539"/>
                </a:cubicBezTo>
                <a:cubicBezTo>
                  <a:pt x="3346" y="11477"/>
                  <a:pt x="3293" y="12377"/>
                  <a:pt x="3193" y="13033"/>
                </a:cubicBezTo>
                <a:cubicBezTo>
                  <a:pt x="3117" y="13529"/>
                  <a:pt x="3015" y="13895"/>
                  <a:pt x="2905" y="14190"/>
                </a:cubicBezTo>
                <a:cubicBezTo>
                  <a:pt x="2656" y="14862"/>
                  <a:pt x="2353" y="15002"/>
                  <a:pt x="2081" y="14961"/>
                </a:cubicBezTo>
                <a:cubicBezTo>
                  <a:pt x="2045" y="14956"/>
                  <a:pt x="1910" y="14892"/>
                  <a:pt x="1878" y="14864"/>
                </a:cubicBezTo>
                <a:cubicBezTo>
                  <a:pt x="1871" y="14858"/>
                  <a:pt x="1863" y="14848"/>
                  <a:pt x="1855" y="14840"/>
                </a:cubicBezTo>
                <a:lnTo>
                  <a:pt x="1851" y="14840"/>
                </a:lnTo>
                <a:cubicBezTo>
                  <a:pt x="1827" y="14817"/>
                  <a:pt x="1802" y="14789"/>
                  <a:pt x="1784" y="14768"/>
                </a:cubicBezTo>
                <a:cubicBezTo>
                  <a:pt x="1766" y="14747"/>
                  <a:pt x="1754" y="14732"/>
                  <a:pt x="1754" y="14732"/>
                </a:cubicBezTo>
                <a:lnTo>
                  <a:pt x="1735" y="9925"/>
                </a:lnTo>
                <a:cubicBezTo>
                  <a:pt x="1736" y="9925"/>
                  <a:pt x="1747" y="9928"/>
                  <a:pt x="1764" y="9933"/>
                </a:cubicBezTo>
                <a:cubicBezTo>
                  <a:pt x="1781" y="9937"/>
                  <a:pt x="1803" y="9943"/>
                  <a:pt x="1826" y="9949"/>
                </a:cubicBezTo>
                <a:lnTo>
                  <a:pt x="1832" y="9949"/>
                </a:lnTo>
                <a:cubicBezTo>
                  <a:pt x="1833" y="9949"/>
                  <a:pt x="1833" y="9949"/>
                  <a:pt x="1834" y="9949"/>
                </a:cubicBezTo>
                <a:cubicBezTo>
                  <a:pt x="1835" y="9949"/>
                  <a:pt x="1835" y="9949"/>
                  <a:pt x="1836" y="9949"/>
                </a:cubicBezTo>
                <a:lnTo>
                  <a:pt x="1840" y="9961"/>
                </a:lnTo>
                <a:cubicBezTo>
                  <a:pt x="1841" y="9961"/>
                  <a:pt x="1842" y="9961"/>
                  <a:pt x="1842" y="9961"/>
                </a:cubicBezTo>
                <a:cubicBezTo>
                  <a:pt x="1843" y="9961"/>
                  <a:pt x="1844" y="9961"/>
                  <a:pt x="1845" y="9961"/>
                </a:cubicBezTo>
                <a:lnTo>
                  <a:pt x="1849" y="9961"/>
                </a:lnTo>
                <a:cubicBezTo>
                  <a:pt x="1859" y="9964"/>
                  <a:pt x="1869" y="9958"/>
                  <a:pt x="1878" y="9961"/>
                </a:cubicBezTo>
                <a:cubicBezTo>
                  <a:pt x="2031" y="10013"/>
                  <a:pt x="2348" y="10314"/>
                  <a:pt x="2506" y="10672"/>
                </a:cubicBezTo>
                <a:cubicBezTo>
                  <a:pt x="2540" y="10747"/>
                  <a:pt x="2575" y="10867"/>
                  <a:pt x="2578" y="11057"/>
                </a:cubicBezTo>
                <a:cubicBezTo>
                  <a:pt x="2580" y="11204"/>
                  <a:pt x="2560" y="11329"/>
                  <a:pt x="2538" y="11443"/>
                </a:cubicBezTo>
                <a:cubicBezTo>
                  <a:pt x="2527" y="11498"/>
                  <a:pt x="2516" y="11545"/>
                  <a:pt x="2502" y="11587"/>
                </a:cubicBezTo>
                <a:cubicBezTo>
                  <a:pt x="2475" y="11670"/>
                  <a:pt x="2429" y="11805"/>
                  <a:pt x="2426" y="11828"/>
                </a:cubicBezTo>
                <a:cubicBezTo>
                  <a:pt x="2421" y="11861"/>
                  <a:pt x="2419" y="11901"/>
                  <a:pt x="2419" y="11941"/>
                </a:cubicBezTo>
                <a:cubicBezTo>
                  <a:pt x="2419" y="11980"/>
                  <a:pt x="2422" y="12018"/>
                  <a:pt x="2428" y="12045"/>
                </a:cubicBezTo>
                <a:cubicBezTo>
                  <a:pt x="2458" y="12179"/>
                  <a:pt x="2556" y="12259"/>
                  <a:pt x="2582" y="12250"/>
                </a:cubicBezTo>
                <a:cubicBezTo>
                  <a:pt x="2670" y="12222"/>
                  <a:pt x="2758" y="11878"/>
                  <a:pt x="2804" y="11419"/>
                </a:cubicBezTo>
                <a:cubicBezTo>
                  <a:pt x="2845" y="11012"/>
                  <a:pt x="2850" y="10701"/>
                  <a:pt x="2823" y="10250"/>
                </a:cubicBezTo>
                <a:cubicBezTo>
                  <a:pt x="2794" y="9759"/>
                  <a:pt x="2705" y="9297"/>
                  <a:pt x="2610" y="9021"/>
                </a:cubicBezTo>
                <a:cubicBezTo>
                  <a:pt x="2494" y="8687"/>
                  <a:pt x="2290" y="8429"/>
                  <a:pt x="2187" y="8335"/>
                </a:cubicBezTo>
                <a:cubicBezTo>
                  <a:pt x="2106" y="8261"/>
                  <a:pt x="2020" y="8189"/>
                  <a:pt x="1942" y="8178"/>
                </a:cubicBezTo>
                <a:cubicBezTo>
                  <a:pt x="1925" y="8175"/>
                  <a:pt x="1906" y="8178"/>
                  <a:pt x="1887" y="8178"/>
                </a:cubicBezTo>
                <a:lnTo>
                  <a:pt x="1878" y="8178"/>
                </a:lnTo>
                <a:cubicBezTo>
                  <a:pt x="1875" y="8178"/>
                  <a:pt x="1872" y="8178"/>
                  <a:pt x="1869" y="8178"/>
                </a:cubicBezTo>
                <a:cubicBezTo>
                  <a:pt x="1866" y="8178"/>
                  <a:pt x="1863" y="8178"/>
                  <a:pt x="1859" y="8178"/>
                </a:cubicBezTo>
                <a:lnTo>
                  <a:pt x="1853" y="8178"/>
                </a:lnTo>
                <a:cubicBezTo>
                  <a:pt x="1823" y="8179"/>
                  <a:pt x="1793" y="8182"/>
                  <a:pt x="1771" y="8185"/>
                </a:cubicBezTo>
                <a:cubicBezTo>
                  <a:pt x="1749" y="8187"/>
                  <a:pt x="1734" y="8190"/>
                  <a:pt x="1733" y="8190"/>
                </a:cubicBezTo>
                <a:cubicBezTo>
                  <a:pt x="1733" y="8190"/>
                  <a:pt x="1732" y="8114"/>
                  <a:pt x="1731" y="7996"/>
                </a:cubicBezTo>
                <a:cubicBezTo>
                  <a:pt x="1731" y="7878"/>
                  <a:pt x="1730" y="7719"/>
                  <a:pt x="1728" y="7552"/>
                </a:cubicBezTo>
                <a:lnTo>
                  <a:pt x="1728" y="7515"/>
                </a:lnTo>
                <a:cubicBezTo>
                  <a:pt x="1728" y="7501"/>
                  <a:pt x="1728" y="7487"/>
                  <a:pt x="1728" y="7473"/>
                </a:cubicBezTo>
                <a:cubicBezTo>
                  <a:pt x="1728" y="7459"/>
                  <a:pt x="1728" y="7446"/>
                  <a:pt x="1728" y="7431"/>
                </a:cubicBezTo>
                <a:lnTo>
                  <a:pt x="1728" y="7407"/>
                </a:lnTo>
                <a:cubicBezTo>
                  <a:pt x="1728" y="7304"/>
                  <a:pt x="1725" y="7197"/>
                  <a:pt x="1724" y="7106"/>
                </a:cubicBezTo>
                <a:cubicBezTo>
                  <a:pt x="1716" y="6394"/>
                  <a:pt x="1681" y="5003"/>
                  <a:pt x="1568" y="4600"/>
                </a:cubicBezTo>
                <a:cubicBezTo>
                  <a:pt x="1547" y="4527"/>
                  <a:pt x="1521" y="4513"/>
                  <a:pt x="1506" y="4624"/>
                </a:cubicBezTo>
                <a:cubicBezTo>
                  <a:pt x="1484" y="4788"/>
                  <a:pt x="1463" y="5414"/>
                  <a:pt x="1458" y="5576"/>
                </a:cubicBezTo>
                <a:cubicBezTo>
                  <a:pt x="1454" y="5714"/>
                  <a:pt x="1447" y="6093"/>
                  <a:pt x="1439" y="6479"/>
                </a:cubicBezTo>
                <a:lnTo>
                  <a:pt x="1437" y="6527"/>
                </a:lnTo>
                <a:cubicBezTo>
                  <a:pt x="1437" y="6536"/>
                  <a:pt x="1437" y="6544"/>
                  <a:pt x="1437" y="6551"/>
                </a:cubicBezTo>
                <a:cubicBezTo>
                  <a:pt x="1437" y="6559"/>
                  <a:pt x="1437" y="6567"/>
                  <a:pt x="1437" y="6576"/>
                </a:cubicBezTo>
                <a:lnTo>
                  <a:pt x="1435" y="6624"/>
                </a:lnTo>
                <a:cubicBezTo>
                  <a:pt x="1431" y="6825"/>
                  <a:pt x="1427" y="7022"/>
                  <a:pt x="1425" y="7181"/>
                </a:cubicBezTo>
                <a:cubicBezTo>
                  <a:pt x="1423" y="7341"/>
                  <a:pt x="1422" y="7463"/>
                  <a:pt x="1422" y="7515"/>
                </a:cubicBezTo>
                <a:cubicBezTo>
                  <a:pt x="1422" y="7523"/>
                  <a:pt x="1422" y="7531"/>
                  <a:pt x="1422" y="7538"/>
                </a:cubicBezTo>
                <a:cubicBezTo>
                  <a:pt x="1422" y="7546"/>
                  <a:pt x="1422" y="7554"/>
                  <a:pt x="1422" y="7564"/>
                </a:cubicBezTo>
                <a:lnTo>
                  <a:pt x="1422" y="7600"/>
                </a:lnTo>
                <a:cubicBezTo>
                  <a:pt x="1422" y="7638"/>
                  <a:pt x="1422" y="7680"/>
                  <a:pt x="1421" y="7725"/>
                </a:cubicBezTo>
                <a:cubicBezTo>
                  <a:pt x="1421" y="7770"/>
                  <a:pt x="1420" y="7817"/>
                  <a:pt x="1420" y="7865"/>
                </a:cubicBezTo>
                <a:lnTo>
                  <a:pt x="1420" y="7913"/>
                </a:lnTo>
                <a:lnTo>
                  <a:pt x="1420" y="7919"/>
                </a:lnTo>
                <a:lnTo>
                  <a:pt x="1420" y="7925"/>
                </a:lnTo>
                <a:lnTo>
                  <a:pt x="1420" y="7949"/>
                </a:lnTo>
                <a:cubicBezTo>
                  <a:pt x="1419" y="8051"/>
                  <a:pt x="1418" y="8151"/>
                  <a:pt x="1418" y="8227"/>
                </a:cubicBezTo>
                <a:cubicBezTo>
                  <a:pt x="1417" y="8302"/>
                  <a:pt x="1416" y="8354"/>
                  <a:pt x="1416" y="8359"/>
                </a:cubicBezTo>
                <a:cubicBezTo>
                  <a:pt x="1415" y="8363"/>
                  <a:pt x="1414" y="8367"/>
                  <a:pt x="1414" y="8371"/>
                </a:cubicBezTo>
                <a:cubicBezTo>
                  <a:pt x="1413" y="8375"/>
                  <a:pt x="1412" y="8379"/>
                  <a:pt x="1411" y="8383"/>
                </a:cubicBezTo>
                <a:cubicBezTo>
                  <a:pt x="1410" y="8388"/>
                  <a:pt x="1400" y="8401"/>
                  <a:pt x="1386" y="8416"/>
                </a:cubicBezTo>
                <a:cubicBezTo>
                  <a:pt x="1372" y="8431"/>
                  <a:pt x="1354" y="8449"/>
                  <a:pt x="1335" y="8467"/>
                </a:cubicBezTo>
                <a:lnTo>
                  <a:pt x="1329" y="8467"/>
                </a:lnTo>
                <a:lnTo>
                  <a:pt x="1327" y="8467"/>
                </a:lnTo>
                <a:lnTo>
                  <a:pt x="1320" y="8479"/>
                </a:lnTo>
                <a:cubicBezTo>
                  <a:pt x="1309" y="8490"/>
                  <a:pt x="1297" y="8495"/>
                  <a:pt x="1287" y="8503"/>
                </a:cubicBezTo>
                <a:cubicBezTo>
                  <a:pt x="1242" y="8540"/>
                  <a:pt x="1170" y="8652"/>
                  <a:pt x="1096" y="8780"/>
                </a:cubicBezTo>
                <a:lnTo>
                  <a:pt x="1086" y="8792"/>
                </a:lnTo>
                <a:cubicBezTo>
                  <a:pt x="1085" y="8794"/>
                  <a:pt x="1084" y="8796"/>
                  <a:pt x="1084" y="8798"/>
                </a:cubicBezTo>
                <a:cubicBezTo>
                  <a:pt x="1083" y="8801"/>
                  <a:pt x="1083" y="8803"/>
                  <a:pt x="1082" y="8804"/>
                </a:cubicBezTo>
                <a:lnTo>
                  <a:pt x="1071" y="8829"/>
                </a:lnTo>
                <a:cubicBezTo>
                  <a:pt x="989" y="8974"/>
                  <a:pt x="911" y="9129"/>
                  <a:pt x="872" y="9226"/>
                </a:cubicBezTo>
                <a:cubicBezTo>
                  <a:pt x="768" y="9487"/>
                  <a:pt x="615" y="9945"/>
                  <a:pt x="572" y="10551"/>
                </a:cubicBezTo>
                <a:cubicBezTo>
                  <a:pt x="542" y="10987"/>
                  <a:pt x="555" y="11357"/>
                  <a:pt x="596" y="11768"/>
                </a:cubicBezTo>
                <a:cubicBezTo>
                  <a:pt x="648" y="12294"/>
                  <a:pt x="716" y="12705"/>
                  <a:pt x="792" y="13118"/>
                </a:cubicBezTo>
                <a:cubicBezTo>
                  <a:pt x="819" y="13264"/>
                  <a:pt x="941" y="13851"/>
                  <a:pt x="970" y="13973"/>
                </a:cubicBezTo>
                <a:cubicBezTo>
                  <a:pt x="1073" y="14409"/>
                  <a:pt x="1192" y="14827"/>
                  <a:pt x="1316" y="15178"/>
                </a:cubicBezTo>
                <a:cubicBezTo>
                  <a:pt x="1319" y="15185"/>
                  <a:pt x="1322" y="15194"/>
                  <a:pt x="1325" y="15202"/>
                </a:cubicBezTo>
                <a:lnTo>
                  <a:pt x="1329" y="15214"/>
                </a:lnTo>
                <a:lnTo>
                  <a:pt x="1337" y="15238"/>
                </a:lnTo>
                <a:lnTo>
                  <a:pt x="1338" y="15244"/>
                </a:lnTo>
                <a:lnTo>
                  <a:pt x="1340" y="15250"/>
                </a:lnTo>
                <a:lnTo>
                  <a:pt x="1344" y="15250"/>
                </a:lnTo>
                <a:cubicBezTo>
                  <a:pt x="1360" y="15294"/>
                  <a:pt x="1375" y="15337"/>
                  <a:pt x="1386" y="15368"/>
                </a:cubicBezTo>
                <a:cubicBezTo>
                  <a:pt x="1398" y="15399"/>
                  <a:pt x="1405" y="15419"/>
                  <a:pt x="1405" y="15419"/>
                </a:cubicBezTo>
                <a:cubicBezTo>
                  <a:pt x="1405" y="15419"/>
                  <a:pt x="1406" y="15479"/>
                  <a:pt x="1408" y="15571"/>
                </a:cubicBezTo>
                <a:cubicBezTo>
                  <a:pt x="1410" y="15663"/>
                  <a:pt x="1413" y="15787"/>
                  <a:pt x="1416" y="15913"/>
                </a:cubicBezTo>
                <a:lnTo>
                  <a:pt x="1416" y="15937"/>
                </a:lnTo>
                <a:cubicBezTo>
                  <a:pt x="1416" y="15946"/>
                  <a:pt x="1416" y="15953"/>
                  <a:pt x="1417" y="15961"/>
                </a:cubicBezTo>
                <a:cubicBezTo>
                  <a:pt x="1417" y="15968"/>
                  <a:pt x="1417" y="15976"/>
                  <a:pt x="1418" y="15985"/>
                </a:cubicBezTo>
                <a:lnTo>
                  <a:pt x="1418" y="16009"/>
                </a:lnTo>
                <a:cubicBezTo>
                  <a:pt x="1420" y="16111"/>
                  <a:pt x="1422" y="16214"/>
                  <a:pt x="1424" y="16298"/>
                </a:cubicBezTo>
                <a:cubicBezTo>
                  <a:pt x="1435" y="16697"/>
                  <a:pt x="1458" y="17045"/>
                  <a:pt x="1523" y="17202"/>
                </a:cubicBezTo>
                <a:cubicBezTo>
                  <a:pt x="1563" y="17298"/>
                  <a:pt x="1610" y="17283"/>
                  <a:pt x="1652" y="17238"/>
                </a:cubicBezTo>
                <a:cubicBezTo>
                  <a:pt x="1688" y="17199"/>
                  <a:pt x="1711" y="17112"/>
                  <a:pt x="1726" y="16937"/>
                </a:cubicBezTo>
                <a:cubicBezTo>
                  <a:pt x="1732" y="16871"/>
                  <a:pt x="1744" y="16664"/>
                  <a:pt x="1745" y="16587"/>
                </a:cubicBezTo>
                <a:cubicBezTo>
                  <a:pt x="1746" y="16553"/>
                  <a:pt x="1745" y="16516"/>
                  <a:pt x="1745" y="16479"/>
                </a:cubicBezTo>
                <a:lnTo>
                  <a:pt x="1745" y="16455"/>
                </a:lnTo>
                <a:lnTo>
                  <a:pt x="1745" y="16443"/>
                </a:lnTo>
                <a:cubicBezTo>
                  <a:pt x="1746" y="16395"/>
                  <a:pt x="1746" y="16349"/>
                  <a:pt x="1747" y="16309"/>
                </a:cubicBezTo>
                <a:cubicBezTo>
                  <a:pt x="1747" y="16269"/>
                  <a:pt x="1747" y="16236"/>
                  <a:pt x="1747" y="16214"/>
                </a:cubicBezTo>
                <a:lnTo>
                  <a:pt x="1747" y="16190"/>
                </a:lnTo>
                <a:lnTo>
                  <a:pt x="1747" y="16178"/>
                </a:lnTo>
                <a:cubicBezTo>
                  <a:pt x="1747" y="16178"/>
                  <a:pt x="1761" y="16197"/>
                  <a:pt x="1782" y="16224"/>
                </a:cubicBezTo>
                <a:cubicBezTo>
                  <a:pt x="1803" y="16252"/>
                  <a:pt x="1831" y="16288"/>
                  <a:pt x="1859" y="16322"/>
                </a:cubicBezTo>
                <a:lnTo>
                  <a:pt x="1868" y="16334"/>
                </a:lnTo>
                <a:lnTo>
                  <a:pt x="1869" y="16334"/>
                </a:lnTo>
                <a:lnTo>
                  <a:pt x="1870" y="16334"/>
                </a:lnTo>
                <a:lnTo>
                  <a:pt x="1874" y="16346"/>
                </a:lnTo>
                <a:cubicBezTo>
                  <a:pt x="1891" y="16365"/>
                  <a:pt x="1908" y="16379"/>
                  <a:pt x="1923" y="16394"/>
                </a:cubicBezTo>
                <a:cubicBezTo>
                  <a:pt x="2127" y="16610"/>
                  <a:pt x="2349" y="16623"/>
                  <a:pt x="2542" y="16491"/>
                </a:cubicBezTo>
                <a:cubicBezTo>
                  <a:pt x="2826" y="16293"/>
                  <a:pt x="3156" y="15702"/>
                  <a:pt x="3370" y="14648"/>
                </a:cubicBezTo>
                <a:cubicBezTo>
                  <a:pt x="3428" y="14364"/>
                  <a:pt x="3526" y="13693"/>
                  <a:pt x="3567" y="13274"/>
                </a:cubicBezTo>
                <a:cubicBezTo>
                  <a:pt x="3591" y="13030"/>
                  <a:pt x="3612" y="12790"/>
                  <a:pt x="3635" y="12491"/>
                </a:cubicBezTo>
                <a:cubicBezTo>
                  <a:pt x="3637" y="12461"/>
                  <a:pt x="3646" y="12322"/>
                  <a:pt x="3654" y="12163"/>
                </a:cubicBezTo>
                <a:cubicBezTo>
                  <a:pt x="3663" y="12005"/>
                  <a:pt x="3672" y="11827"/>
                  <a:pt x="3675" y="11720"/>
                </a:cubicBezTo>
                <a:cubicBezTo>
                  <a:pt x="3676" y="11692"/>
                  <a:pt x="3677" y="11606"/>
                  <a:pt x="3679" y="11491"/>
                </a:cubicBezTo>
                <a:cubicBezTo>
                  <a:pt x="3681" y="11376"/>
                  <a:pt x="3683" y="11230"/>
                  <a:pt x="3685" y="11081"/>
                </a:cubicBezTo>
                <a:lnTo>
                  <a:pt x="3685" y="11057"/>
                </a:lnTo>
                <a:cubicBezTo>
                  <a:pt x="3686" y="10968"/>
                  <a:pt x="3687" y="10879"/>
                  <a:pt x="3687" y="10795"/>
                </a:cubicBezTo>
                <a:cubicBezTo>
                  <a:pt x="3687" y="10710"/>
                  <a:pt x="3687" y="10631"/>
                  <a:pt x="3685" y="10563"/>
                </a:cubicBezTo>
                <a:cubicBezTo>
                  <a:pt x="3686" y="10530"/>
                  <a:pt x="3685" y="10483"/>
                  <a:pt x="3685" y="10430"/>
                </a:cubicBezTo>
                <a:cubicBezTo>
                  <a:pt x="3684" y="10378"/>
                  <a:pt x="3683" y="10319"/>
                  <a:pt x="3681" y="10262"/>
                </a:cubicBezTo>
                <a:lnTo>
                  <a:pt x="3679" y="10226"/>
                </a:lnTo>
                <a:cubicBezTo>
                  <a:pt x="3677" y="10157"/>
                  <a:pt x="3675" y="10091"/>
                  <a:pt x="3674" y="10038"/>
                </a:cubicBezTo>
                <a:cubicBezTo>
                  <a:pt x="3672" y="9985"/>
                  <a:pt x="3671" y="9944"/>
                  <a:pt x="3670" y="9925"/>
                </a:cubicBezTo>
                <a:cubicBezTo>
                  <a:pt x="3669" y="9917"/>
                  <a:pt x="3661" y="9722"/>
                  <a:pt x="3656" y="9588"/>
                </a:cubicBezTo>
                <a:cubicBezTo>
                  <a:pt x="3653" y="9529"/>
                  <a:pt x="3645" y="9411"/>
                  <a:pt x="3637" y="9286"/>
                </a:cubicBezTo>
                <a:lnTo>
                  <a:pt x="3635" y="9250"/>
                </a:lnTo>
                <a:cubicBezTo>
                  <a:pt x="3624" y="9095"/>
                  <a:pt x="3613" y="8943"/>
                  <a:pt x="3609" y="8901"/>
                </a:cubicBezTo>
                <a:cubicBezTo>
                  <a:pt x="3587" y="8671"/>
                  <a:pt x="3574" y="8473"/>
                  <a:pt x="3556" y="8274"/>
                </a:cubicBezTo>
                <a:cubicBezTo>
                  <a:pt x="3484" y="7446"/>
                  <a:pt x="3332" y="6401"/>
                  <a:pt x="3212" y="5720"/>
                </a:cubicBezTo>
                <a:cubicBezTo>
                  <a:pt x="3150" y="5368"/>
                  <a:pt x="3064" y="4930"/>
                  <a:pt x="2998" y="4624"/>
                </a:cubicBezTo>
                <a:cubicBezTo>
                  <a:pt x="2983" y="4551"/>
                  <a:pt x="2927" y="4312"/>
                  <a:pt x="2870" y="4070"/>
                </a:cubicBezTo>
                <a:lnTo>
                  <a:pt x="2861" y="4046"/>
                </a:lnTo>
                <a:cubicBezTo>
                  <a:pt x="2860" y="4043"/>
                  <a:pt x="2860" y="4038"/>
                  <a:pt x="2860" y="4034"/>
                </a:cubicBezTo>
                <a:cubicBezTo>
                  <a:pt x="2860" y="4029"/>
                  <a:pt x="2860" y="4024"/>
                  <a:pt x="2859" y="4022"/>
                </a:cubicBezTo>
                <a:lnTo>
                  <a:pt x="2850" y="3998"/>
                </a:lnTo>
                <a:cubicBezTo>
                  <a:pt x="2796" y="3772"/>
                  <a:pt x="2746" y="3551"/>
                  <a:pt x="2730" y="3492"/>
                </a:cubicBezTo>
                <a:cubicBezTo>
                  <a:pt x="2620" y="3081"/>
                  <a:pt x="2423" y="2460"/>
                  <a:pt x="2299" y="2118"/>
                </a:cubicBezTo>
                <a:cubicBezTo>
                  <a:pt x="2126" y="1643"/>
                  <a:pt x="1890" y="1116"/>
                  <a:pt x="1709" y="805"/>
                </a:cubicBezTo>
                <a:cubicBezTo>
                  <a:pt x="1394" y="259"/>
                  <a:pt x="1086" y="-60"/>
                  <a:pt x="760" y="10"/>
                </a:cubicBezTo>
                <a:close/>
                <a:moveTo>
                  <a:pt x="4165" y="1395"/>
                </a:moveTo>
                <a:cubicBezTo>
                  <a:pt x="4093" y="1445"/>
                  <a:pt x="4023" y="1560"/>
                  <a:pt x="3966" y="1696"/>
                </a:cubicBezTo>
                <a:cubicBezTo>
                  <a:pt x="3846" y="1987"/>
                  <a:pt x="3736" y="2412"/>
                  <a:pt x="3651" y="2925"/>
                </a:cubicBezTo>
                <a:cubicBezTo>
                  <a:pt x="3567" y="3433"/>
                  <a:pt x="3503" y="4082"/>
                  <a:pt x="3510" y="4781"/>
                </a:cubicBezTo>
                <a:cubicBezTo>
                  <a:pt x="3512" y="5005"/>
                  <a:pt x="3528" y="5352"/>
                  <a:pt x="3548" y="5552"/>
                </a:cubicBezTo>
                <a:cubicBezTo>
                  <a:pt x="3565" y="5720"/>
                  <a:pt x="3594" y="5893"/>
                  <a:pt x="3601" y="6070"/>
                </a:cubicBezTo>
                <a:cubicBezTo>
                  <a:pt x="3605" y="6175"/>
                  <a:pt x="3602" y="6319"/>
                  <a:pt x="3603" y="6443"/>
                </a:cubicBezTo>
                <a:cubicBezTo>
                  <a:pt x="3604" y="6728"/>
                  <a:pt x="3627" y="7013"/>
                  <a:pt x="3664" y="7202"/>
                </a:cubicBezTo>
                <a:cubicBezTo>
                  <a:pt x="3691" y="7337"/>
                  <a:pt x="3715" y="7331"/>
                  <a:pt x="3742" y="7214"/>
                </a:cubicBezTo>
                <a:cubicBezTo>
                  <a:pt x="3750" y="7183"/>
                  <a:pt x="3761" y="7108"/>
                  <a:pt x="3768" y="7046"/>
                </a:cubicBezTo>
                <a:cubicBezTo>
                  <a:pt x="3780" y="6930"/>
                  <a:pt x="3791" y="6775"/>
                  <a:pt x="3801" y="6708"/>
                </a:cubicBezTo>
                <a:cubicBezTo>
                  <a:pt x="3802" y="6704"/>
                  <a:pt x="3805" y="6706"/>
                  <a:pt x="3808" y="6713"/>
                </a:cubicBezTo>
                <a:cubicBezTo>
                  <a:pt x="3811" y="6720"/>
                  <a:pt x="3815" y="6731"/>
                  <a:pt x="3818" y="6744"/>
                </a:cubicBezTo>
                <a:cubicBezTo>
                  <a:pt x="3820" y="6749"/>
                  <a:pt x="3823" y="6756"/>
                  <a:pt x="3828" y="6765"/>
                </a:cubicBezTo>
                <a:cubicBezTo>
                  <a:pt x="3833" y="6773"/>
                  <a:pt x="3839" y="6783"/>
                  <a:pt x="3846" y="6793"/>
                </a:cubicBezTo>
                <a:lnTo>
                  <a:pt x="3850" y="6805"/>
                </a:lnTo>
                <a:cubicBezTo>
                  <a:pt x="3856" y="6813"/>
                  <a:pt x="3863" y="6822"/>
                  <a:pt x="3868" y="6828"/>
                </a:cubicBezTo>
                <a:cubicBezTo>
                  <a:pt x="3874" y="6835"/>
                  <a:pt x="3879" y="6839"/>
                  <a:pt x="3882" y="6841"/>
                </a:cubicBezTo>
                <a:cubicBezTo>
                  <a:pt x="3906" y="6850"/>
                  <a:pt x="3931" y="6889"/>
                  <a:pt x="3956" y="6901"/>
                </a:cubicBezTo>
                <a:cubicBezTo>
                  <a:pt x="4037" y="6943"/>
                  <a:pt x="4148" y="6795"/>
                  <a:pt x="4220" y="6636"/>
                </a:cubicBezTo>
                <a:cubicBezTo>
                  <a:pt x="4383" y="6272"/>
                  <a:pt x="4509" y="5740"/>
                  <a:pt x="4636" y="4997"/>
                </a:cubicBezTo>
                <a:cubicBezTo>
                  <a:pt x="4711" y="4566"/>
                  <a:pt x="4776" y="3860"/>
                  <a:pt x="4752" y="3214"/>
                </a:cubicBezTo>
                <a:cubicBezTo>
                  <a:pt x="4740" y="2893"/>
                  <a:pt x="4715" y="2675"/>
                  <a:pt x="4668" y="2443"/>
                </a:cubicBezTo>
                <a:cubicBezTo>
                  <a:pt x="4645" y="2329"/>
                  <a:pt x="4587" y="2158"/>
                  <a:pt x="4547" y="2118"/>
                </a:cubicBezTo>
                <a:cubicBezTo>
                  <a:pt x="4545" y="2116"/>
                  <a:pt x="4541" y="2108"/>
                  <a:pt x="4539" y="2106"/>
                </a:cubicBezTo>
                <a:lnTo>
                  <a:pt x="4535" y="2106"/>
                </a:lnTo>
                <a:cubicBezTo>
                  <a:pt x="4530" y="2102"/>
                  <a:pt x="4527" y="2100"/>
                  <a:pt x="4523" y="2096"/>
                </a:cubicBezTo>
                <a:cubicBezTo>
                  <a:pt x="4520" y="2093"/>
                  <a:pt x="4518" y="2089"/>
                  <a:pt x="4516" y="2082"/>
                </a:cubicBezTo>
                <a:cubicBezTo>
                  <a:pt x="4510" y="2060"/>
                  <a:pt x="4505" y="2005"/>
                  <a:pt x="4499" y="1961"/>
                </a:cubicBezTo>
                <a:cubicBezTo>
                  <a:pt x="4470" y="1755"/>
                  <a:pt x="4413" y="1559"/>
                  <a:pt x="4372" y="1480"/>
                </a:cubicBezTo>
                <a:cubicBezTo>
                  <a:pt x="4310" y="1356"/>
                  <a:pt x="4236" y="1345"/>
                  <a:pt x="4165" y="1395"/>
                </a:cubicBezTo>
                <a:close/>
                <a:moveTo>
                  <a:pt x="4038" y="2877"/>
                </a:moveTo>
                <a:cubicBezTo>
                  <a:pt x="4038" y="2877"/>
                  <a:pt x="4012" y="2997"/>
                  <a:pt x="3990" y="3106"/>
                </a:cubicBezTo>
                <a:cubicBezTo>
                  <a:pt x="3916" y="3465"/>
                  <a:pt x="3817" y="4050"/>
                  <a:pt x="3763" y="4467"/>
                </a:cubicBezTo>
                <a:cubicBezTo>
                  <a:pt x="3757" y="4521"/>
                  <a:pt x="3749" y="4580"/>
                  <a:pt x="3742" y="4636"/>
                </a:cubicBezTo>
                <a:lnTo>
                  <a:pt x="3740" y="4660"/>
                </a:lnTo>
                <a:cubicBezTo>
                  <a:pt x="3729" y="4750"/>
                  <a:pt x="3719" y="4834"/>
                  <a:pt x="3711" y="4896"/>
                </a:cubicBezTo>
                <a:cubicBezTo>
                  <a:pt x="3703" y="4958"/>
                  <a:pt x="3698" y="4997"/>
                  <a:pt x="3698" y="4997"/>
                </a:cubicBezTo>
                <a:cubicBezTo>
                  <a:pt x="3698" y="4997"/>
                  <a:pt x="3692" y="4908"/>
                  <a:pt x="3687" y="4841"/>
                </a:cubicBezTo>
                <a:cubicBezTo>
                  <a:pt x="3654" y="4366"/>
                  <a:pt x="3728" y="3832"/>
                  <a:pt x="3795" y="3504"/>
                </a:cubicBezTo>
                <a:cubicBezTo>
                  <a:pt x="3836" y="3303"/>
                  <a:pt x="3917" y="2987"/>
                  <a:pt x="3973" y="2925"/>
                </a:cubicBezTo>
                <a:cubicBezTo>
                  <a:pt x="3996" y="2898"/>
                  <a:pt x="4038" y="2877"/>
                  <a:pt x="4038" y="2877"/>
                </a:cubicBezTo>
                <a:close/>
                <a:moveTo>
                  <a:pt x="4410" y="3082"/>
                </a:moveTo>
                <a:cubicBezTo>
                  <a:pt x="4462" y="2994"/>
                  <a:pt x="4484" y="2982"/>
                  <a:pt x="4524" y="3082"/>
                </a:cubicBezTo>
                <a:cubicBezTo>
                  <a:pt x="4556" y="3158"/>
                  <a:pt x="4579" y="3325"/>
                  <a:pt x="4583" y="3540"/>
                </a:cubicBezTo>
                <a:cubicBezTo>
                  <a:pt x="4597" y="4206"/>
                  <a:pt x="4463" y="4767"/>
                  <a:pt x="4372" y="5058"/>
                </a:cubicBezTo>
                <a:cubicBezTo>
                  <a:pt x="4279" y="5351"/>
                  <a:pt x="4181" y="5522"/>
                  <a:pt x="4074" y="5564"/>
                </a:cubicBezTo>
                <a:cubicBezTo>
                  <a:pt x="4059" y="5569"/>
                  <a:pt x="4035" y="5575"/>
                  <a:pt x="4011" y="5576"/>
                </a:cubicBezTo>
                <a:lnTo>
                  <a:pt x="4006" y="5576"/>
                </a:lnTo>
                <a:cubicBezTo>
                  <a:pt x="4005" y="5576"/>
                  <a:pt x="4004" y="5576"/>
                  <a:pt x="4002" y="5576"/>
                </a:cubicBezTo>
                <a:cubicBezTo>
                  <a:pt x="4001" y="5576"/>
                  <a:pt x="3999" y="5576"/>
                  <a:pt x="3998" y="5576"/>
                </a:cubicBezTo>
                <a:lnTo>
                  <a:pt x="3994" y="5576"/>
                </a:lnTo>
                <a:cubicBezTo>
                  <a:pt x="3975" y="5574"/>
                  <a:pt x="3957" y="5572"/>
                  <a:pt x="3943" y="5565"/>
                </a:cubicBezTo>
                <a:cubicBezTo>
                  <a:pt x="3930" y="5558"/>
                  <a:pt x="3921" y="5546"/>
                  <a:pt x="3920" y="5528"/>
                </a:cubicBezTo>
                <a:cubicBezTo>
                  <a:pt x="3919" y="5519"/>
                  <a:pt x="3921" y="5500"/>
                  <a:pt x="3923" y="5474"/>
                </a:cubicBezTo>
                <a:cubicBezTo>
                  <a:pt x="3926" y="5448"/>
                  <a:pt x="3930" y="5416"/>
                  <a:pt x="3935" y="5383"/>
                </a:cubicBezTo>
                <a:cubicBezTo>
                  <a:pt x="3949" y="5276"/>
                  <a:pt x="3969" y="5125"/>
                  <a:pt x="3987" y="4985"/>
                </a:cubicBezTo>
                <a:cubicBezTo>
                  <a:pt x="4068" y="4394"/>
                  <a:pt x="4215" y="3645"/>
                  <a:pt x="4319" y="3299"/>
                </a:cubicBezTo>
                <a:cubicBezTo>
                  <a:pt x="4355" y="3182"/>
                  <a:pt x="4372" y="3146"/>
                  <a:pt x="4410" y="3082"/>
                </a:cubicBezTo>
                <a:close/>
                <a:moveTo>
                  <a:pt x="17009" y="5660"/>
                </a:moveTo>
                <a:cubicBezTo>
                  <a:pt x="16888" y="5660"/>
                  <a:pt x="16807" y="6111"/>
                  <a:pt x="16807" y="6793"/>
                </a:cubicBezTo>
                <a:cubicBezTo>
                  <a:pt x="16807" y="7474"/>
                  <a:pt x="16888" y="7937"/>
                  <a:pt x="17009" y="7937"/>
                </a:cubicBezTo>
                <a:cubicBezTo>
                  <a:pt x="17131" y="7937"/>
                  <a:pt x="17214" y="7474"/>
                  <a:pt x="17214" y="6793"/>
                </a:cubicBezTo>
                <a:cubicBezTo>
                  <a:pt x="17214" y="6111"/>
                  <a:pt x="17131" y="5660"/>
                  <a:pt x="17009" y="5660"/>
                </a:cubicBezTo>
                <a:close/>
                <a:moveTo>
                  <a:pt x="18647" y="5660"/>
                </a:moveTo>
                <a:cubicBezTo>
                  <a:pt x="18525" y="5660"/>
                  <a:pt x="18444" y="6111"/>
                  <a:pt x="18444" y="6793"/>
                </a:cubicBezTo>
                <a:cubicBezTo>
                  <a:pt x="18444" y="7474"/>
                  <a:pt x="18525" y="7937"/>
                  <a:pt x="18647" y="7937"/>
                </a:cubicBezTo>
                <a:cubicBezTo>
                  <a:pt x="18769" y="7937"/>
                  <a:pt x="18852" y="7474"/>
                  <a:pt x="18852" y="6793"/>
                </a:cubicBezTo>
                <a:cubicBezTo>
                  <a:pt x="18852" y="6111"/>
                  <a:pt x="18769" y="5660"/>
                  <a:pt x="18647" y="5660"/>
                </a:cubicBezTo>
                <a:close/>
                <a:moveTo>
                  <a:pt x="11893" y="5817"/>
                </a:moveTo>
                <a:lnTo>
                  <a:pt x="11893" y="9527"/>
                </a:lnTo>
                <a:cubicBezTo>
                  <a:pt x="11796" y="8923"/>
                  <a:pt x="11660" y="8576"/>
                  <a:pt x="11502" y="8576"/>
                </a:cubicBezTo>
                <a:cubicBezTo>
                  <a:pt x="11180" y="8576"/>
                  <a:pt x="10949" y="10003"/>
                  <a:pt x="10949" y="12021"/>
                </a:cubicBezTo>
                <a:cubicBezTo>
                  <a:pt x="10949" y="14053"/>
                  <a:pt x="11180" y="15479"/>
                  <a:pt x="11502" y="15479"/>
                </a:cubicBezTo>
                <a:cubicBezTo>
                  <a:pt x="11671" y="15479"/>
                  <a:pt x="11815" y="15111"/>
                  <a:pt x="11910" y="14455"/>
                </a:cubicBezTo>
                <a:lnTo>
                  <a:pt x="11912" y="15322"/>
                </a:lnTo>
                <a:lnTo>
                  <a:pt x="12208" y="15322"/>
                </a:lnTo>
                <a:lnTo>
                  <a:pt x="12208" y="5817"/>
                </a:lnTo>
                <a:lnTo>
                  <a:pt x="11893" y="5817"/>
                </a:lnTo>
                <a:close/>
                <a:moveTo>
                  <a:pt x="9981" y="6323"/>
                </a:moveTo>
                <a:lnTo>
                  <a:pt x="9368" y="15322"/>
                </a:lnTo>
                <a:lnTo>
                  <a:pt x="9712" y="15322"/>
                </a:lnTo>
                <a:lnTo>
                  <a:pt x="9824" y="13611"/>
                </a:lnTo>
                <a:lnTo>
                  <a:pt x="10501" y="13611"/>
                </a:lnTo>
                <a:lnTo>
                  <a:pt x="10613" y="15322"/>
                </a:lnTo>
                <a:lnTo>
                  <a:pt x="10955" y="15322"/>
                </a:lnTo>
                <a:lnTo>
                  <a:pt x="10348" y="6323"/>
                </a:lnTo>
                <a:lnTo>
                  <a:pt x="9981" y="6323"/>
                </a:lnTo>
                <a:close/>
                <a:moveTo>
                  <a:pt x="6251" y="6877"/>
                </a:moveTo>
                <a:cubicBezTo>
                  <a:pt x="6235" y="6879"/>
                  <a:pt x="6218" y="6923"/>
                  <a:pt x="6211" y="7082"/>
                </a:cubicBezTo>
                <a:cubicBezTo>
                  <a:pt x="6198" y="7367"/>
                  <a:pt x="6214" y="7666"/>
                  <a:pt x="6217" y="7720"/>
                </a:cubicBezTo>
                <a:lnTo>
                  <a:pt x="6217" y="7732"/>
                </a:lnTo>
                <a:cubicBezTo>
                  <a:pt x="6286" y="9077"/>
                  <a:pt x="6329" y="10146"/>
                  <a:pt x="6355" y="10879"/>
                </a:cubicBezTo>
                <a:cubicBezTo>
                  <a:pt x="6380" y="11612"/>
                  <a:pt x="6388" y="12009"/>
                  <a:pt x="6388" y="12009"/>
                </a:cubicBezTo>
                <a:cubicBezTo>
                  <a:pt x="6388" y="12009"/>
                  <a:pt x="6389" y="12123"/>
                  <a:pt x="6389" y="12240"/>
                </a:cubicBezTo>
                <a:cubicBezTo>
                  <a:pt x="6388" y="12358"/>
                  <a:pt x="6386" y="12478"/>
                  <a:pt x="6378" y="12491"/>
                </a:cubicBezTo>
                <a:cubicBezTo>
                  <a:pt x="6372" y="12515"/>
                  <a:pt x="6366" y="12512"/>
                  <a:pt x="6362" y="12503"/>
                </a:cubicBezTo>
                <a:cubicBezTo>
                  <a:pt x="6357" y="12494"/>
                  <a:pt x="6354" y="12479"/>
                  <a:pt x="6354" y="12479"/>
                </a:cubicBezTo>
                <a:cubicBezTo>
                  <a:pt x="6350" y="12480"/>
                  <a:pt x="6339" y="12395"/>
                  <a:pt x="6324" y="12267"/>
                </a:cubicBezTo>
                <a:cubicBezTo>
                  <a:pt x="6308" y="12139"/>
                  <a:pt x="6289" y="11967"/>
                  <a:pt x="6270" y="11792"/>
                </a:cubicBezTo>
                <a:lnTo>
                  <a:pt x="6263" y="11756"/>
                </a:lnTo>
                <a:cubicBezTo>
                  <a:pt x="6247" y="11611"/>
                  <a:pt x="6232" y="11465"/>
                  <a:pt x="6219" y="11343"/>
                </a:cubicBezTo>
                <a:cubicBezTo>
                  <a:pt x="6205" y="11221"/>
                  <a:pt x="6195" y="11122"/>
                  <a:pt x="6189" y="11069"/>
                </a:cubicBezTo>
                <a:lnTo>
                  <a:pt x="6189" y="11045"/>
                </a:lnTo>
                <a:cubicBezTo>
                  <a:pt x="6189" y="11037"/>
                  <a:pt x="6188" y="11031"/>
                  <a:pt x="6187" y="11027"/>
                </a:cubicBezTo>
                <a:cubicBezTo>
                  <a:pt x="6186" y="11023"/>
                  <a:pt x="6185" y="11021"/>
                  <a:pt x="6185" y="11021"/>
                </a:cubicBezTo>
                <a:lnTo>
                  <a:pt x="6156" y="10744"/>
                </a:lnTo>
                <a:cubicBezTo>
                  <a:pt x="6072" y="9973"/>
                  <a:pt x="6005" y="9454"/>
                  <a:pt x="5959" y="9129"/>
                </a:cubicBezTo>
                <a:cubicBezTo>
                  <a:pt x="5912" y="8804"/>
                  <a:pt x="5887" y="8672"/>
                  <a:pt x="5887" y="8672"/>
                </a:cubicBezTo>
                <a:cubicBezTo>
                  <a:pt x="5864" y="8546"/>
                  <a:pt x="5803" y="8190"/>
                  <a:pt x="5727" y="8672"/>
                </a:cubicBezTo>
                <a:cubicBezTo>
                  <a:pt x="5651" y="9156"/>
                  <a:pt x="5590" y="10716"/>
                  <a:pt x="5566" y="12178"/>
                </a:cubicBezTo>
                <a:cubicBezTo>
                  <a:pt x="5556" y="12907"/>
                  <a:pt x="5555" y="13479"/>
                  <a:pt x="5561" y="13913"/>
                </a:cubicBezTo>
                <a:cubicBezTo>
                  <a:pt x="5568" y="14346"/>
                  <a:pt x="5581" y="14641"/>
                  <a:pt x="5600" y="14816"/>
                </a:cubicBezTo>
                <a:cubicBezTo>
                  <a:pt x="5620" y="14994"/>
                  <a:pt x="5651" y="15112"/>
                  <a:pt x="5684" y="15148"/>
                </a:cubicBezTo>
                <a:cubicBezTo>
                  <a:pt x="5717" y="15183"/>
                  <a:pt x="5753" y="15137"/>
                  <a:pt x="5786" y="14985"/>
                </a:cubicBezTo>
                <a:cubicBezTo>
                  <a:pt x="5855" y="14682"/>
                  <a:pt x="5840" y="12767"/>
                  <a:pt x="5851" y="11780"/>
                </a:cubicBezTo>
                <a:cubicBezTo>
                  <a:pt x="5862" y="10789"/>
                  <a:pt x="5879" y="10961"/>
                  <a:pt x="5879" y="10961"/>
                </a:cubicBezTo>
                <a:cubicBezTo>
                  <a:pt x="5882" y="10956"/>
                  <a:pt x="5889" y="10995"/>
                  <a:pt x="5897" y="11059"/>
                </a:cubicBezTo>
                <a:cubicBezTo>
                  <a:pt x="5906" y="11124"/>
                  <a:pt x="5916" y="11214"/>
                  <a:pt x="5925" y="11310"/>
                </a:cubicBezTo>
                <a:lnTo>
                  <a:pt x="5927" y="11334"/>
                </a:lnTo>
                <a:lnTo>
                  <a:pt x="5930" y="11371"/>
                </a:lnTo>
                <a:cubicBezTo>
                  <a:pt x="5931" y="11382"/>
                  <a:pt x="5932" y="11391"/>
                  <a:pt x="5933" y="11401"/>
                </a:cubicBezTo>
                <a:cubicBezTo>
                  <a:pt x="5934" y="11410"/>
                  <a:pt x="5935" y="11420"/>
                  <a:pt x="5936" y="11431"/>
                </a:cubicBezTo>
                <a:lnTo>
                  <a:pt x="5938" y="11455"/>
                </a:lnTo>
                <a:cubicBezTo>
                  <a:pt x="5947" y="11551"/>
                  <a:pt x="5956" y="11643"/>
                  <a:pt x="5962" y="11713"/>
                </a:cubicBezTo>
                <a:cubicBezTo>
                  <a:pt x="5969" y="11784"/>
                  <a:pt x="5973" y="11832"/>
                  <a:pt x="5974" y="11840"/>
                </a:cubicBezTo>
                <a:cubicBezTo>
                  <a:pt x="5974" y="11840"/>
                  <a:pt x="6183" y="14275"/>
                  <a:pt x="6314" y="14635"/>
                </a:cubicBezTo>
                <a:cubicBezTo>
                  <a:pt x="6447" y="14995"/>
                  <a:pt x="6553" y="14419"/>
                  <a:pt x="6593" y="13877"/>
                </a:cubicBezTo>
                <a:cubicBezTo>
                  <a:pt x="6634" y="13331"/>
                  <a:pt x="6703" y="11528"/>
                  <a:pt x="6599" y="9527"/>
                </a:cubicBezTo>
                <a:cubicBezTo>
                  <a:pt x="6495" y="7528"/>
                  <a:pt x="6280" y="6913"/>
                  <a:pt x="6280" y="6913"/>
                </a:cubicBezTo>
                <a:cubicBezTo>
                  <a:pt x="6280" y="6913"/>
                  <a:pt x="6266" y="6874"/>
                  <a:pt x="6251" y="6877"/>
                </a:cubicBezTo>
                <a:close/>
                <a:moveTo>
                  <a:pt x="15995" y="7166"/>
                </a:moveTo>
                <a:lnTo>
                  <a:pt x="15995" y="12925"/>
                </a:lnTo>
                <a:cubicBezTo>
                  <a:pt x="15995" y="13690"/>
                  <a:pt x="16031" y="14295"/>
                  <a:pt x="16099" y="14709"/>
                </a:cubicBezTo>
                <a:cubicBezTo>
                  <a:pt x="16167" y="15123"/>
                  <a:pt x="16268" y="15346"/>
                  <a:pt x="16399" y="15346"/>
                </a:cubicBezTo>
                <a:lnTo>
                  <a:pt x="16673" y="15346"/>
                </a:lnTo>
                <a:lnTo>
                  <a:pt x="16673" y="13708"/>
                </a:lnTo>
                <a:lnTo>
                  <a:pt x="16452" y="13708"/>
                </a:lnTo>
                <a:cubicBezTo>
                  <a:pt x="16404" y="13708"/>
                  <a:pt x="16369" y="13627"/>
                  <a:pt x="16346" y="13471"/>
                </a:cubicBezTo>
                <a:cubicBezTo>
                  <a:pt x="16323" y="13314"/>
                  <a:pt x="16312" y="13082"/>
                  <a:pt x="16312" y="12780"/>
                </a:cubicBezTo>
                <a:lnTo>
                  <a:pt x="16312" y="10359"/>
                </a:lnTo>
                <a:lnTo>
                  <a:pt x="16614" y="10359"/>
                </a:lnTo>
                <a:lnTo>
                  <a:pt x="16614" y="8732"/>
                </a:lnTo>
                <a:lnTo>
                  <a:pt x="16312" y="8732"/>
                </a:lnTo>
                <a:lnTo>
                  <a:pt x="16312" y="7166"/>
                </a:lnTo>
                <a:lnTo>
                  <a:pt x="15995" y="7166"/>
                </a:lnTo>
                <a:close/>
                <a:moveTo>
                  <a:pt x="8263" y="7696"/>
                </a:moveTo>
                <a:cubicBezTo>
                  <a:pt x="8250" y="7664"/>
                  <a:pt x="8233" y="7697"/>
                  <a:pt x="8220" y="7738"/>
                </a:cubicBezTo>
                <a:cubicBezTo>
                  <a:pt x="8206" y="7779"/>
                  <a:pt x="8195" y="7829"/>
                  <a:pt x="8195" y="7829"/>
                </a:cubicBezTo>
                <a:cubicBezTo>
                  <a:pt x="8018" y="8732"/>
                  <a:pt x="7918" y="9686"/>
                  <a:pt x="7862" y="10415"/>
                </a:cubicBezTo>
                <a:cubicBezTo>
                  <a:pt x="7806" y="11144"/>
                  <a:pt x="7793" y="11648"/>
                  <a:pt x="7793" y="11648"/>
                </a:cubicBezTo>
                <a:cubicBezTo>
                  <a:pt x="7777" y="12187"/>
                  <a:pt x="7778" y="12645"/>
                  <a:pt x="7791" y="13034"/>
                </a:cubicBezTo>
                <a:cubicBezTo>
                  <a:pt x="7804" y="13423"/>
                  <a:pt x="7828" y="13744"/>
                  <a:pt x="7857" y="14009"/>
                </a:cubicBezTo>
                <a:cubicBezTo>
                  <a:pt x="7759" y="15201"/>
                  <a:pt x="7685" y="16318"/>
                  <a:pt x="7639" y="17291"/>
                </a:cubicBezTo>
                <a:cubicBezTo>
                  <a:pt x="7594" y="18264"/>
                  <a:pt x="7576" y="19093"/>
                  <a:pt x="7588" y="19708"/>
                </a:cubicBezTo>
                <a:cubicBezTo>
                  <a:pt x="7600" y="20175"/>
                  <a:pt x="7636" y="20576"/>
                  <a:pt x="7677" y="20878"/>
                </a:cubicBezTo>
                <a:cubicBezTo>
                  <a:pt x="7719" y="21180"/>
                  <a:pt x="7766" y="21383"/>
                  <a:pt x="7802" y="21454"/>
                </a:cubicBezTo>
                <a:cubicBezTo>
                  <a:pt x="7838" y="21540"/>
                  <a:pt x="7859" y="21462"/>
                  <a:pt x="7871" y="21362"/>
                </a:cubicBezTo>
                <a:cubicBezTo>
                  <a:pt x="7883" y="21262"/>
                  <a:pt x="7886" y="21141"/>
                  <a:pt x="7886" y="21141"/>
                </a:cubicBezTo>
                <a:cubicBezTo>
                  <a:pt x="7916" y="19870"/>
                  <a:pt x="7956" y="18808"/>
                  <a:pt x="8004" y="17854"/>
                </a:cubicBezTo>
                <a:cubicBezTo>
                  <a:pt x="8053" y="16900"/>
                  <a:pt x="8109" y="16054"/>
                  <a:pt x="8170" y="15214"/>
                </a:cubicBezTo>
                <a:cubicBezTo>
                  <a:pt x="8538" y="15696"/>
                  <a:pt x="8813" y="13660"/>
                  <a:pt x="8911" y="12684"/>
                </a:cubicBezTo>
                <a:cubicBezTo>
                  <a:pt x="8969" y="12098"/>
                  <a:pt x="9000" y="11311"/>
                  <a:pt x="9000" y="10575"/>
                </a:cubicBezTo>
                <a:cubicBezTo>
                  <a:pt x="9000" y="9737"/>
                  <a:pt x="8961" y="8957"/>
                  <a:pt x="8873" y="8600"/>
                </a:cubicBezTo>
                <a:cubicBezTo>
                  <a:pt x="8743" y="8083"/>
                  <a:pt x="8572" y="8645"/>
                  <a:pt x="8411" y="9538"/>
                </a:cubicBezTo>
                <a:cubicBezTo>
                  <a:pt x="8249" y="10430"/>
                  <a:pt x="8097" y="11655"/>
                  <a:pt x="8005" y="12467"/>
                </a:cubicBezTo>
                <a:cubicBezTo>
                  <a:pt x="7991" y="12054"/>
                  <a:pt x="8009" y="11584"/>
                  <a:pt x="8030" y="11217"/>
                </a:cubicBezTo>
                <a:cubicBezTo>
                  <a:pt x="8052" y="10851"/>
                  <a:pt x="8077" y="10588"/>
                  <a:pt x="8077" y="10588"/>
                </a:cubicBezTo>
                <a:cubicBezTo>
                  <a:pt x="8077" y="10588"/>
                  <a:pt x="8088" y="10475"/>
                  <a:pt x="8105" y="10304"/>
                </a:cubicBezTo>
                <a:cubicBezTo>
                  <a:pt x="8122" y="10134"/>
                  <a:pt x="8145" y="9905"/>
                  <a:pt x="8167" y="9672"/>
                </a:cubicBezTo>
                <a:lnTo>
                  <a:pt x="8172" y="9624"/>
                </a:lnTo>
                <a:lnTo>
                  <a:pt x="8178" y="9563"/>
                </a:lnTo>
                <a:cubicBezTo>
                  <a:pt x="8196" y="9382"/>
                  <a:pt x="8213" y="9205"/>
                  <a:pt x="8227" y="9056"/>
                </a:cubicBezTo>
                <a:cubicBezTo>
                  <a:pt x="8241" y="8907"/>
                  <a:pt x="8252" y="8786"/>
                  <a:pt x="8256" y="8720"/>
                </a:cubicBezTo>
                <a:cubicBezTo>
                  <a:pt x="8267" y="8562"/>
                  <a:pt x="8275" y="8322"/>
                  <a:pt x="8278" y="8114"/>
                </a:cubicBezTo>
                <a:cubicBezTo>
                  <a:pt x="8280" y="7905"/>
                  <a:pt x="8276" y="7728"/>
                  <a:pt x="8263" y="7696"/>
                </a:cubicBezTo>
                <a:close/>
                <a:moveTo>
                  <a:pt x="5133" y="7877"/>
                </a:moveTo>
                <a:cubicBezTo>
                  <a:pt x="5013" y="7824"/>
                  <a:pt x="4893" y="7860"/>
                  <a:pt x="4801" y="7925"/>
                </a:cubicBezTo>
                <a:cubicBezTo>
                  <a:pt x="4611" y="8059"/>
                  <a:pt x="4358" y="8398"/>
                  <a:pt x="4249" y="9286"/>
                </a:cubicBezTo>
                <a:cubicBezTo>
                  <a:pt x="4208" y="9625"/>
                  <a:pt x="4184" y="10139"/>
                  <a:pt x="4203" y="10563"/>
                </a:cubicBezTo>
                <a:cubicBezTo>
                  <a:pt x="4214" y="10799"/>
                  <a:pt x="4251" y="11011"/>
                  <a:pt x="4288" y="11106"/>
                </a:cubicBezTo>
                <a:cubicBezTo>
                  <a:pt x="4324" y="11200"/>
                  <a:pt x="4370" y="11252"/>
                  <a:pt x="4412" y="11286"/>
                </a:cubicBezTo>
                <a:cubicBezTo>
                  <a:pt x="4439" y="11309"/>
                  <a:pt x="4518" y="11354"/>
                  <a:pt x="4600" y="11395"/>
                </a:cubicBezTo>
                <a:lnTo>
                  <a:pt x="4609" y="11395"/>
                </a:lnTo>
                <a:cubicBezTo>
                  <a:pt x="4610" y="11395"/>
                  <a:pt x="4611" y="11395"/>
                  <a:pt x="4613" y="11395"/>
                </a:cubicBezTo>
                <a:cubicBezTo>
                  <a:pt x="4614" y="11395"/>
                  <a:pt x="4616" y="11394"/>
                  <a:pt x="4617" y="11395"/>
                </a:cubicBezTo>
                <a:lnTo>
                  <a:pt x="4628" y="11407"/>
                </a:lnTo>
                <a:cubicBezTo>
                  <a:pt x="4665" y="11425"/>
                  <a:pt x="4702" y="11440"/>
                  <a:pt x="4733" y="11455"/>
                </a:cubicBezTo>
                <a:cubicBezTo>
                  <a:pt x="4837" y="11504"/>
                  <a:pt x="5041" y="11629"/>
                  <a:pt x="5150" y="11889"/>
                </a:cubicBezTo>
                <a:cubicBezTo>
                  <a:pt x="5150" y="11889"/>
                  <a:pt x="5252" y="12094"/>
                  <a:pt x="5251" y="12431"/>
                </a:cubicBezTo>
                <a:cubicBezTo>
                  <a:pt x="5251" y="12597"/>
                  <a:pt x="5229" y="12726"/>
                  <a:pt x="5207" y="12816"/>
                </a:cubicBezTo>
                <a:cubicBezTo>
                  <a:pt x="5045" y="13471"/>
                  <a:pt x="4822" y="13666"/>
                  <a:pt x="4624" y="13648"/>
                </a:cubicBezTo>
                <a:cubicBezTo>
                  <a:pt x="4556" y="13642"/>
                  <a:pt x="4502" y="13573"/>
                  <a:pt x="4433" y="13407"/>
                </a:cubicBezTo>
                <a:cubicBezTo>
                  <a:pt x="4404" y="13334"/>
                  <a:pt x="4367" y="13170"/>
                  <a:pt x="4372" y="12985"/>
                </a:cubicBezTo>
                <a:cubicBezTo>
                  <a:pt x="4383" y="12625"/>
                  <a:pt x="4454" y="12532"/>
                  <a:pt x="4512" y="12563"/>
                </a:cubicBezTo>
                <a:cubicBezTo>
                  <a:pt x="4544" y="12580"/>
                  <a:pt x="4586" y="12649"/>
                  <a:pt x="4617" y="12720"/>
                </a:cubicBezTo>
                <a:cubicBezTo>
                  <a:pt x="4744" y="13006"/>
                  <a:pt x="4801" y="13251"/>
                  <a:pt x="4913" y="13154"/>
                </a:cubicBezTo>
                <a:cubicBezTo>
                  <a:pt x="4955" y="13117"/>
                  <a:pt x="5099" y="12939"/>
                  <a:pt x="5118" y="12599"/>
                </a:cubicBezTo>
                <a:cubicBezTo>
                  <a:pt x="5123" y="12517"/>
                  <a:pt x="5116" y="12432"/>
                  <a:pt x="5105" y="12371"/>
                </a:cubicBezTo>
                <a:cubicBezTo>
                  <a:pt x="5090" y="12282"/>
                  <a:pt x="5004" y="12082"/>
                  <a:pt x="4981" y="12033"/>
                </a:cubicBezTo>
                <a:cubicBezTo>
                  <a:pt x="4896" y="11861"/>
                  <a:pt x="4734" y="11704"/>
                  <a:pt x="4645" y="11684"/>
                </a:cubicBezTo>
                <a:cubicBezTo>
                  <a:pt x="4527" y="11660"/>
                  <a:pt x="4371" y="11789"/>
                  <a:pt x="4298" y="12359"/>
                </a:cubicBezTo>
                <a:cubicBezTo>
                  <a:pt x="4252" y="12716"/>
                  <a:pt x="4250" y="13200"/>
                  <a:pt x="4288" y="13575"/>
                </a:cubicBezTo>
                <a:cubicBezTo>
                  <a:pt x="4339" y="14088"/>
                  <a:pt x="4441" y="14489"/>
                  <a:pt x="4524" y="14720"/>
                </a:cubicBezTo>
                <a:cubicBezTo>
                  <a:pt x="4665" y="15107"/>
                  <a:pt x="4833" y="15287"/>
                  <a:pt x="4989" y="15190"/>
                </a:cubicBezTo>
                <a:cubicBezTo>
                  <a:pt x="5078" y="15131"/>
                  <a:pt x="5155" y="15034"/>
                  <a:pt x="5234" y="14816"/>
                </a:cubicBezTo>
                <a:cubicBezTo>
                  <a:pt x="5310" y="14607"/>
                  <a:pt x="5393" y="14213"/>
                  <a:pt x="5431" y="13744"/>
                </a:cubicBezTo>
                <a:cubicBezTo>
                  <a:pt x="5482" y="13114"/>
                  <a:pt x="5479" y="12278"/>
                  <a:pt x="5422" y="11684"/>
                </a:cubicBezTo>
                <a:cubicBezTo>
                  <a:pt x="5385" y="11292"/>
                  <a:pt x="5346" y="11075"/>
                  <a:pt x="5277" y="10901"/>
                </a:cubicBezTo>
                <a:cubicBezTo>
                  <a:pt x="5202" y="10711"/>
                  <a:pt x="5103" y="10604"/>
                  <a:pt x="5004" y="10527"/>
                </a:cubicBezTo>
                <a:cubicBezTo>
                  <a:pt x="4998" y="10523"/>
                  <a:pt x="4997" y="10532"/>
                  <a:pt x="4991" y="10527"/>
                </a:cubicBezTo>
                <a:lnTo>
                  <a:pt x="4535" y="10214"/>
                </a:lnTo>
                <a:cubicBezTo>
                  <a:pt x="4532" y="10212"/>
                  <a:pt x="4529" y="10211"/>
                  <a:pt x="4527" y="10209"/>
                </a:cubicBezTo>
                <a:cubicBezTo>
                  <a:pt x="4525" y="10208"/>
                  <a:pt x="4523" y="10206"/>
                  <a:pt x="4520" y="10202"/>
                </a:cubicBezTo>
                <a:cubicBezTo>
                  <a:pt x="4510" y="10190"/>
                  <a:pt x="4482" y="10171"/>
                  <a:pt x="4461" y="10130"/>
                </a:cubicBezTo>
                <a:cubicBezTo>
                  <a:pt x="4440" y="10089"/>
                  <a:pt x="4426" y="10025"/>
                  <a:pt x="4442" y="9925"/>
                </a:cubicBezTo>
                <a:cubicBezTo>
                  <a:pt x="4446" y="9896"/>
                  <a:pt x="4455" y="9869"/>
                  <a:pt x="4466" y="9847"/>
                </a:cubicBezTo>
                <a:cubicBezTo>
                  <a:pt x="4476" y="9824"/>
                  <a:pt x="4487" y="9805"/>
                  <a:pt x="4495" y="9792"/>
                </a:cubicBezTo>
                <a:cubicBezTo>
                  <a:pt x="4702" y="9471"/>
                  <a:pt x="4964" y="9513"/>
                  <a:pt x="5181" y="9443"/>
                </a:cubicBezTo>
                <a:cubicBezTo>
                  <a:pt x="5230" y="9426"/>
                  <a:pt x="5339" y="9383"/>
                  <a:pt x="5393" y="9286"/>
                </a:cubicBezTo>
                <a:cubicBezTo>
                  <a:pt x="5444" y="9196"/>
                  <a:pt x="5487" y="8990"/>
                  <a:pt x="5498" y="8672"/>
                </a:cubicBezTo>
                <a:cubicBezTo>
                  <a:pt x="5504" y="8503"/>
                  <a:pt x="5490" y="8419"/>
                  <a:pt x="5463" y="8335"/>
                </a:cubicBezTo>
                <a:cubicBezTo>
                  <a:pt x="5372" y="8061"/>
                  <a:pt x="5252" y="7929"/>
                  <a:pt x="5133" y="7877"/>
                </a:cubicBezTo>
                <a:close/>
                <a:moveTo>
                  <a:pt x="7607" y="7925"/>
                </a:moveTo>
                <a:cubicBezTo>
                  <a:pt x="7450" y="7895"/>
                  <a:pt x="7256" y="8001"/>
                  <a:pt x="7096" y="8133"/>
                </a:cubicBezTo>
                <a:cubicBezTo>
                  <a:pt x="6935" y="8264"/>
                  <a:pt x="6808" y="8421"/>
                  <a:pt x="6783" y="8491"/>
                </a:cubicBezTo>
                <a:cubicBezTo>
                  <a:pt x="6736" y="8612"/>
                  <a:pt x="6741" y="8812"/>
                  <a:pt x="6802" y="9250"/>
                </a:cubicBezTo>
                <a:cubicBezTo>
                  <a:pt x="6868" y="9712"/>
                  <a:pt x="6978" y="9660"/>
                  <a:pt x="6978" y="9660"/>
                </a:cubicBezTo>
                <a:lnTo>
                  <a:pt x="6881" y="10804"/>
                </a:lnTo>
                <a:cubicBezTo>
                  <a:pt x="6842" y="10820"/>
                  <a:pt x="6816" y="10860"/>
                  <a:pt x="6799" y="10898"/>
                </a:cubicBezTo>
                <a:cubicBezTo>
                  <a:pt x="6783" y="10935"/>
                  <a:pt x="6776" y="10970"/>
                  <a:pt x="6775" y="10973"/>
                </a:cubicBezTo>
                <a:cubicBezTo>
                  <a:pt x="6754" y="11098"/>
                  <a:pt x="6756" y="11332"/>
                  <a:pt x="6764" y="11552"/>
                </a:cubicBezTo>
                <a:cubicBezTo>
                  <a:pt x="6772" y="11772"/>
                  <a:pt x="6787" y="11978"/>
                  <a:pt x="6792" y="12045"/>
                </a:cubicBezTo>
                <a:lnTo>
                  <a:pt x="6792" y="12057"/>
                </a:lnTo>
                <a:lnTo>
                  <a:pt x="6792" y="12069"/>
                </a:lnTo>
                <a:cubicBezTo>
                  <a:pt x="6792" y="12069"/>
                  <a:pt x="6657" y="13819"/>
                  <a:pt x="6756" y="14744"/>
                </a:cubicBezTo>
                <a:cubicBezTo>
                  <a:pt x="6852" y="15618"/>
                  <a:pt x="6963" y="15670"/>
                  <a:pt x="6984" y="15672"/>
                </a:cubicBezTo>
                <a:lnTo>
                  <a:pt x="6986" y="15672"/>
                </a:lnTo>
                <a:cubicBezTo>
                  <a:pt x="6987" y="15672"/>
                  <a:pt x="6987" y="15672"/>
                  <a:pt x="6988" y="15672"/>
                </a:cubicBezTo>
                <a:lnTo>
                  <a:pt x="6988" y="15672"/>
                </a:lnTo>
                <a:cubicBezTo>
                  <a:pt x="7228" y="15771"/>
                  <a:pt x="7622" y="14338"/>
                  <a:pt x="7643" y="13864"/>
                </a:cubicBezTo>
                <a:cubicBezTo>
                  <a:pt x="7661" y="13483"/>
                  <a:pt x="7599" y="13063"/>
                  <a:pt x="7544" y="12985"/>
                </a:cubicBezTo>
                <a:cubicBezTo>
                  <a:pt x="7493" y="12924"/>
                  <a:pt x="7099" y="13347"/>
                  <a:pt x="7052" y="13419"/>
                </a:cubicBezTo>
                <a:cubicBezTo>
                  <a:pt x="7001" y="13497"/>
                  <a:pt x="7022" y="13226"/>
                  <a:pt x="7022" y="13226"/>
                </a:cubicBezTo>
                <a:lnTo>
                  <a:pt x="7083" y="12045"/>
                </a:lnTo>
                <a:cubicBezTo>
                  <a:pt x="7083" y="12045"/>
                  <a:pt x="7177" y="12025"/>
                  <a:pt x="7278" y="11999"/>
                </a:cubicBezTo>
                <a:cubicBezTo>
                  <a:pt x="7379" y="11972"/>
                  <a:pt x="7487" y="11939"/>
                  <a:pt x="7514" y="11913"/>
                </a:cubicBezTo>
                <a:cubicBezTo>
                  <a:pt x="7540" y="11887"/>
                  <a:pt x="7554" y="11823"/>
                  <a:pt x="7561" y="11767"/>
                </a:cubicBezTo>
                <a:cubicBezTo>
                  <a:pt x="7568" y="11710"/>
                  <a:pt x="7569" y="11660"/>
                  <a:pt x="7569" y="11660"/>
                </a:cubicBezTo>
                <a:cubicBezTo>
                  <a:pt x="7569" y="11660"/>
                  <a:pt x="7571" y="11576"/>
                  <a:pt x="7572" y="11452"/>
                </a:cubicBezTo>
                <a:cubicBezTo>
                  <a:pt x="7574" y="11329"/>
                  <a:pt x="7575" y="11166"/>
                  <a:pt x="7574" y="11009"/>
                </a:cubicBezTo>
                <a:cubicBezTo>
                  <a:pt x="7571" y="10841"/>
                  <a:pt x="7558" y="10762"/>
                  <a:pt x="7545" y="10726"/>
                </a:cubicBezTo>
                <a:cubicBezTo>
                  <a:pt x="7533" y="10690"/>
                  <a:pt x="7521" y="10696"/>
                  <a:pt x="7521" y="10696"/>
                </a:cubicBezTo>
                <a:cubicBezTo>
                  <a:pt x="7448" y="10653"/>
                  <a:pt x="7361" y="10656"/>
                  <a:pt x="7293" y="10669"/>
                </a:cubicBezTo>
                <a:cubicBezTo>
                  <a:pt x="7224" y="10683"/>
                  <a:pt x="7174" y="10708"/>
                  <a:pt x="7174" y="10708"/>
                </a:cubicBezTo>
                <a:lnTo>
                  <a:pt x="7227" y="9804"/>
                </a:lnTo>
                <a:cubicBezTo>
                  <a:pt x="7243" y="9800"/>
                  <a:pt x="7629" y="9687"/>
                  <a:pt x="7779" y="9491"/>
                </a:cubicBezTo>
                <a:cubicBezTo>
                  <a:pt x="7857" y="9386"/>
                  <a:pt x="7810" y="8949"/>
                  <a:pt x="7810" y="8949"/>
                </a:cubicBezTo>
                <a:cubicBezTo>
                  <a:pt x="7763" y="8407"/>
                  <a:pt x="7712" y="8151"/>
                  <a:pt x="7673" y="8031"/>
                </a:cubicBezTo>
                <a:cubicBezTo>
                  <a:pt x="7634" y="7910"/>
                  <a:pt x="7607" y="7925"/>
                  <a:pt x="7607" y="7925"/>
                </a:cubicBezTo>
                <a:close/>
                <a:moveTo>
                  <a:pt x="3947" y="8142"/>
                </a:moveTo>
                <a:cubicBezTo>
                  <a:pt x="3912" y="8103"/>
                  <a:pt x="3891" y="8376"/>
                  <a:pt x="3882" y="8515"/>
                </a:cubicBezTo>
                <a:cubicBezTo>
                  <a:pt x="3854" y="8928"/>
                  <a:pt x="3834" y="9919"/>
                  <a:pt x="3829" y="10226"/>
                </a:cubicBezTo>
                <a:cubicBezTo>
                  <a:pt x="3812" y="11157"/>
                  <a:pt x="3798" y="13367"/>
                  <a:pt x="3827" y="14491"/>
                </a:cubicBezTo>
                <a:cubicBezTo>
                  <a:pt x="3839" y="14962"/>
                  <a:pt x="3866" y="15260"/>
                  <a:pt x="3949" y="15358"/>
                </a:cubicBezTo>
                <a:cubicBezTo>
                  <a:pt x="3983" y="15399"/>
                  <a:pt x="4045" y="15397"/>
                  <a:pt x="4072" y="15298"/>
                </a:cubicBezTo>
                <a:cubicBezTo>
                  <a:pt x="4096" y="15214"/>
                  <a:pt x="4111" y="15041"/>
                  <a:pt x="4116" y="14901"/>
                </a:cubicBezTo>
                <a:cubicBezTo>
                  <a:pt x="4132" y="14509"/>
                  <a:pt x="4126" y="13957"/>
                  <a:pt x="4123" y="13539"/>
                </a:cubicBezTo>
                <a:cubicBezTo>
                  <a:pt x="4119" y="13046"/>
                  <a:pt x="4118" y="12556"/>
                  <a:pt x="4114" y="12057"/>
                </a:cubicBezTo>
                <a:cubicBezTo>
                  <a:pt x="4109" y="11392"/>
                  <a:pt x="4094" y="9693"/>
                  <a:pt x="4061" y="8925"/>
                </a:cubicBezTo>
                <a:cubicBezTo>
                  <a:pt x="4047" y="8594"/>
                  <a:pt x="4023" y="8290"/>
                  <a:pt x="3966" y="8166"/>
                </a:cubicBezTo>
                <a:cubicBezTo>
                  <a:pt x="3960" y="8152"/>
                  <a:pt x="3952" y="8147"/>
                  <a:pt x="3947" y="8142"/>
                </a:cubicBezTo>
                <a:close/>
                <a:moveTo>
                  <a:pt x="10165" y="8250"/>
                </a:moveTo>
                <a:lnTo>
                  <a:pt x="10418" y="12154"/>
                </a:lnTo>
                <a:lnTo>
                  <a:pt x="9909" y="12154"/>
                </a:lnTo>
                <a:lnTo>
                  <a:pt x="10165" y="8250"/>
                </a:lnTo>
                <a:close/>
                <a:moveTo>
                  <a:pt x="14220" y="8564"/>
                </a:moveTo>
                <a:cubicBezTo>
                  <a:pt x="13864" y="8564"/>
                  <a:pt x="13613" y="10002"/>
                  <a:pt x="13613" y="12033"/>
                </a:cubicBezTo>
                <a:cubicBezTo>
                  <a:pt x="13613" y="14078"/>
                  <a:pt x="13864" y="15491"/>
                  <a:pt x="14247" y="15491"/>
                </a:cubicBezTo>
                <a:cubicBezTo>
                  <a:pt x="14461" y="15491"/>
                  <a:pt x="14639" y="15084"/>
                  <a:pt x="14761" y="14443"/>
                </a:cubicBezTo>
                <a:lnTo>
                  <a:pt x="14579" y="13467"/>
                </a:lnTo>
                <a:cubicBezTo>
                  <a:pt x="14490" y="13825"/>
                  <a:pt x="14386" y="14033"/>
                  <a:pt x="14264" y="14033"/>
                </a:cubicBezTo>
                <a:cubicBezTo>
                  <a:pt x="14088" y="14033"/>
                  <a:pt x="13960" y="13515"/>
                  <a:pt x="13922" y="12756"/>
                </a:cubicBezTo>
                <a:lnTo>
                  <a:pt x="14807" y="12756"/>
                </a:lnTo>
                <a:cubicBezTo>
                  <a:pt x="14875" y="10429"/>
                  <a:pt x="14621" y="8564"/>
                  <a:pt x="14220" y="8564"/>
                </a:cubicBezTo>
                <a:close/>
                <a:moveTo>
                  <a:pt x="20892" y="8576"/>
                </a:moveTo>
                <a:cubicBezTo>
                  <a:pt x="20567" y="8576"/>
                  <a:pt x="20340" y="9993"/>
                  <a:pt x="20340" y="11973"/>
                </a:cubicBezTo>
                <a:cubicBezTo>
                  <a:pt x="20340" y="13953"/>
                  <a:pt x="20567" y="15370"/>
                  <a:pt x="20892" y="15370"/>
                </a:cubicBezTo>
                <a:cubicBezTo>
                  <a:pt x="21054" y="15370"/>
                  <a:pt x="21192" y="15000"/>
                  <a:pt x="21289" y="14370"/>
                </a:cubicBezTo>
                <a:lnTo>
                  <a:pt x="21289" y="15033"/>
                </a:lnTo>
                <a:cubicBezTo>
                  <a:pt x="21289" y="16177"/>
                  <a:pt x="21153" y="16888"/>
                  <a:pt x="20923" y="16888"/>
                </a:cubicBezTo>
                <a:cubicBezTo>
                  <a:pt x="20788" y="16888"/>
                  <a:pt x="20639" y="16652"/>
                  <a:pt x="20520" y="16202"/>
                </a:cubicBezTo>
                <a:lnTo>
                  <a:pt x="20395" y="17539"/>
                </a:lnTo>
                <a:cubicBezTo>
                  <a:pt x="20551" y="18117"/>
                  <a:pt x="20744" y="18443"/>
                  <a:pt x="20940" y="18443"/>
                </a:cubicBezTo>
                <a:cubicBezTo>
                  <a:pt x="21339" y="18443"/>
                  <a:pt x="21591" y="17137"/>
                  <a:pt x="21591" y="15105"/>
                </a:cubicBezTo>
                <a:lnTo>
                  <a:pt x="21591" y="8732"/>
                </a:lnTo>
                <a:lnTo>
                  <a:pt x="21295" y="8732"/>
                </a:lnTo>
                <a:lnTo>
                  <a:pt x="21293" y="9576"/>
                </a:lnTo>
                <a:cubicBezTo>
                  <a:pt x="21196" y="8946"/>
                  <a:pt x="21056" y="8576"/>
                  <a:pt x="20892" y="8576"/>
                </a:cubicBezTo>
                <a:close/>
                <a:moveTo>
                  <a:pt x="17815" y="8612"/>
                </a:moveTo>
                <a:cubicBezTo>
                  <a:pt x="17533" y="8612"/>
                  <a:pt x="17375" y="9370"/>
                  <a:pt x="17375" y="10527"/>
                </a:cubicBezTo>
                <a:cubicBezTo>
                  <a:pt x="17375" y="11607"/>
                  <a:pt x="17502" y="12249"/>
                  <a:pt x="17793" y="12648"/>
                </a:cubicBezTo>
                <a:cubicBezTo>
                  <a:pt x="17951" y="12879"/>
                  <a:pt x="18005" y="13085"/>
                  <a:pt x="18005" y="13407"/>
                </a:cubicBezTo>
                <a:cubicBezTo>
                  <a:pt x="18005" y="13754"/>
                  <a:pt x="17940" y="13949"/>
                  <a:pt x="17827" y="13949"/>
                </a:cubicBezTo>
                <a:cubicBezTo>
                  <a:pt x="17703" y="13949"/>
                  <a:pt x="17580" y="13738"/>
                  <a:pt x="17445" y="13262"/>
                </a:cubicBezTo>
                <a:lnTo>
                  <a:pt x="17324" y="14551"/>
                </a:lnTo>
                <a:cubicBezTo>
                  <a:pt x="17473" y="15129"/>
                  <a:pt x="17647" y="15443"/>
                  <a:pt x="17829" y="15443"/>
                </a:cubicBezTo>
                <a:cubicBezTo>
                  <a:pt x="18120" y="15443"/>
                  <a:pt x="18311" y="14642"/>
                  <a:pt x="18311" y="13383"/>
                </a:cubicBezTo>
                <a:cubicBezTo>
                  <a:pt x="18311" y="12367"/>
                  <a:pt x="18182" y="11672"/>
                  <a:pt x="17891" y="11286"/>
                </a:cubicBezTo>
                <a:cubicBezTo>
                  <a:pt x="17724" y="11055"/>
                  <a:pt x="17673" y="10873"/>
                  <a:pt x="17673" y="10551"/>
                </a:cubicBezTo>
                <a:cubicBezTo>
                  <a:pt x="17673" y="10230"/>
                  <a:pt x="17726" y="10069"/>
                  <a:pt x="17825" y="10069"/>
                </a:cubicBezTo>
                <a:cubicBezTo>
                  <a:pt x="17940" y="10069"/>
                  <a:pt x="18082" y="10323"/>
                  <a:pt x="18165" y="10696"/>
                </a:cubicBezTo>
                <a:lnTo>
                  <a:pt x="18290" y="9455"/>
                </a:lnTo>
                <a:cubicBezTo>
                  <a:pt x="18152" y="8915"/>
                  <a:pt x="17986" y="8612"/>
                  <a:pt x="17815" y="8612"/>
                </a:cubicBezTo>
                <a:close/>
                <a:moveTo>
                  <a:pt x="19708" y="8624"/>
                </a:moveTo>
                <a:cubicBezTo>
                  <a:pt x="19550" y="8624"/>
                  <a:pt x="19436" y="8932"/>
                  <a:pt x="19332" y="9588"/>
                </a:cubicBezTo>
                <a:lnTo>
                  <a:pt x="19330" y="8732"/>
                </a:lnTo>
                <a:lnTo>
                  <a:pt x="19032" y="8732"/>
                </a:lnTo>
                <a:lnTo>
                  <a:pt x="19032" y="15322"/>
                </a:lnTo>
                <a:lnTo>
                  <a:pt x="19349" y="15322"/>
                </a:lnTo>
                <a:lnTo>
                  <a:pt x="19349" y="11865"/>
                </a:lnTo>
                <a:cubicBezTo>
                  <a:pt x="19349" y="10875"/>
                  <a:pt x="19448" y="10250"/>
                  <a:pt x="19615" y="10250"/>
                </a:cubicBezTo>
                <a:cubicBezTo>
                  <a:pt x="19764" y="10250"/>
                  <a:pt x="19839" y="10758"/>
                  <a:pt x="19839" y="11696"/>
                </a:cubicBezTo>
                <a:lnTo>
                  <a:pt x="19839" y="15322"/>
                </a:lnTo>
                <a:lnTo>
                  <a:pt x="20156" y="15322"/>
                </a:lnTo>
                <a:lnTo>
                  <a:pt x="20156" y="11274"/>
                </a:lnTo>
                <a:cubicBezTo>
                  <a:pt x="20156" y="9706"/>
                  <a:pt x="19981" y="8624"/>
                  <a:pt x="19708" y="8624"/>
                </a:cubicBezTo>
                <a:close/>
                <a:moveTo>
                  <a:pt x="12341" y="8732"/>
                </a:moveTo>
                <a:lnTo>
                  <a:pt x="12806" y="15322"/>
                </a:lnTo>
                <a:lnTo>
                  <a:pt x="13138" y="15322"/>
                </a:lnTo>
                <a:lnTo>
                  <a:pt x="13601" y="8732"/>
                </a:lnTo>
                <a:lnTo>
                  <a:pt x="13265" y="8732"/>
                </a:lnTo>
                <a:lnTo>
                  <a:pt x="13070" y="11780"/>
                </a:lnTo>
                <a:lnTo>
                  <a:pt x="12975" y="13298"/>
                </a:lnTo>
                <a:lnTo>
                  <a:pt x="12878" y="11780"/>
                </a:lnTo>
                <a:lnTo>
                  <a:pt x="12681" y="8732"/>
                </a:lnTo>
                <a:lnTo>
                  <a:pt x="12341" y="8732"/>
                </a:lnTo>
                <a:close/>
                <a:moveTo>
                  <a:pt x="15002" y="8732"/>
                </a:moveTo>
                <a:lnTo>
                  <a:pt x="15002" y="15322"/>
                </a:lnTo>
                <a:lnTo>
                  <a:pt x="15317" y="15322"/>
                </a:lnTo>
                <a:lnTo>
                  <a:pt x="15317" y="12334"/>
                </a:lnTo>
                <a:cubicBezTo>
                  <a:pt x="15317" y="11762"/>
                  <a:pt x="15338" y="11268"/>
                  <a:pt x="15384" y="10917"/>
                </a:cubicBezTo>
                <a:cubicBezTo>
                  <a:pt x="15430" y="10567"/>
                  <a:pt x="15501" y="10359"/>
                  <a:pt x="15600" y="10359"/>
                </a:cubicBezTo>
                <a:lnTo>
                  <a:pt x="15815" y="10359"/>
                </a:lnTo>
                <a:lnTo>
                  <a:pt x="15815" y="8732"/>
                </a:lnTo>
                <a:lnTo>
                  <a:pt x="15655" y="8732"/>
                </a:lnTo>
                <a:cubicBezTo>
                  <a:pt x="15575" y="8732"/>
                  <a:pt x="15506" y="8817"/>
                  <a:pt x="15447" y="8969"/>
                </a:cubicBezTo>
                <a:cubicBezTo>
                  <a:pt x="15388" y="9122"/>
                  <a:pt x="15340" y="9342"/>
                  <a:pt x="15302" y="9612"/>
                </a:cubicBezTo>
                <a:lnTo>
                  <a:pt x="15300" y="8732"/>
                </a:lnTo>
                <a:lnTo>
                  <a:pt x="15002" y="8732"/>
                </a:lnTo>
                <a:close/>
                <a:moveTo>
                  <a:pt x="16851" y="8732"/>
                </a:moveTo>
                <a:lnTo>
                  <a:pt x="16851" y="15322"/>
                </a:lnTo>
                <a:lnTo>
                  <a:pt x="17168" y="15322"/>
                </a:lnTo>
                <a:lnTo>
                  <a:pt x="17168" y="8732"/>
                </a:lnTo>
                <a:lnTo>
                  <a:pt x="16851" y="8732"/>
                </a:lnTo>
                <a:close/>
                <a:moveTo>
                  <a:pt x="18489" y="8732"/>
                </a:moveTo>
                <a:lnTo>
                  <a:pt x="18489" y="15322"/>
                </a:lnTo>
                <a:lnTo>
                  <a:pt x="18804" y="15322"/>
                </a:lnTo>
                <a:lnTo>
                  <a:pt x="18804" y="8732"/>
                </a:lnTo>
                <a:lnTo>
                  <a:pt x="18489" y="8732"/>
                </a:lnTo>
                <a:close/>
                <a:moveTo>
                  <a:pt x="8776" y="9865"/>
                </a:moveTo>
                <a:cubicBezTo>
                  <a:pt x="8827" y="9746"/>
                  <a:pt x="8835" y="10106"/>
                  <a:pt x="8835" y="10106"/>
                </a:cubicBezTo>
                <a:cubicBezTo>
                  <a:pt x="8848" y="10733"/>
                  <a:pt x="8815" y="11284"/>
                  <a:pt x="8769" y="11723"/>
                </a:cubicBezTo>
                <a:cubicBezTo>
                  <a:pt x="8724" y="12161"/>
                  <a:pt x="8667" y="12486"/>
                  <a:pt x="8632" y="12660"/>
                </a:cubicBezTo>
                <a:cubicBezTo>
                  <a:pt x="8611" y="12774"/>
                  <a:pt x="8566" y="12940"/>
                  <a:pt x="8507" y="13090"/>
                </a:cubicBezTo>
                <a:cubicBezTo>
                  <a:pt x="8449" y="13240"/>
                  <a:pt x="8377" y="13372"/>
                  <a:pt x="8305" y="13419"/>
                </a:cubicBezTo>
                <a:cubicBezTo>
                  <a:pt x="8443" y="11892"/>
                  <a:pt x="8615" y="10778"/>
                  <a:pt x="8711" y="10178"/>
                </a:cubicBezTo>
                <a:cubicBezTo>
                  <a:pt x="8738" y="10000"/>
                  <a:pt x="8759" y="9904"/>
                  <a:pt x="8776" y="9865"/>
                </a:cubicBezTo>
                <a:close/>
                <a:moveTo>
                  <a:pt x="1405" y="10009"/>
                </a:moveTo>
                <a:cubicBezTo>
                  <a:pt x="1405" y="10009"/>
                  <a:pt x="1405" y="10171"/>
                  <a:pt x="1404" y="10417"/>
                </a:cubicBezTo>
                <a:cubicBezTo>
                  <a:pt x="1404" y="10663"/>
                  <a:pt x="1403" y="10994"/>
                  <a:pt x="1403" y="11334"/>
                </a:cubicBezTo>
                <a:lnTo>
                  <a:pt x="1403" y="11371"/>
                </a:lnTo>
                <a:cubicBezTo>
                  <a:pt x="1403" y="11381"/>
                  <a:pt x="1403" y="11391"/>
                  <a:pt x="1403" y="11401"/>
                </a:cubicBezTo>
                <a:cubicBezTo>
                  <a:pt x="1403" y="11410"/>
                  <a:pt x="1403" y="11420"/>
                  <a:pt x="1403" y="11431"/>
                </a:cubicBezTo>
                <a:lnTo>
                  <a:pt x="1403" y="11479"/>
                </a:lnTo>
                <a:lnTo>
                  <a:pt x="1403" y="11563"/>
                </a:lnTo>
                <a:cubicBezTo>
                  <a:pt x="1403" y="11591"/>
                  <a:pt x="1403" y="11616"/>
                  <a:pt x="1403" y="11642"/>
                </a:cubicBezTo>
                <a:cubicBezTo>
                  <a:pt x="1403" y="11667"/>
                  <a:pt x="1403" y="11693"/>
                  <a:pt x="1403" y="11720"/>
                </a:cubicBezTo>
                <a:lnTo>
                  <a:pt x="1403" y="11804"/>
                </a:lnTo>
                <a:cubicBezTo>
                  <a:pt x="1403" y="12420"/>
                  <a:pt x="1404" y="13013"/>
                  <a:pt x="1405" y="13453"/>
                </a:cubicBezTo>
                <a:cubicBezTo>
                  <a:pt x="1406" y="13892"/>
                  <a:pt x="1407" y="14178"/>
                  <a:pt x="1407" y="14178"/>
                </a:cubicBezTo>
                <a:cubicBezTo>
                  <a:pt x="1407" y="14178"/>
                  <a:pt x="1399" y="14159"/>
                  <a:pt x="1386" y="14130"/>
                </a:cubicBezTo>
                <a:cubicBezTo>
                  <a:pt x="1372" y="14101"/>
                  <a:pt x="1354" y="14062"/>
                  <a:pt x="1335" y="14021"/>
                </a:cubicBezTo>
                <a:lnTo>
                  <a:pt x="1331" y="14021"/>
                </a:lnTo>
                <a:cubicBezTo>
                  <a:pt x="1330" y="14020"/>
                  <a:pt x="1330" y="14017"/>
                  <a:pt x="1329" y="14015"/>
                </a:cubicBezTo>
                <a:cubicBezTo>
                  <a:pt x="1328" y="14013"/>
                  <a:pt x="1328" y="14011"/>
                  <a:pt x="1327" y="14009"/>
                </a:cubicBezTo>
                <a:lnTo>
                  <a:pt x="1323" y="13997"/>
                </a:lnTo>
                <a:cubicBezTo>
                  <a:pt x="1305" y="13958"/>
                  <a:pt x="1287" y="13924"/>
                  <a:pt x="1272" y="13889"/>
                </a:cubicBezTo>
                <a:cubicBezTo>
                  <a:pt x="1122" y="13531"/>
                  <a:pt x="918" y="12788"/>
                  <a:pt x="818" y="12310"/>
                </a:cubicBezTo>
                <a:cubicBezTo>
                  <a:pt x="794" y="12197"/>
                  <a:pt x="708" y="11737"/>
                  <a:pt x="693" y="11636"/>
                </a:cubicBezTo>
                <a:cubicBezTo>
                  <a:pt x="692" y="11632"/>
                  <a:pt x="692" y="11628"/>
                  <a:pt x="692" y="11624"/>
                </a:cubicBezTo>
                <a:cubicBezTo>
                  <a:pt x="692" y="11619"/>
                  <a:pt x="691" y="11615"/>
                  <a:pt x="691" y="11612"/>
                </a:cubicBezTo>
                <a:lnTo>
                  <a:pt x="687" y="11587"/>
                </a:lnTo>
                <a:cubicBezTo>
                  <a:pt x="663" y="11428"/>
                  <a:pt x="645" y="11268"/>
                  <a:pt x="651" y="11069"/>
                </a:cubicBezTo>
                <a:cubicBezTo>
                  <a:pt x="657" y="10862"/>
                  <a:pt x="729" y="10696"/>
                  <a:pt x="765" y="10624"/>
                </a:cubicBezTo>
                <a:cubicBezTo>
                  <a:pt x="883" y="10383"/>
                  <a:pt x="1087" y="10184"/>
                  <a:pt x="1196" y="10118"/>
                </a:cubicBezTo>
                <a:cubicBezTo>
                  <a:pt x="1209" y="10110"/>
                  <a:pt x="1222" y="10101"/>
                  <a:pt x="1236" y="10094"/>
                </a:cubicBezTo>
                <a:lnTo>
                  <a:pt x="1242" y="10082"/>
                </a:lnTo>
                <a:lnTo>
                  <a:pt x="1249" y="10082"/>
                </a:lnTo>
                <a:cubicBezTo>
                  <a:pt x="1250" y="10081"/>
                  <a:pt x="1250" y="10081"/>
                  <a:pt x="1251" y="10081"/>
                </a:cubicBezTo>
                <a:cubicBezTo>
                  <a:pt x="1251" y="10082"/>
                  <a:pt x="1252" y="10082"/>
                  <a:pt x="1253" y="10082"/>
                </a:cubicBezTo>
                <a:lnTo>
                  <a:pt x="1259" y="10082"/>
                </a:lnTo>
                <a:lnTo>
                  <a:pt x="1266" y="10069"/>
                </a:lnTo>
                <a:cubicBezTo>
                  <a:pt x="1301" y="10051"/>
                  <a:pt x="1336" y="10036"/>
                  <a:pt x="1362" y="10026"/>
                </a:cubicBezTo>
                <a:cubicBezTo>
                  <a:pt x="1388" y="10015"/>
                  <a:pt x="1405" y="10009"/>
                  <a:pt x="1405" y="10009"/>
                </a:cubicBezTo>
                <a:close/>
                <a:moveTo>
                  <a:pt x="14222" y="10021"/>
                </a:moveTo>
                <a:cubicBezTo>
                  <a:pt x="14384" y="10021"/>
                  <a:pt x="14493" y="10618"/>
                  <a:pt x="14524" y="11479"/>
                </a:cubicBezTo>
                <a:lnTo>
                  <a:pt x="13920" y="11479"/>
                </a:lnTo>
                <a:cubicBezTo>
                  <a:pt x="13949" y="10592"/>
                  <a:pt x="14066" y="10021"/>
                  <a:pt x="14222" y="10021"/>
                </a:cubicBezTo>
                <a:close/>
                <a:moveTo>
                  <a:pt x="20970" y="10142"/>
                </a:moveTo>
                <a:cubicBezTo>
                  <a:pt x="21155" y="10142"/>
                  <a:pt x="21285" y="10904"/>
                  <a:pt x="21285" y="11997"/>
                </a:cubicBezTo>
                <a:cubicBezTo>
                  <a:pt x="21285" y="13064"/>
                  <a:pt x="21155" y="13840"/>
                  <a:pt x="20970" y="13840"/>
                </a:cubicBezTo>
                <a:cubicBezTo>
                  <a:pt x="20785" y="13840"/>
                  <a:pt x="20653" y="13090"/>
                  <a:pt x="20653" y="11997"/>
                </a:cubicBezTo>
                <a:cubicBezTo>
                  <a:pt x="20653" y="10891"/>
                  <a:pt x="20785" y="10142"/>
                  <a:pt x="20970" y="10142"/>
                </a:cubicBezTo>
                <a:close/>
                <a:moveTo>
                  <a:pt x="11580" y="10154"/>
                </a:moveTo>
                <a:cubicBezTo>
                  <a:pt x="11768" y="10154"/>
                  <a:pt x="11897" y="10916"/>
                  <a:pt x="11897" y="12021"/>
                </a:cubicBezTo>
                <a:cubicBezTo>
                  <a:pt x="11897" y="13140"/>
                  <a:pt x="11765" y="13901"/>
                  <a:pt x="11580" y="13901"/>
                </a:cubicBezTo>
                <a:cubicBezTo>
                  <a:pt x="11393" y="13901"/>
                  <a:pt x="11261" y="13140"/>
                  <a:pt x="11261" y="12021"/>
                </a:cubicBezTo>
                <a:cubicBezTo>
                  <a:pt x="11261" y="10916"/>
                  <a:pt x="11393" y="10154"/>
                  <a:pt x="11580" y="10154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1789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1" name="Logos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Logos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3" name="Disney Advertising Shape Logos"/>
          <p:cNvSpPr txBox="1"/>
          <p:nvPr>
            <p:ph type="body" idx="21"/>
          </p:nvPr>
        </p:nvSpPr>
        <p:spPr>
          <a:xfrm>
            <a:off x="666390" y="897470"/>
            <a:ext cx="22848395" cy="1437642"/>
          </a:xfrm>
          <a:prstGeom prst="rect">
            <a:avLst/>
          </a:prstGeom>
        </p:spPr>
        <p:txBody>
          <a:bodyPr/>
          <a:lstStyle>
            <a:lvl1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319" sz="80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Disney Advertising Shape Logos</a:t>
            </a:r>
          </a:p>
        </p:txBody>
      </p:sp>
      <p:sp>
        <p:nvSpPr>
          <p:cNvPr id="1794" name="Disney Advertising"/>
          <p:cNvSpPr/>
          <p:nvPr/>
        </p:nvSpPr>
        <p:spPr>
          <a:xfrm>
            <a:off x="11275152" y="6274960"/>
            <a:ext cx="3569063" cy="62315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1" h="21491" fill="norm" stroke="1" extrusionOk="0">
                <a:moveTo>
                  <a:pt x="760" y="10"/>
                </a:moveTo>
                <a:cubicBezTo>
                  <a:pt x="617" y="41"/>
                  <a:pt x="425" y="204"/>
                  <a:pt x="272" y="443"/>
                </a:cubicBezTo>
                <a:cubicBezTo>
                  <a:pt x="165" y="610"/>
                  <a:pt x="91" y="883"/>
                  <a:pt x="40" y="1395"/>
                </a:cubicBezTo>
                <a:cubicBezTo>
                  <a:pt x="14" y="1652"/>
                  <a:pt x="-9" y="1932"/>
                  <a:pt x="4" y="2214"/>
                </a:cubicBezTo>
                <a:cubicBezTo>
                  <a:pt x="15" y="2455"/>
                  <a:pt x="76" y="2532"/>
                  <a:pt x="124" y="2576"/>
                </a:cubicBezTo>
                <a:cubicBezTo>
                  <a:pt x="171" y="2618"/>
                  <a:pt x="276" y="2651"/>
                  <a:pt x="304" y="2455"/>
                </a:cubicBezTo>
                <a:cubicBezTo>
                  <a:pt x="316" y="2371"/>
                  <a:pt x="316" y="2292"/>
                  <a:pt x="306" y="2190"/>
                </a:cubicBezTo>
                <a:cubicBezTo>
                  <a:pt x="296" y="2084"/>
                  <a:pt x="268" y="2013"/>
                  <a:pt x="243" y="1986"/>
                </a:cubicBezTo>
                <a:cubicBezTo>
                  <a:pt x="214" y="1956"/>
                  <a:pt x="159" y="1934"/>
                  <a:pt x="146" y="1901"/>
                </a:cubicBezTo>
                <a:cubicBezTo>
                  <a:pt x="138" y="1884"/>
                  <a:pt x="131" y="1854"/>
                  <a:pt x="131" y="1853"/>
                </a:cubicBezTo>
                <a:cubicBezTo>
                  <a:pt x="131" y="1848"/>
                  <a:pt x="134" y="1829"/>
                  <a:pt x="137" y="1817"/>
                </a:cubicBezTo>
                <a:cubicBezTo>
                  <a:pt x="143" y="1791"/>
                  <a:pt x="162" y="1750"/>
                  <a:pt x="175" y="1733"/>
                </a:cubicBezTo>
                <a:cubicBezTo>
                  <a:pt x="192" y="1711"/>
                  <a:pt x="210" y="1677"/>
                  <a:pt x="228" y="1648"/>
                </a:cubicBezTo>
                <a:cubicBezTo>
                  <a:pt x="352" y="1453"/>
                  <a:pt x="597" y="1419"/>
                  <a:pt x="710" y="1443"/>
                </a:cubicBezTo>
                <a:cubicBezTo>
                  <a:pt x="1146" y="1536"/>
                  <a:pt x="1552" y="2083"/>
                  <a:pt x="1963" y="3046"/>
                </a:cubicBezTo>
                <a:cubicBezTo>
                  <a:pt x="2365" y="3990"/>
                  <a:pt x="2822" y="5607"/>
                  <a:pt x="3089" y="7564"/>
                </a:cubicBezTo>
                <a:cubicBezTo>
                  <a:pt x="3190" y="8304"/>
                  <a:pt x="3317" y="9514"/>
                  <a:pt x="3332" y="10539"/>
                </a:cubicBezTo>
                <a:cubicBezTo>
                  <a:pt x="3346" y="11477"/>
                  <a:pt x="3293" y="12377"/>
                  <a:pt x="3193" y="13033"/>
                </a:cubicBezTo>
                <a:cubicBezTo>
                  <a:pt x="3117" y="13529"/>
                  <a:pt x="3015" y="13895"/>
                  <a:pt x="2905" y="14190"/>
                </a:cubicBezTo>
                <a:cubicBezTo>
                  <a:pt x="2656" y="14862"/>
                  <a:pt x="2353" y="15002"/>
                  <a:pt x="2081" y="14961"/>
                </a:cubicBezTo>
                <a:cubicBezTo>
                  <a:pt x="2045" y="14956"/>
                  <a:pt x="1910" y="14892"/>
                  <a:pt x="1878" y="14864"/>
                </a:cubicBezTo>
                <a:cubicBezTo>
                  <a:pt x="1871" y="14858"/>
                  <a:pt x="1863" y="14848"/>
                  <a:pt x="1855" y="14840"/>
                </a:cubicBezTo>
                <a:lnTo>
                  <a:pt x="1851" y="14840"/>
                </a:lnTo>
                <a:cubicBezTo>
                  <a:pt x="1827" y="14817"/>
                  <a:pt x="1802" y="14789"/>
                  <a:pt x="1784" y="14768"/>
                </a:cubicBezTo>
                <a:cubicBezTo>
                  <a:pt x="1766" y="14747"/>
                  <a:pt x="1754" y="14732"/>
                  <a:pt x="1754" y="14732"/>
                </a:cubicBezTo>
                <a:lnTo>
                  <a:pt x="1735" y="9925"/>
                </a:lnTo>
                <a:cubicBezTo>
                  <a:pt x="1736" y="9925"/>
                  <a:pt x="1747" y="9928"/>
                  <a:pt x="1764" y="9933"/>
                </a:cubicBezTo>
                <a:cubicBezTo>
                  <a:pt x="1781" y="9937"/>
                  <a:pt x="1803" y="9943"/>
                  <a:pt x="1826" y="9949"/>
                </a:cubicBezTo>
                <a:lnTo>
                  <a:pt x="1832" y="9949"/>
                </a:lnTo>
                <a:cubicBezTo>
                  <a:pt x="1833" y="9949"/>
                  <a:pt x="1833" y="9949"/>
                  <a:pt x="1834" y="9949"/>
                </a:cubicBezTo>
                <a:cubicBezTo>
                  <a:pt x="1835" y="9949"/>
                  <a:pt x="1835" y="9949"/>
                  <a:pt x="1836" y="9949"/>
                </a:cubicBezTo>
                <a:lnTo>
                  <a:pt x="1840" y="9961"/>
                </a:lnTo>
                <a:cubicBezTo>
                  <a:pt x="1841" y="9961"/>
                  <a:pt x="1842" y="9961"/>
                  <a:pt x="1842" y="9961"/>
                </a:cubicBezTo>
                <a:cubicBezTo>
                  <a:pt x="1843" y="9961"/>
                  <a:pt x="1844" y="9961"/>
                  <a:pt x="1845" y="9961"/>
                </a:cubicBezTo>
                <a:lnTo>
                  <a:pt x="1849" y="9961"/>
                </a:lnTo>
                <a:cubicBezTo>
                  <a:pt x="1859" y="9964"/>
                  <a:pt x="1869" y="9958"/>
                  <a:pt x="1878" y="9961"/>
                </a:cubicBezTo>
                <a:cubicBezTo>
                  <a:pt x="2031" y="10013"/>
                  <a:pt x="2348" y="10314"/>
                  <a:pt x="2506" y="10672"/>
                </a:cubicBezTo>
                <a:cubicBezTo>
                  <a:pt x="2540" y="10747"/>
                  <a:pt x="2575" y="10867"/>
                  <a:pt x="2578" y="11057"/>
                </a:cubicBezTo>
                <a:cubicBezTo>
                  <a:pt x="2580" y="11204"/>
                  <a:pt x="2560" y="11329"/>
                  <a:pt x="2538" y="11443"/>
                </a:cubicBezTo>
                <a:cubicBezTo>
                  <a:pt x="2527" y="11498"/>
                  <a:pt x="2516" y="11545"/>
                  <a:pt x="2502" y="11587"/>
                </a:cubicBezTo>
                <a:cubicBezTo>
                  <a:pt x="2475" y="11670"/>
                  <a:pt x="2429" y="11805"/>
                  <a:pt x="2426" y="11828"/>
                </a:cubicBezTo>
                <a:cubicBezTo>
                  <a:pt x="2421" y="11861"/>
                  <a:pt x="2419" y="11901"/>
                  <a:pt x="2419" y="11941"/>
                </a:cubicBezTo>
                <a:cubicBezTo>
                  <a:pt x="2419" y="11980"/>
                  <a:pt x="2422" y="12018"/>
                  <a:pt x="2428" y="12045"/>
                </a:cubicBezTo>
                <a:cubicBezTo>
                  <a:pt x="2458" y="12179"/>
                  <a:pt x="2556" y="12259"/>
                  <a:pt x="2582" y="12250"/>
                </a:cubicBezTo>
                <a:cubicBezTo>
                  <a:pt x="2670" y="12222"/>
                  <a:pt x="2758" y="11878"/>
                  <a:pt x="2804" y="11419"/>
                </a:cubicBezTo>
                <a:cubicBezTo>
                  <a:pt x="2845" y="11012"/>
                  <a:pt x="2850" y="10701"/>
                  <a:pt x="2823" y="10250"/>
                </a:cubicBezTo>
                <a:cubicBezTo>
                  <a:pt x="2794" y="9759"/>
                  <a:pt x="2705" y="9297"/>
                  <a:pt x="2610" y="9021"/>
                </a:cubicBezTo>
                <a:cubicBezTo>
                  <a:pt x="2494" y="8687"/>
                  <a:pt x="2290" y="8429"/>
                  <a:pt x="2187" y="8335"/>
                </a:cubicBezTo>
                <a:cubicBezTo>
                  <a:pt x="2106" y="8261"/>
                  <a:pt x="2020" y="8189"/>
                  <a:pt x="1942" y="8178"/>
                </a:cubicBezTo>
                <a:cubicBezTo>
                  <a:pt x="1925" y="8175"/>
                  <a:pt x="1906" y="8178"/>
                  <a:pt x="1887" y="8178"/>
                </a:cubicBezTo>
                <a:lnTo>
                  <a:pt x="1878" y="8178"/>
                </a:lnTo>
                <a:cubicBezTo>
                  <a:pt x="1875" y="8178"/>
                  <a:pt x="1872" y="8178"/>
                  <a:pt x="1869" y="8178"/>
                </a:cubicBezTo>
                <a:cubicBezTo>
                  <a:pt x="1866" y="8178"/>
                  <a:pt x="1863" y="8178"/>
                  <a:pt x="1859" y="8178"/>
                </a:cubicBezTo>
                <a:lnTo>
                  <a:pt x="1853" y="8178"/>
                </a:lnTo>
                <a:cubicBezTo>
                  <a:pt x="1823" y="8179"/>
                  <a:pt x="1793" y="8182"/>
                  <a:pt x="1771" y="8185"/>
                </a:cubicBezTo>
                <a:cubicBezTo>
                  <a:pt x="1749" y="8187"/>
                  <a:pt x="1734" y="8190"/>
                  <a:pt x="1733" y="8190"/>
                </a:cubicBezTo>
                <a:cubicBezTo>
                  <a:pt x="1733" y="8190"/>
                  <a:pt x="1732" y="8114"/>
                  <a:pt x="1731" y="7996"/>
                </a:cubicBezTo>
                <a:cubicBezTo>
                  <a:pt x="1731" y="7878"/>
                  <a:pt x="1730" y="7719"/>
                  <a:pt x="1728" y="7552"/>
                </a:cubicBezTo>
                <a:lnTo>
                  <a:pt x="1728" y="7515"/>
                </a:lnTo>
                <a:cubicBezTo>
                  <a:pt x="1728" y="7501"/>
                  <a:pt x="1728" y="7487"/>
                  <a:pt x="1728" y="7473"/>
                </a:cubicBezTo>
                <a:cubicBezTo>
                  <a:pt x="1728" y="7459"/>
                  <a:pt x="1728" y="7446"/>
                  <a:pt x="1728" y="7431"/>
                </a:cubicBezTo>
                <a:lnTo>
                  <a:pt x="1728" y="7407"/>
                </a:lnTo>
                <a:cubicBezTo>
                  <a:pt x="1728" y="7304"/>
                  <a:pt x="1725" y="7197"/>
                  <a:pt x="1724" y="7106"/>
                </a:cubicBezTo>
                <a:cubicBezTo>
                  <a:pt x="1716" y="6394"/>
                  <a:pt x="1681" y="5003"/>
                  <a:pt x="1568" y="4600"/>
                </a:cubicBezTo>
                <a:cubicBezTo>
                  <a:pt x="1547" y="4527"/>
                  <a:pt x="1521" y="4513"/>
                  <a:pt x="1506" y="4624"/>
                </a:cubicBezTo>
                <a:cubicBezTo>
                  <a:pt x="1484" y="4788"/>
                  <a:pt x="1463" y="5414"/>
                  <a:pt x="1458" y="5576"/>
                </a:cubicBezTo>
                <a:cubicBezTo>
                  <a:pt x="1454" y="5714"/>
                  <a:pt x="1447" y="6093"/>
                  <a:pt x="1439" y="6479"/>
                </a:cubicBezTo>
                <a:lnTo>
                  <a:pt x="1437" y="6527"/>
                </a:lnTo>
                <a:cubicBezTo>
                  <a:pt x="1437" y="6536"/>
                  <a:pt x="1437" y="6544"/>
                  <a:pt x="1437" y="6551"/>
                </a:cubicBezTo>
                <a:cubicBezTo>
                  <a:pt x="1437" y="6559"/>
                  <a:pt x="1437" y="6567"/>
                  <a:pt x="1437" y="6576"/>
                </a:cubicBezTo>
                <a:lnTo>
                  <a:pt x="1435" y="6624"/>
                </a:lnTo>
                <a:cubicBezTo>
                  <a:pt x="1431" y="6825"/>
                  <a:pt x="1427" y="7022"/>
                  <a:pt x="1425" y="7181"/>
                </a:cubicBezTo>
                <a:cubicBezTo>
                  <a:pt x="1423" y="7341"/>
                  <a:pt x="1422" y="7463"/>
                  <a:pt x="1422" y="7515"/>
                </a:cubicBezTo>
                <a:cubicBezTo>
                  <a:pt x="1422" y="7523"/>
                  <a:pt x="1422" y="7531"/>
                  <a:pt x="1422" y="7538"/>
                </a:cubicBezTo>
                <a:cubicBezTo>
                  <a:pt x="1422" y="7546"/>
                  <a:pt x="1422" y="7554"/>
                  <a:pt x="1422" y="7564"/>
                </a:cubicBezTo>
                <a:lnTo>
                  <a:pt x="1422" y="7600"/>
                </a:lnTo>
                <a:cubicBezTo>
                  <a:pt x="1422" y="7638"/>
                  <a:pt x="1422" y="7680"/>
                  <a:pt x="1421" y="7725"/>
                </a:cubicBezTo>
                <a:cubicBezTo>
                  <a:pt x="1421" y="7770"/>
                  <a:pt x="1420" y="7817"/>
                  <a:pt x="1420" y="7865"/>
                </a:cubicBezTo>
                <a:lnTo>
                  <a:pt x="1420" y="7913"/>
                </a:lnTo>
                <a:lnTo>
                  <a:pt x="1420" y="7919"/>
                </a:lnTo>
                <a:lnTo>
                  <a:pt x="1420" y="7925"/>
                </a:lnTo>
                <a:lnTo>
                  <a:pt x="1420" y="7949"/>
                </a:lnTo>
                <a:cubicBezTo>
                  <a:pt x="1419" y="8051"/>
                  <a:pt x="1418" y="8151"/>
                  <a:pt x="1418" y="8227"/>
                </a:cubicBezTo>
                <a:cubicBezTo>
                  <a:pt x="1417" y="8302"/>
                  <a:pt x="1416" y="8354"/>
                  <a:pt x="1416" y="8359"/>
                </a:cubicBezTo>
                <a:cubicBezTo>
                  <a:pt x="1415" y="8363"/>
                  <a:pt x="1414" y="8367"/>
                  <a:pt x="1414" y="8371"/>
                </a:cubicBezTo>
                <a:cubicBezTo>
                  <a:pt x="1413" y="8375"/>
                  <a:pt x="1412" y="8379"/>
                  <a:pt x="1411" y="8383"/>
                </a:cubicBezTo>
                <a:cubicBezTo>
                  <a:pt x="1410" y="8388"/>
                  <a:pt x="1400" y="8401"/>
                  <a:pt x="1386" y="8416"/>
                </a:cubicBezTo>
                <a:cubicBezTo>
                  <a:pt x="1372" y="8431"/>
                  <a:pt x="1354" y="8449"/>
                  <a:pt x="1335" y="8467"/>
                </a:cubicBezTo>
                <a:lnTo>
                  <a:pt x="1329" y="8467"/>
                </a:lnTo>
                <a:lnTo>
                  <a:pt x="1327" y="8467"/>
                </a:lnTo>
                <a:lnTo>
                  <a:pt x="1320" y="8479"/>
                </a:lnTo>
                <a:cubicBezTo>
                  <a:pt x="1309" y="8490"/>
                  <a:pt x="1297" y="8495"/>
                  <a:pt x="1287" y="8503"/>
                </a:cubicBezTo>
                <a:cubicBezTo>
                  <a:pt x="1242" y="8540"/>
                  <a:pt x="1170" y="8652"/>
                  <a:pt x="1096" y="8780"/>
                </a:cubicBezTo>
                <a:lnTo>
                  <a:pt x="1086" y="8792"/>
                </a:lnTo>
                <a:cubicBezTo>
                  <a:pt x="1085" y="8794"/>
                  <a:pt x="1084" y="8796"/>
                  <a:pt x="1084" y="8798"/>
                </a:cubicBezTo>
                <a:cubicBezTo>
                  <a:pt x="1083" y="8801"/>
                  <a:pt x="1083" y="8803"/>
                  <a:pt x="1082" y="8804"/>
                </a:cubicBezTo>
                <a:lnTo>
                  <a:pt x="1071" y="8829"/>
                </a:lnTo>
                <a:cubicBezTo>
                  <a:pt x="989" y="8974"/>
                  <a:pt x="911" y="9129"/>
                  <a:pt x="872" y="9226"/>
                </a:cubicBezTo>
                <a:cubicBezTo>
                  <a:pt x="768" y="9487"/>
                  <a:pt x="615" y="9945"/>
                  <a:pt x="572" y="10551"/>
                </a:cubicBezTo>
                <a:cubicBezTo>
                  <a:pt x="542" y="10987"/>
                  <a:pt x="555" y="11357"/>
                  <a:pt x="596" y="11768"/>
                </a:cubicBezTo>
                <a:cubicBezTo>
                  <a:pt x="648" y="12294"/>
                  <a:pt x="716" y="12705"/>
                  <a:pt x="792" y="13118"/>
                </a:cubicBezTo>
                <a:cubicBezTo>
                  <a:pt x="819" y="13264"/>
                  <a:pt x="941" y="13851"/>
                  <a:pt x="970" y="13973"/>
                </a:cubicBezTo>
                <a:cubicBezTo>
                  <a:pt x="1073" y="14409"/>
                  <a:pt x="1192" y="14827"/>
                  <a:pt x="1316" y="15178"/>
                </a:cubicBezTo>
                <a:cubicBezTo>
                  <a:pt x="1319" y="15185"/>
                  <a:pt x="1322" y="15194"/>
                  <a:pt x="1325" y="15202"/>
                </a:cubicBezTo>
                <a:lnTo>
                  <a:pt x="1329" y="15214"/>
                </a:lnTo>
                <a:lnTo>
                  <a:pt x="1337" y="15238"/>
                </a:lnTo>
                <a:lnTo>
                  <a:pt x="1338" y="15244"/>
                </a:lnTo>
                <a:lnTo>
                  <a:pt x="1340" y="15250"/>
                </a:lnTo>
                <a:lnTo>
                  <a:pt x="1344" y="15250"/>
                </a:lnTo>
                <a:cubicBezTo>
                  <a:pt x="1360" y="15294"/>
                  <a:pt x="1375" y="15337"/>
                  <a:pt x="1386" y="15368"/>
                </a:cubicBezTo>
                <a:cubicBezTo>
                  <a:pt x="1398" y="15399"/>
                  <a:pt x="1405" y="15419"/>
                  <a:pt x="1405" y="15419"/>
                </a:cubicBezTo>
                <a:cubicBezTo>
                  <a:pt x="1405" y="15419"/>
                  <a:pt x="1406" y="15479"/>
                  <a:pt x="1408" y="15571"/>
                </a:cubicBezTo>
                <a:cubicBezTo>
                  <a:pt x="1410" y="15663"/>
                  <a:pt x="1413" y="15787"/>
                  <a:pt x="1416" y="15913"/>
                </a:cubicBezTo>
                <a:lnTo>
                  <a:pt x="1416" y="15937"/>
                </a:lnTo>
                <a:cubicBezTo>
                  <a:pt x="1416" y="15946"/>
                  <a:pt x="1416" y="15953"/>
                  <a:pt x="1417" y="15961"/>
                </a:cubicBezTo>
                <a:cubicBezTo>
                  <a:pt x="1417" y="15968"/>
                  <a:pt x="1417" y="15976"/>
                  <a:pt x="1418" y="15985"/>
                </a:cubicBezTo>
                <a:lnTo>
                  <a:pt x="1418" y="16009"/>
                </a:lnTo>
                <a:cubicBezTo>
                  <a:pt x="1420" y="16111"/>
                  <a:pt x="1422" y="16214"/>
                  <a:pt x="1424" y="16298"/>
                </a:cubicBezTo>
                <a:cubicBezTo>
                  <a:pt x="1435" y="16697"/>
                  <a:pt x="1458" y="17045"/>
                  <a:pt x="1523" y="17202"/>
                </a:cubicBezTo>
                <a:cubicBezTo>
                  <a:pt x="1563" y="17298"/>
                  <a:pt x="1610" y="17283"/>
                  <a:pt x="1652" y="17238"/>
                </a:cubicBezTo>
                <a:cubicBezTo>
                  <a:pt x="1688" y="17199"/>
                  <a:pt x="1711" y="17112"/>
                  <a:pt x="1726" y="16937"/>
                </a:cubicBezTo>
                <a:cubicBezTo>
                  <a:pt x="1732" y="16871"/>
                  <a:pt x="1744" y="16664"/>
                  <a:pt x="1745" y="16587"/>
                </a:cubicBezTo>
                <a:cubicBezTo>
                  <a:pt x="1746" y="16553"/>
                  <a:pt x="1745" y="16516"/>
                  <a:pt x="1745" y="16479"/>
                </a:cubicBezTo>
                <a:lnTo>
                  <a:pt x="1745" y="16455"/>
                </a:lnTo>
                <a:lnTo>
                  <a:pt x="1745" y="16443"/>
                </a:lnTo>
                <a:cubicBezTo>
                  <a:pt x="1746" y="16395"/>
                  <a:pt x="1746" y="16349"/>
                  <a:pt x="1747" y="16309"/>
                </a:cubicBezTo>
                <a:cubicBezTo>
                  <a:pt x="1747" y="16269"/>
                  <a:pt x="1747" y="16236"/>
                  <a:pt x="1747" y="16214"/>
                </a:cubicBezTo>
                <a:lnTo>
                  <a:pt x="1747" y="16190"/>
                </a:lnTo>
                <a:lnTo>
                  <a:pt x="1747" y="16178"/>
                </a:lnTo>
                <a:cubicBezTo>
                  <a:pt x="1747" y="16178"/>
                  <a:pt x="1761" y="16197"/>
                  <a:pt x="1782" y="16224"/>
                </a:cubicBezTo>
                <a:cubicBezTo>
                  <a:pt x="1803" y="16252"/>
                  <a:pt x="1831" y="16288"/>
                  <a:pt x="1859" y="16322"/>
                </a:cubicBezTo>
                <a:lnTo>
                  <a:pt x="1868" y="16334"/>
                </a:lnTo>
                <a:lnTo>
                  <a:pt x="1869" y="16334"/>
                </a:lnTo>
                <a:lnTo>
                  <a:pt x="1870" y="16334"/>
                </a:lnTo>
                <a:lnTo>
                  <a:pt x="1874" y="16346"/>
                </a:lnTo>
                <a:cubicBezTo>
                  <a:pt x="1891" y="16365"/>
                  <a:pt x="1908" y="16379"/>
                  <a:pt x="1923" y="16394"/>
                </a:cubicBezTo>
                <a:cubicBezTo>
                  <a:pt x="2127" y="16610"/>
                  <a:pt x="2349" y="16623"/>
                  <a:pt x="2542" y="16491"/>
                </a:cubicBezTo>
                <a:cubicBezTo>
                  <a:pt x="2826" y="16293"/>
                  <a:pt x="3156" y="15702"/>
                  <a:pt x="3370" y="14648"/>
                </a:cubicBezTo>
                <a:cubicBezTo>
                  <a:pt x="3428" y="14364"/>
                  <a:pt x="3526" y="13693"/>
                  <a:pt x="3567" y="13274"/>
                </a:cubicBezTo>
                <a:cubicBezTo>
                  <a:pt x="3591" y="13030"/>
                  <a:pt x="3612" y="12790"/>
                  <a:pt x="3635" y="12491"/>
                </a:cubicBezTo>
                <a:cubicBezTo>
                  <a:pt x="3637" y="12461"/>
                  <a:pt x="3646" y="12322"/>
                  <a:pt x="3654" y="12163"/>
                </a:cubicBezTo>
                <a:cubicBezTo>
                  <a:pt x="3663" y="12005"/>
                  <a:pt x="3672" y="11827"/>
                  <a:pt x="3675" y="11720"/>
                </a:cubicBezTo>
                <a:cubicBezTo>
                  <a:pt x="3676" y="11692"/>
                  <a:pt x="3677" y="11606"/>
                  <a:pt x="3679" y="11491"/>
                </a:cubicBezTo>
                <a:cubicBezTo>
                  <a:pt x="3681" y="11376"/>
                  <a:pt x="3683" y="11230"/>
                  <a:pt x="3685" y="11081"/>
                </a:cubicBezTo>
                <a:lnTo>
                  <a:pt x="3685" y="11057"/>
                </a:lnTo>
                <a:cubicBezTo>
                  <a:pt x="3686" y="10968"/>
                  <a:pt x="3687" y="10879"/>
                  <a:pt x="3687" y="10795"/>
                </a:cubicBezTo>
                <a:cubicBezTo>
                  <a:pt x="3687" y="10710"/>
                  <a:pt x="3687" y="10631"/>
                  <a:pt x="3685" y="10563"/>
                </a:cubicBezTo>
                <a:cubicBezTo>
                  <a:pt x="3686" y="10530"/>
                  <a:pt x="3685" y="10483"/>
                  <a:pt x="3685" y="10430"/>
                </a:cubicBezTo>
                <a:cubicBezTo>
                  <a:pt x="3684" y="10378"/>
                  <a:pt x="3683" y="10319"/>
                  <a:pt x="3681" y="10262"/>
                </a:cubicBezTo>
                <a:lnTo>
                  <a:pt x="3679" y="10226"/>
                </a:lnTo>
                <a:cubicBezTo>
                  <a:pt x="3677" y="10157"/>
                  <a:pt x="3675" y="10091"/>
                  <a:pt x="3674" y="10038"/>
                </a:cubicBezTo>
                <a:cubicBezTo>
                  <a:pt x="3672" y="9985"/>
                  <a:pt x="3671" y="9944"/>
                  <a:pt x="3670" y="9925"/>
                </a:cubicBezTo>
                <a:cubicBezTo>
                  <a:pt x="3669" y="9917"/>
                  <a:pt x="3661" y="9722"/>
                  <a:pt x="3656" y="9588"/>
                </a:cubicBezTo>
                <a:cubicBezTo>
                  <a:pt x="3653" y="9529"/>
                  <a:pt x="3645" y="9411"/>
                  <a:pt x="3637" y="9286"/>
                </a:cubicBezTo>
                <a:lnTo>
                  <a:pt x="3635" y="9250"/>
                </a:lnTo>
                <a:cubicBezTo>
                  <a:pt x="3624" y="9095"/>
                  <a:pt x="3613" y="8943"/>
                  <a:pt x="3609" y="8901"/>
                </a:cubicBezTo>
                <a:cubicBezTo>
                  <a:pt x="3587" y="8671"/>
                  <a:pt x="3574" y="8473"/>
                  <a:pt x="3556" y="8274"/>
                </a:cubicBezTo>
                <a:cubicBezTo>
                  <a:pt x="3484" y="7446"/>
                  <a:pt x="3332" y="6401"/>
                  <a:pt x="3212" y="5720"/>
                </a:cubicBezTo>
                <a:cubicBezTo>
                  <a:pt x="3150" y="5368"/>
                  <a:pt x="3064" y="4930"/>
                  <a:pt x="2998" y="4624"/>
                </a:cubicBezTo>
                <a:cubicBezTo>
                  <a:pt x="2983" y="4551"/>
                  <a:pt x="2927" y="4312"/>
                  <a:pt x="2870" y="4070"/>
                </a:cubicBezTo>
                <a:lnTo>
                  <a:pt x="2861" y="4046"/>
                </a:lnTo>
                <a:cubicBezTo>
                  <a:pt x="2860" y="4043"/>
                  <a:pt x="2860" y="4038"/>
                  <a:pt x="2860" y="4034"/>
                </a:cubicBezTo>
                <a:cubicBezTo>
                  <a:pt x="2860" y="4029"/>
                  <a:pt x="2860" y="4024"/>
                  <a:pt x="2859" y="4022"/>
                </a:cubicBezTo>
                <a:lnTo>
                  <a:pt x="2850" y="3998"/>
                </a:lnTo>
                <a:cubicBezTo>
                  <a:pt x="2796" y="3772"/>
                  <a:pt x="2746" y="3551"/>
                  <a:pt x="2730" y="3492"/>
                </a:cubicBezTo>
                <a:cubicBezTo>
                  <a:pt x="2620" y="3081"/>
                  <a:pt x="2423" y="2460"/>
                  <a:pt x="2299" y="2118"/>
                </a:cubicBezTo>
                <a:cubicBezTo>
                  <a:pt x="2126" y="1643"/>
                  <a:pt x="1890" y="1116"/>
                  <a:pt x="1709" y="805"/>
                </a:cubicBezTo>
                <a:cubicBezTo>
                  <a:pt x="1394" y="259"/>
                  <a:pt x="1086" y="-60"/>
                  <a:pt x="760" y="10"/>
                </a:cubicBezTo>
                <a:close/>
                <a:moveTo>
                  <a:pt x="4165" y="1395"/>
                </a:moveTo>
                <a:cubicBezTo>
                  <a:pt x="4093" y="1445"/>
                  <a:pt x="4023" y="1560"/>
                  <a:pt x="3966" y="1696"/>
                </a:cubicBezTo>
                <a:cubicBezTo>
                  <a:pt x="3846" y="1987"/>
                  <a:pt x="3736" y="2412"/>
                  <a:pt x="3651" y="2925"/>
                </a:cubicBezTo>
                <a:cubicBezTo>
                  <a:pt x="3567" y="3433"/>
                  <a:pt x="3503" y="4082"/>
                  <a:pt x="3510" y="4781"/>
                </a:cubicBezTo>
                <a:cubicBezTo>
                  <a:pt x="3512" y="5005"/>
                  <a:pt x="3528" y="5352"/>
                  <a:pt x="3548" y="5552"/>
                </a:cubicBezTo>
                <a:cubicBezTo>
                  <a:pt x="3565" y="5720"/>
                  <a:pt x="3594" y="5893"/>
                  <a:pt x="3601" y="6070"/>
                </a:cubicBezTo>
                <a:cubicBezTo>
                  <a:pt x="3605" y="6175"/>
                  <a:pt x="3602" y="6319"/>
                  <a:pt x="3603" y="6443"/>
                </a:cubicBezTo>
                <a:cubicBezTo>
                  <a:pt x="3604" y="6728"/>
                  <a:pt x="3627" y="7013"/>
                  <a:pt x="3664" y="7202"/>
                </a:cubicBezTo>
                <a:cubicBezTo>
                  <a:pt x="3691" y="7337"/>
                  <a:pt x="3715" y="7331"/>
                  <a:pt x="3742" y="7214"/>
                </a:cubicBezTo>
                <a:cubicBezTo>
                  <a:pt x="3750" y="7183"/>
                  <a:pt x="3761" y="7108"/>
                  <a:pt x="3768" y="7046"/>
                </a:cubicBezTo>
                <a:cubicBezTo>
                  <a:pt x="3780" y="6930"/>
                  <a:pt x="3791" y="6775"/>
                  <a:pt x="3801" y="6708"/>
                </a:cubicBezTo>
                <a:cubicBezTo>
                  <a:pt x="3802" y="6704"/>
                  <a:pt x="3805" y="6706"/>
                  <a:pt x="3808" y="6713"/>
                </a:cubicBezTo>
                <a:cubicBezTo>
                  <a:pt x="3811" y="6720"/>
                  <a:pt x="3815" y="6731"/>
                  <a:pt x="3818" y="6744"/>
                </a:cubicBezTo>
                <a:cubicBezTo>
                  <a:pt x="3820" y="6749"/>
                  <a:pt x="3823" y="6756"/>
                  <a:pt x="3828" y="6765"/>
                </a:cubicBezTo>
                <a:cubicBezTo>
                  <a:pt x="3833" y="6773"/>
                  <a:pt x="3839" y="6783"/>
                  <a:pt x="3846" y="6793"/>
                </a:cubicBezTo>
                <a:lnTo>
                  <a:pt x="3850" y="6805"/>
                </a:lnTo>
                <a:cubicBezTo>
                  <a:pt x="3856" y="6813"/>
                  <a:pt x="3863" y="6822"/>
                  <a:pt x="3868" y="6828"/>
                </a:cubicBezTo>
                <a:cubicBezTo>
                  <a:pt x="3874" y="6835"/>
                  <a:pt x="3879" y="6839"/>
                  <a:pt x="3882" y="6841"/>
                </a:cubicBezTo>
                <a:cubicBezTo>
                  <a:pt x="3906" y="6850"/>
                  <a:pt x="3931" y="6889"/>
                  <a:pt x="3956" y="6901"/>
                </a:cubicBezTo>
                <a:cubicBezTo>
                  <a:pt x="4037" y="6943"/>
                  <a:pt x="4148" y="6795"/>
                  <a:pt x="4220" y="6636"/>
                </a:cubicBezTo>
                <a:cubicBezTo>
                  <a:pt x="4383" y="6272"/>
                  <a:pt x="4509" y="5740"/>
                  <a:pt x="4636" y="4997"/>
                </a:cubicBezTo>
                <a:cubicBezTo>
                  <a:pt x="4711" y="4566"/>
                  <a:pt x="4776" y="3860"/>
                  <a:pt x="4752" y="3214"/>
                </a:cubicBezTo>
                <a:cubicBezTo>
                  <a:pt x="4740" y="2893"/>
                  <a:pt x="4715" y="2675"/>
                  <a:pt x="4668" y="2443"/>
                </a:cubicBezTo>
                <a:cubicBezTo>
                  <a:pt x="4645" y="2329"/>
                  <a:pt x="4587" y="2158"/>
                  <a:pt x="4547" y="2118"/>
                </a:cubicBezTo>
                <a:cubicBezTo>
                  <a:pt x="4545" y="2116"/>
                  <a:pt x="4541" y="2108"/>
                  <a:pt x="4539" y="2106"/>
                </a:cubicBezTo>
                <a:lnTo>
                  <a:pt x="4535" y="2106"/>
                </a:lnTo>
                <a:cubicBezTo>
                  <a:pt x="4530" y="2102"/>
                  <a:pt x="4527" y="2100"/>
                  <a:pt x="4523" y="2096"/>
                </a:cubicBezTo>
                <a:cubicBezTo>
                  <a:pt x="4520" y="2093"/>
                  <a:pt x="4518" y="2089"/>
                  <a:pt x="4516" y="2082"/>
                </a:cubicBezTo>
                <a:cubicBezTo>
                  <a:pt x="4510" y="2060"/>
                  <a:pt x="4505" y="2005"/>
                  <a:pt x="4499" y="1961"/>
                </a:cubicBezTo>
                <a:cubicBezTo>
                  <a:pt x="4470" y="1755"/>
                  <a:pt x="4413" y="1559"/>
                  <a:pt x="4372" y="1480"/>
                </a:cubicBezTo>
                <a:cubicBezTo>
                  <a:pt x="4310" y="1356"/>
                  <a:pt x="4236" y="1345"/>
                  <a:pt x="4165" y="1395"/>
                </a:cubicBezTo>
                <a:close/>
                <a:moveTo>
                  <a:pt x="4038" y="2877"/>
                </a:moveTo>
                <a:cubicBezTo>
                  <a:pt x="4038" y="2877"/>
                  <a:pt x="4012" y="2997"/>
                  <a:pt x="3990" y="3106"/>
                </a:cubicBezTo>
                <a:cubicBezTo>
                  <a:pt x="3916" y="3465"/>
                  <a:pt x="3817" y="4050"/>
                  <a:pt x="3763" y="4467"/>
                </a:cubicBezTo>
                <a:cubicBezTo>
                  <a:pt x="3757" y="4521"/>
                  <a:pt x="3749" y="4580"/>
                  <a:pt x="3742" y="4636"/>
                </a:cubicBezTo>
                <a:lnTo>
                  <a:pt x="3740" y="4660"/>
                </a:lnTo>
                <a:cubicBezTo>
                  <a:pt x="3729" y="4750"/>
                  <a:pt x="3719" y="4834"/>
                  <a:pt x="3711" y="4896"/>
                </a:cubicBezTo>
                <a:cubicBezTo>
                  <a:pt x="3703" y="4958"/>
                  <a:pt x="3698" y="4997"/>
                  <a:pt x="3698" y="4997"/>
                </a:cubicBezTo>
                <a:cubicBezTo>
                  <a:pt x="3698" y="4997"/>
                  <a:pt x="3692" y="4908"/>
                  <a:pt x="3687" y="4841"/>
                </a:cubicBezTo>
                <a:cubicBezTo>
                  <a:pt x="3654" y="4366"/>
                  <a:pt x="3728" y="3832"/>
                  <a:pt x="3795" y="3504"/>
                </a:cubicBezTo>
                <a:cubicBezTo>
                  <a:pt x="3836" y="3303"/>
                  <a:pt x="3917" y="2987"/>
                  <a:pt x="3973" y="2925"/>
                </a:cubicBezTo>
                <a:cubicBezTo>
                  <a:pt x="3996" y="2898"/>
                  <a:pt x="4038" y="2877"/>
                  <a:pt x="4038" y="2877"/>
                </a:cubicBezTo>
                <a:close/>
                <a:moveTo>
                  <a:pt x="4410" y="3082"/>
                </a:moveTo>
                <a:cubicBezTo>
                  <a:pt x="4462" y="2994"/>
                  <a:pt x="4484" y="2982"/>
                  <a:pt x="4524" y="3082"/>
                </a:cubicBezTo>
                <a:cubicBezTo>
                  <a:pt x="4556" y="3158"/>
                  <a:pt x="4579" y="3325"/>
                  <a:pt x="4583" y="3540"/>
                </a:cubicBezTo>
                <a:cubicBezTo>
                  <a:pt x="4597" y="4206"/>
                  <a:pt x="4463" y="4767"/>
                  <a:pt x="4372" y="5058"/>
                </a:cubicBezTo>
                <a:cubicBezTo>
                  <a:pt x="4279" y="5351"/>
                  <a:pt x="4181" y="5522"/>
                  <a:pt x="4074" y="5564"/>
                </a:cubicBezTo>
                <a:cubicBezTo>
                  <a:pt x="4059" y="5569"/>
                  <a:pt x="4035" y="5575"/>
                  <a:pt x="4011" y="5576"/>
                </a:cubicBezTo>
                <a:lnTo>
                  <a:pt x="4006" y="5576"/>
                </a:lnTo>
                <a:cubicBezTo>
                  <a:pt x="4005" y="5576"/>
                  <a:pt x="4004" y="5576"/>
                  <a:pt x="4002" y="5576"/>
                </a:cubicBezTo>
                <a:cubicBezTo>
                  <a:pt x="4001" y="5576"/>
                  <a:pt x="3999" y="5576"/>
                  <a:pt x="3998" y="5576"/>
                </a:cubicBezTo>
                <a:lnTo>
                  <a:pt x="3994" y="5576"/>
                </a:lnTo>
                <a:cubicBezTo>
                  <a:pt x="3975" y="5574"/>
                  <a:pt x="3957" y="5572"/>
                  <a:pt x="3943" y="5565"/>
                </a:cubicBezTo>
                <a:cubicBezTo>
                  <a:pt x="3930" y="5558"/>
                  <a:pt x="3921" y="5546"/>
                  <a:pt x="3920" y="5528"/>
                </a:cubicBezTo>
                <a:cubicBezTo>
                  <a:pt x="3919" y="5519"/>
                  <a:pt x="3921" y="5500"/>
                  <a:pt x="3923" y="5474"/>
                </a:cubicBezTo>
                <a:cubicBezTo>
                  <a:pt x="3926" y="5448"/>
                  <a:pt x="3930" y="5416"/>
                  <a:pt x="3935" y="5383"/>
                </a:cubicBezTo>
                <a:cubicBezTo>
                  <a:pt x="3949" y="5276"/>
                  <a:pt x="3969" y="5125"/>
                  <a:pt x="3987" y="4985"/>
                </a:cubicBezTo>
                <a:cubicBezTo>
                  <a:pt x="4068" y="4394"/>
                  <a:pt x="4215" y="3645"/>
                  <a:pt x="4319" y="3299"/>
                </a:cubicBezTo>
                <a:cubicBezTo>
                  <a:pt x="4355" y="3182"/>
                  <a:pt x="4372" y="3146"/>
                  <a:pt x="4410" y="3082"/>
                </a:cubicBezTo>
                <a:close/>
                <a:moveTo>
                  <a:pt x="17009" y="5660"/>
                </a:moveTo>
                <a:cubicBezTo>
                  <a:pt x="16888" y="5660"/>
                  <a:pt x="16807" y="6111"/>
                  <a:pt x="16807" y="6793"/>
                </a:cubicBezTo>
                <a:cubicBezTo>
                  <a:pt x="16807" y="7474"/>
                  <a:pt x="16888" y="7937"/>
                  <a:pt x="17009" y="7937"/>
                </a:cubicBezTo>
                <a:cubicBezTo>
                  <a:pt x="17131" y="7937"/>
                  <a:pt x="17214" y="7474"/>
                  <a:pt x="17214" y="6793"/>
                </a:cubicBezTo>
                <a:cubicBezTo>
                  <a:pt x="17214" y="6111"/>
                  <a:pt x="17131" y="5660"/>
                  <a:pt x="17009" y="5660"/>
                </a:cubicBezTo>
                <a:close/>
                <a:moveTo>
                  <a:pt x="18647" y="5660"/>
                </a:moveTo>
                <a:cubicBezTo>
                  <a:pt x="18525" y="5660"/>
                  <a:pt x="18444" y="6111"/>
                  <a:pt x="18444" y="6793"/>
                </a:cubicBezTo>
                <a:cubicBezTo>
                  <a:pt x="18444" y="7474"/>
                  <a:pt x="18525" y="7937"/>
                  <a:pt x="18647" y="7937"/>
                </a:cubicBezTo>
                <a:cubicBezTo>
                  <a:pt x="18769" y="7937"/>
                  <a:pt x="18852" y="7474"/>
                  <a:pt x="18852" y="6793"/>
                </a:cubicBezTo>
                <a:cubicBezTo>
                  <a:pt x="18852" y="6111"/>
                  <a:pt x="18769" y="5660"/>
                  <a:pt x="18647" y="5660"/>
                </a:cubicBezTo>
                <a:close/>
                <a:moveTo>
                  <a:pt x="11893" y="5817"/>
                </a:moveTo>
                <a:lnTo>
                  <a:pt x="11893" y="9527"/>
                </a:lnTo>
                <a:cubicBezTo>
                  <a:pt x="11796" y="8923"/>
                  <a:pt x="11660" y="8576"/>
                  <a:pt x="11502" y="8576"/>
                </a:cubicBezTo>
                <a:cubicBezTo>
                  <a:pt x="11180" y="8576"/>
                  <a:pt x="10949" y="10003"/>
                  <a:pt x="10949" y="12021"/>
                </a:cubicBezTo>
                <a:cubicBezTo>
                  <a:pt x="10949" y="14053"/>
                  <a:pt x="11180" y="15479"/>
                  <a:pt x="11502" y="15479"/>
                </a:cubicBezTo>
                <a:cubicBezTo>
                  <a:pt x="11671" y="15479"/>
                  <a:pt x="11815" y="15111"/>
                  <a:pt x="11910" y="14455"/>
                </a:cubicBezTo>
                <a:lnTo>
                  <a:pt x="11912" y="15322"/>
                </a:lnTo>
                <a:lnTo>
                  <a:pt x="12208" y="15322"/>
                </a:lnTo>
                <a:lnTo>
                  <a:pt x="12208" y="5817"/>
                </a:lnTo>
                <a:lnTo>
                  <a:pt x="11893" y="5817"/>
                </a:lnTo>
                <a:close/>
                <a:moveTo>
                  <a:pt x="9981" y="6323"/>
                </a:moveTo>
                <a:lnTo>
                  <a:pt x="9368" y="15322"/>
                </a:lnTo>
                <a:lnTo>
                  <a:pt x="9712" y="15322"/>
                </a:lnTo>
                <a:lnTo>
                  <a:pt x="9824" y="13611"/>
                </a:lnTo>
                <a:lnTo>
                  <a:pt x="10501" y="13611"/>
                </a:lnTo>
                <a:lnTo>
                  <a:pt x="10613" y="15322"/>
                </a:lnTo>
                <a:lnTo>
                  <a:pt x="10955" y="15322"/>
                </a:lnTo>
                <a:lnTo>
                  <a:pt x="10348" y="6323"/>
                </a:lnTo>
                <a:lnTo>
                  <a:pt x="9981" y="6323"/>
                </a:lnTo>
                <a:close/>
                <a:moveTo>
                  <a:pt x="6251" y="6877"/>
                </a:moveTo>
                <a:cubicBezTo>
                  <a:pt x="6235" y="6879"/>
                  <a:pt x="6218" y="6923"/>
                  <a:pt x="6211" y="7082"/>
                </a:cubicBezTo>
                <a:cubicBezTo>
                  <a:pt x="6198" y="7367"/>
                  <a:pt x="6214" y="7666"/>
                  <a:pt x="6217" y="7720"/>
                </a:cubicBezTo>
                <a:lnTo>
                  <a:pt x="6217" y="7732"/>
                </a:lnTo>
                <a:cubicBezTo>
                  <a:pt x="6286" y="9077"/>
                  <a:pt x="6329" y="10146"/>
                  <a:pt x="6355" y="10879"/>
                </a:cubicBezTo>
                <a:cubicBezTo>
                  <a:pt x="6380" y="11612"/>
                  <a:pt x="6388" y="12009"/>
                  <a:pt x="6388" y="12009"/>
                </a:cubicBezTo>
                <a:cubicBezTo>
                  <a:pt x="6388" y="12009"/>
                  <a:pt x="6389" y="12123"/>
                  <a:pt x="6389" y="12240"/>
                </a:cubicBezTo>
                <a:cubicBezTo>
                  <a:pt x="6388" y="12358"/>
                  <a:pt x="6386" y="12478"/>
                  <a:pt x="6378" y="12491"/>
                </a:cubicBezTo>
                <a:cubicBezTo>
                  <a:pt x="6372" y="12515"/>
                  <a:pt x="6366" y="12512"/>
                  <a:pt x="6362" y="12503"/>
                </a:cubicBezTo>
                <a:cubicBezTo>
                  <a:pt x="6357" y="12494"/>
                  <a:pt x="6354" y="12479"/>
                  <a:pt x="6354" y="12479"/>
                </a:cubicBezTo>
                <a:cubicBezTo>
                  <a:pt x="6350" y="12480"/>
                  <a:pt x="6339" y="12395"/>
                  <a:pt x="6324" y="12267"/>
                </a:cubicBezTo>
                <a:cubicBezTo>
                  <a:pt x="6308" y="12139"/>
                  <a:pt x="6289" y="11967"/>
                  <a:pt x="6270" y="11792"/>
                </a:cubicBezTo>
                <a:lnTo>
                  <a:pt x="6263" y="11756"/>
                </a:lnTo>
                <a:cubicBezTo>
                  <a:pt x="6247" y="11611"/>
                  <a:pt x="6232" y="11465"/>
                  <a:pt x="6219" y="11343"/>
                </a:cubicBezTo>
                <a:cubicBezTo>
                  <a:pt x="6205" y="11221"/>
                  <a:pt x="6195" y="11122"/>
                  <a:pt x="6189" y="11069"/>
                </a:cubicBezTo>
                <a:lnTo>
                  <a:pt x="6189" y="11045"/>
                </a:lnTo>
                <a:cubicBezTo>
                  <a:pt x="6189" y="11037"/>
                  <a:pt x="6188" y="11031"/>
                  <a:pt x="6187" y="11027"/>
                </a:cubicBezTo>
                <a:cubicBezTo>
                  <a:pt x="6186" y="11023"/>
                  <a:pt x="6185" y="11021"/>
                  <a:pt x="6185" y="11021"/>
                </a:cubicBezTo>
                <a:lnTo>
                  <a:pt x="6156" y="10744"/>
                </a:lnTo>
                <a:cubicBezTo>
                  <a:pt x="6072" y="9973"/>
                  <a:pt x="6005" y="9454"/>
                  <a:pt x="5959" y="9129"/>
                </a:cubicBezTo>
                <a:cubicBezTo>
                  <a:pt x="5912" y="8804"/>
                  <a:pt x="5887" y="8672"/>
                  <a:pt x="5887" y="8672"/>
                </a:cubicBezTo>
                <a:cubicBezTo>
                  <a:pt x="5864" y="8546"/>
                  <a:pt x="5803" y="8190"/>
                  <a:pt x="5727" y="8672"/>
                </a:cubicBezTo>
                <a:cubicBezTo>
                  <a:pt x="5651" y="9156"/>
                  <a:pt x="5590" y="10716"/>
                  <a:pt x="5566" y="12178"/>
                </a:cubicBezTo>
                <a:cubicBezTo>
                  <a:pt x="5556" y="12907"/>
                  <a:pt x="5555" y="13479"/>
                  <a:pt x="5561" y="13913"/>
                </a:cubicBezTo>
                <a:cubicBezTo>
                  <a:pt x="5568" y="14346"/>
                  <a:pt x="5581" y="14641"/>
                  <a:pt x="5600" y="14816"/>
                </a:cubicBezTo>
                <a:cubicBezTo>
                  <a:pt x="5620" y="14994"/>
                  <a:pt x="5651" y="15112"/>
                  <a:pt x="5684" y="15148"/>
                </a:cubicBezTo>
                <a:cubicBezTo>
                  <a:pt x="5717" y="15183"/>
                  <a:pt x="5753" y="15137"/>
                  <a:pt x="5786" y="14985"/>
                </a:cubicBezTo>
                <a:cubicBezTo>
                  <a:pt x="5855" y="14682"/>
                  <a:pt x="5840" y="12767"/>
                  <a:pt x="5851" y="11780"/>
                </a:cubicBezTo>
                <a:cubicBezTo>
                  <a:pt x="5862" y="10789"/>
                  <a:pt x="5879" y="10961"/>
                  <a:pt x="5879" y="10961"/>
                </a:cubicBezTo>
                <a:cubicBezTo>
                  <a:pt x="5882" y="10956"/>
                  <a:pt x="5889" y="10995"/>
                  <a:pt x="5897" y="11059"/>
                </a:cubicBezTo>
                <a:cubicBezTo>
                  <a:pt x="5906" y="11124"/>
                  <a:pt x="5916" y="11214"/>
                  <a:pt x="5925" y="11310"/>
                </a:cubicBezTo>
                <a:lnTo>
                  <a:pt x="5927" y="11334"/>
                </a:lnTo>
                <a:lnTo>
                  <a:pt x="5930" y="11371"/>
                </a:lnTo>
                <a:cubicBezTo>
                  <a:pt x="5931" y="11382"/>
                  <a:pt x="5932" y="11391"/>
                  <a:pt x="5933" y="11401"/>
                </a:cubicBezTo>
                <a:cubicBezTo>
                  <a:pt x="5934" y="11410"/>
                  <a:pt x="5935" y="11420"/>
                  <a:pt x="5936" y="11431"/>
                </a:cubicBezTo>
                <a:lnTo>
                  <a:pt x="5938" y="11455"/>
                </a:lnTo>
                <a:cubicBezTo>
                  <a:pt x="5947" y="11551"/>
                  <a:pt x="5956" y="11643"/>
                  <a:pt x="5962" y="11713"/>
                </a:cubicBezTo>
                <a:cubicBezTo>
                  <a:pt x="5969" y="11784"/>
                  <a:pt x="5973" y="11832"/>
                  <a:pt x="5974" y="11840"/>
                </a:cubicBezTo>
                <a:cubicBezTo>
                  <a:pt x="5974" y="11840"/>
                  <a:pt x="6183" y="14275"/>
                  <a:pt x="6314" y="14635"/>
                </a:cubicBezTo>
                <a:cubicBezTo>
                  <a:pt x="6447" y="14995"/>
                  <a:pt x="6553" y="14419"/>
                  <a:pt x="6593" y="13877"/>
                </a:cubicBezTo>
                <a:cubicBezTo>
                  <a:pt x="6634" y="13331"/>
                  <a:pt x="6703" y="11528"/>
                  <a:pt x="6599" y="9527"/>
                </a:cubicBezTo>
                <a:cubicBezTo>
                  <a:pt x="6495" y="7528"/>
                  <a:pt x="6280" y="6913"/>
                  <a:pt x="6280" y="6913"/>
                </a:cubicBezTo>
                <a:cubicBezTo>
                  <a:pt x="6280" y="6913"/>
                  <a:pt x="6266" y="6874"/>
                  <a:pt x="6251" y="6877"/>
                </a:cubicBezTo>
                <a:close/>
                <a:moveTo>
                  <a:pt x="15995" y="7166"/>
                </a:moveTo>
                <a:lnTo>
                  <a:pt x="15995" y="12925"/>
                </a:lnTo>
                <a:cubicBezTo>
                  <a:pt x="15995" y="13690"/>
                  <a:pt x="16031" y="14295"/>
                  <a:pt x="16099" y="14709"/>
                </a:cubicBezTo>
                <a:cubicBezTo>
                  <a:pt x="16167" y="15123"/>
                  <a:pt x="16268" y="15346"/>
                  <a:pt x="16399" y="15346"/>
                </a:cubicBezTo>
                <a:lnTo>
                  <a:pt x="16673" y="15346"/>
                </a:lnTo>
                <a:lnTo>
                  <a:pt x="16673" y="13708"/>
                </a:lnTo>
                <a:lnTo>
                  <a:pt x="16452" y="13708"/>
                </a:lnTo>
                <a:cubicBezTo>
                  <a:pt x="16404" y="13708"/>
                  <a:pt x="16369" y="13627"/>
                  <a:pt x="16346" y="13471"/>
                </a:cubicBezTo>
                <a:cubicBezTo>
                  <a:pt x="16323" y="13314"/>
                  <a:pt x="16312" y="13082"/>
                  <a:pt x="16312" y="12780"/>
                </a:cubicBezTo>
                <a:lnTo>
                  <a:pt x="16312" y="10359"/>
                </a:lnTo>
                <a:lnTo>
                  <a:pt x="16614" y="10359"/>
                </a:lnTo>
                <a:lnTo>
                  <a:pt x="16614" y="8732"/>
                </a:lnTo>
                <a:lnTo>
                  <a:pt x="16312" y="8732"/>
                </a:lnTo>
                <a:lnTo>
                  <a:pt x="16312" y="7166"/>
                </a:lnTo>
                <a:lnTo>
                  <a:pt x="15995" y="7166"/>
                </a:lnTo>
                <a:close/>
                <a:moveTo>
                  <a:pt x="8263" y="7696"/>
                </a:moveTo>
                <a:cubicBezTo>
                  <a:pt x="8250" y="7664"/>
                  <a:pt x="8233" y="7697"/>
                  <a:pt x="8220" y="7738"/>
                </a:cubicBezTo>
                <a:cubicBezTo>
                  <a:pt x="8206" y="7779"/>
                  <a:pt x="8195" y="7829"/>
                  <a:pt x="8195" y="7829"/>
                </a:cubicBezTo>
                <a:cubicBezTo>
                  <a:pt x="8018" y="8732"/>
                  <a:pt x="7918" y="9686"/>
                  <a:pt x="7862" y="10415"/>
                </a:cubicBezTo>
                <a:cubicBezTo>
                  <a:pt x="7806" y="11144"/>
                  <a:pt x="7793" y="11648"/>
                  <a:pt x="7793" y="11648"/>
                </a:cubicBezTo>
                <a:cubicBezTo>
                  <a:pt x="7777" y="12187"/>
                  <a:pt x="7778" y="12645"/>
                  <a:pt x="7791" y="13034"/>
                </a:cubicBezTo>
                <a:cubicBezTo>
                  <a:pt x="7804" y="13423"/>
                  <a:pt x="7828" y="13744"/>
                  <a:pt x="7857" y="14009"/>
                </a:cubicBezTo>
                <a:cubicBezTo>
                  <a:pt x="7759" y="15201"/>
                  <a:pt x="7685" y="16318"/>
                  <a:pt x="7639" y="17291"/>
                </a:cubicBezTo>
                <a:cubicBezTo>
                  <a:pt x="7594" y="18264"/>
                  <a:pt x="7576" y="19093"/>
                  <a:pt x="7588" y="19708"/>
                </a:cubicBezTo>
                <a:cubicBezTo>
                  <a:pt x="7600" y="20175"/>
                  <a:pt x="7636" y="20576"/>
                  <a:pt x="7677" y="20878"/>
                </a:cubicBezTo>
                <a:cubicBezTo>
                  <a:pt x="7719" y="21180"/>
                  <a:pt x="7766" y="21383"/>
                  <a:pt x="7802" y="21454"/>
                </a:cubicBezTo>
                <a:cubicBezTo>
                  <a:pt x="7838" y="21540"/>
                  <a:pt x="7859" y="21462"/>
                  <a:pt x="7871" y="21362"/>
                </a:cubicBezTo>
                <a:cubicBezTo>
                  <a:pt x="7883" y="21262"/>
                  <a:pt x="7886" y="21141"/>
                  <a:pt x="7886" y="21141"/>
                </a:cubicBezTo>
                <a:cubicBezTo>
                  <a:pt x="7916" y="19870"/>
                  <a:pt x="7956" y="18808"/>
                  <a:pt x="8004" y="17854"/>
                </a:cubicBezTo>
                <a:cubicBezTo>
                  <a:pt x="8053" y="16900"/>
                  <a:pt x="8109" y="16054"/>
                  <a:pt x="8170" y="15214"/>
                </a:cubicBezTo>
                <a:cubicBezTo>
                  <a:pt x="8538" y="15696"/>
                  <a:pt x="8813" y="13660"/>
                  <a:pt x="8911" y="12684"/>
                </a:cubicBezTo>
                <a:cubicBezTo>
                  <a:pt x="8969" y="12098"/>
                  <a:pt x="9000" y="11311"/>
                  <a:pt x="9000" y="10575"/>
                </a:cubicBezTo>
                <a:cubicBezTo>
                  <a:pt x="9000" y="9737"/>
                  <a:pt x="8961" y="8957"/>
                  <a:pt x="8873" y="8600"/>
                </a:cubicBezTo>
                <a:cubicBezTo>
                  <a:pt x="8743" y="8083"/>
                  <a:pt x="8572" y="8645"/>
                  <a:pt x="8411" y="9538"/>
                </a:cubicBezTo>
                <a:cubicBezTo>
                  <a:pt x="8249" y="10430"/>
                  <a:pt x="8097" y="11655"/>
                  <a:pt x="8005" y="12467"/>
                </a:cubicBezTo>
                <a:cubicBezTo>
                  <a:pt x="7991" y="12054"/>
                  <a:pt x="8009" y="11584"/>
                  <a:pt x="8030" y="11217"/>
                </a:cubicBezTo>
                <a:cubicBezTo>
                  <a:pt x="8052" y="10851"/>
                  <a:pt x="8077" y="10588"/>
                  <a:pt x="8077" y="10588"/>
                </a:cubicBezTo>
                <a:cubicBezTo>
                  <a:pt x="8077" y="10588"/>
                  <a:pt x="8088" y="10475"/>
                  <a:pt x="8105" y="10304"/>
                </a:cubicBezTo>
                <a:cubicBezTo>
                  <a:pt x="8122" y="10134"/>
                  <a:pt x="8145" y="9905"/>
                  <a:pt x="8167" y="9672"/>
                </a:cubicBezTo>
                <a:lnTo>
                  <a:pt x="8172" y="9624"/>
                </a:lnTo>
                <a:lnTo>
                  <a:pt x="8178" y="9563"/>
                </a:lnTo>
                <a:cubicBezTo>
                  <a:pt x="8196" y="9382"/>
                  <a:pt x="8213" y="9205"/>
                  <a:pt x="8227" y="9056"/>
                </a:cubicBezTo>
                <a:cubicBezTo>
                  <a:pt x="8241" y="8907"/>
                  <a:pt x="8252" y="8786"/>
                  <a:pt x="8256" y="8720"/>
                </a:cubicBezTo>
                <a:cubicBezTo>
                  <a:pt x="8267" y="8562"/>
                  <a:pt x="8275" y="8322"/>
                  <a:pt x="8278" y="8114"/>
                </a:cubicBezTo>
                <a:cubicBezTo>
                  <a:pt x="8280" y="7905"/>
                  <a:pt x="8276" y="7728"/>
                  <a:pt x="8263" y="7696"/>
                </a:cubicBezTo>
                <a:close/>
                <a:moveTo>
                  <a:pt x="5133" y="7877"/>
                </a:moveTo>
                <a:cubicBezTo>
                  <a:pt x="5013" y="7824"/>
                  <a:pt x="4893" y="7860"/>
                  <a:pt x="4801" y="7925"/>
                </a:cubicBezTo>
                <a:cubicBezTo>
                  <a:pt x="4611" y="8059"/>
                  <a:pt x="4358" y="8398"/>
                  <a:pt x="4249" y="9286"/>
                </a:cubicBezTo>
                <a:cubicBezTo>
                  <a:pt x="4208" y="9625"/>
                  <a:pt x="4184" y="10139"/>
                  <a:pt x="4203" y="10563"/>
                </a:cubicBezTo>
                <a:cubicBezTo>
                  <a:pt x="4214" y="10799"/>
                  <a:pt x="4251" y="11011"/>
                  <a:pt x="4288" y="11106"/>
                </a:cubicBezTo>
                <a:cubicBezTo>
                  <a:pt x="4324" y="11200"/>
                  <a:pt x="4370" y="11252"/>
                  <a:pt x="4412" y="11286"/>
                </a:cubicBezTo>
                <a:cubicBezTo>
                  <a:pt x="4439" y="11309"/>
                  <a:pt x="4518" y="11354"/>
                  <a:pt x="4600" y="11395"/>
                </a:cubicBezTo>
                <a:lnTo>
                  <a:pt x="4609" y="11395"/>
                </a:lnTo>
                <a:cubicBezTo>
                  <a:pt x="4610" y="11395"/>
                  <a:pt x="4611" y="11395"/>
                  <a:pt x="4613" y="11395"/>
                </a:cubicBezTo>
                <a:cubicBezTo>
                  <a:pt x="4614" y="11395"/>
                  <a:pt x="4616" y="11394"/>
                  <a:pt x="4617" y="11395"/>
                </a:cubicBezTo>
                <a:lnTo>
                  <a:pt x="4628" y="11407"/>
                </a:lnTo>
                <a:cubicBezTo>
                  <a:pt x="4665" y="11425"/>
                  <a:pt x="4702" y="11440"/>
                  <a:pt x="4733" y="11455"/>
                </a:cubicBezTo>
                <a:cubicBezTo>
                  <a:pt x="4837" y="11504"/>
                  <a:pt x="5041" y="11629"/>
                  <a:pt x="5150" y="11889"/>
                </a:cubicBezTo>
                <a:cubicBezTo>
                  <a:pt x="5150" y="11889"/>
                  <a:pt x="5252" y="12094"/>
                  <a:pt x="5251" y="12431"/>
                </a:cubicBezTo>
                <a:cubicBezTo>
                  <a:pt x="5251" y="12597"/>
                  <a:pt x="5229" y="12726"/>
                  <a:pt x="5207" y="12816"/>
                </a:cubicBezTo>
                <a:cubicBezTo>
                  <a:pt x="5045" y="13471"/>
                  <a:pt x="4822" y="13666"/>
                  <a:pt x="4624" y="13648"/>
                </a:cubicBezTo>
                <a:cubicBezTo>
                  <a:pt x="4556" y="13642"/>
                  <a:pt x="4502" y="13573"/>
                  <a:pt x="4433" y="13407"/>
                </a:cubicBezTo>
                <a:cubicBezTo>
                  <a:pt x="4404" y="13334"/>
                  <a:pt x="4367" y="13170"/>
                  <a:pt x="4372" y="12985"/>
                </a:cubicBezTo>
                <a:cubicBezTo>
                  <a:pt x="4383" y="12625"/>
                  <a:pt x="4454" y="12532"/>
                  <a:pt x="4512" y="12563"/>
                </a:cubicBezTo>
                <a:cubicBezTo>
                  <a:pt x="4544" y="12580"/>
                  <a:pt x="4586" y="12649"/>
                  <a:pt x="4617" y="12720"/>
                </a:cubicBezTo>
                <a:cubicBezTo>
                  <a:pt x="4744" y="13006"/>
                  <a:pt x="4801" y="13251"/>
                  <a:pt x="4913" y="13154"/>
                </a:cubicBezTo>
                <a:cubicBezTo>
                  <a:pt x="4955" y="13117"/>
                  <a:pt x="5099" y="12939"/>
                  <a:pt x="5118" y="12599"/>
                </a:cubicBezTo>
                <a:cubicBezTo>
                  <a:pt x="5123" y="12517"/>
                  <a:pt x="5116" y="12432"/>
                  <a:pt x="5105" y="12371"/>
                </a:cubicBezTo>
                <a:cubicBezTo>
                  <a:pt x="5090" y="12282"/>
                  <a:pt x="5004" y="12082"/>
                  <a:pt x="4981" y="12033"/>
                </a:cubicBezTo>
                <a:cubicBezTo>
                  <a:pt x="4896" y="11861"/>
                  <a:pt x="4734" y="11704"/>
                  <a:pt x="4645" y="11684"/>
                </a:cubicBezTo>
                <a:cubicBezTo>
                  <a:pt x="4527" y="11660"/>
                  <a:pt x="4371" y="11789"/>
                  <a:pt x="4298" y="12359"/>
                </a:cubicBezTo>
                <a:cubicBezTo>
                  <a:pt x="4252" y="12716"/>
                  <a:pt x="4250" y="13200"/>
                  <a:pt x="4288" y="13575"/>
                </a:cubicBezTo>
                <a:cubicBezTo>
                  <a:pt x="4339" y="14088"/>
                  <a:pt x="4441" y="14489"/>
                  <a:pt x="4524" y="14720"/>
                </a:cubicBezTo>
                <a:cubicBezTo>
                  <a:pt x="4665" y="15107"/>
                  <a:pt x="4833" y="15287"/>
                  <a:pt x="4989" y="15190"/>
                </a:cubicBezTo>
                <a:cubicBezTo>
                  <a:pt x="5078" y="15131"/>
                  <a:pt x="5155" y="15034"/>
                  <a:pt x="5234" y="14816"/>
                </a:cubicBezTo>
                <a:cubicBezTo>
                  <a:pt x="5310" y="14607"/>
                  <a:pt x="5393" y="14213"/>
                  <a:pt x="5431" y="13744"/>
                </a:cubicBezTo>
                <a:cubicBezTo>
                  <a:pt x="5482" y="13114"/>
                  <a:pt x="5479" y="12278"/>
                  <a:pt x="5422" y="11684"/>
                </a:cubicBezTo>
                <a:cubicBezTo>
                  <a:pt x="5385" y="11292"/>
                  <a:pt x="5346" y="11075"/>
                  <a:pt x="5277" y="10901"/>
                </a:cubicBezTo>
                <a:cubicBezTo>
                  <a:pt x="5202" y="10711"/>
                  <a:pt x="5103" y="10604"/>
                  <a:pt x="5004" y="10527"/>
                </a:cubicBezTo>
                <a:cubicBezTo>
                  <a:pt x="4998" y="10523"/>
                  <a:pt x="4997" y="10532"/>
                  <a:pt x="4991" y="10527"/>
                </a:cubicBezTo>
                <a:lnTo>
                  <a:pt x="4535" y="10214"/>
                </a:lnTo>
                <a:cubicBezTo>
                  <a:pt x="4532" y="10212"/>
                  <a:pt x="4529" y="10211"/>
                  <a:pt x="4527" y="10209"/>
                </a:cubicBezTo>
                <a:cubicBezTo>
                  <a:pt x="4525" y="10208"/>
                  <a:pt x="4523" y="10206"/>
                  <a:pt x="4520" y="10202"/>
                </a:cubicBezTo>
                <a:cubicBezTo>
                  <a:pt x="4510" y="10190"/>
                  <a:pt x="4482" y="10171"/>
                  <a:pt x="4461" y="10130"/>
                </a:cubicBezTo>
                <a:cubicBezTo>
                  <a:pt x="4440" y="10089"/>
                  <a:pt x="4426" y="10025"/>
                  <a:pt x="4442" y="9925"/>
                </a:cubicBezTo>
                <a:cubicBezTo>
                  <a:pt x="4446" y="9896"/>
                  <a:pt x="4455" y="9869"/>
                  <a:pt x="4466" y="9847"/>
                </a:cubicBezTo>
                <a:cubicBezTo>
                  <a:pt x="4476" y="9824"/>
                  <a:pt x="4487" y="9805"/>
                  <a:pt x="4495" y="9792"/>
                </a:cubicBezTo>
                <a:cubicBezTo>
                  <a:pt x="4702" y="9471"/>
                  <a:pt x="4964" y="9513"/>
                  <a:pt x="5181" y="9443"/>
                </a:cubicBezTo>
                <a:cubicBezTo>
                  <a:pt x="5230" y="9426"/>
                  <a:pt x="5339" y="9383"/>
                  <a:pt x="5393" y="9286"/>
                </a:cubicBezTo>
                <a:cubicBezTo>
                  <a:pt x="5444" y="9196"/>
                  <a:pt x="5487" y="8990"/>
                  <a:pt x="5498" y="8672"/>
                </a:cubicBezTo>
                <a:cubicBezTo>
                  <a:pt x="5504" y="8503"/>
                  <a:pt x="5490" y="8419"/>
                  <a:pt x="5463" y="8335"/>
                </a:cubicBezTo>
                <a:cubicBezTo>
                  <a:pt x="5372" y="8061"/>
                  <a:pt x="5252" y="7929"/>
                  <a:pt x="5133" y="7877"/>
                </a:cubicBezTo>
                <a:close/>
                <a:moveTo>
                  <a:pt x="7607" y="7925"/>
                </a:moveTo>
                <a:cubicBezTo>
                  <a:pt x="7450" y="7895"/>
                  <a:pt x="7256" y="8001"/>
                  <a:pt x="7096" y="8133"/>
                </a:cubicBezTo>
                <a:cubicBezTo>
                  <a:pt x="6935" y="8264"/>
                  <a:pt x="6808" y="8421"/>
                  <a:pt x="6783" y="8491"/>
                </a:cubicBezTo>
                <a:cubicBezTo>
                  <a:pt x="6736" y="8612"/>
                  <a:pt x="6741" y="8812"/>
                  <a:pt x="6802" y="9250"/>
                </a:cubicBezTo>
                <a:cubicBezTo>
                  <a:pt x="6868" y="9712"/>
                  <a:pt x="6978" y="9660"/>
                  <a:pt x="6978" y="9660"/>
                </a:cubicBezTo>
                <a:lnTo>
                  <a:pt x="6881" y="10804"/>
                </a:lnTo>
                <a:cubicBezTo>
                  <a:pt x="6842" y="10820"/>
                  <a:pt x="6816" y="10860"/>
                  <a:pt x="6799" y="10898"/>
                </a:cubicBezTo>
                <a:cubicBezTo>
                  <a:pt x="6783" y="10935"/>
                  <a:pt x="6776" y="10970"/>
                  <a:pt x="6775" y="10973"/>
                </a:cubicBezTo>
                <a:cubicBezTo>
                  <a:pt x="6754" y="11098"/>
                  <a:pt x="6756" y="11332"/>
                  <a:pt x="6764" y="11552"/>
                </a:cubicBezTo>
                <a:cubicBezTo>
                  <a:pt x="6772" y="11772"/>
                  <a:pt x="6787" y="11978"/>
                  <a:pt x="6792" y="12045"/>
                </a:cubicBezTo>
                <a:lnTo>
                  <a:pt x="6792" y="12057"/>
                </a:lnTo>
                <a:lnTo>
                  <a:pt x="6792" y="12069"/>
                </a:lnTo>
                <a:cubicBezTo>
                  <a:pt x="6792" y="12069"/>
                  <a:pt x="6657" y="13819"/>
                  <a:pt x="6756" y="14744"/>
                </a:cubicBezTo>
                <a:cubicBezTo>
                  <a:pt x="6852" y="15618"/>
                  <a:pt x="6963" y="15670"/>
                  <a:pt x="6984" y="15672"/>
                </a:cubicBezTo>
                <a:lnTo>
                  <a:pt x="6986" y="15672"/>
                </a:lnTo>
                <a:cubicBezTo>
                  <a:pt x="6987" y="15672"/>
                  <a:pt x="6987" y="15672"/>
                  <a:pt x="6988" y="15672"/>
                </a:cubicBezTo>
                <a:lnTo>
                  <a:pt x="6988" y="15672"/>
                </a:lnTo>
                <a:cubicBezTo>
                  <a:pt x="7228" y="15771"/>
                  <a:pt x="7622" y="14338"/>
                  <a:pt x="7643" y="13864"/>
                </a:cubicBezTo>
                <a:cubicBezTo>
                  <a:pt x="7661" y="13483"/>
                  <a:pt x="7599" y="13063"/>
                  <a:pt x="7544" y="12985"/>
                </a:cubicBezTo>
                <a:cubicBezTo>
                  <a:pt x="7493" y="12924"/>
                  <a:pt x="7099" y="13347"/>
                  <a:pt x="7052" y="13419"/>
                </a:cubicBezTo>
                <a:cubicBezTo>
                  <a:pt x="7001" y="13497"/>
                  <a:pt x="7022" y="13226"/>
                  <a:pt x="7022" y="13226"/>
                </a:cubicBezTo>
                <a:lnTo>
                  <a:pt x="7083" y="12045"/>
                </a:lnTo>
                <a:cubicBezTo>
                  <a:pt x="7083" y="12045"/>
                  <a:pt x="7177" y="12025"/>
                  <a:pt x="7278" y="11999"/>
                </a:cubicBezTo>
                <a:cubicBezTo>
                  <a:pt x="7379" y="11972"/>
                  <a:pt x="7487" y="11939"/>
                  <a:pt x="7514" y="11913"/>
                </a:cubicBezTo>
                <a:cubicBezTo>
                  <a:pt x="7540" y="11887"/>
                  <a:pt x="7554" y="11823"/>
                  <a:pt x="7561" y="11767"/>
                </a:cubicBezTo>
                <a:cubicBezTo>
                  <a:pt x="7568" y="11710"/>
                  <a:pt x="7569" y="11660"/>
                  <a:pt x="7569" y="11660"/>
                </a:cubicBezTo>
                <a:cubicBezTo>
                  <a:pt x="7569" y="11660"/>
                  <a:pt x="7571" y="11576"/>
                  <a:pt x="7572" y="11452"/>
                </a:cubicBezTo>
                <a:cubicBezTo>
                  <a:pt x="7574" y="11329"/>
                  <a:pt x="7575" y="11166"/>
                  <a:pt x="7574" y="11009"/>
                </a:cubicBezTo>
                <a:cubicBezTo>
                  <a:pt x="7571" y="10841"/>
                  <a:pt x="7558" y="10762"/>
                  <a:pt x="7545" y="10726"/>
                </a:cubicBezTo>
                <a:cubicBezTo>
                  <a:pt x="7533" y="10690"/>
                  <a:pt x="7521" y="10696"/>
                  <a:pt x="7521" y="10696"/>
                </a:cubicBezTo>
                <a:cubicBezTo>
                  <a:pt x="7448" y="10653"/>
                  <a:pt x="7361" y="10656"/>
                  <a:pt x="7293" y="10669"/>
                </a:cubicBezTo>
                <a:cubicBezTo>
                  <a:pt x="7224" y="10683"/>
                  <a:pt x="7174" y="10708"/>
                  <a:pt x="7174" y="10708"/>
                </a:cubicBezTo>
                <a:lnTo>
                  <a:pt x="7227" y="9804"/>
                </a:lnTo>
                <a:cubicBezTo>
                  <a:pt x="7243" y="9800"/>
                  <a:pt x="7629" y="9687"/>
                  <a:pt x="7779" y="9491"/>
                </a:cubicBezTo>
                <a:cubicBezTo>
                  <a:pt x="7857" y="9386"/>
                  <a:pt x="7810" y="8949"/>
                  <a:pt x="7810" y="8949"/>
                </a:cubicBezTo>
                <a:cubicBezTo>
                  <a:pt x="7763" y="8407"/>
                  <a:pt x="7712" y="8151"/>
                  <a:pt x="7673" y="8031"/>
                </a:cubicBezTo>
                <a:cubicBezTo>
                  <a:pt x="7634" y="7910"/>
                  <a:pt x="7607" y="7925"/>
                  <a:pt x="7607" y="7925"/>
                </a:cubicBezTo>
                <a:close/>
                <a:moveTo>
                  <a:pt x="3947" y="8142"/>
                </a:moveTo>
                <a:cubicBezTo>
                  <a:pt x="3912" y="8103"/>
                  <a:pt x="3891" y="8376"/>
                  <a:pt x="3882" y="8515"/>
                </a:cubicBezTo>
                <a:cubicBezTo>
                  <a:pt x="3854" y="8928"/>
                  <a:pt x="3834" y="9919"/>
                  <a:pt x="3829" y="10226"/>
                </a:cubicBezTo>
                <a:cubicBezTo>
                  <a:pt x="3812" y="11157"/>
                  <a:pt x="3798" y="13367"/>
                  <a:pt x="3827" y="14491"/>
                </a:cubicBezTo>
                <a:cubicBezTo>
                  <a:pt x="3839" y="14962"/>
                  <a:pt x="3866" y="15260"/>
                  <a:pt x="3949" y="15358"/>
                </a:cubicBezTo>
                <a:cubicBezTo>
                  <a:pt x="3983" y="15399"/>
                  <a:pt x="4045" y="15397"/>
                  <a:pt x="4072" y="15298"/>
                </a:cubicBezTo>
                <a:cubicBezTo>
                  <a:pt x="4096" y="15214"/>
                  <a:pt x="4111" y="15041"/>
                  <a:pt x="4116" y="14901"/>
                </a:cubicBezTo>
                <a:cubicBezTo>
                  <a:pt x="4132" y="14509"/>
                  <a:pt x="4126" y="13957"/>
                  <a:pt x="4123" y="13539"/>
                </a:cubicBezTo>
                <a:cubicBezTo>
                  <a:pt x="4119" y="13046"/>
                  <a:pt x="4118" y="12556"/>
                  <a:pt x="4114" y="12057"/>
                </a:cubicBezTo>
                <a:cubicBezTo>
                  <a:pt x="4109" y="11392"/>
                  <a:pt x="4094" y="9693"/>
                  <a:pt x="4061" y="8925"/>
                </a:cubicBezTo>
                <a:cubicBezTo>
                  <a:pt x="4047" y="8594"/>
                  <a:pt x="4023" y="8290"/>
                  <a:pt x="3966" y="8166"/>
                </a:cubicBezTo>
                <a:cubicBezTo>
                  <a:pt x="3960" y="8152"/>
                  <a:pt x="3952" y="8147"/>
                  <a:pt x="3947" y="8142"/>
                </a:cubicBezTo>
                <a:close/>
                <a:moveTo>
                  <a:pt x="10165" y="8250"/>
                </a:moveTo>
                <a:lnTo>
                  <a:pt x="10418" y="12154"/>
                </a:lnTo>
                <a:lnTo>
                  <a:pt x="9909" y="12154"/>
                </a:lnTo>
                <a:lnTo>
                  <a:pt x="10165" y="8250"/>
                </a:lnTo>
                <a:close/>
                <a:moveTo>
                  <a:pt x="14220" y="8564"/>
                </a:moveTo>
                <a:cubicBezTo>
                  <a:pt x="13864" y="8564"/>
                  <a:pt x="13613" y="10002"/>
                  <a:pt x="13613" y="12033"/>
                </a:cubicBezTo>
                <a:cubicBezTo>
                  <a:pt x="13613" y="14078"/>
                  <a:pt x="13864" y="15491"/>
                  <a:pt x="14247" y="15491"/>
                </a:cubicBezTo>
                <a:cubicBezTo>
                  <a:pt x="14461" y="15491"/>
                  <a:pt x="14639" y="15084"/>
                  <a:pt x="14761" y="14443"/>
                </a:cubicBezTo>
                <a:lnTo>
                  <a:pt x="14579" y="13467"/>
                </a:lnTo>
                <a:cubicBezTo>
                  <a:pt x="14490" y="13825"/>
                  <a:pt x="14386" y="14033"/>
                  <a:pt x="14264" y="14033"/>
                </a:cubicBezTo>
                <a:cubicBezTo>
                  <a:pt x="14088" y="14033"/>
                  <a:pt x="13960" y="13515"/>
                  <a:pt x="13922" y="12756"/>
                </a:cubicBezTo>
                <a:lnTo>
                  <a:pt x="14807" y="12756"/>
                </a:lnTo>
                <a:cubicBezTo>
                  <a:pt x="14875" y="10429"/>
                  <a:pt x="14621" y="8564"/>
                  <a:pt x="14220" y="8564"/>
                </a:cubicBezTo>
                <a:close/>
                <a:moveTo>
                  <a:pt x="20892" y="8576"/>
                </a:moveTo>
                <a:cubicBezTo>
                  <a:pt x="20567" y="8576"/>
                  <a:pt x="20340" y="9993"/>
                  <a:pt x="20340" y="11973"/>
                </a:cubicBezTo>
                <a:cubicBezTo>
                  <a:pt x="20340" y="13953"/>
                  <a:pt x="20567" y="15370"/>
                  <a:pt x="20892" y="15370"/>
                </a:cubicBezTo>
                <a:cubicBezTo>
                  <a:pt x="21054" y="15370"/>
                  <a:pt x="21192" y="15000"/>
                  <a:pt x="21289" y="14370"/>
                </a:cubicBezTo>
                <a:lnTo>
                  <a:pt x="21289" y="15033"/>
                </a:lnTo>
                <a:cubicBezTo>
                  <a:pt x="21289" y="16177"/>
                  <a:pt x="21153" y="16888"/>
                  <a:pt x="20923" y="16888"/>
                </a:cubicBezTo>
                <a:cubicBezTo>
                  <a:pt x="20788" y="16888"/>
                  <a:pt x="20639" y="16652"/>
                  <a:pt x="20520" y="16202"/>
                </a:cubicBezTo>
                <a:lnTo>
                  <a:pt x="20395" y="17539"/>
                </a:lnTo>
                <a:cubicBezTo>
                  <a:pt x="20551" y="18117"/>
                  <a:pt x="20744" y="18443"/>
                  <a:pt x="20940" y="18443"/>
                </a:cubicBezTo>
                <a:cubicBezTo>
                  <a:pt x="21339" y="18443"/>
                  <a:pt x="21591" y="17137"/>
                  <a:pt x="21591" y="15105"/>
                </a:cubicBezTo>
                <a:lnTo>
                  <a:pt x="21591" y="8732"/>
                </a:lnTo>
                <a:lnTo>
                  <a:pt x="21295" y="8732"/>
                </a:lnTo>
                <a:lnTo>
                  <a:pt x="21293" y="9576"/>
                </a:lnTo>
                <a:cubicBezTo>
                  <a:pt x="21196" y="8946"/>
                  <a:pt x="21056" y="8576"/>
                  <a:pt x="20892" y="8576"/>
                </a:cubicBezTo>
                <a:close/>
                <a:moveTo>
                  <a:pt x="17815" y="8612"/>
                </a:moveTo>
                <a:cubicBezTo>
                  <a:pt x="17533" y="8612"/>
                  <a:pt x="17375" y="9370"/>
                  <a:pt x="17375" y="10527"/>
                </a:cubicBezTo>
                <a:cubicBezTo>
                  <a:pt x="17375" y="11607"/>
                  <a:pt x="17502" y="12249"/>
                  <a:pt x="17793" y="12648"/>
                </a:cubicBezTo>
                <a:cubicBezTo>
                  <a:pt x="17951" y="12879"/>
                  <a:pt x="18005" y="13085"/>
                  <a:pt x="18005" y="13407"/>
                </a:cubicBezTo>
                <a:cubicBezTo>
                  <a:pt x="18005" y="13754"/>
                  <a:pt x="17940" y="13949"/>
                  <a:pt x="17827" y="13949"/>
                </a:cubicBezTo>
                <a:cubicBezTo>
                  <a:pt x="17703" y="13949"/>
                  <a:pt x="17580" y="13738"/>
                  <a:pt x="17445" y="13262"/>
                </a:cubicBezTo>
                <a:lnTo>
                  <a:pt x="17324" y="14551"/>
                </a:lnTo>
                <a:cubicBezTo>
                  <a:pt x="17473" y="15129"/>
                  <a:pt x="17647" y="15443"/>
                  <a:pt x="17829" y="15443"/>
                </a:cubicBezTo>
                <a:cubicBezTo>
                  <a:pt x="18120" y="15443"/>
                  <a:pt x="18311" y="14642"/>
                  <a:pt x="18311" y="13383"/>
                </a:cubicBezTo>
                <a:cubicBezTo>
                  <a:pt x="18311" y="12367"/>
                  <a:pt x="18182" y="11672"/>
                  <a:pt x="17891" y="11286"/>
                </a:cubicBezTo>
                <a:cubicBezTo>
                  <a:pt x="17724" y="11055"/>
                  <a:pt x="17673" y="10873"/>
                  <a:pt x="17673" y="10551"/>
                </a:cubicBezTo>
                <a:cubicBezTo>
                  <a:pt x="17673" y="10230"/>
                  <a:pt x="17726" y="10069"/>
                  <a:pt x="17825" y="10069"/>
                </a:cubicBezTo>
                <a:cubicBezTo>
                  <a:pt x="17940" y="10069"/>
                  <a:pt x="18082" y="10323"/>
                  <a:pt x="18165" y="10696"/>
                </a:cubicBezTo>
                <a:lnTo>
                  <a:pt x="18290" y="9455"/>
                </a:lnTo>
                <a:cubicBezTo>
                  <a:pt x="18152" y="8915"/>
                  <a:pt x="17986" y="8612"/>
                  <a:pt x="17815" y="8612"/>
                </a:cubicBezTo>
                <a:close/>
                <a:moveTo>
                  <a:pt x="19708" y="8624"/>
                </a:moveTo>
                <a:cubicBezTo>
                  <a:pt x="19550" y="8624"/>
                  <a:pt x="19436" y="8932"/>
                  <a:pt x="19332" y="9588"/>
                </a:cubicBezTo>
                <a:lnTo>
                  <a:pt x="19330" y="8732"/>
                </a:lnTo>
                <a:lnTo>
                  <a:pt x="19032" y="8732"/>
                </a:lnTo>
                <a:lnTo>
                  <a:pt x="19032" y="15322"/>
                </a:lnTo>
                <a:lnTo>
                  <a:pt x="19349" y="15322"/>
                </a:lnTo>
                <a:lnTo>
                  <a:pt x="19349" y="11865"/>
                </a:lnTo>
                <a:cubicBezTo>
                  <a:pt x="19349" y="10875"/>
                  <a:pt x="19448" y="10250"/>
                  <a:pt x="19615" y="10250"/>
                </a:cubicBezTo>
                <a:cubicBezTo>
                  <a:pt x="19764" y="10250"/>
                  <a:pt x="19839" y="10758"/>
                  <a:pt x="19839" y="11696"/>
                </a:cubicBezTo>
                <a:lnTo>
                  <a:pt x="19839" y="15322"/>
                </a:lnTo>
                <a:lnTo>
                  <a:pt x="20156" y="15322"/>
                </a:lnTo>
                <a:lnTo>
                  <a:pt x="20156" y="11274"/>
                </a:lnTo>
                <a:cubicBezTo>
                  <a:pt x="20156" y="9706"/>
                  <a:pt x="19981" y="8624"/>
                  <a:pt x="19708" y="8624"/>
                </a:cubicBezTo>
                <a:close/>
                <a:moveTo>
                  <a:pt x="12341" y="8732"/>
                </a:moveTo>
                <a:lnTo>
                  <a:pt x="12806" y="15322"/>
                </a:lnTo>
                <a:lnTo>
                  <a:pt x="13138" y="15322"/>
                </a:lnTo>
                <a:lnTo>
                  <a:pt x="13601" y="8732"/>
                </a:lnTo>
                <a:lnTo>
                  <a:pt x="13265" y="8732"/>
                </a:lnTo>
                <a:lnTo>
                  <a:pt x="13070" y="11780"/>
                </a:lnTo>
                <a:lnTo>
                  <a:pt x="12975" y="13298"/>
                </a:lnTo>
                <a:lnTo>
                  <a:pt x="12878" y="11780"/>
                </a:lnTo>
                <a:lnTo>
                  <a:pt x="12681" y="8732"/>
                </a:lnTo>
                <a:lnTo>
                  <a:pt x="12341" y="8732"/>
                </a:lnTo>
                <a:close/>
                <a:moveTo>
                  <a:pt x="15002" y="8732"/>
                </a:moveTo>
                <a:lnTo>
                  <a:pt x="15002" y="15322"/>
                </a:lnTo>
                <a:lnTo>
                  <a:pt x="15317" y="15322"/>
                </a:lnTo>
                <a:lnTo>
                  <a:pt x="15317" y="12334"/>
                </a:lnTo>
                <a:cubicBezTo>
                  <a:pt x="15317" y="11762"/>
                  <a:pt x="15338" y="11268"/>
                  <a:pt x="15384" y="10917"/>
                </a:cubicBezTo>
                <a:cubicBezTo>
                  <a:pt x="15430" y="10567"/>
                  <a:pt x="15501" y="10359"/>
                  <a:pt x="15600" y="10359"/>
                </a:cubicBezTo>
                <a:lnTo>
                  <a:pt x="15815" y="10359"/>
                </a:lnTo>
                <a:lnTo>
                  <a:pt x="15815" y="8732"/>
                </a:lnTo>
                <a:lnTo>
                  <a:pt x="15655" y="8732"/>
                </a:lnTo>
                <a:cubicBezTo>
                  <a:pt x="15575" y="8732"/>
                  <a:pt x="15506" y="8817"/>
                  <a:pt x="15447" y="8969"/>
                </a:cubicBezTo>
                <a:cubicBezTo>
                  <a:pt x="15388" y="9122"/>
                  <a:pt x="15340" y="9342"/>
                  <a:pt x="15302" y="9612"/>
                </a:cubicBezTo>
                <a:lnTo>
                  <a:pt x="15300" y="8732"/>
                </a:lnTo>
                <a:lnTo>
                  <a:pt x="15002" y="8732"/>
                </a:lnTo>
                <a:close/>
                <a:moveTo>
                  <a:pt x="16851" y="8732"/>
                </a:moveTo>
                <a:lnTo>
                  <a:pt x="16851" y="15322"/>
                </a:lnTo>
                <a:lnTo>
                  <a:pt x="17168" y="15322"/>
                </a:lnTo>
                <a:lnTo>
                  <a:pt x="17168" y="8732"/>
                </a:lnTo>
                <a:lnTo>
                  <a:pt x="16851" y="8732"/>
                </a:lnTo>
                <a:close/>
                <a:moveTo>
                  <a:pt x="18489" y="8732"/>
                </a:moveTo>
                <a:lnTo>
                  <a:pt x="18489" y="15322"/>
                </a:lnTo>
                <a:lnTo>
                  <a:pt x="18804" y="15322"/>
                </a:lnTo>
                <a:lnTo>
                  <a:pt x="18804" y="8732"/>
                </a:lnTo>
                <a:lnTo>
                  <a:pt x="18489" y="8732"/>
                </a:lnTo>
                <a:close/>
                <a:moveTo>
                  <a:pt x="8776" y="9865"/>
                </a:moveTo>
                <a:cubicBezTo>
                  <a:pt x="8827" y="9746"/>
                  <a:pt x="8835" y="10106"/>
                  <a:pt x="8835" y="10106"/>
                </a:cubicBezTo>
                <a:cubicBezTo>
                  <a:pt x="8848" y="10733"/>
                  <a:pt x="8815" y="11284"/>
                  <a:pt x="8769" y="11723"/>
                </a:cubicBezTo>
                <a:cubicBezTo>
                  <a:pt x="8724" y="12161"/>
                  <a:pt x="8667" y="12486"/>
                  <a:pt x="8632" y="12660"/>
                </a:cubicBezTo>
                <a:cubicBezTo>
                  <a:pt x="8611" y="12774"/>
                  <a:pt x="8566" y="12940"/>
                  <a:pt x="8507" y="13090"/>
                </a:cubicBezTo>
                <a:cubicBezTo>
                  <a:pt x="8449" y="13240"/>
                  <a:pt x="8377" y="13372"/>
                  <a:pt x="8305" y="13419"/>
                </a:cubicBezTo>
                <a:cubicBezTo>
                  <a:pt x="8443" y="11892"/>
                  <a:pt x="8615" y="10778"/>
                  <a:pt x="8711" y="10178"/>
                </a:cubicBezTo>
                <a:cubicBezTo>
                  <a:pt x="8738" y="10000"/>
                  <a:pt x="8759" y="9904"/>
                  <a:pt x="8776" y="9865"/>
                </a:cubicBezTo>
                <a:close/>
                <a:moveTo>
                  <a:pt x="1405" y="10009"/>
                </a:moveTo>
                <a:cubicBezTo>
                  <a:pt x="1405" y="10009"/>
                  <a:pt x="1405" y="10171"/>
                  <a:pt x="1404" y="10417"/>
                </a:cubicBezTo>
                <a:cubicBezTo>
                  <a:pt x="1404" y="10663"/>
                  <a:pt x="1403" y="10994"/>
                  <a:pt x="1403" y="11334"/>
                </a:cubicBezTo>
                <a:lnTo>
                  <a:pt x="1403" y="11371"/>
                </a:lnTo>
                <a:cubicBezTo>
                  <a:pt x="1403" y="11381"/>
                  <a:pt x="1403" y="11391"/>
                  <a:pt x="1403" y="11401"/>
                </a:cubicBezTo>
                <a:cubicBezTo>
                  <a:pt x="1403" y="11410"/>
                  <a:pt x="1403" y="11420"/>
                  <a:pt x="1403" y="11431"/>
                </a:cubicBezTo>
                <a:lnTo>
                  <a:pt x="1403" y="11479"/>
                </a:lnTo>
                <a:lnTo>
                  <a:pt x="1403" y="11563"/>
                </a:lnTo>
                <a:cubicBezTo>
                  <a:pt x="1403" y="11591"/>
                  <a:pt x="1403" y="11616"/>
                  <a:pt x="1403" y="11642"/>
                </a:cubicBezTo>
                <a:cubicBezTo>
                  <a:pt x="1403" y="11667"/>
                  <a:pt x="1403" y="11693"/>
                  <a:pt x="1403" y="11720"/>
                </a:cubicBezTo>
                <a:lnTo>
                  <a:pt x="1403" y="11804"/>
                </a:lnTo>
                <a:cubicBezTo>
                  <a:pt x="1403" y="12420"/>
                  <a:pt x="1404" y="13013"/>
                  <a:pt x="1405" y="13453"/>
                </a:cubicBezTo>
                <a:cubicBezTo>
                  <a:pt x="1406" y="13892"/>
                  <a:pt x="1407" y="14178"/>
                  <a:pt x="1407" y="14178"/>
                </a:cubicBezTo>
                <a:cubicBezTo>
                  <a:pt x="1407" y="14178"/>
                  <a:pt x="1399" y="14159"/>
                  <a:pt x="1386" y="14130"/>
                </a:cubicBezTo>
                <a:cubicBezTo>
                  <a:pt x="1372" y="14101"/>
                  <a:pt x="1354" y="14062"/>
                  <a:pt x="1335" y="14021"/>
                </a:cubicBezTo>
                <a:lnTo>
                  <a:pt x="1331" y="14021"/>
                </a:lnTo>
                <a:cubicBezTo>
                  <a:pt x="1330" y="14020"/>
                  <a:pt x="1330" y="14017"/>
                  <a:pt x="1329" y="14015"/>
                </a:cubicBezTo>
                <a:cubicBezTo>
                  <a:pt x="1328" y="14013"/>
                  <a:pt x="1328" y="14011"/>
                  <a:pt x="1327" y="14009"/>
                </a:cubicBezTo>
                <a:lnTo>
                  <a:pt x="1323" y="13997"/>
                </a:lnTo>
                <a:cubicBezTo>
                  <a:pt x="1305" y="13958"/>
                  <a:pt x="1287" y="13924"/>
                  <a:pt x="1272" y="13889"/>
                </a:cubicBezTo>
                <a:cubicBezTo>
                  <a:pt x="1122" y="13531"/>
                  <a:pt x="918" y="12788"/>
                  <a:pt x="818" y="12310"/>
                </a:cubicBezTo>
                <a:cubicBezTo>
                  <a:pt x="794" y="12197"/>
                  <a:pt x="708" y="11737"/>
                  <a:pt x="693" y="11636"/>
                </a:cubicBezTo>
                <a:cubicBezTo>
                  <a:pt x="692" y="11632"/>
                  <a:pt x="692" y="11628"/>
                  <a:pt x="692" y="11624"/>
                </a:cubicBezTo>
                <a:cubicBezTo>
                  <a:pt x="692" y="11619"/>
                  <a:pt x="691" y="11615"/>
                  <a:pt x="691" y="11612"/>
                </a:cubicBezTo>
                <a:lnTo>
                  <a:pt x="687" y="11587"/>
                </a:lnTo>
                <a:cubicBezTo>
                  <a:pt x="663" y="11428"/>
                  <a:pt x="645" y="11268"/>
                  <a:pt x="651" y="11069"/>
                </a:cubicBezTo>
                <a:cubicBezTo>
                  <a:pt x="657" y="10862"/>
                  <a:pt x="729" y="10696"/>
                  <a:pt x="765" y="10624"/>
                </a:cubicBezTo>
                <a:cubicBezTo>
                  <a:pt x="883" y="10383"/>
                  <a:pt x="1087" y="10184"/>
                  <a:pt x="1196" y="10118"/>
                </a:cubicBezTo>
                <a:cubicBezTo>
                  <a:pt x="1209" y="10110"/>
                  <a:pt x="1222" y="10101"/>
                  <a:pt x="1236" y="10094"/>
                </a:cubicBezTo>
                <a:lnTo>
                  <a:pt x="1242" y="10082"/>
                </a:lnTo>
                <a:lnTo>
                  <a:pt x="1249" y="10082"/>
                </a:lnTo>
                <a:cubicBezTo>
                  <a:pt x="1250" y="10081"/>
                  <a:pt x="1250" y="10081"/>
                  <a:pt x="1251" y="10081"/>
                </a:cubicBezTo>
                <a:cubicBezTo>
                  <a:pt x="1251" y="10082"/>
                  <a:pt x="1252" y="10082"/>
                  <a:pt x="1253" y="10082"/>
                </a:cubicBezTo>
                <a:lnTo>
                  <a:pt x="1259" y="10082"/>
                </a:lnTo>
                <a:lnTo>
                  <a:pt x="1266" y="10069"/>
                </a:lnTo>
                <a:cubicBezTo>
                  <a:pt x="1301" y="10051"/>
                  <a:pt x="1336" y="10036"/>
                  <a:pt x="1362" y="10026"/>
                </a:cubicBezTo>
                <a:cubicBezTo>
                  <a:pt x="1388" y="10015"/>
                  <a:pt x="1405" y="10009"/>
                  <a:pt x="1405" y="10009"/>
                </a:cubicBezTo>
                <a:close/>
                <a:moveTo>
                  <a:pt x="14222" y="10021"/>
                </a:moveTo>
                <a:cubicBezTo>
                  <a:pt x="14384" y="10021"/>
                  <a:pt x="14493" y="10618"/>
                  <a:pt x="14524" y="11479"/>
                </a:cubicBezTo>
                <a:lnTo>
                  <a:pt x="13920" y="11479"/>
                </a:lnTo>
                <a:cubicBezTo>
                  <a:pt x="13949" y="10592"/>
                  <a:pt x="14066" y="10021"/>
                  <a:pt x="14222" y="10021"/>
                </a:cubicBezTo>
                <a:close/>
                <a:moveTo>
                  <a:pt x="20970" y="10142"/>
                </a:moveTo>
                <a:cubicBezTo>
                  <a:pt x="21155" y="10142"/>
                  <a:pt x="21285" y="10904"/>
                  <a:pt x="21285" y="11997"/>
                </a:cubicBezTo>
                <a:cubicBezTo>
                  <a:pt x="21285" y="13064"/>
                  <a:pt x="21155" y="13840"/>
                  <a:pt x="20970" y="13840"/>
                </a:cubicBezTo>
                <a:cubicBezTo>
                  <a:pt x="20785" y="13840"/>
                  <a:pt x="20653" y="13090"/>
                  <a:pt x="20653" y="11997"/>
                </a:cubicBezTo>
                <a:cubicBezTo>
                  <a:pt x="20653" y="10891"/>
                  <a:pt x="20785" y="10142"/>
                  <a:pt x="20970" y="10142"/>
                </a:cubicBezTo>
                <a:close/>
                <a:moveTo>
                  <a:pt x="11580" y="10154"/>
                </a:moveTo>
                <a:cubicBezTo>
                  <a:pt x="11768" y="10154"/>
                  <a:pt x="11897" y="10916"/>
                  <a:pt x="11897" y="12021"/>
                </a:cubicBezTo>
                <a:cubicBezTo>
                  <a:pt x="11897" y="13140"/>
                  <a:pt x="11765" y="13901"/>
                  <a:pt x="11580" y="13901"/>
                </a:cubicBezTo>
                <a:cubicBezTo>
                  <a:pt x="11393" y="13901"/>
                  <a:pt x="11261" y="13140"/>
                  <a:pt x="11261" y="12021"/>
                </a:cubicBezTo>
                <a:cubicBezTo>
                  <a:pt x="11261" y="10916"/>
                  <a:pt x="11393" y="10154"/>
                  <a:pt x="11580" y="10154"/>
                </a:cubicBezTo>
                <a:close/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1795" name="Disney Advertising"/>
          <p:cNvSpPr/>
          <p:nvPr/>
        </p:nvSpPr>
        <p:spPr>
          <a:xfrm>
            <a:off x="19386790" y="6201429"/>
            <a:ext cx="3396862" cy="6326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68" y="0"/>
                </a:moveTo>
                <a:cubicBezTo>
                  <a:pt x="1623" y="82"/>
                  <a:pt x="1679" y="165"/>
                  <a:pt x="1734" y="255"/>
                </a:cubicBezTo>
                <a:cubicBezTo>
                  <a:pt x="2013" y="707"/>
                  <a:pt x="2378" y="1457"/>
                  <a:pt x="2645" y="2147"/>
                </a:cubicBezTo>
                <a:cubicBezTo>
                  <a:pt x="2837" y="2643"/>
                  <a:pt x="3137" y="3550"/>
                  <a:pt x="3306" y="4146"/>
                </a:cubicBezTo>
                <a:cubicBezTo>
                  <a:pt x="3360" y="4335"/>
                  <a:pt x="3674" y="5588"/>
                  <a:pt x="3722" y="5804"/>
                </a:cubicBezTo>
                <a:cubicBezTo>
                  <a:pt x="3824" y="6250"/>
                  <a:pt x="3959" y="6887"/>
                  <a:pt x="4055" y="7398"/>
                </a:cubicBezTo>
                <a:cubicBezTo>
                  <a:pt x="4204" y="8194"/>
                  <a:pt x="4379" y="9334"/>
                  <a:pt x="4502" y="10375"/>
                </a:cubicBezTo>
                <a:lnTo>
                  <a:pt x="4502" y="1935"/>
                </a:lnTo>
                <a:cubicBezTo>
                  <a:pt x="4502" y="1396"/>
                  <a:pt x="4462" y="913"/>
                  <a:pt x="4397" y="563"/>
                </a:cubicBezTo>
                <a:cubicBezTo>
                  <a:pt x="4332" y="214"/>
                  <a:pt x="4242" y="0"/>
                  <a:pt x="4142" y="0"/>
                </a:cubicBezTo>
                <a:lnTo>
                  <a:pt x="1568" y="0"/>
                </a:lnTo>
                <a:close/>
                <a:moveTo>
                  <a:pt x="186" y="1169"/>
                </a:moveTo>
                <a:cubicBezTo>
                  <a:pt x="135" y="1160"/>
                  <a:pt x="89" y="1267"/>
                  <a:pt x="55" y="1445"/>
                </a:cubicBezTo>
                <a:cubicBezTo>
                  <a:pt x="21" y="1624"/>
                  <a:pt x="0" y="1873"/>
                  <a:pt x="0" y="2147"/>
                </a:cubicBezTo>
                <a:lnTo>
                  <a:pt x="0" y="14202"/>
                </a:lnTo>
                <a:cubicBezTo>
                  <a:pt x="84" y="13423"/>
                  <a:pt x="295" y="12828"/>
                  <a:pt x="443" y="12480"/>
                </a:cubicBezTo>
                <a:cubicBezTo>
                  <a:pt x="562" y="12199"/>
                  <a:pt x="932" y="11557"/>
                  <a:pt x="1085" y="11438"/>
                </a:cubicBezTo>
                <a:cubicBezTo>
                  <a:pt x="1157" y="11382"/>
                  <a:pt x="1268" y="11270"/>
                  <a:pt x="1275" y="11246"/>
                </a:cubicBezTo>
                <a:cubicBezTo>
                  <a:pt x="1276" y="11241"/>
                  <a:pt x="1278" y="11233"/>
                  <a:pt x="1279" y="11226"/>
                </a:cubicBezTo>
                <a:cubicBezTo>
                  <a:pt x="1281" y="11218"/>
                  <a:pt x="1282" y="11210"/>
                  <a:pt x="1283" y="11204"/>
                </a:cubicBezTo>
                <a:cubicBezTo>
                  <a:pt x="1286" y="11177"/>
                  <a:pt x="1285" y="10857"/>
                  <a:pt x="1291" y="9992"/>
                </a:cubicBezTo>
                <a:cubicBezTo>
                  <a:pt x="1303" y="8329"/>
                  <a:pt x="1321" y="7805"/>
                  <a:pt x="1342" y="7186"/>
                </a:cubicBezTo>
                <a:cubicBezTo>
                  <a:pt x="1350" y="6950"/>
                  <a:pt x="1388" y="6043"/>
                  <a:pt x="1422" y="5804"/>
                </a:cubicBezTo>
                <a:cubicBezTo>
                  <a:pt x="1444" y="5643"/>
                  <a:pt x="1485" y="5656"/>
                  <a:pt x="1517" y="5761"/>
                </a:cubicBezTo>
                <a:cubicBezTo>
                  <a:pt x="1692" y="6347"/>
                  <a:pt x="1745" y="8364"/>
                  <a:pt x="1758" y="9397"/>
                </a:cubicBezTo>
                <a:cubicBezTo>
                  <a:pt x="1766" y="10027"/>
                  <a:pt x="1770" y="10970"/>
                  <a:pt x="1770" y="10970"/>
                </a:cubicBezTo>
                <a:cubicBezTo>
                  <a:pt x="1770" y="10970"/>
                  <a:pt x="1971" y="10952"/>
                  <a:pt x="2095" y="10970"/>
                </a:cubicBezTo>
                <a:cubicBezTo>
                  <a:pt x="2215" y="10986"/>
                  <a:pt x="2346" y="11076"/>
                  <a:pt x="2471" y="11183"/>
                </a:cubicBezTo>
                <a:cubicBezTo>
                  <a:pt x="2631" y="11320"/>
                  <a:pt x="2942" y="11696"/>
                  <a:pt x="3120" y="12182"/>
                </a:cubicBezTo>
                <a:cubicBezTo>
                  <a:pt x="3267" y="12582"/>
                  <a:pt x="3408" y="13253"/>
                  <a:pt x="3453" y="13968"/>
                </a:cubicBezTo>
                <a:cubicBezTo>
                  <a:pt x="3494" y="14622"/>
                  <a:pt x="3488" y="15078"/>
                  <a:pt x="3425" y="15669"/>
                </a:cubicBezTo>
                <a:cubicBezTo>
                  <a:pt x="3321" y="16645"/>
                  <a:pt x="3032" y="17365"/>
                  <a:pt x="2843" y="16583"/>
                </a:cubicBezTo>
                <a:cubicBezTo>
                  <a:pt x="2825" y="16504"/>
                  <a:pt x="2826" y="16358"/>
                  <a:pt x="2839" y="16264"/>
                </a:cubicBezTo>
                <a:cubicBezTo>
                  <a:pt x="2842" y="16246"/>
                  <a:pt x="2861" y="16186"/>
                  <a:pt x="2885" y="16115"/>
                </a:cubicBezTo>
                <a:cubicBezTo>
                  <a:pt x="2908" y="16044"/>
                  <a:pt x="2937" y="15962"/>
                  <a:pt x="2958" y="15902"/>
                </a:cubicBezTo>
                <a:cubicBezTo>
                  <a:pt x="2979" y="15841"/>
                  <a:pt x="2993" y="15791"/>
                  <a:pt x="3009" y="15711"/>
                </a:cubicBezTo>
                <a:cubicBezTo>
                  <a:pt x="3044" y="15545"/>
                  <a:pt x="3076" y="15350"/>
                  <a:pt x="3073" y="15137"/>
                </a:cubicBezTo>
                <a:cubicBezTo>
                  <a:pt x="3068" y="14860"/>
                  <a:pt x="3014" y="14694"/>
                  <a:pt x="2962" y="14584"/>
                </a:cubicBezTo>
                <a:cubicBezTo>
                  <a:pt x="2718" y="14064"/>
                  <a:pt x="2231" y="13639"/>
                  <a:pt x="1996" y="13564"/>
                </a:cubicBezTo>
                <a:cubicBezTo>
                  <a:pt x="1904" y="13535"/>
                  <a:pt x="1774" y="13500"/>
                  <a:pt x="1774" y="13500"/>
                </a:cubicBezTo>
                <a:lnTo>
                  <a:pt x="1802" y="20473"/>
                </a:lnTo>
                <a:cubicBezTo>
                  <a:pt x="1802" y="20473"/>
                  <a:pt x="1910" y="20590"/>
                  <a:pt x="1996" y="20665"/>
                </a:cubicBezTo>
                <a:cubicBezTo>
                  <a:pt x="2045" y="20705"/>
                  <a:pt x="2249" y="20806"/>
                  <a:pt x="2305" y="20813"/>
                </a:cubicBezTo>
                <a:cubicBezTo>
                  <a:pt x="2724" y="20873"/>
                  <a:pt x="3194" y="20664"/>
                  <a:pt x="3580" y="19687"/>
                </a:cubicBezTo>
                <a:cubicBezTo>
                  <a:pt x="3749" y="19259"/>
                  <a:pt x="3905" y="18727"/>
                  <a:pt x="4023" y="18007"/>
                </a:cubicBezTo>
                <a:cubicBezTo>
                  <a:pt x="4178" y="17054"/>
                  <a:pt x="4258" y="15755"/>
                  <a:pt x="4237" y="14393"/>
                </a:cubicBezTo>
                <a:cubicBezTo>
                  <a:pt x="4213" y="12904"/>
                  <a:pt x="4016" y="11131"/>
                  <a:pt x="3861" y="10056"/>
                </a:cubicBezTo>
                <a:cubicBezTo>
                  <a:pt x="3449" y="7212"/>
                  <a:pt x="2743" y="4879"/>
                  <a:pt x="2122" y="3508"/>
                </a:cubicBezTo>
                <a:cubicBezTo>
                  <a:pt x="1488" y="2110"/>
                  <a:pt x="863" y="1304"/>
                  <a:pt x="190" y="1169"/>
                </a:cubicBezTo>
                <a:lnTo>
                  <a:pt x="188" y="1170"/>
                </a:lnTo>
                <a:lnTo>
                  <a:pt x="186" y="1169"/>
                </a:lnTo>
                <a:close/>
                <a:moveTo>
                  <a:pt x="15447" y="5421"/>
                </a:moveTo>
                <a:cubicBezTo>
                  <a:pt x="15283" y="5421"/>
                  <a:pt x="15173" y="5984"/>
                  <a:pt x="15173" y="6846"/>
                </a:cubicBezTo>
                <a:cubicBezTo>
                  <a:pt x="15173" y="7708"/>
                  <a:pt x="15283" y="8291"/>
                  <a:pt x="15447" y="8291"/>
                </a:cubicBezTo>
                <a:cubicBezTo>
                  <a:pt x="15610" y="8291"/>
                  <a:pt x="15720" y="7708"/>
                  <a:pt x="15720" y="6846"/>
                </a:cubicBezTo>
                <a:cubicBezTo>
                  <a:pt x="15720" y="5984"/>
                  <a:pt x="15610" y="5421"/>
                  <a:pt x="15447" y="5421"/>
                </a:cubicBezTo>
                <a:close/>
                <a:moveTo>
                  <a:pt x="17644" y="5421"/>
                </a:moveTo>
                <a:cubicBezTo>
                  <a:pt x="17481" y="5421"/>
                  <a:pt x="17371" y="5984"/>
                  <a:pt x="17371" y="6846"/>
                </a:cubicBezTo>
                <a:cubicBezTo>
                  <a:pt x="17371" y="7708"/>
                  <a:pt x="17481" y="8291"/>
                  <a:pt x="17644" y="8291"/>
                </a:cubicBezTo>
                <a:cubicBezTo>
                  <a:pt x="17808" y="8291"/>
                  <a:pt x="17918" y="7708"/>
                  <a:pt x="17918" y="6846"/>
                </a:cubicBezTo>
                <a:cubicBezTo>
                  <a:pt x="17918" y="5984"/>
                  <a:pt x="17808" y="5421"/>
                  <a:pt x="17644" y="5421"/>
                </a:cubicBezTo>
                <a:close/>
                <a:moveTo>
                  <a:pt x="8573" y="5613"/>
                </a:moveTo>
                <a:lnTo>
                  <a:pt x="8573" y="10311"/>
                </a:lnTo>
                <a:cubicBezTo>
                  <a:pt x="8443" y="9546"/>
                  <a:pt x="8262" y="9120"/>
                  <a:pt x="8050" y="9120"/>
                </a:cubicBezTo>
                <a:cubicBezTo>
                  <a:pt x="7617" y="9120"/>
                  <a:pt x="7306" y="10925"/>
                  <a:pt x="7306" y="13479"/>
                </a:cubicBezTo>
                <a:cubicBezTo>
                  <a:pt x="7306" y="16048"/>
                  <a:pt x="7617" y="17858"/>
                  <a:pt x="8050" y="17858"/>
                </a:cubicBezTo>
                <a:cubicBezTo>
                  <a:pt x="8277" y="17858"/>
                  <a:pt x="8465" y="17370"/>
                  <a:pt x="8592" y="16540"/>
                </a:cubicBezTo>
                <a:lnTo>
                  <a:pt x="8596" y="17646"/>
                </a:lnTo>
                <a:lnTo>
                  <a:pt x="8996" y="17646"/>
                </a:lnTo>
                <a:lnTo>
                  <a:pt x="8996" y="5613"/>
                </a:lnTo>
                <a:lnTo>
                  <a:pt x="8573" y="5613"/>
                </a:lnTo>
                <a:close/>
                <a:moveTo>
                  <a:pt x="6003" y="6272"/>
                </a:moveTo>
                <a:lnTo>
                  <a:pt x="5179" y="17646"/>
                </a:lnTo>
                <a:lnTo>
                  <a:pt x="5643" y="17646"/>
                </a:lnTo>
                <a:lnTo>
                  <a:pt x="5793" y="15498"/>
                </a:lnTo>
                <a:lnTo>
                  <a:pt x="6704" y="15498"/>
                </a:lnTo>
                <a:lnTo>
                  <a:pt x="6850" y="17646"/>
                </a:lnTo>
                <a:lnTo>
                  <a:pt x="7314" y="17646"/>
                </a:lnTo>
                <a:lnTo>
                  <a:pt x="6498" y="6272"/>
                </a:lnTo>
                <a:lnTo>
                  <a:pt x="6003" y="6272"/>
                </a:lnTo>
                <a:close/>
                <a:moveTo>
                  <a:pt x="14081" y="7335"/>
                </a:moveTo>
                <a:lnTo>
                  <a:pt x="14081" y="11374"/>
                </a:lnTo>
                <a:lnTo>
                  <a:pt x="14081" y="14627"/>
                </a:lnTo>
                <a:cubicBezTo>
                  <a:pt x="14081" y="15595"/>
                  <a:pt x="14128" y="16355"/>
                  <a:pt x="14220" y="16873"/>
                </a:cubicBezTo>
                <a:cubicBezTo>
                  <a:pt x="14312" y="17391"/>
                  <a:pt x="14447" y="17667"/>
                  <a:pt x="14623" y="17667"/>
                </a:cubicBezTo>
                <a:lnTo>
                  <a:pt x="14995" y="17667"/>
                </a:lnTo>
                <a:lnTo>
                  <a:pt x="14995" y="15605"/>
                </a:lnTo>
                <a:lnTo>
                  <a:pt x="14694" y="15605"/>
                </a:lnTo>
                <a:cubicBezTo>
                  <a:pt x="14631" y="15605"/>
                  <a:pt x="14584" y="15504"/>
                  <a:pt x="14554" y="15307"/>
                </a:cubicBezTo>
                <a:cubicBezTo>
                  <a:pt x="14523" y="15110"/>
                  <a:pt x="14508" y="14818"/>
                  <a:pt x="14508" y="14435"/>
                </a:cubicBezTo>
                <a:lnTo>
                  <a:pt x="14508" y="11374"/>
                </a:lnTo>
                <a:lnTo>
                  <a:pt x="14912" y="11374"/>
                </a:lnTo>
                <a:lnTo>
                  <a:pt x="14912" y="9312"/>
                </a:lnTo>
                <a:lnTo>
                  <a:pt x="14508" y="9312"/>
                </a:lnTo>
                <a:lnTo>
                  <a:pt x="14508" y="7335"/>
                </a:lnTo>
                <a:lnTo>
                  <a:pt x="14081" y="7335"/>
                </a:lnTo>
                <a:close/>
                <a:moveTo>
                  <a:pt x="6252" y="8717"/>
                </a:moveTo>
                <a:lnTo>
                  <a:pt x="6593" y="13628"/>
                </a:lnTo>
                <a:lnTo>
                  <a:pt x="5908" y="13628"/>
                </a:lnTo>
                <a:lnTo>
                  <a:pt x="6252" y="8717"/>
                </a:lnTo>
                <a:close/>
                <a:moveTo>
                  <a:pt x="11697" y="9099"/>
                </a:moveTo>
                <a:cubicBezTo>
                  <a:pt x="11218" y="9099"/>
                  <a:pt x="10881" y="10930"/>
                  <a:pt x="10881" y="13500"/>
                </a:cubicBezTo>
                <a:cubicBezTo>
                  <a:pt x="10881" y="16086"/>
                  <a:pt x="11217" y="17858"/>
                  <a:pt x="11733" y="17858"/>
                </a:cubicBezTo>
                <a:cubicBezTo>
                  <a:pt x="12020" y="17858"/>
                  <a:pt x="12262" y="17352"/>
                  <a:pt x="12425" y="16540"/>
                </a:cubicBezTo>
                <a:lnTo>
                  <a:pt x="12180" y="15307"/>
                </a:lnTo>
                <a:cubicBezTo>
                  <a:pt x="12060" y="15759"/>
                  <a:pt x="11920" y="16009"/>
                  <a:pt x="11756" y="16009"/>
                </a:cubicBezTo>
                <a:cubicBezTo>
                  <a:pt x="11520" y="16009"/>
                  <a:pt x="11349" y="15352"/>
                  <a:pt x="11297" y="14393"/>
                </a:cubicBezTo>
                <a:lnTo>
                  <a:pt x="12489" y="14393"/>
                </a:lnTo>
                <a:cubicBezTo>
                  <a:pt x="12580" y="11449"/>
                  <a:pt x="12236" y="9099"/>
                  <a:pt x="11697" y="9099"/>
                </a:cubicBezTo>
                <a:close/>
                <a:moveTo>
                  <a:pt x="20662" y="9120"/>
                </a:moveTo>
                <a:cubicBezTo>
                  <a:pt x="20225" y="9120"/>
                  <a:pt x="19917" y="10911"/>
                  <a:pt x="19917" y="13415"/>
                </a:cubicBezTo>
                <a:cubicBezTo>
                  <a:pt x="19917" y="15920"/>
                  <a:pt x="20225" y="17709"/>
                  <a:pt x="20662" y="17709"/>
                </a:cubicBezTo>
                <a:cubicBezTo>
                  <a:pt x="20880" y="17709"/>
                  <a:pt x="21062" y="17252"/>
                  <a:pt x="21192" y="16455"/>
                </a:cubicBezTo>
                <a:lnTo>
                  <a:pt x="21192" y="17284"/>
                </a:lnTo>
                <a:cubicBezTo>
                  <a:pt x="21192" y="18732"/>
                  <a:pt x="21010" y="19623"/>
                  <a:pt x="20701" y="19623"/>
                </a:cubicBezTo>
                <a:cubicBezTo>
                  <a:pt x="20519" y="19623"/>
                  <a:pt x="20319" y="19321"/>
                  <a:pt x="20159" y="18751"/>
                </a:cubicBezTo>
                <a:lnTo>
                  <a:pt x="19992" y="20452"/>
                </a:lnTo>
                <a:cubicBezTo>
                  <a:pt x="20201" y="21184"/>
                  <a:pt x="20461" y="21600"/>
                  <a:pt x="20725" y="21600"/>
                </a:cubicBezTo>
                <a:cubicBezTo>
                  <a:pt x="21261" y="21600"/>
                  <a:pt x="21600" y="19939"/>
                  <a:pt x="21600" y="17369"/>
                </a:cubicBezTo>
                <a:lnTo>
                  <a:pt x="21600" y="9312"/>
                </a:lnTo>
                <a:lnTo>
                  <a:pt x="21204" y="9312"/>
                </a:lnTo>
                <a:lnTo>
                  <a:pt x="21200" y="10375"/>
                </a:lnTo>
                <a:cubicBezTo>
                  <a:pt x="21070" y="9578"/>
                  <a:pt x="20883" y="9120"/>
                  <a:pt x="20662" y="9120"/>
                </a:cubicBezTo>
                <a:close/>
                <a:moveTo>
                  <a:pt x="16524" y="9163"/>
                </a:moveTo>
                <a:cubicBezTo>
                  <a:pt x="16145" y="9163"/>
                  <a:pt x="15938" y="10123"/>
                  <a:pt x="15938" y="11587"/>
                </a:cubicBezTo>
                <a:cubicBezTo>
                  <a:pt x="15938" y="12953"/>
                  <a:pt x="16105" y="13761"/>
                  <a:pt x="16496" y="14265"/>
                </a:cubicBezTo>
                <a:cubicBezTo>
                  <a:pt x="16708" y="14557"/>
                  <a:pt x="16781" y="14815"/>
                  <a:pt x="16781" y="15222"/>
                </a:cubicBezTo>
                <a:cubicBezTo>
                  <a:pt x="16781" y="15662"/>
                  <a:pt x="16695" y="15924"/>
                  <a:pt x="16544" y="15924"/>
                </a:cubicBezTo>
                <a:cubicBezTo>
                  <a:pt x="16377" y="15924"/>
                  <a:pt x="16211" y="15633"/>
                  <a:pt x="16029" y="15031"/>
                </a:cubicBezTo>
                <a:lnTo>
                  <a:pt x="15866" y="16668"/>
                </a:lnTo>
                <a:cubicBezTo>
                  <a:pt x="16066" y="17399"/>
                  <a:pt x="16302" y="17794"/>
                  <a:pt x="16547" y="17794"/>
                </a:cubicBezTo>
                <a:cubicBezTo>
                  <a:pt x="16938" y="17795"/>
                  <a:pt x="17193" y="16795"/>
                  <a:pt x="17193" y="15201"/>
                </a:cubicBezTo>
                <a:cubicBezTo>
                  <a:pt x="17193" y="13916"/>
                  <a:pt x="17017" y="13032"/>
                  <a:pt x="16627" y="12543"/>
                </a:cubicBezTo>
                <a:cubicBezTo>
                  <a:pt x="16403" y="12251"/>
                  <a:pt x="16338" y="12036"/>
                  <a:pt x="16338" y="11629"/>
                </a:cubicBezTo>
                <a:cubicBezTo>
                  <a:pt x="16338" y="11223"/>
                  <a:pt x="16406" y="10991"/>
                  <a:pt x="16540" y="10991"/>
                </a:cubicBezTo>
                <a:cubicBezTo>
                  <a:pt x="16694" y="10991"/>
                  <a:pt x="16887" y="11327"/>
                  <a:pt x="16999" y="11799"/>
                </a:cubicBezTo>
                <a:lnTo>
                  <a:pt x="17165" y="10226"/>
                </a:lnTo>
                <a:cubicBezTo>
                  <a:pt x="16980" y="9543"/>
                  <a:pt x="16754" y="9163"/>
                  <a:pt x="16524" y="9163"/>
                </a:cubicBezTo>
                <a:close/>
                <a:moveTo>
                  <a:pt x="19070" y="9184"/>
                </a:moveTo>
                <a:cubicBezTo>
                  <a:pt x="18858" y="9184"/>
                  <a:pt x="18702" y="9567"/>
                  <a:pt x="18563" y="10396"/>
                </a:cubicBezTo>
                <a:lnTo>
                  <a:pt x="18563" y="9312"/>
                </a:lnTo>
                <a:lnTo>
                  <a:pt x="18163" y="9312"/>
                </a:lnTo>
                <a:lnTo>
                  <a:pt x="18163" y="17646"/>
                </a:lnTo>
                <a:lnTo>
                  <a:pt x="18587" y="17646"/>
                </a:lnTo>
                <a:lnTo>
                  <a:pt x="18587" y="13287"/>
                </a:lnTo>
                <a:cubicBezTo>
                  <a:pt x="18587" y="12035"/>
                  <a:pt x="18719" y="11225"/>
                  <a:pt x="18943" y="11225"/>
                </a:cubicBezTo>
                <a:cubicBezTo>
                  <a:pt x="19143" y="11225"/>
                  <a:pt x="19248" y="11888"/>
                  <a:pt x="19248" y="13075"/>
                </a:cubicBezTo>
                <a:lnTo>
                  <a:pt x="19248" y="17646"/>
                </a:lnTo>
                <a:lnTo>
                  <a:pt x="19672" y="17646"/>
                </a:lnTo>
                <a:lnTo>
                  <a:pt x="19672" y="12522"/>
                </a:lnTo>
                <a:cubicBezTo>
                  <a:pt x="19672" y="10538"/>
                  <a:pt x="19436" y="9184"/>
                  <a:pt x="19070" y="9184"/>
                </a:cubicBezTo>
                <a:close/>
                <a:moveTo>
                  <a:pt x="9175" y="9312"/>
                </a:moveTo>
                <a:lnTo>
                  <a:pt x="9796" y="17646"/>
                </a:lnTo>
                <a:lnTo>
                  <a:pt x="10244" y="17646"/>
                </a:lnTo>
                <a:lnTo>
                  <a:pt x="10869" y="9312"/>
                </a:lnTo>
                <a:lnTo>
                  <a:pt x="10418" y="9312"/>
                </a:lnTo>
                <a:lnTo>
                  <a:pt x="10153" y="13160"/>
                </a:lnTo>
                <a:lnTo>
                  <a:pt x="10026" y="15073"/>
                </a:lnTo>
                <a:lnTo>
                  <a:pt x="9895" y="13160"/>
                </a:lnTo>
                <a:lnTo>
                  <a:pt x="9630" y="9312"/>
                </a:lnTo>
                <a:lnTo>
                  <a:pt x="9175" y="9312"/>
                </a:lnTo>
                <a:close/>
                <a:moveTo>
                  <a:pt x="12746" y="9312"/>
                </a:moveTo>
                <a:lnTo>
                  <a:pt x="12746" y="17646"/>
                </a:lnTo>
                <a:lnTo>
                  <a:pt x="13174" y="17646"/>
                </a:lnTo>
                <a:lnTo>
                  <a:pt x="13174" y="13861"/>
                </a:lnTo>
                <a:cubicBezTo>
                  <a:pt x="13174" y="13138"/>
                  <a:pt x="13201" y="12516"/>
                  <a:pt x="13262" y="12075"/>
                </a:cubicBezTo>
                <a:cubicBezTo>
                  <a:pt x="13323" y="11634"/>
                  <a:pt x="13417" y="11374"/>
                  <a:pt x="13550" y="11374"/>
                </a:cubicBezTo>
                <a:lnTo>
                  <a:pt x="13843" y="11374"/>
                </a:lnTo>
                <a:lnTo>
                  <a:pt x="13843" y="9312"/>
                </a:lnTo>
                <a:lnTo>
                  <a:pt x="13625" y="9312"/>
                </a:lnTo>
                <a:cubicBezTo>
                  <a:pt x="13518" y="9312"/>
                  <a:pt x="13425" y="9417"/>
                  <a:pt x="13346" y="9608"/>
                </a:cubicBezTo>
                <a:cubicBezTo>
                  <a:pt x="13267" y="9799"/>
                  <a:pt x="13202" y="10075"/>
                  <a:pt x="13150" y="10417"/>
                </a:cubicBezTo>
                <a:lnTo>
                  <a:pt x="13146" y="9312"/>
                </a:lnTo>
                <a:lnTo>
                  <a:pt x="12746" y="9312"/>
                </a:lnTo>
                <a:close/>
                <a:moveTo>
                  <a:pt x="15233" y="9312"/>
                </a:moveTo>
                <a:lnTo>
                  <a:pt x="15233" y="17646"/>
                </a:lnTo>
                <a:lnTo>
                  <a:pt x="15657" y="17646"/>
                </a:lnTo>
                <a:lnTo>
                  <a:pt x="15657" y="9312"/>
                </a:lnTo>
                <a:lnTo>
                  <a:pt x="15233" y="9312"/>
                </a:lnTo>
                <a:close/>
                <a:moveTo>
                  <a:pt x="17430" y="9312"/>
                </a:moveTo>
                <a:lnTo>
                  <a:pt x="17430" y="17646"/>
                </a:lnTo>
                <a:lnTo>
                  <a:pt x="17854" y="17646"/>
                </a:lnTo>
                <a:lnTo>
                  <a:pt x="17854" y="9312"/>
                </a:lnTo>
                <a:lnTo>
                  <a:pt x="17430" y="9312"/>
                </a:lnTo>
                <a:close/>
                <a:moveTo>
                  <a:pt x="11701" y="10928"/>
                </a:moveTo>
                <a:cubicBezTo>
                  <a:pt x="11919" y="10928"/>
                  <a:pt x="12062" y="11709"/>
                  <a:pt x="12105" y="12798"/>
                </a:cubicBezTo>
                <a:lnTo>
                  <a:pt x="11293" y="12798"/>
                </a:lnTo>
                <a:cubicBezTo>
                  <a:pt x="11332" y="11676"/>
                  <a:pt x="11492" y="10928"/>
                  <a:pt x="11701" y="10928"/>
                </a:cubicBezTo>
                <a:close/>
                <a:moveTo>
                  <a:pt x="20765" y="11098"/>
                </a:moveTo>
                <a:cubicBezTo>
                  <a:pt x="21013" y="11098"/>
                  <a:pt x="21188" y="12054"/>
                  <a:pt x="21188" y="13436"/>
                </a:cubicBezTo>
                <a:cubicBezTo>
                  <a:pt x="21188" y="14787"/>
                  <a:pt x="21013" y="15775"/>
                  <a:pt x="20765" y="15775"/>
                </a:cubicBezTo>
                <a:cubicBezTo>
                  <a:pt x="20516" y="15775"/>
                  <a:pt x="20341" y="14819"/>
                  <a:pt x="20341" y="13436"/>
                </a:cubicBezTo>
                <a:cubicBezTo>
                  <a:pt x="20341" y="12038"/>
                  <a:pt x="20516" y="11098"/>
                  <a:pt x="20765" y="11098"/>
                </a:cubicBezTo>
                <a:close/>
                <a:moveTo>
                  <a:pt x="8153" y="11119"/>
                </a:moveTo>
                <a:cubicBezTo>
                  <a:pt x="8404" y="11119"/>
                  <a:pt x="8581" y="12080"/>
                  <a:pt x="8581" y="13479"/>
                </a:cubicBezTo>
                <a:cubicBezTo>
                  <a:pt x="8581" y="14894"/>
                  <a:pt x="8401" y="15839"/>
                  <a:pt x="8153" y="15839"/>
                </a:cubicBezTo>
                <a:cubicBezTo>
                  <a:pt x="7902" y="15839"/>
                  <a:pt x="7725" y="14894"/>
                  <a:pt x="7725" y="13479"/>
                </a:cubicBezTo>
                <a:cubicBezTo>
                  <a:pt x="7725" y="12080"/>
                  <a:pt x="7902" y="11119"/>
                  <a:pt x="8153" y="11119"/>
                </a:cubicBezTo>
                <a:close/>
                <a:moveTo>
                  <a:pt x="1271" y="13606"/>
                </a:moveTo>
                <a:cubicBezTo>
                  <a:pt x="1271" y="13606"/>
                  <a:pt x="1078" y="13676"/>
                  <a:pt x="946" y="13755"/>
                </a:cubicBezTo>
                <a:cubicBezTo>
                  <a:pt x="778" y="13852"/>
                  <a:pt x="463" y="14150"/>
                  <a:pt x="281" y="14499"/>
                </a:cubicBezTo>
                <a:cubicBezTo>
                  <a:pt x="227" y="14605"/>
                  <a:pt x="117" y="14856"/>
                  <a:pt x="107" y="15158"/>
                </a:cubicBezTo>
                <a:cubicBezTo>
                  <a:pt x="97" y="15471"/>
                  <a:pt x="130" y="15713"/>
                  <a:pt x="170" y="15966"/>
                </a:cubicBezTo>
                <a:cubicBezTo>
                  <a:pt x="194" y="16112"/>
                  <a:pt x="328" y="16800"/>
                  <a:pt x="364" y="16965"/>
                </a:cubicBezTo>
                <a:cubicBezTo>
                  <a:pt x="519" y="17658"/>
                  <a:pt x="830" y="18721"/>
                  <a:pt x="1061" y="19240"/>
                </a:cubicBezTo>
                <a:cubicBezTo>
                  <a:pt x="1140" y="19416"/>
                  <a:pt x="1271" y="19665"/>
                  <a:pt x="1271" y="19665"/>
                </a:cubicBezTo>
                <a:cubicBezTo>
                  <a:pt x="1271" y="19665"/>
                  <a:pt x="1261" y="17666"/>
                  <a:pt x="1263" y="15690"/>
                </a:cubicBezTo>
                <a:cubicBezTo>
                  <a:pt x="1264" y="14646"/>
                  <a:pt x="1271" y="13606"/>
                  <a:pt x="1271" y="13606"/>
                </a:cubicBezTo>
                <a:close/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1796" name="Shape"/>
          <p:cNvSpPr/>
          <p:nvPr/>
        </p:nvSpPr>
        <p:spPr>
          <a:xfrm>
            <a:off x="11363019" y="3797202"/>
            <a:ext cx="1866051" cy="781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8" h="21491" fill="norm" stroke="1" extrusionOk="0">
                <a:moveTo>
                  <a:pt x="1823" y="10"/>
                </a:moveTo>
                <a:cubicBezTo>
                  <a:pt x="1478" y="41"/>
                  <a:pt x="1017" y="202"/>
                  <a:pt x="652" y="441"/>
                </a:cubicBezTo>
                <a:cubicBezTo>
                  <a:pt x="395" y="608"/>
                  <a:pt x="218" y="880"/>
                  <a:pt x="95" y="1392"/>
                </a:cubicBezTo>
                <a:cubicBezTo>
                  <a:pt x="34" y="1649"/>
                  <a:pt x="-22" y="1932"/>
                  <a:pt x="9" y="2215"/>
                </a:cubicBezTo>
                <a:cubicBezTo>
                  <a:pt x="35" y="2455"/>
                  <a:pt x="182" y="2532"/>
                  <a:pt x="298" y="2576"/>
                </a:cubicBezTo>
                <a:cubicBezTo>
                  <a:pt x="409" y="2618"/>
                  <a:pt x="661" y="2648"/>
                  <a:pt x="728" y="2453"/>
                </a:cubicBezTo>
                <a:cubicBezTo>
                  <a:pt x="757" y="2368"/>
                  <a:pt x="758" y="2289"/>
                  <a:pt x="734" y="2188"/>
                </a:cubicBezTo>
                <a:cubicBezTo>
                  <a:pt x="709" y="2081"/>
                  <a:pt x="643" y="2014"/>
                  <a:pt x="582" y="1986"/>
                </a:cubicBezTo>
                <a:cubicBezTo>
                  <a:pt x="513" y="1956"/>
                  <a:pt x="379" y="1932"/>
                  <a:pt x="348" y="1900"/>
                </a:cubicBezTo>
                <a:cubicBezTo>
                  <a:pt x="330" y="1882"/>
                  <a:pt x="313" y="1854"/>
                  <a:pt x="313" y="1853"/>
                </a:cubicBezTo>
                <a:cubicBezTo>
                  <a:pt x="315" y="1849"/>
                  <a:pt x="322" y="1829"/>
                  <a:pt x="328" y="1817"/>
                </a:cubicBezTo>
                <a:cubicBezTo>
                  <a:pt x="342" y="1791"/>
                  <a:pt x="388" y="1748"/>
                  <a:pt x="419" y="1731"/>
                </a:cubicBezTo>
                <a:cubicBezTo>
                  <a:pt x="458" y="1709"/>
                  <a:pt x="503" y="1676"/>
                  <a:pt x="546" y="1648"/>
                </a:cubicBezTo>
                <a:cubicBezTo>
                  <a:pt x="843" y="1452"/>
                  <a:pt x="1432" y="1418"/>
                  <a:pt x="1702" y="1442"/>
                </a:cubicBezTo>
                <a:cubicBezTo>
                  <a:pt x="2747" y="1535"/>
                  <a:pt x="3721" y="2081"/>
                  <a:pt x="4706" y="3043"/>
                </a:cubicBezTo>
                <a:cubicBezTo>
                  <a:pt x="5671" y="3987"/>
                  <a:pt x="6766" y="5605"/>
                  <a:pt x="7405" y="7562"/>
                </a:cubicBezTo>
                <a:cubicBezTo>
                  <a:pt x="7647" y="8303"/>
                  <a:pt x="7951" y="9515"/>
                  <a:pt x="7988" y="10540"/>
                </a:cubicBezTo>
                <a:cubicBezTo>
                  <a:pt x="8021" y="11477"/>
                  <a:pt x="7894" y="12376"/>
                  <a:pt x="7654" y="13033"/>
                </a:cubicBezTo>
                <a:cubicBezTo>
                  <a:pt x="7471" y="13529"/>
                  <a:pt x="7228" y="13896"/>
                  <a:pt x="6965" y="14190"/>
                </a:cubicBezTo>
                <a:cubicBezTo>
                  <a:pt x="6366" y="14863"/>
                  <a:pt x="5642" y="15001"/>
                  <a:pt x="4989" y="14959"/>
                </a:cubicBezTo>
                <a:cubicBezTo>
                  <a:pt x="4903" y="14954"/>
                  <a:pt x="4579" y="14891"/>
                  <a:pt x="4503" y="14863"/>
                </a:cubicBezTo>
                <a:cubicBezTo>
                  <a:pt x="4485" y="14857"/>
                  <a:pt x="4465" y="14847"/>
                  <a:pt x="4447" y="14840"/>
                </a:cubicBezTo>
                <a:lnTo>
                  <a:pt x="4437" y="14840"/>
                </a:lnTo>
                <a:cubicBezTo>
                  <a:pt x="4379" y="14816"/>
                  <a:pt x="4320" y="14788"/>
                  <a:pt x="4277" y="14767"/>
                </a:cubicBezTo>
                <a:cubicBezTo>
                  <a:pt x="4233" y="14746"/>
                  <a:pt x="4204" y="14731"/>
                  <a:pt x="4204" y="14731"/>
                </a:cubicBezTo>
                <a:lnTo>
                  <a:pt x="4158" y="9923"/>
                </a:lnTo>
                <a:cubicBezTo>
                  <a:pt x="4162" y="9923"/>
                  <a:pt x="4189" y="9929"/>
                  <a:pt x="4229" y="9933"/>
                </a:cubicBezTo>
                <a:cubicBezTo>
                  <a:pt x="4269" y="9938"/>
                  <a:pt x="4322" y="9944"/>
                  <a:pt x="4376" y="9950"/>
                </a:cubicBezTo>
                <a:lnTo>
                  <a:pt x="4391" y="9950"/>
                </a:lnTo>
                <a:cubicBezTo>
                  <a:pt x="4393" y="9950"/>
                  <a:pt x="4395" y="9950"/>
                  <a:pt x="4397" y="9950"/>
                </a:cubicBezTo>
                <a:cubicBezTo>
                  <a:pt x="4398" y="9950"/>
                  <a:pt x="4399" y="9949"/>
                  <a:pt x="4401" y="9950"/>
                </a:cubicBezTo>
                <a:lnTo>
                  <a:pt x="4412" y="9960"/>
                </a:lnTo>
                <a:cubicBezTo>
                  <a:pt x="4413" y="9960"/>
                  <a:pt x="4414" y="9960"/>
                  <a:pt x="4416" y="9960"/>
                </a:cubicBezTo>
                <a:cubicBezTo>
                  <a:pt x="4418" y="9959"/>
                  <a:pt x="4421" y="9959"/>
                  <a:pt x="4422" y="9960"/>
                </a:cubicBezTo>
                <a:lnTo>
                  <a:pt x="4432" y="9960"/>
                </a:lnTo>
                <a:cubicBezTo>
                  <a:pt x="4457" y="9963"/>
                  <a:pt x="4479" y="9956"/>
                  <a:pt x="4503" y="9960"/>
                </a:cubicBezTo>
                <a:cubicBezTo>
                  <a:pt x="4869" y="10011"/>
                  <a:pt x="5628" y="10314"/>
                  <a:pt x="6007" y="10672"/>
                </a:cubicBezTo>
                <a:cubicBezTo>
                  <a:pt x="6088" y="10748"/>
                  <a:pt x="6172" y="10867"/>
                  <a:pt x="6180" y="11057"/>
                </a:cubicBezTo>
                <a:cubicBezTo>
                  <a:pt x="6185" y="11204"/>
                  <a:pt x="6138" y="11327"/>
                  <a:pt x="6084" y="11442"/>
                </a:cubicBezTo>
                <a:cubicBezTo>
                  <a:pt x="6058" y="11497"/>
                  <a:pt x="6030" y="11545"/>
                  <a:pt x="5997" y="11588"/>
                </a:cubicBezTo>
                <a:cubicBezTo>
                  <a:pt x="5932" y="11670"/>
                  <a:pt x="5822" y="11803"/>
                  <a:pt x="5815" y="11826"/>
                </a:cubicBezTo>
                <a:cubicBezTo>
                  <a:pt x="5804" y="11859"/>
                  <a:pt x="5799" y="11900"/>
                  <a:pt x="5799" y="11939"/>
                </a:cubicBezTo>
                <a:cubicBezTo>
                  <a:pt x="5800" y="11978"/>
                  <a:pt x="5806" y="12018"/>
                  <a:pt x="5820" y="12045"/>
                </a:cubicBezTo>
                <a:cubicBezTo>
                  <a:pt x="5893" y="12179"/>
                  <a:pt x="6127" y="12259"/>
                  <a:pt x="6190" y="12251"/>
                </a:cubicBezTo>
                <a:cubicBezTo>
                  <a:pt x="6401" y="12222"/>
                  <a:pt x="6612" y="11878"/>
                  <a:pt x="6722" y="11418"/>
                </a:cubicBezTo>
                <a:cubicBezTo>
                  <a:pt x="6820" y="11012"/>
                  <a:pt x="6833" y="10699"/>
                  <a:pt x="6768" y="10248"/>
                </a:cubicBezTo>
                <a:cubicBezTo>
                  <a:pt x="6699" y="9756"/>
                  <a:pt x="6485" y="9297"/>
                  <a:pt x="6257" y="9021"/>
                </a:cubicBezTo>
                <a:cubicBezTo>
                  <a:pt x="5979" y="8687"/>
                  <a:pt x="5491" y="8429"/>
                  <a:pt x="5243" y="8335"/>
                </a:cubicBezTo>
                <a:cubicBezTo>
                  <a:pt x="5049" y="8262"/>
                  <a:pt x="4841" y="8187"/>
                  <a:pt x="4655" y="8176"/>
                </a:cubicBezTo>
                <a:cubicBezTo>
                  <a:pt x="4614" y="8173"/>
                  <a:pt x="4571" y="8176"/>
                  <a:pt x="4524" y="8176"/>
                </a:cubicBezTo>
                <a:lnTo>
                  <a:pt x="4503" y="8176"/>
                </a:lnTo>
                <a:cubicBezTo>
                  <a:pt x="4495" y="8176"/>
                  <a:pt x="4488" y="8176"/>
                  <a:pt x="4480" y="8176"/>
                </a:cubicBezTo>
                <a:cubicBezTo>
                  <a:pt x="4473" y="8176"/>
                  <a:pt x="4465" y="8176"/>
                  <a:pt x="4457" y="8176"/>
                </a:cubicBezTo>
                <a:lnTo>
                  <a:pt x="4443" y="8176"/>
                </a:lnTo>
                <a:cubicBezTo>
                  <a:pt x="4370" y="8177"/>
                  <a:pt x="4299" y="8180"/>
                  <a:pt x="4246" y="8182"/>
                </a:cubicBezTo>
                <a:cubicBezTo>
                  <a:pt x="4193" y="8185"/>
                  <a:pt x="4157" y="8189"/>
                  <a:pt x="4153" y="8189"/>
                </a:cubicBezTo>
                <a:cubicBezTo>
                  <a:pt x="4153" y="8189"/>
                  <a:pt x="4152" y="8115"/>
                  <a:pt x="4150" y="7997"/>
                </a:cubicBezTo>
                <a:cubicBezTo>
                  <a:pt x="4148" y="7879"/>
                  <a:pt x="4146" y="7717"/>
                  <a:pt x="4143" y="7549"/>
                </a:cubicBezTo>
                <a:lnTo>
                  <a:pt x="4143" y="7516"/>
                </a:lnTo>
                <a:cubicBezTo>
                  <a:pt x="4143" y="7501"/>
                  <a:pt x="4143" y="7487"/>
                  <a:pt x="4143" y="7473"/>
                </a:cubicBezTo>
                <a:cubicBezTo>
                  <a:pt x="4143" y="7459"/>
                  <a:pt x="4143" y="7445"/>
                  <a:pt x="4143" y="7430"/>
                </a:cubicBezTo>
                <a:lnTo>
                  <a:pt x="4143" y="7407"/>
                </a:lnTo>
                <a:cubicBezTo>
                  <a:pt x="4141" y="7304"/>
                  <a:pt x="4136" y="7196"/>
                  <a:pt x="4133" y="7105"/>
                </a:cubicBezTo>
                <a:cubicBezTo>
                  <a:pt x="4113" y="6394"/>
                  <a:pt x="4031" y="5001"/>
                  <a:pt x="3758" y="4598"/>
                </a:cubicBezTo>
                <a:cubicBezTo>
                  <a:pt x="3708" y="4526"/>
                  <a:pt x="3646" y="4511"/>
                  <a:pt x="3612" y="4622"/>
                </a:cubicBezTo>
                <a:cubicBezTo>
                  <a:pt x="3559" y="4786"/>
                  <a:pt x="3506" y="5411"/>
                  <a:pt x="3495" y="5573"/>
                </a:cubicBezTo>
                <a:cubicBezTo>
                  <a:pt x="3484" y="5712"/>
                  <a:pt x="3467" y="6092"/>
                  <a:pt x="3449" y="6478"/>
                </a:cubicBezTo>
                <a:lnTo>
                  <a:pt x="3444" y="6528"/>
                </a:lnTo>
                <a:cubicBezTo>
                  <a:pt x="3444" y="6536"/>
                  <a:pt x="3444" y="6543"/>
                  <a:pt x="3444" y="6551"/>
                </a:cubicBezTo>
                <a:cubicBezTo>
                  <a:pt x="3445" y="6559"/>
                  <a:pt x="3445" y="6566"/>
                  <a:pt x="3444" y="6574"/>
                </a:cubicBezTo>
                <a:lnTo>
                  <a:pt x="3439" y="6624"/>
                </a:lnTo>
                <a:cubicBezTo>
                  <a:pt x="3429" y="6825"/>
                  <a:pt x="3422" y="7022"/>
                  <a:pt x="3417" y="7181"/>
                </a:cubicBezTo>
                <a:cubicBezTo>
                  <a:pt x="3411" y="7341"/>
                  <a:pt x="3408" y="7464"/>
                  <a:pt x="3408" y="7516"/>
                </a:cubicBezTo>
                <a:cubicBezTo>
                  <a:pt x="3408" y="7524"/>
                  <a:pt x="3408" y="7528"/>
                  <a:pt x="3408" y="7536"/>
                </a:cubicBezTo>
                <a:cubicBezTo>
                  <a:pt x="3408" y="7543"/>
                  <a:pt x="3408" y="7552"/>
                  <a:pt x="3408" y="7562"/>
                </a:cubicBezTo>
                <a:lnTo>
                  <a:pt x="3408" y="7599"/>
                </a:lnTo>
                <a:cubicBezTo>
                  <a:pt x="3408" y="7637"/>
                  <a:pt x="3408" y="7680"/>
                  <a:pt x="3407" y="7725"/>
                </a:cubicBezTo>
                <a:cubicBezTo>
                  <a:pt x="3406" y="7770"/>
                  <a:pt x="3405" y="7816"/>
                  <a:pt x="3404" y="7864"/>
                </a:cubicBezTo>
                <a:lnTo>
                  <a:pt x="3404" y="7911"/>
                </a:lnTo>
                <a:lnTo>
                  <a:pt x="3404" y="7917"/>
                </a:lnTo>
                <a:lnTo>
                  <a:pt x="3404" y="7924"/>
                </a:lnTo>
                <a:lnTo>
                  <a:pt x="3404" y="7947"/>
                </a:lnTo>
                <a:cubicBezTo>
                  <a:pt x="3403" y="8049"/>
                  <a:pt x="3400" y="8150"/>
                  <a:pt x="3398" y="8226"/>
                </a:cubicBezTo>
                <a:cubicBezTo>
                  <a:pt x="3397" y="8301"/>
                  <a:pt x="3394" y="8353"/>
                  <a:pt x="3393" y="8358"/>
                </a:cubicBezTo>
                <a:cubicBezTo>
                  <a:pt x="3391" y="8362"/>
                  <a:pt x="3390" y="8367"/>
                  <a:pt x="3389" y="8371"/>
                </a:cubicBezTo>
                <a:cubicBezTo>
                  <a:pt x="3387" y="8375"/>
                  <a:pt x="3385" y="8378"/>
                  <a:pt x="3383" y="8381"/>
                </a:cubicBezTo>
                <a:cubicBezTo>
                  <a:pt x="3379" y="8387"/>
                  <a:pt x="3357" y="8399"/>
                  <a:pt x="3323" y="8415"/>
                </a:cubicBezTo>
                <a:cubicBezTo>
                  <a:pt x="3290" y="8430"/>
                  <a:pt x="3245" y="8450"/>
                  <a:pt x="3200" y="8468"/>
                </a:cubicBezTo>
                <a:lnTo>
                  <a:pt x="3185" y="8468"/>
                </a:lnTo>
                <a:lnTo>
                  <a:pt x="3181" y="8468"/>
                </a:lnTo>
                <a:lnTo>
                  <a:pt x="3166" y="8478"/>
                </a:lnTo>
                <a:cubicBezTo>
                  <a:pt x="3137" y="8489"/>
                  <a:pt x="3109" y="8492"/>
                  <a:pt x="3085" y="8501"/>
                </a:cubicBezTo>
                <a:cubicBezTo>
                  <a:pt x="2978" y="8538"/>
                  <a:pt x="2805" y="8651"/>
                  <a:pt x="2629" y="8779"/>
                </a:cubicBezTo>
                <a:lnTo>
                  <a:pt x="2602" y="8793"/>
                </a:lnTo>
                <a:cubicBezTo>
                  <a:pt x="2600" y="8794"/>
                  <a:pt x="2600" y="8797"/>
                  <a:pt x="2598" y="8799"/>
                </a:cubicBezTo>
                <a:cubicBezTo>
                  <a:pt x="2597" y="8802"/>
                  <a:pt x="2595" y="8801"/>
                  <a:pt x="2593" y="8802"/>
                </a:cubicBezTo>
                <a:lnTo>
                  <a:pt x="2567" y="8829"/>
                </a:lnTo>
                <a:cubicBezTo>
                  <a:pt x="2372" y="8975"/>
                  <a:pt x="2183" y="9130"/>
                  <a:pt x="2091" y="9227"/>
                </a:cubicBezTo>
                <a:cubicBezTo>
                  <a:pt x="1840" y="9487"/>
                  <a:pt x="1473" y="9943"/>
                  <a:pt x="1371" y="10550"/>
                </a:cubicBezTo>
                <a:cubicBezTo>
                  <a:pt x="1297" y="10986"/>
                  <a:pt x="1330" y="11355"/>
                  <a:pt x="1427" y="11767"/>
                </a:cubicBezTo>
                <a:cubicBezTo>
                  <a:pt x="1552" y="12293"/>
                  <a:pt x="1716" y="12704"/>
                  <a:pt x="1898" y="13116"/>
                </a:cubicBezTo>
                <a:cubicBezTo>
                  <a:pt x="1964" y="13262"/>
                  <a:pt x="2256" y="13849"/>
                  <a:pt x="2325" y="13971"/>
                </a:cubicBezTo>
                <a:cubicBezTo>
                  <a:pt x="2573" y="14407"/>
                  <a:pt x="2857" y="14828"/>
                  <a:pt x="3156" y="15178"/>
                </a:cubicBezTo>
                <a:cubicBezTo>
                  <a:pt x="3162" y="15186"/>
                  <a:pt x="3169" y="15194"/>
                  <a:pt x="3175" y="15201"/>
                </a:cubicBezTo>
                <a:lnTo>
                  <a:pt x="3185" y="15215"/>
                </a:lnTo>
                <a:lnTo>
                  <a:pt x="3206" y="15238"/>
                </a:lnTo>
                <a:lnTo>
                  <a:pt x="3209" y="15244"/>
                </a:lnTo>
                <a:lnTo>
                  <a:pt x="3212" y="15248"/>
                </a:lnTo>
                <a:lnTo>
                  <a:pt x="3221" y="15248"/>
                </a:lnTo>
                <a:cubicBezTo>
                  <a:pt x="3260" y="15292"/>
                  <a:pt x="3296" y="15336"/>
                  <a:pt x="3323" y="15367"/>
                </a:cubicBezTo>
                <a:cubicBezTo>
                  <a:pt x="3350" y="15398"/>
                  <a:pt x="3368" y="15417"/>
                  <a:pt x="3368" y="15417"/>
                </a:cubicBezTo>
                <a:cubicBezTo>
                  <a:pt x="3368" y="15417"/>
                  <a:pt x="3371" y="15477"/>
                  <a:pt x="3376" y="15569"/>
                </a:cubicBezTo>
                <a:cubicBezTo>
                  <a:pt x="3381" y="15661"/>
                  <a:pt x="3386" y="15785"/>
                  <a:pt x="3393" y="15911"/>
                </a:cubicBezTo>
                <a:lnTo>
                  <a:pt x="3393" y="15937"/>
                </a:lnTo>
                <a:cubicBezTo>
                  <a:pt x="3393" y="15946"/>
                  <a:pt x="3395" y="15953"/>
                  <a:pt x="3396" y="15961"/>
                </a:cubicBezTo>
                <a:cubicBezTo>
                  <a:pt x="3397" y="15968"/>
                  <a:pt x="3398" y="15975"/>
                  <a:pt x="3398" y="15984"/>
                </a:cubicBezTo>
                <a:lnTo>
                  <a:pt x="3398" y="16007"/>
                </a:lnTo>
                <a:cubicBezTo>
                  <a:pt x="3404" y="16109"/>
                  <a:pt x="3408" y="16215"/>
                  <a:pt x="3414" y="16299"/>
                </a:cubicBezTo>
                <a:cubicBezTo>
                  <a:pt x="3441" y="16698"/>
                  <a:pt x="3496" y="17044"/>
                  <a:pt x="3652" y="17201"/>
                </a:cubicBezTo>
                <a:cubicBezTo>
                  <a:pt x="3747" y="17297"/>
                  <a:pt x="3858" y="17283"/>
                  <a:pt x="3960" y="17237"/>
                </a:cubicBezTo>
                <a:cubicBezTo>
                  <a:pt x="4045" y="17199"/>
                  <a:pt x="4103" y="17110"/>
                  <a:pt x="4139" y="16935"/>
                </a:cubicBezTo>
                <a:cubicBezTo>
                  <a:pt x="4152" y="16870"/>
                  <a:pt x="4179" y="16664"/>
                  <a:pt x="4183" y="16587"/>
                </a:cubicBezTo>
                <a:cubicBezTo>
                  <a:pt x="4185" y="16553"/>
                  <a:pt x="4182" y="16515"/>
                  <a:pt x="4183" y="16478"/>
                </a:cubicBezTo>
                <a:lnTo>
                  <a:pt x="4183" y="16455"/>
                </a:lnTo>
                <a:lnTo>
                  <a:pt x="4183" y="16441"/>
                </a:lnTo>
                <a:cubicBezTo>
                  <a:pt x="4184" y="16394"/>
                  <a:pt x="4187" y="16349"/>
                  <a:pt x="4188" y="16309"/>
                </a:cubicBezTo>
                <a:cubicBezTo>
                  <a:pt x="4189" y="16269"/>
                  <a:pt x="4189" y="16234"/>
                  <a:pt x="4189" y="16213"/>
                </a:cubicBezTo>
                <a:lnTo>
                  <a:pt x="4189" y="16189"/>
                </a:lnTo>
                <a:lnTo>
                  <a:pt x="4189" y="16176"/>
                </a:lnTo>
                <a:cubicBezTo>
                  <a:pt x="4189" y="16176"/>
                  <a:pt x="4221" y="16195"/>
                  <a:pt x="4271" y="16223"/>
                </a:cubicBezTo>
                <a:cubicBezTo>
                  <a:pt x="4321" y="16250"/>
                  <a:pt x="4388" y="16288"/>
                  <a:pt x="4457" y="16322"/>
                </a:cubicBezTo>
                <a:lnTo>
                  <a:pt x="4478" y="16335"/>
                </a:lnTo>
                <a:lnTo>
                  <a:pt x="4480" y="16335"/>
                </a:lnTo>
                <a:lnTo>
                  <a:pt x="4483" y="16335"/>
                </a:lnTo>
                <a:lnTo>
                  <a:pt x="4493" y="16345"/>
                </a:lnTo>
                <a:cubicBezTo>
                  <a:pt x="4532" y="16364"/>
                  <a:pt x="4573" y="16380"/>
                  <a:pt x="4609" y="16395"/>
                </a:cubicBezTo>
                <a:cubicBezTo>
                  <a:pt x="5099" y="16610"/>
                  <a:pt x="5631" y="16624"/>
                  <a:pt x="6093" y="16491"/>
                </a:cubicBezTo>
                <a:cubicBezTo>
                  <a:pt x="6775" y="16293"/>
                  <a:pt x="7567" y="15703"/>
                  <a:pt x="8080" y="14648"/>
                </a:cubicBezTo>
                <a:cubicBezTo>
                  <a:pt x="8218" y="14364"/>
                  <a:pt x="8454" y="13694"/>
                  <a:pt x="8552" y="13275"/>
                </a:cubicBezTo>
                <a:cubicBezTo>
                  <a:pt x="8609" y="13031"/>
                  <a:pt x="8659" y="12788"/>
                  <a:pt x="8713" y="12489"/>
                </a:cubicBezTo>
                <a:cubicBezTo>
                  <a:pt x="8719" y="12459"/>
                  <a:pt x="8740" y="12320"/>
                  <a:pt x="8761" y="12161"/>
                </a:cubicBezTo>
                <a:cubicBezTo>
                  <a:pt x="8782" y="12003"/>
                  <a:pt x="8803" y="11827"/>
                  <a:pt x="8809" y="11720"/>
                </a:cubicBezTo>
                <a:cubicBezTo>
                  <a:pt x="8811" y="11692"/>
                  <a:pt x="8816" y="11607"/>
                  <a:pt x="8821" y="11491"/>
                </a:cubicBezTo>
                <a:cubicBezTo>
                  <a:pt x="8825" y="11376"/>
                  <a:pt x="8830" y="11229"/>
                  <a:pt x="8835" y="11080"/>
                </a:cubicBezTo>
                <a:lnTo>
                  <a:pt x="8835" y="11057"/>
                </a:lnTo>
                <a:cubicBezTo>
                  <a:pt x="8837" y="10968"/>
                  <a:pt x="8839" y="10879"/>
                  <a:pt x="8839" y="10795"/>
                </a:cubicBezTo>
                <a:cubicBezTo>
                  <a:pt x="8839" y="10711"/>
                  <a:pt x="8838" y="10631"/>
                  <a:pt x="8835" y="10563"/>
                </a:cubicBezTo>
                <a:cubicBezTo>
                  <a:pt x="8835" y="10529"/>
                  <a:pt x="8835" y="10483"/>
                  <a:pt x="8833" y="10430"/>
                </a:cubicBezTo>
                <a:cubicBezTo>
                  <a:pt x="8831" y="10378"/>
                  <a:pt x="8829" y="10319"/>
                  <a:pt x="8825" y="10261"/>
                </a:cubicBezTo>
                <a:lnTo>
                  <a:pt x="8819" y="10225"/>
                </a:lnTo>
                <a:cubicBezTo>
                  <a:pt x="8814" y="10156"/>
                  <a:pt x="8810" y="10089"/>
                  <a:pt x="8807" y="10036"/>
                </a:cubicBezTo>
                <a:cubicBezTo>
                  <a:pt x="8803" y="9982"/>
                  <a:pt x="8801" y="9942"/>
                  <a:pt x="8800" y="9923"/>
                </a:cubicBezTo>
                <a:cubicBezTo>
                  <a:pt x="8797" y="9915"/>
                  <a:pt x="8777" y="9723"/>
                  <a:pt x="8763" y="9588"/>
                </a:cubicBezTo>
                <a:cubicBezTo>
                  <a:pt x="8758" y="9530"/>
                  <a:pt x="8739" y="9411"/>
                  <a:pt x="8719" y="9287"/>
                </a:cubicBezTo>
                <a:lnTo>
                  <a:pt x="8713" y="9250"/>
                </a:lnTo>
                <a:cubicBezTo>
                  <a:pt x="8688" y="9095"/>
                  <a:pt x="8662" y="8941"/>
                  <a:pt x="8652" y="8899"/>
                </a:cubicBezTo>
                <a:cubicBezTo>
                  <a:pt x="8598" y="8669"/>
                  <a:pt x="8568" y="8470"/>
                  <a:pt x="8526" y="8272"/>
                </a:cubicBezTo>
                <a:cubicBezTo>
                  <a:pt x="8352" y="7444"/>
                  <a:pt x="7989" y="6400"/>
                  <a:pt x="7700" y="5719"/>
                </a:cubicBezTo>
                <a:cubicBezTo>
                  <a:pt x="7550" y="5367"/>
                  <a:pt x="7346" y="4928"/>
                  <a:pt x="7188" y="4622"/>
                </a:cubicBezTo>
                <a:cubicBezTo>
                  <a:pt x="7151" y="4548"/>
                  <a:pt x="7017" y="4310"/>
                  <a:pt x="6878" y="4068"/>
                </a:cubicBezTo>
                <a:lnTo>
                  <a:pt x="6859" y="4045"/>
                </a:lnTo>
                <a:cubicBezTo>
                  <a:pt x="6858" y="4042"/>
                  <a:pt x="6857" y="4036"/>
                  <a:pt x="6856" y="4031"/>
                </a:cubicBezTo>
                <a:cubicBezTo>
                  <a:pt x="6856" y="4027"/>
                  <a:pt x="6855" y="4024"/>
                  <a:pt x="6853" y="4022"/>
                </a:cubicBezTo>
                <a:lnTo>
                  <a:pt x="6834" y="3995"/>
                </a:lnTo>
                <a:cubicBezTo>
                  <a:pt x="6704" y="3769"/>
                  <a:pt x="6583" y="3551"/>
                  <a:pt x="6545" y="3491"/>
                </a:cubicBezTo>
                <a:cubicBezTo>
                  <a:pt x="6282" y="3081"/>
                  <a:pt x="5808" y="2460"/>
                  <a:pt x="5511" y="2118"/>
                </a:cubicBezTo>
                <a:cubicBezTo>
                  <a:pt x="5096" y="1643"/>
                  <a:pt x="4530" y="1113"/>
                  <a:pt x="4097" y="802"/>
                </a:cubicBezTo>
                <a:cubicBezTo>
                  <a:pt x="3341" y="256"/>
                  <a:pt x="2603" y="-60"/>
                  <a:pt x="1823" y="10"/>
                </a:cubicBezTo>
                <a:close/>
                <a:moveTo>
                  <a:pt x="10241" y="1372"/>
                </a:moveTo>
                <a:cubicBezTo>
                  <a:pt x="10157" y="1361"/>
                  <a:pt x="10071" y="1367"/>
                  <a:pt x="9985" y="1392"/>
                </a:cubicBezTo>
                <a:cubicBezTo>
                  <a:pt x="9813" y="1442"/>
                  <a:pt x="9644" y="1557"/>
                  <a:pt x="9508" y="1694"/>
                </a:cubicBezTo>
                <a:cubicBezTo>
                  <a:pt x="9220" y="1984"/>
                  <a:pt x="8956" y="2411"/>
                  <a:pt x="8754" y="2924"/>
                </a:cubicBezTo>
                <a:cubicBezTo>
                  <a:pt x="8552" y="3432"/>
                  <a:pt x="8399" y="4082"/>
                  <a:pt x="8415" y="4781"/>
                </a:cubicBezTo>
                <a:cubicBezTo>
                  <a:pt x="8420" y="5005"/>
                  <a:pt x="8459" y="5350"/>
                  <a:pt x="8506" y="5550"/>
                </a:cubicBezTo>
                <a:cubicBezTo>
                  <a:pt x="8546" y="5719"/>
                  <a:pt x="8616" y="5890"/>
                  <a:pt x="8632" y="6067"/>
                </a:cubicBezTo>
                <a:cubicBezTo>
                  <a:pt x="8642" y="6172"/>
                  <a:pt x="8635" y="6318"/>
                  <a:pt x="8637" y="6442"/>
                </a:cubicBezTo>
                <a:cubicBezTo>
                  <a:pt x="8640" y="6726"/>
                  <a:pt x="8695" y="7012"/>
                  <a:pt x="8784" y="7201"/>
                </a:cubicBezTo>
                <a:cubicBezTo>
                  <a:pt x="8849" y="7336"/>
                  <a:pt x="8905" y="7331"/>
                  <a:pt x="8971" y="7214"/>
                </a:cubicBezTo>
                <a:cubicBezTo>
                  <a:pt x="8990" y="7183"/>
                  <a:pt x="9017" y="7107"/>
                  <a:pt x="9033" y="7045"/>
                </a:cubicBezTo>
                <a:cubicBezTo>
                  <a:pt x="9062" y="6930"/>
                  <a:pt x="9087" y="6773"/>
                  <a:pt x="9113" y="6707"/>
                </a:cubicBezTo>
                <a:cubicBezTo>
                  <a:pt x="9115" y="6702"/>
                  <a:pt x="9121" y="6704"/>
                  <a:pt x="9129" y="6710"/>
                </a:cubicBezTo>
                <a:cubicBezTo>
                  <a:pt x="9137" y="6717"/>
                  <a:pt x="9146" y="6730"/>
                  <a:pt x="9154" y="6744"/>
                </a:cubicBezTo>
                <a:cubicBezTo>
                  <a:pt x="9157" y="6748"/>
                  <a:pt x="9165" y="6755"/>
                  <a:pt x="9176" y="6763"/>
                </a:cubicBezTo>
                <a:cubicBezTo>
                  <a:pt x="9188" y="6772"/>
                  <a:pt x="9203" y="6780"/>
                  <a:pt x="9219" y="6790"/>
                </a:cubicBezTo>
                <a:lnTo>
                  <a:pt x="9231" y="6803"/>
                </a:lnTo>
                <a:cubicBezTo>
                  <a:pt x="9245" y="6812"/>
                  <a:pt x="9260" y="6820"/>
                  <a:pt x="9274" y="6826"/>
                </a:cubicBezTo>
                <a:cubicBezTo>
                  <a:pt x="9287" y="6833"/>
                  <a:pt x="9299" y="6838"/>
                  <a:pt x="9306" y="6840"/>
                </a:cubicBezTo>
                <a:cubicBezTo>
                  <a:pt x="9365" y="6849"/>
                  <a:pt x="9423" y="6887"/>
                  <a:pt x="9483" y="6899"/>
                </a:cubicBezTo>
                <a:cubicBezTo>
                  <a:pt x="9677" y="6941"/>
                  <a:pt x="9946" y="6793"/>
                  <a:pt x="10117" y="6634"/>
                </a:cubicBezTo>
                <a:cubicBezTo>
                  <a:pt x="10508" y="6271"/>
                  <a:pt x="10809" y="5739"/>
                  <a:pt x="11114" y="4996"/>
                </a:cubicBezTo>
                <a:cubicBezTo>
                  <a:pt x="11292" y="4565"/>
                  <a:pt x="11450" y="3858"/>
                  <a:pt x="11393" y="3213"/>
                </a:cubicBezTo>
                <a:cubicBezTo>
                  <a:pt x="11364" y="2891"/>
                  <a:pt x="11304" y="2675"/>
                  <a:pt x="11191" y="2443"/>
                </a:cubicBezTo>
                <a:cubicBezTo>
                  <a:pt x="11135" y="2329"/>
                  <a:pt x="10998" y="2158"/>
                  <a:pt x="10902" y="2118"/>
                </a:cubicBezTo>
                <a:cubicBezTo>
                  <a:pt x="10897" y="2116"/>
                  <a:pt x="10887" y="2107"/>
                  <a:pt x="10881" y="2105"/>
                </a:cubicBezTo>
                <a:lnTo>
                  <a:pt x="10872" y="2105"/>
                </a:lnTo>
                <a:cubicBezTo>
                  <a:pt x="10861" y="2101"/>
                  <a:pt x="10853" y="2099"/>
                  <a:pt x="10845" y="2095"/>
                </a:cubicBezTo>
                <a:cubicBezTo>
                  <a:pt x="10837" y="2092"/>
                  <a:pt x="10830" y="2089"/>
                  <a:pt x="10826" y="2082"/>
                </a:cubicBezTo>
                <a:cubicBezTo>
                  <a:pt x="10811" y="2060"/>
                  <a:pt x="10800" y="2003"/>
                  <a:pt x="10785" y="1959"/>
                </a:cubicBezTo>
                <a:cubicBezTo>
                  <a:pt x="10717" y="1753"/>
                  <a:pt x="10579" y="1558"/>
                  <a:pt x="10481" y="1479"/>
                </a:cubicBezTo>
                <a:cubicBezTo>
                  <a:pt x="10406" y="1417"/>
                  <a:pt x="10325" y="1384"/>
                  <a:pt x="10241" y="1372"/>
                </a:cubicBezTo>
                <a:close/>
                <a:moveTo>
                  <a:pt x="9681" y="2874"/>
                </a:moveTo>
                <a:cubicBezTo>
                  <a:pt x="9681" y="2874"/>
                  <a:pt x="9618" y="2994"/>
                  <a:pt x="9564" y="3103"/>
                </a:cubicBezTo>
                <a:cubicBezTo>
                  <a:pt x="9388" y="3462"/>
                  <a:pt x="9152" y="4048"/>
                  <a:pt x="9023" y="4466"/>
                </a:cubicBezTo>
                <a:cubicBezTo>
                  <a:pt x="9006" y="4519"/>
                  <a:pt x="8988" y="4579"/>
                  <a:pt x="8971" y="4635"/>
                </a:cubicBezTo>
                <a:lnTo>
                  <a:pt x="8967" y="4658"/>
                </a:lnTo>
                <a:cubicBezTo>
                  <a:pt x="8941" y="4748"/>
                  <a:pt x="8915" y="4832"/>
                  <a:pt x="8896" y="4894"/>
                </a:cubicBezTo>
                <a:cubicBezTo>
                  <a:pt x="8877" y="4956"/>
                  <a:pt x="8865" y="4996"/>
                  <a:pt x="8865" y="4996"/>
                </a:cubicBezTo>
                <a:cubicBezTo>
                  <a:pt x="8865" y="4996"/>
                  <a:pt x="8852" y="4908"/>
                  <a:pt x="8840" y="4840"/>
                </a:cubicBezTo>
                <a:cubicBezTo>
                  <a:pt x="8760" y="4366"/>
                  <a:pt x="8936" y="3830"/>
                  <a:pt x="9098" y="3501"/>
                </a:cubicBezTo>
                <a:cubicBezTo>
                  <a:pt x="9196" y="3301"/>
                  <a:pt x="9390" y="2986"/>
                  <a:pt x="9523" y="2924"/>
                </a:cubicBezTo>
                <a:cubicBezTo>
                  <a:pt x="9580" y="2897"/>
                  <a:pt x="9681" y="2874"/>
                  <a:pt x="9681" y="2874"/>
                </a:cubicBezTo>
                <a:close/>
                <a:moveTo>
                  <a:pt x="10720" y="3010"/>
                </a:moveTo>
                <a:cubicBezTo>
                  <a:pt x="10760" y="3009"/>
                  <a:pt x="10798" y="3030"/>
                  <a:pt x="10846" y="3080"/>
                </a:cubicBezTo>
                <a:cubicBezTo>
                  <a:pt x="10922" y="3156"/>
                  <a:pt x="10978" y="3322"/>
                  <a:pt x="10989" y="3537"/>
                </a:cubicBezTo>
                <a:cubicBezTo>
                  <a:pt x="11022" y="4204"/>
                  <a:pt x="10700" y="4766"/>
                  <a:pt x="10481" y="5056"/>
                </a:cubicBezTo>
                <a:cubicBezTo>
                  <a:pt x="10259" y="5350"/>
                  <a:pt x="10023" y="5522"/>
                  <a:pt x="9767" y="5563"/>
                </a:cubicBezTo>
                <a:cubicBezTo>
                  <a:pt x="9731" y="5569"/>
                  <a:pt x="9674" y="5573"/>
                  <a:pt x="9615" y="5573"/>
                </a:cubicBezTo>
                <a:lnTo>
                  <a:pt x="9606" y="5573"/>
                </a:lnTo>
                <a:cubicBezTo>
                  <a:pt x="9603" y="5573"/>
                  <a:pt x="9598" y="5573"/>
                  <a:pt x="9594" y="5573"/>
                </a:cubicBezTo>
                <a:cubicBezTo>
                  <a:pt x="9591" y="5573"/>
                  <a:pt x="9588" y="5573"/>
                  <a:pt x="9585" y="5573"/>
                </a:cubicBezTo>
                <a:lnTo>
                  <a:pt x="9575" y="5573"/>
                </a:lnTo>
                <a:cubicBezTo>
                  <a:pt x="9530" y="5572"/>
                  <a:pt x="9486" y="5570"/>
                  <a:pt x="9454" y="5563"/>
                </a:cubicBezTo>
                <a:cubicBezTo>
                  <a:pt x="9421" y="5556"/>
                  <a:pt x="9400" y="5545"/>
                  <a:pt x="9398" y="5527"/>
                </a:cubicBezTo>
                <a:cubicBezTo>
                  <a:pt x="9397" y="5519"/>
                  <a:pt x="9400" y="5500"/>
                  <a:pt x="9406" y="5474"/>
                </a:cubicBezTo>
                <a:cubicBezTo>
                  <a:pt x="9413" y="5448"/>
                  <a:pt x="9422" y="5414"/>
                  <a:pt x="9433" y="5381"/>
                </a:cubicBezTo>
                <a:cubicBezTo>
                  <a:pt x="9468" y="5274"/>
                  <a:pt x="9515" y="5123"/>
                  <a:pt x="9560" y="4983"/>
                </a:cubicBezTo>
                <a:cubicBezTo>
                  <a:pt x="9752" y="4392"/>
                  <a:pt x="10104" y="3645"/>
                  <a:pt x="10354" y="3299"/>
                </a:cubicBezTo>
                <a:cubicBezTo>
                  <a:pt x="10440" y="3182"/>
                  <a:pt x="10483" y="3144"/>
                  <a:pt x="10573" y="3080"/>
                </a:cubicBezTo>
                <a:cubicBezTo>
                  <a:pt x="10635" y="3036"/>
                  <a:pt x="10679" y="3012"/>
                  <a:pt x="10720" y="3010"/>
                </a:cubicBezTo>
                <a:close/>
                <a:moveTo>
                  <a:pt x="14986" y="6876"/>
                </a:moveTo>
                <a:cubicBezTo>
                  <a:pt x="14948" y="6879"/>
                  <a:pt x="14907" y="6923"/>
                  <a:pt x="14890" y="7082"/>
                </a:cubicBezTo>
                <a:cubicBezTo>
                  <a:pt x="14859" y="7367"/>
                  <a:pt x="14898" y="7664"/>
                  <a:pt x="14905" y="7718"/>
                </a:cubicBezTo>
                <a:lnTo>
                  <a:pt x="14905" y="7732"/>
                </a:lnTo>
                <a:cubicBezTo>
                  <a:pt x="15072" y="9076"/>
                  <a:pt x="15173" y="10145"/>
                  <a:pt x="15234" y="10878"/>
                </a:cubicBezTo>
                <a:cubicBezTo>
                  <a:pt x="15295" y="11611"/>
                  <a:pt x="15315" y="12009"/>
                  <a:pt x="15315" y="12009"/>
                </a:cubicBezTo>
                <a:cubicBezTo>
                  <a:pt x="15315" y="12009"/>
                  <a:pt x="15318" y="12123"/>
                  <a:pt x="15316" y="12241"/>
                </a:cubicBezTo>
                <a:cubicBezTo>
                  <a:pt x="15315" y="12358"/>
                  <a:pt x="15309" y="12476"/>
                  <a:pt x="15290" y="12489"/>
                </a:cubicBezTo>
                <a:cubicBezTo>
                  <a:pt x="15277" y="12513"/>
                  <a:pt x="15263" y="12512"/>
                  <a:pt x="15252" y="12503"/>
                </a:cubicBezTo>
                <a:cubicBezTo>
                  <a:pt x="15242" y="12494"/>
                  <a:pt x="15234" y="12479"/>
                  <a:pt x="15234" y="12479"/>
                </a:cubicBezTo>
                <a:cubicBezTo>
                  <a:pt x="15225" y="12480"/>
                  <a:pt x="15197" y="12395"/>
                  <a:pt x="15160" y="12267"/>
                </a:cubicBezTo>
                <a:cubicBezTo>
                  <a:pt x="15123" y="12139"/>
                  <a:pt x="15077" y="11968"/>
                  <a:pt x="15031" y="11793"/>
                </a:cubicBezTo>
                <a:lnTo>
                  <a:pt x="15017" y="11757"/>
                </a:lnTo>
                <a:cubicBezTo>
                  <a:pt x="14978" y="11611"/>
                  <a:pt x="14939" y="11464"/>
                  <a:pt x="14908" y="11342"/>
                </a:cubicBezTo>
                <a:cubicBezTo>
                  <a:pt x="14876" y="11220"/>
                  <a:pt x="14851" y="11123"/>
                  <a:pt x="14838" y="11070"/>
                </a:cubicBezTo>
                <a:lnTo>
                  <a:pt x="14838" y="11044"/>
                </a:lnTo>
                <a:cubicBezTo>
                  <a:pt x="14836" y="11035"/>
                  <a:pt x="14835" y="11031"/>
                  <a:pt x="14833" y="11027"/>
                </a:cubicBezTo>
                <a:cubicBezTo>
                  <a:pt x="14831" y="11023"/>
                  <a:pt x="14828" y="11021"/>
                  <a:pt x="14828" y="11021"/>
                </a:cubicBezTo>
                <a:lnTo>
                  <a:pt x="14757" y="10742"/>
                </a:lnTo>
                <a:cubicBezTo>
                  <a:pt x="14556" y="9970"/>
                  <a:pt x="14395" y="9453"/>
                  <a:pt x="14285" y="9127"/>
                </a:cubicBezTo>
                <a:cubicBezTo>
                  <a:pt x="14174" y="8802"/>
                  <a:pt x="14115" y="8670"/>
                  <a:pt x="14115" y="8670"/>
                </a:cubicBezTo>
                <a:cubicBezTo>
                  <a:pt x="14058" y="8543"/>
                  <a:pt x="13912" y="8188"/>
                  <a:pt x="13730" y="8670"/>
                </a:cubicBezTo>
                <a:cubicBezTo>
                  <a:pt x="13547" y="9154"/>
                  <a:pt x="13401" y="10715"/>
                  <a:pt x="13344" y="12178"/>
                </a:cubicBezTo>
                <a:cubicBezTo>
                  <a:pt x="13319" y="12907"/>
                  <a:pt x="13317" y="13478"/>
                  <a:pt x="13332" y="13912"/>
                </a:cubicBezTo>
                <a:cubicBezTo>
                  <a:pt x="13348" y="14345"/>
                  <a:pt x="13381" y="14642"/>
                  <a:pt x="13426" y="14817"/>
                </a:cubicBezTo>
                <a:cubicBezTo>
                  <a:pt x="13475" y="14994"/>
                  <a:pt x="13547" y="15113"/>
                  <a:pt x="13627" y="15148"/>
                </a:cubicBezTo>
                <a:cubicBezTo>
                  <a:pt x="13706" y="15184"/>
                  <a:pt x="13792" y="15138"/>
                  <a:pt x="13871" y="14986"/>
                </a:cubicBezTo>
                <a:cubicBezTo>
                  <a:pt x="14036" y="14683"/>
                  <a:pt x="14002" y="12767"/>
                  <a:pt x="14028" y="11780"/>
                </a:cubicBezTo>
                <a:cubicBezTo>
                  <a:pt x="14053" y="10788"/>
                  <a:pt x="14094" y="10961"/>
                  <a:pt x="14094" y="10961"/>
                </a:cubicBezTo>
                <a:cubicBezTo>
                  <a:pt x="14102" y="10956"/>
                  <a:pt x="14118" y="10993"/>
                  <a:pt x="14138" y="11057"/>
                </a:cubicBezTo>
                <a:cubicBezTo>
                  <a:pt x="14158" y="11121"/>
                  <a:pt x="14182" y="11212"/>
                  <a:pt x="14205" y="11309"/>
                </a:cubicBezTo>
                <a:lnTo>
                  <a:pt x="14211" y="11332"/>
                </a:lnTo>
                <a:lnTo>
                  <a:pt x="14215" y="11369"/>
                </a:lnTo>
                <a:cubicBezTo>
                  <a:pt x="14218" y="11380"/>
                  <a:pt x="14221" y="11389"/>
                  <a:pt x="14223" y="11399"/>
                </a:cubicBezTo>
                <a:cubicBezTo>
                  <a:pt x="14226" y="11408"/>
                  <a:pt x="14228" y="11421"/>
                  <a:pt x="14230" y="11432"/>
                </a:cubicBezTo>
                <a:lnTo>
                  <a:pt x="14236" y="11455"/>
                </a:lnTo>
                <a:cubicBezTo>
                  <a:pt x="14258" y="11550"/>
                  <a:pt x="14279" y="11643"/>
                  <a:pt x="14294" y="11713"/>
                </a:cubicBezTo>
                <a:cubicBezTo>
                  <a:pt x="14310" y="11784"/>
                  <a:pt x="14321" y="11831"/>
                  <a:pt x="14322" y="11839"/>
                </a:cubicBezTo>
                <a:cubicBezTo>
                  <a:pt x="14322" y="11839"/>
                  <a:pt x="14824" y="14274"/>
                  <a:pt x="15138" y="14634"/>
                </a:cubicBezTo>
                <a:cubicBezTo>
                  <a:pt x="15456" y="14994"/>
                  <a:pt x="15709" y="14417"/>
                  <a:pt x="15806" y="13875"/>
                </a:cubicBezTo>
                <a:cubicBezTo>
                  <a:pt x="15904" y="13330"/>
                  <a:pt x="16070" y="11526"/>
                  <a:pt x="15821" y="9525"/>
                </a:cubicBezTo>
                <a:cubicBezTo>
                  <a:pt x="15570" y="7525"/>
                  <a:pt x="15057" y="6913"/>
                  <a:pt x="15057" y="6913"/>
                </a:cubicBezTo>
                <a:cubicBezTo>
                  <a:pt x="15057" y="6913"/>
                  <a:pt x="15024" y="6874"/>
                  <a:pt x="14986" y="6876"/>
                </a:cubicBezTo>
                <a:close/>
                <a:moveTo>
                  <a:pt x="19759" y="7688"/>
                </a:moveTo>
                <a:cubicBezTo>
                  <a:pt x="19741" y="7698"/>
                  <a:pt x="19722" y="7718"/>
                  <a:pt x="19706" y="7738"/>
                </a:cubicBezTo>
                <a:cubicBezTo>
                  <a:pt x="19672" y="7779"/>
                  <a:pt x="19647" y="7828"/>
                  <a:pt x="19647" y="7828"/>
                </a:cubicBezTo>
                <a:cubicBezTo>
                  <a:pt x="19224" y="8731"/>
                  <a:pt x="18983" y="9685"/>
                  <a:pt x="18848" y="10414"/>
                </a:cubicBezTo>
                <a:cubicBezTo>
                  <a:pt x="18713" y="11143"/>
                  <a:pt x="18685" y="11647"/>
                  <a:pt x="18685" y="11647"/>
                </a:cubicBezTo>
                <a:cubicBezTo>
                  <a:pt x="18645" y="12187"/>
                  <a:pt x="18649" y="12644"/>
                  <a:pt x="18679" y="13033"/>
                </a:cubicBezTo>
                <a:cubicBezTo>
                  <a:pt x="18710" y="13422"/>
                  <a:pt x="18768" y="13743"/>
                  <a:pt x="18837" y="14008"/>
                </a:cubicBezTo>
                <a:cubicBezTo>
                  <a:pt x="18602" y="15200"/>
                  <a:pt x="18425" y="16317"/>
                  <a:pt x="18315" y="17290"/>
                </a:cubicBezTo>
                <a:cubicBezTo>
                  <a:pt x="18206" y="18263"/>
                  <a:pt x="18162" y="19092"/>
                  <a:pt x="18193" y="19707"/>
                </a:cubicBezTo>
                <a:cubicBezTo>
                  <a:pt x="18221" y="20175"/>
                  <a:pt x="18307" y="20576"/>
                  <a:pt x="18406" y="20878"/>
                </a:cubicBezTo>
                <a:cubicBezTo>
                  <a:pt x="18506" y="21179"/>
                  <a:pt x="18619" y="21383"/>
                  <a:pt x="18704" y="21454"/>
                </a:cubicBezTo>
                <a:cubicBezTo>
                  <a:pt x="18791" y="21540"/>
                  <a:pt x="18841" y="21461"/>
                  <a:pt x="18870" y="21362"/>
                </a:cubicBezTo>
                <a:cubicBezTo>
                  <a:pt x="18899" y="21262"/>
                  <a:pt x="18907" y="21139"/>
                  <a:pt x="18907" y="21139"/>
                </a:cubicBezTo>
                <a:cubicBezTo>
                  <a:pt x="18977" y="19868"/>
                  <a:pt x="19074" y="18808"/>
                  <a:pt x="19190" y="17854"/>
                </a:cubicBezTo>
                <a:cubicBezTo>
                  <a:pt x="19305" y="16900"/>
                  <a:pt x="19440" y="16055"/>
                  <a:pt x="19586" y="15215"/>
                </a:cubicBezTo>
                <a:cubicBezTo>
                  <a:pt x="20468" y="15697"/>
                  <a:pt x="21130" y="13657"/>
                  <a:pt x="21365" y="12682"/>
                </a:cubicBezTo>
                <a:cubicBezTo>
                  <a:pt x="21503" y="12096"/>
                  <a:pt x="21578" y="11312"/>
                  <a:pt x="21578" y="10576"/>
                </a:cubicBezTo>
                <a:cubicBezTo>
                  <a:pt x="21578" y="9738"/>
                  <a:pt x="21483" y="8958"/>
                  <a:pt x="21273" y="8600"/>
                </a:cubicBezTo>
                <a:cubicBezTo>
                  <a:pt x="20960" y="8084"/>
                  <a:pt x="20551" y="8642"/>
                  <a:pt x="20164" y="9535"/>
                </a:cubicBezTo>
                <a:cubicBezTo>
                  <a:pt x="19777" y="10428"/>
                  <a:pt x="19413" y="11655"/>
                  <a:pt x="19191" y="12466"/>
                </a:cubicBezTo>
                <a:cubicBezTo>
                  <a:pt x="19158" y="12053"/>
                  <a:pt x="19201" y="11583"/>
                  <a:pt x="19252" y="11216"/>
                </a:cubicBezTo>
                <a:cubicBezTo>
                  <a:pt x="19304" y="10850"/>
                  <a:pt x="19363" y="10586"/>
                  <a:pt x="19363" y="10586"/>
                </a:cubicBezTo>
                <a:cubicBezTo>
                  <a:pt x="19363" y="10586"/>
                  <a:pt x="19390" y="10475"/>
                  <a:pt x="19431" y="10304"/>
                </a:cubicBezTo>
                <a:cubicBezTo>
                  <a:pt x="19472" y="10134"/>
                  <a:pt x="19527" y="9904"/>
                  <a:pt x="19581" y="9671"/>
                </a:cubicBezTo>
                <a:lnTo>
                  <a:pt x="19591" y="9621"/>
                </a:lnTo>
                <a:lnTo>
                  <a:pt x="19607" y="9562"/>
                </a:lnTo>
                <a:cubicBezTo>
                  <a:pt x="19649" y="9381"/>
                  <a:pt x="19690" y="9203"/>
                  <a:pt x="19724" y="9054"/>
                </a:cubicBezTo>
                <a:cubicBezTo>
                  <a:pt x="19757" y="8905"/>
                  <a:pt x="19782" y="8786"/>
                  <a:pt x="19793" y="8720"/>
                </a:cubicBezTo>
                <a:cubicBezTo>
                  <a:pt x="19819" y="8561"/>
                  <a:pt x="19839" y="8321"/>
                  <a:pt x="19845" y="8113"/>
                </a:cubicBezTo>
                <a:cubicBezTo>
                  <a:pt x="19850" y="7905"/>
                  <a:pt x="19841" y="7727"/>
                  <a:pt x="19809" y="7695"/>
                </a:cubicBezTo>
                <a:cubicBezTo>
                  <a:pt x="19794" y="7679"/>
                  <a:pt x="19776" y="7679"/>
                  <a:pt x="19759" y="7688"/>
                </a:cubicBezTo>
                <a:close/>
                <a:moveTo>
                  <a:pt x="11882" y="7858"/>
                </a:moveTo>
                <a:cubicBezTo>
                  <a:pt x="11747" y="7868"/>
                  <a:pt x="11620" y="7891"/>
                  <a:pt x="11510" y="7924"/>
                </a:cubicBezTo>
                <a:cubicBezTo>
                  <a:pt x="11056" y="8058"/>
                  <a:pt x="10447" y="8398"/>
                  <a:pt x="10187" y="9287"/>
                </a:cubicBezTo>
                <a:cubicBezTo>
                  <a:pt x="10088" y="9625"/>
                  <a:pt x="10030" y="10139"/>
                  <a:pt x="10075" y="10563"/>
                </a:cubicBezTo>
                <a:cubicBezTo>
                  <a:pt x="10101" y="10799"/>
                  <a:pt x="10190" y="11009"/>
                  <a:pt x="10279" y="11103"/>
                </a:cubicBezTo>
                <a:cubicBezTo>
                  <a:pt x="10367" y="11198"/>
                  <a:pt x="10476" y="11252"/>
                  <a:pt x="10577" y="11286"/>
                </a:cubicBezTo>
                <a:cubicBezTo>
                  <a:pt x="10641" y="11308"/>
                  <a:pt x="10831" y="11355"/>
                  <a:pt x="11029" y="11395"/>
                </a:cubicBezTo>
                <a:lnTo>
                  <a:pt x="11049" y="11395"/>
                </a:lnTo>
                <a:cubicBezTo>
                  <a:pt x="11052" y="11396"/>
                  <a:pt x="11055" y="11396"/>
                  <a:pt x="11058" y="11395"/>
                </a:cubicBezTo>
                <a:cubicBezTo>
                  <a:pt x="11062" y="11395"/>
                  <a:pt x="11066" y="11395"/>
                  <a:pt x="11070" y="11395"/>
                </a:cubicBezTo>
                <a:lnTo>
                  <a:pt x="11095" y="11405"/>
                </a:lnTo>
                <a:cubicBezTo>
                  <a:pt x="11184" y="11424"/>
                  <a:pt x="11273" y="11439"/>
                  <a:pt x="11348" y="11455"/>
                </a:cubicBezTo>
                <a:cubicBezTo>
                  <a:pt x="11598" y="11504"/>
                  <a:pt x="12083" y="11629"/>
                  <a:pt x="12345" y="11889"/>
                </a:cubicBezTo>
                <a:cubicBezTo>
                  <a:pt x="12345" y="11889"/>
                  <a:pt x="12591" y="12093"/>
                  <a:pt x="12589" y="12430"/>
                </a:cubicBezTo>
                <a:cubicBezTo>
                  <a:pt x="12589" y="12596"/>
                  <a:pt x="12536" y="12724"/>
                  <a:pt x="12483" y="12814"/>
                </a:cubicBezTo>
                <a:cubicBezTo>
                  <a:pt x="12095" y="13469"/>
                  <a:pt x="11560" y="13665"/>
                  <a:pt x="11085" y="13646"/>
                </a:cubicBezTo>
                <a:cubicBezTo>
                  <a:pt x="10924" y="13641"/>
                  <a:pt x="10793" y="13571"/>
                  <a:pt x="10629" y="13404"/>
                </a:cubicBezTo>
                <a:cubicBezTo>
                  <a:pt x="10559" y="13332"/>
                  <a:pt x="10468" y="13168"/>
                  <a:pt x="10481" y="12983"/>
                </a:cubicBezTo>
                <a:cubicBezTo>
                  <a:pt x="10508" y="12624"/>
                  <a:pt x="10677" y="12531"/>
                  <a:pt x="10816" y="12562"/>
                </a:cubicBezTo>
                <a:cubicBezTo>
                  <a:pt x="10893" y="12579"/>
                  <a:pt x="10994" y="12648"/>
                  <a:pt x="11070" y="12718"/>
                </a:cubicBezTo>
                <a:cubicBezTo>
                  <a:pt x="11374" y="13004"/>
                  <a:pt x="11510" y="13250"/>
                  <a:pt x="11778" y="13152"/>
                </a:cubicBezTo>
                <a:cubicBezTo>
                  <a:pt x="11878" y="13116"/>
                  <a:pt x="12223" y="12938"/>
                  <a:pt x="12270" y="12599"/>
                </a:cubicBezTo>
                <a:cubicBezTo>
                  <a:pt x="12282" y="12516"/>
                  <a:pt x="12265" y="12432"/>
                  <a:pt x="12239" y="12370"/>
                </a:cubicBezTo>
                <a:cubicBezTo>
                  <a:pt x="12203" y="12281"/>
                  <a:pt x="11998" y="12080"/>
                  <a:pt x="11941" y="12032"/>
                </a:cubicBezTo>
                <a:cubicBezTo>
                  <a:pt x="11737" y="11859"/>
                  <a:pt x="11350" y="11703"/>
                  <a:pt x="11135" y="11684"/>
                </a:cubicBezTo>
                <a:cubicBezTo>
                  <a:pt x="10853" y="11660"/>
                  <a:pt x="10479" y="11788"/>
                  <a:pt x="10304" y="12357"/>
                </a:cubicBezTo>
                <a:cubicBezTo>
                  <a:pt x="10195" y="12714"/>
                  <a:pt x="10189" y="13198"/>
                  <a:pt x="10279" y="13573"/>
                </a:cubicBezTo>
                <a:cubicBezTo>
                  <a:pt x="10402" y="14087"/>
                  <a:pt x="10647" y="14490"/>
                  <a:pt x="10846" y="14721"/>
                </a:cubicBezTo>
                <a:cubicBezTo>
                  <a:pt x="11183" y="15107"/>
                  <a:pt x="11586" y="15286"/>
                  <a:pt x="11960" y="15188"/>
                </a:cubicBezTo>
                <a:cubicBezTo>
                  <a:pt x="12174" y="15130"/>
                  <a:pt x="12360" y="15035"/>
                  <a:pt x="12549" y="14817"/>
                </a:cubicBezTo>
                <a:cubicBezTo>
                  <a:pt x="12731" y="14608"/>
                  <a:pt x="12929" y="14211"/>
                  <a:pt x="13020" y="13743"/>
                </a:cubicBezTo>
                <a:cubicBezTo>
                  <a:pt x="13142" y="13112"/>
                  <a:pt x="13134" y="12278"/>
                  <a:pt x="12999" y="11684"/>
                </a:cubicBezTo>
                <a:cubicBezTo>
                  <a:pt x="12911" y="11292"/>
                  <a:pt x="12816" y="11075"/>
                  <a:pt x="12651" y="10901"/>
                </a:cubicBezTo>
                <a:cubicBezTo>
                  <a:pt x="12472" y="10711"/>
                  <a:pt x="12234" y="10603"/>
                  <a:pt x="11997" y="10527"/>
                </a:cubicBezTo>
                <a:cubicBezTo>
                  <a:pt x="11982" y="10522"/>
                  <a:pt x="11981" y="10532"/>
                  <a:pt x="11966" y="10527"/>
                </a:cubicBezTo>
                <a:lnTo>
                  <a:pt x="10872" y="10215"/>
                </a:lnTo>
                <a:cubicBezTo>
                  <a:pt x="10864" y="10213"/>
                  <a:pt x="10859" y="10210"/>
                  <a:pt x="10853" y="10208"/>
                </a:cubicBezTo>
                <a:cubicBezTo>
                  <a:pt x="10848" y="10207"/>
                  <a:pt x="10844" y="10205"/>
                  <a:pt x="10837" y="10202"/>
                </a:cubicBezTo>
                <a:cubicBezTo>
                  <a:pt x="10813" y="10190"/>
                  <a:pt x="10747" y="10170"/>
                  <a:pt x="10696" y="10129"/>
                </a:cubicBezTo>
                <a:cubicBezTo>
                  <a:pt x="10645" y="10087"/>
                  <a:pt x="10610" y="10024"/>
                  <a:pt x="10648" y="9923"/>
                </a:cubicBezTo>
                <a:cubicBezTo>
                  <a:pt x="10659" y="9894"/>
                  <a:pt x="10682" y="9869"/>
                  <a:pt x="10706" y="9847"/>
                </a:cubicBezTo>
                <a:cubicBezTo>
                  <a:pt x="10730" y="9824"/>
                  <a:pt x="10756" y="9804"/>
                  <a:pt x="10775" y="9791"/>
                </a:cubicBezTo>
                <a:cubicBezTo>
                  <a:pt x="11272" y="9469"/>
                  <a:pt x="11901" y="9512"/>
                  <a:pt x="12422" y="9442"/>
                </a:cubicBezTo>
                <a:cubicBezTo>
                  <a:pt x="12538" y="9425"/>
                  <a:pt x="12800" y="9383"/>
                  <a:pt x="12928" y="9287"/>
                </a:cubicBezTo>
                <a:cubicBezTo>
                  <a:pt x="13050" y="9196"/>
                  <a:pt x="13154" y="8988"/>
                  <a:pt x="13182" y="8670"/>
                </a:cubicBezTo>
                <a:cubicBezTo>
                  <a:pt x="13196" y="8501"/>
                  <a:pt x="13162" y="8419"/>
                  <a:pt x="13095" y="8335"/>
                </a:cubicBezTo>
                <a:cubicBezTo>
                  <a:pt x="12879" y="8062"/>
                  <a:pt x="12592" y="7930"/>
                  <a:pt x="12305" y="7877"/>
                </a:cubicBezTo>
                <a:cubicBezTo>
                  <a:pt x="12161" y="7851"/>
                  <a:pt x="12018" y="7847"/>
                  <a:pt x="11882" y="7858"/>
                </a:cubicBezTo>
                <a:close/>
                <a:moveTo>
                  <a:pt x="18239" y="7924"/>
                </a:moveTo>
                <a:cubicBezTo>
                  <a:pt x="17861" y="7894"/>
                  <a:pt x="17396" y="8001"/>
                  <a:pt x="17012" y="8133"/>
                </a:cubicBezTo>
                <a:cubicBezTo>
                  <a:pt x="16627" y="8264"/>
                  <a:pt x="16323" y="8420"/>
                  <a:pt x="16263" y="8491"/>
                </a:cubicBezTo>
                <a:cubicBezTo>
                  <a:pt x="16151" y="8611"/>
                  <a:pt x="16161" y="8812"/>
                  <a:pt x="16308" y="9250"/>
                </a:cubicBezTo>
                <a:cubicBezTo>
                  <a:pt x="16465" y="9712"/>
                  <a:pt x="16729" y="9658"/>
                  <a:pt x="16729" y="9658"/>
                </a:cubicBezTo>
                <a:lnTo>
                  <a:pt x="16496" y="10805"/>
                </a:lnTo>
                <a:cubicBezTo>
                  <a:pt x="16404" y="10820"/>
                  <a:pt x="16341" y="10860"/>
                  <a:pt x="16301" y="10898"/>
                </a:cubicBezTo>
                <a:cubicBezTo>
                  <a:pt x="16261" y="10935"/>
                  <a:pt x="16244" y="10967"/>
                  <a:pt x="16242" y="10971"/>
                </a:cubicBezTo>
                <a:cubicBezTo>
                  <a:pt x="16193" y="11095"/>
                  <a:pt x="16198" y="11331"/>
                  <a:pt x="16217" y="11551"/>
                </a:cubicBezTo>
                <a:cubicBezTo>
                  <a:pt x="16237" y="11771"/>
                  <a:pt x="16271" y="11978"/>
                  <a:pt x="16283" y="12045"/>
                </a:cubicBezTo>
                <a:lnTo>
                  <a:pt x="16283" y="12055"/>
                </a:lnTo>
                <a:lnTo>
                  <a:pt x="16283" y="12068"/>
                </a:lnTo>
                <a:cubicBezTo>
                  <a:pt x="16283" y="12068"/>
                  <a:pt x="15958" y="13819"/>
                  <a:pt x="16196" y="14744"/>
                </a:cubicBezTo>
                <a:cubicBezTo>
                  <a:pt x="16426" y="15618"/>
                  <a:pt x="16693" y="15671"/>
                  <a:pt x="16744" y="15672"/>
                </a:cubicBezTo>
                <a:lnTo>
                  <a:pt x="16748" y="15672"/>
                </a:lnTo>
                <a:cubicBezTo>
                  <a:pt x="16750" y="15672"/>
                  <a:pt x="16752" y="15672"/>
                  <a:pt x="16753" y="15672"/>
                </a:cubicBezTo>
                <a:lnTo>
                  <a:pt x="16754" y="15672"/>
                </a:lnTo>
                <a:cubicBezTo>
                  <a:pt x="17329" y="15772"/>
                  <a:pt x="18275" y="14339"/>
                  <a:pt x="18325" y="13865"/>
                </a:cubicBezTo>
                <a:cubicBezTo>
                  <a:pt x="18367" y="13484"/>
                  <a:pt x="18219" y="13062"/>
                  <a:pt x="18087" y="12983"/>
                </a:cubicBezTo>
                <a:cubicBezTo>
                  <a:pt x="17963" y="12923"/>
                  <a:pt x="17019" y="13346"/>
                  <a:pt x="16906" y="13418"/>
                </a:cubicBezTo>
                <a:cubicBezTo>
                  <a:pt x="16784" y="13496"/>
                  <a:pt x="16835" y="13225"/>
                  <a:pt x="16835" y="13225"/>
                </a:cubicBezTo>
                <a:lnTo>
                  <a:pt x="16983" y="12045"/>
                </a:lnTo>
                <a:cubicBezTo>
                  <a:pt x="16983" y="12045"/>
                  <a:pt x="17208" y="12025"/>
                  <a:pt x="17450" y="11999"/>
                </a:cubicBezTo>
                <a:cubicBezTo>
                  <a:pt x="17692" y="11972"/>
                  <a:pt x="17950" y="11939"/>
                  <a:pt x="18016" y="11912"/>
                </a:cubicBezTo>
                <a:cubicBezTo>
                  <a:pt x="18076" y="11886"/>
                  <a:pt x="18109" y="11823"/>
                  <a:pt x="18127" y="11767"/>
                </a:cubicBezTo>
                <a:cubicBezTo>
                  <a:pt x="18145" y="11710"/>
                  <a:pt x="18147" y="11660"/>
                  <a:pt x="18147" y="11660"/>
                </a:cubicBezTo>
                <a:cubicBezTo>
                  <a:pt x="18147" y="11660"/>
                  <a:pt x="18151" y="11575"/>
                  <a:pt x="18154" y="11452"/>
                </a:cubicBezTo>
                <a:cubicBezTo>
                  <a:pt x="18157" y="11328"/>
                  <a:pt x="18160" y="11165"/>
                  <a:pt x="18158" y="11007"/>
                </a:cubicBezTo>
                <a:cubicBezTo>
                  <a:pt x="18151" y="10839"/>
                  <a:pt x="18120" y="10762"/>
                  <a:pt x="18090" y="10725"/>
                </a:cubicBezTo>
                <a:cubicBezTo>
                  <a:pt x="18060" y="10689"/>
                  <a:pt x="18031" y="10696"/>
                  <a:pt x="18031" y="10696"/>
                </a:cubicBezTo>
                <a:cubicBezTo>
                  <a:pt x="17856" y="10652"/>
                  <a:pt x="17649" y="10655"/>
                  <a:pt x="17484" y="10669"/>
                </a:cubicBezTo>
                <a:cubicBezTo>
                  <a:pt x="17320" y="10683"/>
                  <a:pt x="17200" y="10706"/>
                  <a:pt x="17200" y="10706"/>
                </a:cubicBezTo>
                <a:lnTo>
                  <a:pt x="17327" y="9804"/>
                </a:lnTo>
                <a:cubicBezTo>
                  <a:pt x="17364" y="9799"/>
                  <a:pt x="18290" y="9685"/>
                  <a:pt x="18649" y="9489"/>
                </a:cubicBezTo>
                <a:cubicBezTo>
                  <a:pt x="18836" y="9384"/>
                  <a:pt x="18725" y="8948"/>
                  <a:pt x="18725" y="8948"/>
                </a:cubicBezTo>
                <a:cubicBezTo>
                  <a:pt x="18611" y="8406"/>
                  <a:pt x="18489" y="8151"/>
                  <a:pt x="18396" y="8030"/>
                </a:cubicBezTo>
                <a:cubicBezTo>
                  <a:pt x="18303" y="7909"/>
                  <a:pt x="18239" y="7924"/>
                  <a:pt x="18239" y="7924"/>
                </a:cubicBezTo>
                <a:close/>
                <a:moveTo>
                  <a:pt x="9463" y="8139"/>
                </a:moveTo>
                <a:cubicBezTo>
                  <a:pt x="9378" y="8100"/>
                  <a:pt x="9329" y="8374"/>
                  <a:pt x="9306" y="8514"/>
                </a:cubicBezTo>
                <a:cubicBezTo>
                  <a:pt x="9238" y="8927"/>
                  <a:pt x="9192" y="9918"/>
                  <a:pt x="9179" y="10225"/>
                </a:cubicBezTo>
                <a:cubicBezTo>
                  <a:pt x="9139" y="11156"/>
                  <a:pt x="9107" y="13368"/>
                  <a:pt x="9175" y="14492"/>
                </a:cubicBezTo>
                <a:cubicBezTo>
                  <a:pt x="9203" y="14963"/>
                  <a:pt x="9267" y="15259"/>
                  <a:pt x="9468" y="15357"/>
                </a:cubicBezTo>
                <a:cubicBezTo>
                  <a:pt x="9549" y="15398"/>
                  <a:pt x="9697" y="15396"/>
                  <a:pt x="9762" y="15298"/>
                </a:cubicBezTo>
                <a:cubicBezTo>
                  <a:pt x="9818" y="15213"/>
                  <a:pt x="9854" y="15040"/>
                  <a:pt x="9868" y="14900"/>
                </a:cubicBezTo>
                <a:cubicBezTo>
                  <a:pt x="9904" y="14508"/>
                  <a:pt x="9890" y="13955"/>
                  <a:pt x="9883" y="13537"/>
                </a:cubicBezTo>
                <a:cubicBezTo>
                  <a:pt x="9874" y="13044"/>
                  <a:pt x="9873" y="12554"/>
                  <a:pt x="9864" y="12055"/>
                </a:cubicBezTo>
                <a:cubicBezTo>
                  <a:pt x="9851" y="11389"/>
                  <a:pt x="9815" y="9693"/>
                  <a:pt x="9737" y="8925"/>
                </a:cubicBezTo>
                <a:cubicBezTo>
                  <a:pt x="9703" y="8594"/>
                  <a:pt x="9645" y="8290"/>
                  <a:pt x="9508" y="8166"/>
                </a:cubicBezTo>
                <a:cubicBezTo>
                  <a:pt x="9492" y="8152"/>
                  <a:pt x="9475" y="8144"/>
                  <a:pt x="9463" y="8139"/>
                </a:cubicBezTo>
                <a:close/>
                <a:moveTo>
                  <a:pt x="21114" y="9850"/>
                </a:moveTo>
                <a:cubicBezTo>
                  <a:pt x="21171" y="9901"/>
                  <a:pt x="21182" y="10105"/>
                  <a:pt x="21182" y="10105"/>
                </a:cubicBezTo>
                <a:cubicBezTo>
                  <a:pt x="21213" y="10733"/>
                  <a:pt x="21133" y="11285"/>
                  <a:pt x="21024" y="11723"/>
                </a:cubicBezTo>
                <a:cubicBezTo>
                  <a:pt x="20916" y="12162"/>
                  <a:pt x="20778" y="12484"/>
                  <a:pt x="20695" y="12658"/>
                </a:cubicBezTo>
                <a:cubicBezTo>
                  <a:pt x="20645" y="12773"/>
                  <a:pt x="20536" y="12940"/>
                  <a:pt x="20396" y="13089"/>
                </a:cubicBezTo>
                <a:cubicBezTo>
                  <a:pt x="20255" y="13239"/>
                  <a:pt x="20084" y="13371"/>
                  <a:pt x="19910" y="13418"/>
                </a:cubicBezTo>
                <a:cubicBezTo>
                  <a:pt x="20242" y="11891"/>
                  <a:pt x="20656" y="10778"/>
                  <a:pt x="20884" y="10178"/>
                </a:cubicBezTo>
                <a:cubicBezTo>
                  <a:pt x="20950" y="10001"/>
                  <a:pt x="20999" y="9903"/>
                  <a:pt x="21040" y="9863"/>
                </a:cubicBezTo>
                <a:cubicBezTo>
                  <a:pt x="21070" y="9834"/>
                  <a:pt x="21095" y="9833"/>
                  <a:pt x="21114" y="9850"/>
                </a:cubicBezTo>
                <a:close/>
                <a:moveTo>
                  <a:pt x="3368" y="10009"/>
                </a:moveTo>
                <a:cubicBezTo>
                  <a:pt x="3368" y="10009"/>
                  <a:pt x="3367" y="10171"/>
                  <a:pt x="3366" y="10417"/>
                </a:cubicBezTo>
                <a:cubicBezTo>
                  <a:pt x="3365" y="10663"/>
                  <a:pt x="3364" y="10992"/>
                  <a:pt x="3364" y="11332"/>
                </a:cubicBezTo>
                <a:lnTo>
                  <a:pt x="3364" y="11369"/>
                </a:lnTo>
                <a:cubicBezTo>
                  <a:pt x="3363" y="11379"/>
                  <a:pt x="3362" y="11389"/>
                  <a:pt x="3362" y="11399"/>
                </a:cubicBezTo>
                <a:cubicBezTo>
                  <a:pt x="3362" y="11408"/>
                  <a:pt x="3364" y="11421"/>
                  <a:pt x="3364" y="11432"/>
                </a:cubicBezTo>
                <a:lnTo>
                  <a:pt x="3364" y="11478"/>
                </a:lnTo>
                <a:lnTo>
                  <a:pt x="3364" y="11561"/>
                </a:lnTo>
                <a:cubicBezTo>
                  <a:pt x="3363" y="11588"/>
                  <a:pt x="3362" y="11615"/>
                  <a:pt x="3362" y="11641"/>
                </a:cubicBezTo>
                <a:cubicBezTo>
                  <a:pt x="3362" y="11666"/>
                  <a:pt x="3364" y="11693"/>
                  <a:pt x="3364" y="11720"/>
                </a:cubicBezTo>
                <a:lnTo>
                  <a:pt x="3364" y="11803"/>
                </a:lnTo>
                <a:cubicBezTo>
                  <a:pt x="3364" y="12419"/>
                  <a:pt x="3365" y="13011"/>
                  <a:pt x="3368" y="13451"/>
                </a:cubicBezTo>
                <a:cubicBezTo>
                  <a:pt x="3370" y="13890"/>
                  <a:pt x="3373" y="14177"/>
                  <a:pt x="3373" y="14177"/>
                </a:cubicBezTo>
                <a:cubicBezTo>
                  <a:pt x="3373" y="14177"/>
                  <a:pt x="3353" y="14159"/>
                  <a:pt x="3322" y="14130"/>
                </a:cubicBezTo>
                <a:cubicBezTo>
                  <a:pt x="3290" y="14102"/>
                  <a:pt x="3246" y="14062"/>
                  <a:pt x="3200" y="14021"/>
                </a:cubicBezTo>
                <a:lnTo>
                  <a:pt x="3191" y="14021"/>
                </a:lnTo>
                <a:cubicBezTo>
                  <a:pt x="3189" y="14020"/>
                  <a:pt x="3187" y="14017"/>
                  <a:pt x="3185" y="14014"/>
                </a:cubicBezTo>
                <a:cubicBezTo>
                  <a:pt x="3183" y="14012"/>
                  <a:pt x="3183" y="14009"/>
                  <a:pt x="3181" y="14008"/>
                </a:cubicBezTo>
                <a:lnTo>
                  <a:pt x="3170" y="13998"/>
                </a:lnTo>
                <a:cubicBezTo>
                  <a:pt x="3127" y="13959"/>
                  <a:pt x="3085" y="13924"/>
                  <a:pt x="3048" y="13888"/>
                </a:cubicBezTo>
                <a:cubicBezTo>
                  <a:pt x="2689" y="13531"/>
                  <a:pt x="2200" y="12788"/>
                  <a:pt x="1960" y="12310"/>
                </a:cubicBezTo>
                <a:cubicBezTo>
                  <a:pt x="1902" y="12197"/>
                  <a:pt x="1697" y="11735"/>
                  <a:pt x="1661" y="11634"/>
                </a:cubicBezTo>
                <a:cubicBezTo>
                  <a:pt x="1660" y="11630"/>
                  <a:pt x="1659" y="11628"/>
                  <a:pt x="1658" y="11624"/>
                </a:cubicBezTo>
                <a:cubicBezTo>
                  <a:pt x="1658" y="11620"/>
                  <a:pt x="1657" y="11614"/>
                  <a:pt x="1656" y="11611"/>
                </a:cubicBezTo>
                <a:lnTo>
                  <a:pt x="1646" y="11588"/>
                </a:lnTo>
                <a:cubicBezTo>
                  <a:pt x="1590" y="11428"/>
                  <a:pt x="1545" y="11268"/>
                  <a:pt x="1559" y="11070"/>
                </a:cubicBezTo>
                <a:cubicBezTo>
                  <a:pt x="1574" y="10863"/>
                  <a:pt x="1748" y="10695"/>
                  <a:pt x="1833" y="10623"/>
                </a:cubicBezTo>
                <a:cubicBezTo>
                  <a:pt x="2116" y="10382"/>
                  <a:pt x="2605" y="10182"/>
                  <a:pt x="2866" y="10115"/>
                </a:cubicBezTo>
                <a:cubicBezTo>
                  <a:pt x="2897" y="10107"/>
                  <a:pt x="2928" y="10100"/>
                  <a:pt x="2962" y="10092"/>
                </a:cubicBezTo>
                <a:lnTo>
                  <a:pt x="2977" y="10082"/>
                </a:lnTo>
                <a:lnTo>
                  <a:pt x="2993" y="10082"/>
                </a:lnTo>
                <a:cubicBezTo>
                  <a:pt x="2995" y="10082"/>
                  <a:pt x="2997" y="10079"/>
                  <a:pt x="2998" y="10079"/>
                </a:cubicBezTo>
                <a:cubicBezTo>
                  <a:pt x="3000" y="10079"/>
                  <a:pt x="3002" y="10083"/>
                  <a:pt x="3004" y="10082"/>
                </a:cubicBezTo>
                <a:lnTo>
                  <a:pt x="3018" y="10082"/>
                </a:lnTo>
                <a:lnTo>
                  <a:pt x="3033" y="10069"/>
                </a:lnTo>
                <a:cubicBezTo>
                  <a:pt x="3118" y="10051"/>
                  <a:pt x="3202" y="10036"/>
                  <a:pt x="3265" y="10026"/>
                </a:cubicBezTo>
                <a:cubicBezTo>
                  <a:pt x="3327" y="10015"/>
                  <a:pt x="3368" y="10009"/>
                  <a:pt x="3368" y="10009"/>
                </a:cubicBezTo>
                <a:close/>
              </a:path>
            </a:pathLst>
          </a:cu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1797" name="Shape"/>
          <p:cNvSpPr/>
          <p:nvPr/>
        </p:nvSpPr>
        <p:spPr>
          <a:xfrm>
            <a:off x="13305220" y="4002240"/>
            <a:ext cx="2534364" cy="46481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503" y="0"/>
                </a:moveTo>
                <a:cubicBezTo>
                  <a:pt x="13288" y="0"/>
                  <a:pt x="13146" y="759"/>
                  <a:pt x="13146" y="1911"/>
                </a:cubicBezTo>
                <a:cubicBezTo>
                  <a:pt x="13146" y="3063"/>
                  <a:pt x="13288" y="3849"/>
                  <a:pt x="13503" y="3849"/>
                </a:cubicBezTo>
                <a:cubicBezTo>
                  <a:pt x="13718" y="3849"/>
                  <a:pt x="13866" y="3063"/>
                  <a:pt x="13866" y="1911"/>
                </a:cubicBezTo>
                <a:cubicBezTo>
                  <a:pt x="13866" y="759"/>
                  <a:pt x="13718" y="0"/>
                  <a:pt x="13503" y="0"/>
                </a:cubicBezTo>
                <a:close/>
                <a:moveTo>
                  <a:pt x="16398" y="0"/>
                </a:moveTo>
                <a:cubicBezTo>
                  <a:pt x="16183" y="0"/>
                  <a:pt x="16039" y="759"/>
                  <a:pt x="16039" y="1911"/>
                </a:cubicBezTo>
                <a:cubicBezTo>
                  <a:pt x="16039" y="3063"/>
                  <a:pt x="16183" y="3849"/>
                  <a:pt x="16398" y="3849"/>
                </a:cubicBezTo>
                <a:cubicBezTo>
                  <a:pt x="16613" y="3849"/>
                  <a:pt x="16760" y="3063"/>
                  <a:pt x="16760" y="1911"/>
                </a:cubicBezTo>
                <a:cubicBezTo>
                  <a:pt x="16760" y="759"/>
                  <a:pt x="16613" y="0"/>
                  <a:pt x="16398" y="0"/>
                </a:cubicBezTo>
                <a:close/>
                <a:moveTo>
                  <a:pt x="4463" y="263"/>
                </a:moveTo>
                <a:lnTo>
                  <a:pt x="4463" y="6533"/>
                </a:lnTo>
                <a:cubicBezTo>
                  <a:pt x="4292" y="5512"/>
                  <a:pt x="4050" y="4925"/>
                  <a:pt x="3771" y="4925"/>
                </a:cubicBezTo>
                <a:cubicBezTo>
                  <a:pt x="3202" y="4925"/>
                  <a:pt x="2793" y="7335"/>
                  <a:pt x="2793" y="10747"/>
                </a:cubicBezTo>
                <a:cubicBezTo>
                  <a:pt x="2793" y="14180"/>
                  <a:pt x="3202" y="16591"/>
                  <a:pt x="3771" y="16591"/>
                </a:cubicBezTo>
                <a:cubicBezTo>
                  <a:pt x="4070" y="16591"/>
                  <a:pt x="4325" y="15968"/>
                  <a:pt x="4493" y="14859"/>
                </a:cubicBezTo>
                <a:lnTo>
                  <a:pt x="4496" y="16327"/>
                </a:lnTo>
                <a:lnTo>
                  <a:pt x="5019" y="16327"/>
                </a:lnTo>
                <a:lnTo>
                  <a:pt x="5019" y="263"/>
                </a:lnTo>
                <a:lnTo>
                  <a:pt x="4463" y="263"/>
                </a:lnTo>
                <a:close/>
                <a:moveTo>
                  <a:pt x="1083" y="1121"/>
                </a:moveTo>
                <a:lnTo>
                  <a:pt x="0" y="16327"/>
                </a:lnTo>
                <a:lnTo>
                  <a:pt x="608" y="16327"/>
                </a:lnTo>
                <a:lnTo>
                  <a:pt x="807" y="13436"/>
                </a:lnTo>
                <a:lnTo>
                  <a:pt x="2002" y="13436"/>
                </a:lnTo>
                <a:lnTo>
                  <a:pt x="2199" y="16327"/>
                </a:lnTo>
                <a:lnTo>
                  <a:pt x="2804" y="16327"/>
                </a:lnTo>
                <a:lnTo>
                  <a:pt x="1733" y="1121"/>
                </a:lnTo>
                <a:lnTo>
                  <a:pt x="1083" y="1121"/>
                </a:lnTo>
                <a:close/>
                <a:moveTo>
                  <a:pt x="11711" y="2544"/>
                </a:moveTo>
                <a:lnTo>
                  <a:pt x="11711" y="12276"/>
                </a:lnTo>
                <a:cubicBezTo>
                  <a:pt x="11711" y="13569"/>
                  <a:pt x="11773" y="14591"/>
                  <a:pt x="11894" y="15291"/>
                </a:cubicBezTo>
                <a:cubicBezTo>
                  <a:pt x="12014" y="15991"/>
                  <a:pt x="12193" y="16367"/>
                  <a:pt x="12424" y="16367"/>
                </a:cubicBezTo>
                <a:lnTo>
                  <a:pt x="12910" y="16367"/>
                </a:lnTo>
                <a:lnTo>
                  <a:pt x="12910" y="13599"/>
                </a:lnTo>
                <a:lnTo>
                  <a:pt x="12518" y="13599"/>
                </a:lnTo>
                <a:cubicBezTo>
                  <a:pt x="12434" y="13599"/>
                  <a:pt x="12372" y="13465"/>
                  <a:pt x="12332" y="13201"/>
                </a:cubicBezTo>
                <a:cubicBezTo>
                  <a:pt x="12291" y="12937"/>
                  <a:pt x="12271" y="12540"/>
                  <a:pt x="12271" y="12030"/>
                </a:cubicBezTo>
                <a:lnTo>
                  <a:pt x="12271" y="7940"/>
                </a:lnTo>
                <a:lnTo>
                  <a:pt x="12805" y="7940"/>
                </a:lnTo>
                <a:lnTo>
                  <a:pt x="12805" y="5189"/>
                </a:lnTo>
                <a:lnTo>
                  <a:pt x="12271" y="5189"/>
                </a:lnTo>
                <a:lnTo>
                  <a:pt x="12271" y="2544"/>
                </a:lnTo>
                <a:lnTo>
                  <a:pt x="11711" y="2544"/>
                </a:lnTo>
                <a:close/>
                <a:moveTo>
                  <a:pt x="1408" y="4376"/>
                </a:moveTo>
                <a:lnTo>
                  <a:pt x="1856" y="10971"/>
                </a:lnTo>
                <a:lnTo>
                  <a:pt x="956" y="10971"/>
                </a:lnTo>
                <a:lnTo>
                  <a:pt x="1408" y="4376"/>
                </a:lnTo>
                <a:close/>
                <a:moveTo>
                  <a:pt x="8575" y="4908"/>
                </a:moveTo>
                <a:cubicBezTo>
                  <a:pt x="7945" y="4908"/>
                  <a:pt x="7503" y="7336"/>
                  <a:pt x="7503" y="10769"/>
                </a:cubicBezTo>
                <a:cubicBezTo>
                  <a:pt x="7503" y="14224"/>
                  <a:pt x="7945" y="16613"/>
                  <a:pt x="8623" y="16613"/>
                </a:cubicBezTo>
                <a:cubicBezTo>
                  <a:pt x="9001" y="16613"/>
                  <a:pt x="9315" y="15927"/>
                  <a:pt x="9530" y="14843"/>
                </a:cubicBezTo>
                <a:lnTo>
                  <a:pt x="9209" y="13195"/>
                </a:lnTo>
                <a:cubicBezTo>
                  <a:pt x="9052" y="13800"/>
                  <a:pt x="8868" y="14148"/>
                  <a:pt x="8653" y="14148"/>
                </a:cubicBezTo>
                <a:cubicBezTo>
                  <a:pt x="8342" y="14148"/>
                  <a:pt x="8115" y="13273"/>
                  <a:pt x="8047" y="11991"/>
                </a:cubicBezTo>
                <a:lnTo>
                  <a:pt x="9613" y="11991"/>
                </a:lnTo>
                <a:cubicBezTo>
                  <a:pt x="9732" y="8058"/>
                  <a:pt x="9284" y="4908"/>
                  <a:pt x="8575" y="4908"/>
                </a:cubicBezTo>
                <a:close/>
                <a:moveTo>
                  <a:pt x="20364" y="4925"/>
                </a:moveTo>
                <a:cubicBezTo>
                  <a:pt x="19790" y="4925"/>
                  <a:pt x="19389" y="7323"/>
                  <a:pt x="19389" y="10668"/>
                </a:cubicBezTo>
                <a:cubicBezTo>
                  <a:pt x="19388" y="14015"/>
                  <a:pt x="19790" y="16412"/>
                  <a:pt x="20364" y="16412"/>
                </a:cubicBezTo>
                <a:cubicBezTo>
                  <a:pt x="20651" y="16411"/>
                  <a:pt x="20894" y="15784"/>
                  <a:pt x="21066" y="14719"/>
                </a:cubicBezTo>
                <a:lnTo>
                  <a:pt x="21066" y="15840"/>
                </a:lnTo>
                <a:cubicBezTo>
                  <a:pt x="21066" y="17774"/>
                  <a:pt x="20826" y="18978"/>
                  <a:pt x="20419" y="18978"/>
                </a:cubicBezTo>
                <a:cubicBezTo>
                  <a:pt x="20180" y="18978"/>
                  <a:pt x="19917" y="18573"/>
                  <a:pt x="19706" y="17812"/>
                </a:cubicBezTo>
                <a:lnTo>
                  <a:pt x="19486" y="20076"/>
                </a:lnTo>
                <a:cubicBezTo>
                  <a:pt x="19761" y="21053"/>
                  <a:pt x="20102" y="21600"/>
                  <a:pt x="20449" y="21600"/>
                </a:cubicBezTo>
                <a:cubicBezTo>
                  <a:pt x="21154" y="21600"/>
                  <a:pt x="21600" y="19397"/>
                  <a:pt x="21600" y="15963"/>
                </a:cubicBezTo>
                <a:lnTo>
                  <a:pt x="21600" y="5189"/>
                </a:lnTo>
                <a:lnTo>
                  <a:pt x="21077" y="5189"/>
                </a:lnTo>
                <a:lnTo>
                  <a:pt x="21073" y="6617"/>
                </a:lnTo>
                <a:cubicBezTo>
                  <a:pt x="20901" y="5553"/>
                  <a:pt x="20655" y="4925"/>
                  <a:pt x="20364" y="4925"/>
                </a:cubicBezTo>
                <a:close/>
                <a:moveTo>
                  <a:pt x="14926" y="4987"/>
                </a:moveTo>
                <a:cubicBezTo>
                  <a:pt x="14428" y="4987"/>
                  <a:pt x="14150" y="6270"/>
                  <a:pt x="14150" y="8225"/>
                </a:cubicBezTo>
                <a:cubicBezTo>
                  <a:pt x="14150" y="10051"/>
                  <a:pt x="14375" y="11132"/>
                  <a:pt x="14890" y="11806"/>
                </a:cubicBezTo>
                <a:cubicBezTo>
                  <a:pt x="15168" y="12197"/>
                  <a:pt x="15263" y="12545"/>
                  <a:pt x="15263" y="13089"/>
                </a:cubicBezTo>
                <a:cubicBezTo>
                  <a:pt x="15263" y="13676"/>
                  <a:pt x="15148" y="14008"/>
                  <a:pt x="14949" y="14008"/>
                </a:cubicBezTo>
                <a:cubicBezTo>
                  <a:pt x="14730" y="14008"/>
                  <a:pt x="14512" y="13652"/>
                  <a:pt x="14273" y="12848"/>
                </a:cubicBezTo>
                <a:lnTo>
                  <a:pt x="14060" y="15028"/>
                </a:lnTo>
                <a:cubicBezTo>
                  <a:pt x="14323" y="16005"/>
                  <a:pt x="14629" y="16529"/>
                  <a:pt x="14952" y="16529"/>
                </a:cubicBezTo>
                <a:cubicBezTo>
                  <a:pt x="15466" y="16529"/>
                  <a:pt x="15804" y="15179"/>
                  <a:pt x="15804" y="13050"/>
                </a:cubicBezTo>
                <a:cubicBezTo>
                  <a:pt x="15804" y="11333"/>
                  <a:pt x="15575" y="10160"/>
                  <a:pt x="15061" y="9509"/>
                </a:cubicBezTo>
                <a:cubicBezTo>
                  <a:pt x="14766" y="9118"/>
                  <a:pt x="14676" y="8808"/>
                  <a:pt x="14676" y="8265"/>
                </a:cubicBezTo>
                <a:cubicBezTo>
                  <a:pt x="14676" y="7721"/>
                  <a:pt x="14770" y="7452"/>
                  <a:pt x="14945" y="7452"/>
                </a:cubicBezTo>
                <a:cubicBezTo>
                  <a:pt x="15148" y="7452"/>
                  <a:pt x="15399" y="7880"/>
                  <a:pt x="15546" y="8511"/>
                </a:cubicBezTo>
                <a:lnTo>
                  <a:pt x="15767" y="6410"/>
                </a:lnTo>
                <a:cubicBezTo>
                  <a:pt x="15524" y="5497"/>
                  <a:pt x="15229" y="4987"/>
                  <a:pt x="14926" y="4987"/>
                </a:cubicBezTo>
                <a:close/>
                <a:moveTo>
                  <a:pt x="18272" y="5009"/>
                </a:moveTo>
                <a:cubicBezTo>
                  <a:pt x="17993" y="5009"/>
                  <a:pt x="17791" y="5526"/>
                  <a:pt x="17608" y="6634"/>
                </a:cubicBezTo>
                <a:lnTo>
                  <a:pt x="17604" y="5189"/>
                </a:lnTo>
                <a:lnTo>
                  <a:pt x="17077" y="5189"/>
                </a:lnTo>
                <a:lnTo>
                  <a:pt x="17077" y="16327"/>
                </a:lnTo>
                <a:lnTo>
                  <a:pt x="17637" y="16327"/>
                </a:lnTo>
                <a:lnTo>
                  <a:pt x="17637" y="10483"/>
                </a:lnTo>
                <a:cubicBezTo>
                  <a:pt x="17637" y="8811"/>
                  <a:pt x="17813" y="7755"/>
                  <a:pt x="18108" y="7755"/>
                </a:cubicBezTo>
                <a:cubicBezTo>
                  <a:pt x="18371" y="7755"/>
                  <a:pt x="18504" y="8612"/>
                  <a:pt x="18504" y="10198"/>
                </a:cubicBezTo>
                <a:lnTo>
                  <a:pt x="18504" y="16327"/>
                </a:lnTo>
                <a:lnTo>
                  <a:pt x="19064" y="16327"/>
                </a:lnTo>
                <a:lnTo>
                  <a:pt x="19064" y="9486"/>
                </a:lnTo>
                <a:cubicBezTo>
                  <a:pt x="19064" y="6836"/>
                  <a:pt x="18755" y="5009"/>
                  <a:pt x="18272" y="5009"/>
                </a:cubicBezTo>
                <a:close/>
                <a:moveTo>
                  <a:pt x="5254" y="5189"/>
                </a:moveTo>
                <a:lnTo>
                  <a:pt x="6075" y="16327"/>
                </a:lnTo>
                <a:lnTo>
                  <a:pt x="6662" y="16327"/>
                </a:lnTo>
                <a:lnTo>
                  <a:pt x="7480" y="5189"/>
                </a:lnTo>
                <a:lnTo>
                  <a:pt x="6886" y="5189"/>
                </a:lnTo>
                <a:lnTo>
                  <a:pt x="6543" y="10343"/>
                </a:lnTo>
                <a:lnTo>
                  <a:pt x="6374" y="12910"/>
                </a:lnTo>
                <a:lnTo>
                  <a:pt x="6203" y="10343"/>
                </a:lnTo>
                <a:lnTo>
                  <a:pt x="5856" y="5189"/>
                </a:lnTo>
                <a:lnTo>
                  <a:pt x="5254" y="5189"/>
                </a:lnTo>
                <a:close/>
                <a:moveTo>
                  <a:pt x="9956" y="5189"/>
                </a:moveTo>
                <a:lnTo>
                  <a:pt x="9956" y="16327"/>
                </a:lnTo>
                <a:lnTo>
                  <a:pt x="10513" y="16327"/>
                </a:lnTo>
                <a:lnTo>
                  <a:pt x="10513" y="11279"/>
                </a:lnTo>
                <a:cubicBezTo>
                  <a:pt x="10513" y="10312"/>
                  <a:pt x="10550" y="9480"/>
                  <a:pt x="10631" y="8887"/>
                </a:cubicBezTo>
                <a:cubicBezTo>
                  <a:pt x="10712" y="8293"/>
                  <a:pt x="10838" y="7940"/>
                  <a:pt x="11013" y="7940"/>
                </a:cubicBezTo>
                <a:lnTo>
                  <a:pt x="11393" y="7940"/>
                </a:lnTo>
                <a:lnTo>
                  <a:pt x="11393" y="5189"/>
                </a:lnTo>
                <a:lnTo>
                  <a:pt x="11110" y="5189"/>
                </a:lnTo>
                <a:cubicBezTo>
                  <a:pt x="10968" y="5188"/>
                  <a:pt x="10847" y="5334"/>
                  <a:pt x="10743" y="5592"/>
                </a:cubicBezTo>
                <a:cubicBezTo>
                  <a:pt x="10639" y="5849"/>
                  <a:pt x="10554" y="6223"/>
                  <a:pt x="10486" y="6679"/>
                </a:cubicBezTo>
                <a:lnTo>
                  <a:pt x="10483" y="5189"/>
                </a:lnTo>
                <a:lnTo>
                  <a:pt x="9956" y="5189"/>
                </a:lnTo>
                <a:close/>
                <a:moveTo>
                  <a:pt x="13224" y="5189"/>
                </a:moveTo>
                <a:lnTo>
                  <a:pt x="13224" y="16327"/>
                </a:lnTo>
                <a:lnTo>
                  <a:pt x="13784" y="16327"/>
                </a:lnTo>
                <a:lnTo>
                  <a:pt x="13784" y="5189"/>
                </a:lnTo>
                <a:lnTo>
                  <a:pt x="13224" y="5189"/>
                </a:lnTo>
                <a:close/>
                <a:moveTo>
                  <a:pt x="16118" y="5189"/>
                </a:moveTo>
                <a:lnTo>
                  <a:pt x="16118" y="16327"/>
                </a:lnTo>
                <a:lnTo>
                  <a:pt x="16675" y="16327"/>
                </a:lnTo>
                <a:lnTo>
                  <a:pt x="16675" y="5189"/>
                </a:lnTo>
                <a:lnTo>
                  <a:pt x="16118" y="5189"/>
                </a:lnTo>
                <a:close/>
                <a:moveTo>
                  <a:pt x="8578" y="7368"/>
                </a:moveTo>
                <a:cubicBezTo>
                  <a:pt x="8865" y="7368"/>
                  <a:pt x="9056" y="8378"/>
                  <a:pt x="9112" y="9833"/>
                </a:cubicBezTo>
                <a:lnTo>
                  <a:pt x="8044" y="9833"/>
                </a:lnTo>
                <a:cubicBezTo>
                  <a:pt x="8096" y="8334"/>
                  <a:pt x="8303" y="7368"/>
                  <a:pt x="8578" y="7368"/>
                </a:cubicBezTo>
                <a:close/>
                <a:moveTo>
                  <a:pt x="20501" y="7575"/>
                </a:moveTo>
                <a:cubicBezTo>
                  <a:pt x="20828" y="7575"/>
                  <a:pt x="21058" y="8860"/>
                  <a:pt x="21058" y="10708"/>
                </a:cubicBezTo>
                <a:cubicBezTo>
                  <a:pt x="21058" y="12511"/>
                  <a:pt x="20828" y="13823"/>
                  <a:pt x="20501" y="13823"/>
                </a:cubicBezTo>
                <a:cubicBezTo>
                  <a:pt x="20175" y="13823"/>
                  <a:pt x="19941" y="12555"/>
                  <a:pt x="19941" y="10708"/>
                </a:cubicBezTo>
                <a:cubicBezTo>
                  <a:pt x="19941" y="8839"/>
                  <a:pt x="20175" y="7575"/>
                  <a:pt x="20501" y="7575"/>
                </a:cubicBezTo>
                <a:close/>
                <a:moveTo>
                  <a:pt x="3910" y="7592"/>
                </a:moveTo>
                <a:cubicBezTo>
                  <a:pt x="4241" y="7592"/>
                  <a:pt x="4470" y="8878"/>
                  <a:pt x="4470" y="10747"/>
                </a:cubicBezTo>
                <a:cubicBezTo>
                  <a:pt x="4470" y="12637"/>
                  <a:pt x="4237" y="13924"/>
                  <a:pt x="3910" y="13924"/>
                </a:cubicBezTo>
                <a:cubicBezTo>
                  <a:pt x="3579" y="13924"/>
                  <a:pt x="3346" y="12637"/>
                  <a:pt x="3346" y="10747"/>
                </a:cubicBezTo>
                <a:cubicBezTo>
                  <a:pt x="3346" y="8878"/>
                  <a:pt x="3579" y="7592"/>
                  <a:pt x="3910" y="7592"/>
                </a:cubicBezTo>
                <a:close/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1798" name="Shape"/>
          <p:cNvSpPr/>
          <p:nvPr/>
        </p:nvSpPr>
        <p:spPr>
          <a:xfrm>
            <a:off x="18356333" y="3735921"/>
            <a:ext cx="869680" cy="7492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48" fill="norm" stroke="1" extrusionOk="0">
                <a:moveTo>
                  <a:pt x="7523" y="0"/>
                </a:moveTo>
                <a:cubicBezTo>
                  <a:pt x="7789" y="84"/>
                  <a:pt x="8053" y="170"/>
                  <a:pt x="8320" y="264"/>
                </a:cubicBezTo>
                <a:cubicBezTo>
                  <a:pt x="9656" y="731"/>
                  <a:pt x="11411" y="1508"/>
                  <a:pt x="12691" y="2222"/>
                </a:cubicBezTo>
                <a:cubicBezTo>
                  <a:pt x="13610" y="2735"/>
                  <a:pt x="15050" y="3673"/>
                  <a:pt x="15863" y="4290"/>
                </a:cubicBezTo>
                <a:cubicBezTo>
                  <a:pt x="16119" y="4486"/>
                  <a:pt x="17624" y="5783"/>
                  <a:pt x="17856" y="6007"/>
                </a:cubicBezTo>
                <a:cubicBezTo>
                  <a:pt x="18343" y="6468"/>
                  <a:pt x="18993" y="7127"/>
                  <a:pt x="19453" y="7657"/>
                </a:cubicBezTo>
                <a:cubicBezTo>
                  <a:pt x="20171" y="8480"/>
                  <a:pt x="21011" y="9660"/>
                  <a:pt x="21600" y="10737"/>
                </a:cubicBezTo>
                <a:lnTo>
                  <a:pt x="21600" y="2004"/>
                </a:lnTo>
                <a:cubicBezTo>
                  <a:pt x="21600" y="1446"/>
                  <a:pt x="21408" y="945"/>
                  <a:pt x="21096" y="584"/>
                </a:cubicBezTo>
                <a:cubicBezTo>
                  <a:pt x="20784" y="223"/>
                  <a:pt x="20354" y="0"/>
                  <a:pt x="19873" y="0"/>
                </a:cubicBezTo>
                <a:lnTo>
                  <a:pt x="7523" y="0"/>
                </a:lnTo>
                <a:close/>
                <a:moveTo>
                  <a:pt x="891" y="1213"/>
                </a:moveTo>
                <a:cubicBezTo>
                  <a:pt x="647" y="1203"/>
                  <a:pt x="422" y="1311"/>
                  <a:pt x="260" y="1495"/>
                </a:cubicBezTo>
                <a:cubicBezTo>
                  <a:pt x="98" y="1680"/>
                  <a:pt x="0" y="1938"/>
                  <a:pt x="0" y="2222"/>
                </a:cubicBezTo>
                <a:lnTo>
                  <a:pt x="0" y="14696"/>
                </a:lnTo>
                <a:cubicBezTo>
                  <a:pt x="403" y="13890"/>
                  <a:pt x="1415" y="13275"/>
                  <a:pt x="2127" y="12914"/>
                </a:cubicBezTo>
                <a:cubicBezTo>
                  <a:pt x="2695" y="12623"/>
                  <a:pt x="4470" y="11960"/>
                  <a:pt x="5204" y="11837"/>
                </a:cubicBezTo>
                <a:cubicBezTo>
                  <a:pt x="5551" y="11779"/>
                  <a:pt x="6085" y="11662"/>
                  <a:pt x="6118" y="11637"/>
                </a:cubicBezTo>
                <a:cubicBezTo>
                  <a:pt x="6125" y="11632"/>
                  <a:pt x="6131" y="11627"/>
                  <a:pt x="6138" y="11619"/>
                </a:cubicBezTo>
                <a:cubicBezTo>
                  <a:pt x="6144" y="11611"/>
                  <a:pt x="6149" y="11602"/>
                  <a:pt x="6154" y="11596"/>
                </a:cubicBezTo>
                <a:cubicBezTo>
                  <a:pt x="6171" y="11569"/>
                  <a:pt x="6164" y="11237"/>
                  <a:pt x="6193" y="10342"/>
                </a:cubicBezTo>
                <a:cubicBezTo>
                  <a:pt x="6249" y="8621"/>
                  <a:pt x="6339" y="8079"/>
                  <a:pt x="6440" y="7438"/>
                </a:cubicBezTo>
                <a:cubicBezTo>
                  <a:pt x="6479" y="7195"/>
                  <a:pt x="6658" y="6254"/>
                  <a:pt x="6821" y="6007"/>
                </a:cubicBezTo>
                <a:cubicBezTo>
                  <a:pt x="6927" y="5841"/>
                  <a:pt x="7122" y="5853"/>
                  <a:pt x="7276" y="5962"/>
                </a:cubicBezTo>
                <a:cubicBezTo>
                  <a:pt x="8117" y="6568"/>
                  <a:pt x="8371" y="8656"/>
                  <a:pt x="8434" y="9724"/>
                </a:cubicBezTo>
                <a:cubicBezTo>
                  <a:pt x="8471" y="10376"/>
                  <a:pt x="8492" y="11351"/>
                  <a:pt x="8492" y="11351"/>
                </a:cubicBezTo>
                <a:cubicBezTo>
                  <a:pt x="8492" y="11351"/>
                  <a:pt x="9456" y="11332"/>
                  <a:pt x="10050" y="11351"/>
                </a:cubicBezTo>
                <a:cubicBezTo>
                  <a:pt x="10627" y="11367"/>
                  <a:pt x="11256" y="11464"/>
                  <a:pt x="11855" y="11573"/>
                </a:cubicBezTo>
                <a:cubicBezTo>
                  <a:pt x="12622" y="11716"/>
                  <a:pt x="14114" y="12102"/>
                  <a:pt x="14971" y="12605"/>
                </a:cubicBezTo>
                <a:cubicBezTo>
                  <a:pt x="15677" y="13019"/>
                  <a:pt x="16351" y="13715"/>
                  <a:pt x="16565" y="14455"/>
                </a:cubicBezTo>
                <a:cubicBezTo>
                  <a:pt x="16764" y="15132"/>
                  <a:pt x="16734" y="15602"/>
                  <a:pt x="16432" y="16213"/>
                </a:cubicBezTo>
                <a:cubicBezTo>
                  <a:pt x="15930" y="17224"/>
                  <a:pt x="14546" y="17972"/>
                  <a:pt x="13641" y="17162"/>
                </a:cubicBezTo>
                <a:cubicBezTo>
                  <a:pt x="13552" y="17081"/>
                  <a:pt x="13558" y="16928"/>
                  <a:pt x="13622" y="16831"/>
                </a:cubicBezTo>
                <a:cubicBezTo>
                  <a:pt x="13634" y="16813"/>
                  <a:pt x="13725" y="16750"/>
                  <a:pt x="13839" y="16677"/>
                </a:cubicBezTo>
                <a:cubicBezTo>
                  <a:pt x="13954" y="16603"/>
                  <a:pt x="14090" y="16520"/>
                  <a:pt x="14191" y="16458"/>
                </a:cubicBezTo>
                <a:cubicBezTo>
                  <a:pt x="14292" y="16395"/>
                  <a:pt x="14360" y="16341"/>
                  <a:pt x="14438" y="16259"/>
                </a:cubicBezTo>
                <a:cubicBezTo>
                  <a:pt x="14606" y="16087"/>
                  <a:pt x="14759" y="15884"/>
                  <a:pt x="14744" y="15664"/>
                </a:cubicBezTo>
                <a:cubicBezTo>
                  <a:pt x="14720" y="15377"/>
                  <a:pt x="14460" y="15209"/>
                  <a:pt x="14210" y="15095"/>
                </a:cubicBezTo>
                <a:cubicBezTo>
                  <a:pt x="13040" y="14557"/>
                  <a:pt x="10705" y="14115"/>
                  <a:pt x="9575" y="14037"/>
                </a:cubicBezTo>
                <a:cubicBezTo>
                  <a:pt x="9133" y="14007"/>
                  <a:pt x="8512" y="13973"/>
                  <a:pt x="8512" y="13973"/>
                </a:cubicBezTo>
                <a:lnTo>
                  <a:pt x="8642" y="21188"/>
                </a:lnTo>
                <a:cubicBezTo>
                  <a:pt x="8642" y="21188"/>
                  <a:pt x="9165" y="21308"/>
                  <a:pt x="9575" y="21384"/>
                </a:cubicBezTo>
                <a:cubicBezTo>
                  <a:pt x="9810" y="21426"/>
                  <a:pt x="10790" y="21531"/>
                  <a:pt x="11055" y="21539"/>
                </a:cubicBezTo>
                <a:cubicBezTo>
                  <a:pt x="13070" y="21600"/>
                  <a:pt x="15324" y="21382"/>
                  <a:pt x="17173" y="20371"/>
                </a:cubicBezTo>
                <a:cubicBezTo>
                  <a:pt x="17985" y="19928"/>
                  <a:pt x="18736" y="19380"/>
                  <a:pt x="19300" y="18635"/>
                </a:cubicBezTo>
                <a:cubicBezTo>
                  <a:pt x="20043" y="17649"/>
                  <a:pt x="20431" y="16305"/>
                  <a:pt x="20328" y="14895"/>
                </a:cubicBezTo>
                <a:cubicBezTo>
                  <a:pt x="20215" y="13354"/>
                  <a:pt x="19270" y="11518"/>
                  <a:pt x="18523" y="10406"/>
                </a:cubicBezTo>
                <a:cubicBezTo>
                  <a:pt x="16547" y="7463"/>
                  <a:pt x="13162" y="5049"/>
                  <a:pt x="10184" y="3631"/>
                </a:cubicBezTo>
                <a:cubicBezTo>
                  <a:pt x="7142" y="2184"/>
                  <a:pt x="4138" y="1352"/>
                  <a:pt x="911" y="1213"/>
                </a:cubicBezTo>
                <a:lnTo>
                  <a:pt x="901" y="1213"/>
                </a:lnTo>
                <a:lnTo>
                  <a:pt x="891" y="1213"/>
                </a:lnTo>
                <a:close/>
                <a:moveTo>
                  <a:pt x="6099" y="14082"/>
                </a:moveTo>
                <a:cubicBezTo>
                  <a:pt x="6099" y="14082"/>
                  <a:pt x="5174" y="14154"/>
                  <a:pt x="4541" y="14236"/>
                </a:cubicBezTo>
                <a:cubicBezTo>
                  <a:pt x="3734" y="14336"/>
                  <a:pt x="2220" y="14643"/>
                  <a:pt x="1347" y="15004"/>
                </a:cubicBezTo>
                <a:cubicBezTo>
                  <a:pt x="1085" y="15114"/>
                  <a:pt x="557" y="15374"/>
                  <a:pt x="511" y="15686"/>
                </a:cubicBezTo>
                <a:cubicBezTo>
                  <a:pt x="462" y="16010"/>
                  <a:pt x="623" y="16260"/>
                  <a:pt x="816" y="16522"/>
                </a:cubicBezTo>
                <a:cubicBezTo>
                  <a:pt x="928" y="16674"/>
                  <a:pt x="1570" y="17387"/>
                  <a:pt x="1747" y="17558"/>
                </a:cubicBezTo>
                <a:cubicBezTo>
                  <a:pt x="2489" y="18275"/>
                  <a:pt x="3982" y="19375"/>
                  <a:pt x="5090" y="19912"/>
                </a:cubicBezTo>
                <a:cubicBezTo>
                  <a:pt x="5470" y="20094"/>
                  <a:pt x="6099" y="20352"/>
                  <a:pt x="6099" y="20352"/>
                </a:cubicBezTo>
                <a:cubicBezTo>
                  <a:pt x="6099" y="20352"/>
                  <a:pt x="6050" y="18281"/>
                  <a:pt x="6059" y="16236"/>
                </a:cubicBezTo>
                <a:cubicBezTo>
                  <a:pt x="6064" y="15156"/>
                  <a:pt x="6099" y="14082"/>
                  <a:pt x="6099" y="14082"/>
                </a:cubicBezTo>
                <a:close/>
              </a:path>
            </a:pathLst>
          </a:cu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1799" name="Shape"/>
          <p:cNvSpPr/>
          <p:nvPr/>
        </p:nvSpPr>
        <p:spPr>
          <a:xfrm>
            <a:off x="19356838" y="3935247"/>
            <a:ext cx="3172280" cy="5822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506" y="0"/>
                </a:moveTo>
                <a:cubicBezTo>
                  <a:pt x="13291" y="0"/>
                  <a:pt x="13147" y="754"/>
                  <a:pt x="13147" y="1904"/>
                </a:cubicBezTo>
                <a:cubicBezTo>
                  <a:pt x="13147" y="3055"/>
                  <a:pt x="13291" y="3833"/>
                  <a:pt x="13506" y="3833"/>
                </a:cubicBezTo>
                <a:cubicBezTo>
                  <a:pt x="13721" y="3833"/>
                  <a:pt x="13866" y="3055"/>
                  <a:pt x="13866" y="1904"/>
                </a:cubicBezTo>
                <a:cubicBezTo>
                  <a:pt x="13866" y="754"/>
                  <a:pt x="13721" y="0"/>
                  <a:pt x="13506" y="0"/>
                </a:cubicBezTo>
                <a:close/>
                <a:moveTo>
                  <a:pt x="16397" y="0"/>
                </a:moveTo>
                <a:cubicBezTo>
                  <a:pt x="16182" y="0"/>
                  <a:pt x="16038" y="754"/>
                  <a:pt x="16038" y="1904"/>
                </a:cubicBezTo>
                <a:cubicBezTo>
                  <a:pt x="16038" y="3055"/>
                  <a:pt x="16182" y="3833"/>
                  <a:pt x="16397" y="3833"/>
                </a:cubicBezTo>
                <a:cubicBezTo>
                  <a:pt x="16612" y="3833"/>
                  <a:pt x="16756" y="3055"/>
                  <a:pt x="16756" y="1904"/>
                </a:cubicBezTo>
                <a:cubicBezTo>
                  <a:pt x="16756" y="754"/>
                  <a:pt x="16612" y="0"/>
                  <a:pt x="16397" y="0"/>
                </a:cubicBezTo>
                <a:close/>
                <a:moveTo>
                  <a:pt x="4464" y="258"/>
                </a:moveTo>
                <a:lnTo>
                  <a:pt x="4464" y="6530"/>
                </a:lnTo>
                <a:cubicBezTo>
                  <a:pt x="4293" y="5509"/>
                  <a:pt x="4055" y="4941"/>
                  <a:pt x="3776" y="4941"/>
                </a:cubicBezTo>
                <a:cubicBezTo>
                  <a:pt x="3207" y="4941"/>
                  <a:pt x="2797" y="7347"/>
                  <a:pt x="2797" y="10756"/>
                </a:cubicBezTo>
                <a:cubicBezTo>
                  <a:pt x="2797" y="14186"/>
                  <a:pt x="3207" y="16606"/>
                  <a:pt x="3776" y="16606"/>
                </a:cubicBezTo>
                <a:cubicBezTo>
                  <a:pt x="4075" y="16606"/>
                  <a:pt x="4322" y="15950"/>
                  <a:pt x="4490" y="14842"/>
                </a:cubicBezTo>
                <a:lnTo>
                  <a:pt x="4495" y="16319"/>
                </a:lnTo>
                <a:lnTo>
                  <a:pt x="5021" y="16319"/>
                </a:lnTo>
                <a:lnTo>
                  <a:pt x="5021" y="258"/>
                </a:lnTo>
                <a:lnTo>
                  <a:pt x="4464" y="258"/>
                </a:lnTo>
                <a:close/>
                <a:moveTo>
                  <a:pt x="1083" y="1137"/>
                </a:moveTo>
                <a:lnTo>
                  <a:pt x="0" y="16319"/>
                </a:lnTo>
                <a:lnTo>
                  <a:pt x="610" y="16319"/>
                </a:lnTo>
                <a:lnTo>
                  <a:pt x="808" y="13453"/>
                </a:lnTo>
                <a:lnTo>
                  <a:pt x="2005" y="13453"/>
                </a:lnTo>
                <a:lnTo>
                  <a:pt x="2198" y="16319"/>
                </a:lnTo>
                <a:lnTo>
                  <a:pt x="2808" y="16319"/>
                </a:lnTo>
                <a:lnTo>
                  <a:pt x="1734" y="1137"/>
                </a:lnTo>
                <a:lnTo>
                  <a:pt x="1083" y="1137"/>
                </a:lnTo>
                <a:close/>
                <a:moveTo>
                  <a:pt x="11710" y="2555"/>
                </a:moveTo>
                <a:lnTo>
                  <a:pt x="11710" y="7948"/>
                </a:lnTo>
                <a:lnTo>
                  <a:pt x="11710" y="12292"/>
                </a:lnTo>
                <a:cubicBezTo>
                  <a:pt x="11710" y="13583"/>
                  <a:pt x="11772" y="14597"/>
                  <a:pt x="11892" y="15289"/>
                </a:cubicBezTo>
                <a:cubicBezTo>
                  <a:pt x="12013" y="15981"/>
                  <a:pt x="12192" y="16348"/>
                  <a:pt x="12423" y="16348"/>
                </a:cubicBezTo>
                <a:lnTo>
                  <a:pt x="12912" y="16348"/>
                </a:lnTo>
                <a:lnTo>
                  <a:pt x="12912" y="13594"/>
                </a:lnTo>
                <a:lnTo>
                  <a:pt x="12516" y="13594"/>
                </a:lnTo>
                <a:cubicBezTo>
                  <a:pt x="12433" y="13594"/>
                  <a:pt x="12371" y="13463"/>
                  <a:pt x="12331" y="13200"/>
                </a:cubicBezTo>
                <a:cubicBezTo>
                  <a:pt x="12291" y="12937"/>
                  <a:pt x="12271" y="12544"/>
                  <a:pt x="12271" y="12034"/>
                </a:cubicBezTo>
                <a:lnTo>
                  <a:pt x="12271" y="7948"/>
                </a:lnTo>
                <a:lnTo>
                  <a:pt x="12803" y="7948"/>
                </a:lnTo>
                <a:lnTo>
                  <a:pt x="12803" y="5194"/>
                </a:lnTo>
                <a:lnTo>
                  <a:pt x="12271" y="5194"/>
                </a:lnTo>
                <a:lnTo>
                  <a:pt x="12271" y="2555"/>
                </a:lnTo>
                <a:lnTo>
                  <a:pt x="11710" y="2555"/>
                </a:lnTo>
                <a:close/>
                <a:moveTo>
                  <a:pt x="1412" y="4402"/>
                </a:moveTo>
                <a:lnTo>
                  <a:pt x="1860" y="10955"/>
                </a:lnTo>
                <a:lnTo>
                  <a:pt x="959" y="10955"/>
                </a:lnTo>
                <a:lnTo>
                  <a:pt x="1412" y="4402"/>
                </a:lnTo>
                <a:close/>
                <a:moveTo>
                  <a:pt x="8573" y="4912"/>
                </a:moveTo>
                <a:cubicBezTo>
                  <a:pt x="7944" y="4912"/>
                  <a:pt x="7501" y="7354"/>
                  <a:pt x="7501" y="10785"/>
                </a:cubicBezTo>
                <a:cubicBezTo>
                  <a:pt x="7501" y="14237"/>
                  <a:pt x="7943" y="16606"/>
                  <a:pt x="8621" y="16606"/>
                </a:cubicBezTo>
                <a:cubicBezTo>
                  <a:pt x="8999" y="16606"/>
                  <a:pt x="9317" y="15926"/>
                  <a:pt x="9532" y="14842"/>
                </a:cubicBezTo>
                <a:lnTo>
                  <a:pt x="9209" y="13200"/>
                </a:lnTo>
                <a:cubicBezTo>
                  <a:pt x="9052" y="13804"/>
                  <a:pt x="8867" y="14133"/>
                  <a:pt x="8652" y="14133"/>
                </a:cubicBezTo>
                <a:cubicBezTo>
                  <a:pt x="8341" y="14133"/>
                  <a:pt x="8115" y="13256"/>
                  <a:pt x="8047" y="11976"/>
                </a:cubicBezTo>
                <a:lnTo>
                  <a:pt x="9615" y="11976"/>
                </a:lnTo>
                <a:cubicBezTo>
                  <a:pt x="9734" y="8046"/>
                  <a:pt x="9283" y="4912"/>
                  <a:pt x="8573" y="4912"/>
                </a:cubicBezTo>
                <a:close/>
                <a:moveTo>
                  <a:pt x="20366" y="4941"/>
                </a:moveTo>
                <a:cubicBezTo>
                  <a:pt x="19792" y="4941"/>
                  <a:pt x="19387" y="7331"/>
                  <a:pt x="19387" y="10674"/>
                </a:cubicBezTo>
                <a:cubicBezTo>
                  <a:pt x="19387" y="14017"/>
                  <a:pt x="19792" y="16406"/>
                  <a:pt x="20366" y="16406"/>
                </a:cubicBezTo>
                <a:cubicBezTo>
                  <a:pt x="20653" y="16407"/>
                  <a:pt x="20893" y="15794"/>
                  <a:pt x="21064" y="14730"/>
                </a:cubicBezTo>
                <a:lnTo>
                  <a:pt x="21064" y="15838"/>
                </a:lnTo>
                <a:cubicBezTo>
                  <a:pt x="21064" y="17771"/>
                  <a:pt x="20824" y="18957"/>
                  <a:pt x="20418" y="18957"/>
                </a:cubicBezTo>
                <a:cubicBezTo>
                  <a:pt x="20178" y="18957"/>
                  <a:pt x="19915" y="18556"/>
                  <a:pt x="19704" y="17796"/>
                </a:cubicBezTo>
                <a:lnTo>
                  <a:pt x="19486" y="20065"/>
                </a:lnTo>
                <a:cubicBezTo>
                  <a:pt x="19761" y="21042"/>
                  <a:pt x="20102" y="21600"/>
                  <a:pt x="20449" y="21600"/>
                </a:cubicBezTo>
                <a:cubicBezTo>
                  <a:pt x="21154" y="21600"/>
                  <a:pt x="21600" y="19380"/>
                  <a:pt x="21600" y="15950"/>
                </a:cubicBezTo>
                <a:lnTo>
                  <a:pt x="21600" y="5194"/>
                </a:lnTo>
                <a:lnTo>
                  <a:pt x="21079" y="5194"/>
                </a:lnTo>
                <a:lnTo>
                  <a:pt x="21074" y="6612"/>
                </a:lnTo>
                <a:cubicBezTo>
                  <a:pt x="20903" y="5549"/>
                  <a:pt x="20657" y="4941"/>
                  <a:pt x="20366" y="4941"/>
                </a:cubicBezTo>
                <a:close/>
                <a:moveTo>
                  <a:pt x="14923" y="4994"/>
                </a:moveTo>
                <a:cubicBezTo>
                  <a:pt x="14425" y="4994"/>
                  <a:pt x="14152" y="6277"/>
                  <a:pt x="14152" y="8230"/>
                </a:cubicBezTo>
                <a:cubicBezTo>
                  <a:pt x="14152" y="10054"/>
                  <a:pt x="14373" y="11132"/>
                  <a:pt x="14887" y="11806"/>
                </a:cubicBezTo>
                <a:cubicBezTo>
                  <a:pt x="15166" y="12195"/>
                  <a:pt x="15261" y="12540"/>
                  <a:pt x="15261" y="13083"/>
                </a:cubicBezTo>
                <a:cubicBezTo>
                  <a:pt x="15261" y="13670"/>
                  <a:pt x="15148" y="14021"/>
                  <a:pt x="14949" y="14021"/>
                </a:cubicBezTo>
                <a:cubicBezTo>
                  <a:pt x="14730" y="14021"/>
                  <a:pt x="14511" y="13634"/>
                  <a:pt x="14272" y="12831"/>
                </a:cubicBezTo>
                <a:lnTo>
                  <a:pt x="14058" y="15012"/>
                </a:lnTo>
                <a:cubicBezTo>
                  <a:pt x="14321" y="15988"/>
                  <a:pt x="14632" y="16518"/>
                  <a:pt x="14954" y="16518"/>
                </a:cubicBezTo>
                <a:cubicBezTo>
                  <a:pt x="15468" y="16518"/>
                  <a:pt x="15803" y="15182"/>
                  <a:pt x="15803" y="13054"/>
                </a:cubicBezTo>
                <a:cubicBezTo>
                  <a:pt x="15803" y="11339"/>
                  <a:pt x="15573" y="10160"/>
                  <a:pt x="15059" y="9508"/>
                </a:cubicBezTo>
                <a:cubicBezTo>
                  <a:pt x="14764" y="9117"/>
                  <a:pt x="14678" y="8831"/>
                  <a:pt x="14678" y="8288"/>
                </a:cubicBezTo>
                <a:cubicBezTo>
                  <a:pt x="14678" y="7746"/>
                  <a:pt x="14768" y="7438"/>
                  <a:pt x="14944" y="7438"/>
                </a:cubicBezTo>
                <a:cubicBezTo>
                  <a:pt x="15147" y="7438"/>
                  <a:pt x="15401" y="7886"/>
                  <a:pt x="15548" y="8517"/>
                </a:cubicBezTo>
                <a:lnTo>
                  <a:pt x="15767" y="6418"/>
                </a:lnTo>
                <a:cubicBezTo>
                  <a:pt x="15523" y="5506"/>
                  <a:pt x="15226" y="4994"/>
                  <a:pt x="14923" y="4994"/>
                </a:cubicBezTo>
                <a:close/>
                <a:moveTo>
                  <a:pt x="18272" y="5024"/>
                </a:moveTo>
                <a:cubicBezTo>
                  <a:pt x="17993" y="5024"/>
                  <a:pt x="17789" y="5534"/>
                  <a:pt x="17605" y="6641"/>
                </a:cubicBezTo>
                <a:lnTo>
                  <a:pt x="17605" y="5194"/>
                </a:lnTo>
                <a:lnTo>
                  <a:pt x="17079" y="5194"/>
                </a:lnTo>
                <a:lnTo>
                  <a:pt x="17079" y="16319"/>
                </a:lnTo>
                <a:lnTo>
                  <a:pt x="17636" y="16319"/>
                </a:lnTo>
                <a:lnTo>
                  <a:pt x="17636" y="10504"/>
                </a:lnTo>
                <a:cubicBezTo>
                  <a:pt x="17636" y="8832"/>
                  <a:pt x="17811" y="7749"/>
                  <a:pt x="18106" y="7749"/>
                </a:cubicBezTo>
                <a:cubicBezTo>
                  <a:pt x="18369" y="7749"/>
                  <a:pt x="18507" y="8632"/>
                  <a:pt x="18507" y="10217"/>
                </a:cubicBezTo>
                <a:lnTo>
                  <a:pt x="18507" y="16319"/>
                </a:lnTo>
                <a:lnTo>
                  <a:pt x="19064" y="16319"/>
                </a:lnTo>
                <a:lnTo>
                  <a:pt x="19064" y="9479"/>
                </a:lnTo>
                <a:cubicBezTo>
                  <a:pt x="19064" y="6830"/>
                  <a:pt x="18754" y="5023"/>
                  <a:pt x="18272" y="5024"/>
                </a:cubicBezTo>
                <a:close/>
                <a:moveTo>
                  <a:pt x="5256" y="5194"/>
                </a:moveTo>
                <a:lnTo>
                  <a:pt x="6073" y="16319"/>
                </a:lnTo>
                <a:lnTo>
                  <a:pt x="6662" y="16319"/>
                </a:lnTo>
                <a:lnTo>
                  <a:pt x="7485" y="5194"/>
                </a:lnTo>
                <a:lnTo>
                  <a:pt x="6891" y="5194"/>
                </a:lnTo>
                <a:lnTo>
                  <a:pt x="6542" y="10334"/>
                </a:lnTo>
                <a:lnTo>
                  <a:pt x="6375" y="12884"/>
                </a:lnTo>
                <a:lnTo>
                  <a:pt x="6203" y="10334"/>
                </a:lnTo>
                <a:lnTo>
                  <a:pt x="5855" y="5194"/>
                </a:lnTo>
                <a:lnTo>
                  <a:pt x="5256" y="5194"/>
                </a:lnTo>
                <a:close/>
                <a:moveTo>
                  <a:pt x="9954" y="5194"/>
                </a:moveTo>
                <a:lnTo>
                  <a:pt x="9954" y="16319"/>
                </a:lnTo>
                <a:lnTo>
                  <a:pt x="10516" y="16319"/>
                </a:lnTo>
                <a:lnTo>
                  <a:pt x="10516" y="11266"/>
                </a:lnTo>
                <a:cubicBezTo>
                  <a:pt x="10516" y="10300"/>
                  <a:pt x="10552" y="9474"/>
                  <a:pt x="10632" y="8886"/>
                </a:cubicBezTo>
                <a:cubicBezTo>
                  <a:pt x="10712" y="8297"/>
                  <a:pt x="10836" y="7948"/>
                  <a:pt x="11011" y="7948"/>
                </a:cubicBezTo>
                <a:lnTo>
                  <a:pt x="11397" y="7948"/>
                </a:lnTo>
                <a:lnTo>
                  <a:pt x="11397" y="5194"/>
                </a:lnTo>
                <a:lnTo>
                  <a:pt x="11110" y="5194"/>
                </a:lnTo>
                <a:cubicBezTo>
                  <a:pt x="10969" y="5194"/>
                  <a:pt x="10846" y="5337"/>
                  <a:pt x="10742" y="5592"/>
                </a:cubicBezTo>
                <a:cubicBezTo>
                  <a:pt x="10638" y="5847"/>
                  <a:pt x="10553" y="6214"/>
                  <a:pt x="10485" y="6670"/>
                </a:cubicBezTo>
                <a:lnTo>
                  <a:pt x="10480" y="5194"/>
                </a:lnTo>
                <a:lnTo>
                  <a:pt x="9954" y="5194"/>
                </a:lnTo>
                <a:close/>
                <a:moveTo>
                  <a:pt x="13224" y="5194"/>
                </a:moveTo>
                <a:lnTo>
                  <a:pt x="13224" y="16319"/>
                </a:lnTo>
                <a:lnTo>
                  <a:pt x="13782" y="16319"/>
                </a:lnTo>
                <a:lnTo>
                  <a:pt x="13782" y="5194"/>
                </a:lnTo>
                <a:lnTo>
                  <a:pt x="13224" y="5194"/>
                </a:lnTo>
                <a:close/>
                <a:moveTo>
                  <a:pt x="16115" y="5194"/>
                </a:moveTo>
                <a:lnTo>
                  <a:pt x="16115" y="16319"/>
                </a:lnTo>
                <a:lnTo>
                  <a:pt x="16673" y="16319"/>
                </a:lnTo>
                <a:lnTo>
                  <a:pt x="16673" y="5194"/>
                </a:lnTo>
                <a:lnTo>
                  <a:pt x="16115" y="5194"/>
                </a:lnTo>
                <a:close/>
                <a:moveTo>
                  <a:pt x="8579" y="7351"/>
                </a:moveTo>
                <a:cubicBezTo>
                  <a:pt x="8866" y="7351"/>
                  <a:pt x="9054" y="8393"/>
                  <a:pt x="9110" y="9848"/>
                </a:cubicBezTo>
                <a:lnTo>
                  <a:pt x="8042" y="9848"/>
                </a:lnTo>
                <a:cubicBezTo>
                  <a:pt x="8094" y="8349"/>
                  <a:pt x="8304" y="7351"/>
                  <a:pt x="8579" y="7351"/>
                </a:cubicBezTo>
                <a:close/>
                <a:moveTo>
                  <a:pt x="20501" y="7579"/>
                </a:moveTo>
                <a:cubicBezTo>
                  <a:pt x="20828" y="7579"/>
                  <a:pt x="21059" y="8858"/>
                  <a:pt x="21059" y="10703"/>
                </a:cubicBezTo>
                <a:cubicBezTo>
                  <a:pt x="21059" y="12506"/>
                  <a:pt x="20828" y="13822"/>
                  <a:pt x="20501" y="13822"/>
                </a:cubicBezTo>
                <a:cubicBezTo>
                  <a:pt x="20175" y="13822"/>
                  <a:pt x="19944" y="12548"/>
                  <a:pt x="19944" y="10703"/>
                </a:cubicBezTo>
                <a:cubicBezTo>
                  <a:pt x="19944" y="8837"/>
                  <a:pt x="20175" y="7579"/>
                  <a:pt x="20501" y="7579"/>
                </a:cubicBezTo>
                <a:close/>
                <a:moveTo>
                  <a:pt x="3912" y="7608"/>
                </a:moveTo>
                <a:cubicBezTo>
                  <a:pt x="4242" y="7608"/>
                  <a:pt x="4474" y="8889"/>
                  <a:pt x="4474" y="10756"/>
                </a:cubicBezTo>
                <a:cubicBezTo>
                  <a:pt x="4474" y="12645"/>
                  <a:pt x="4238" y="13909"/>
                  <a:pt x="3912" y="13909"/>
                </a:cubicBezTo>
                <a:cubicBezTo>
                  <a:pt x="3581" y="13909"/>
                  <a:pt x="3349" y="12645"/>
                  <a:pt x="3349" y="10756"/>
                </a:cubicBezTo>
                <a:cubicBezTo>
                  <a:pt x="3349" y="8889"/>
                  <a:pt x="3581" y="7608"/>
                  <a:pt x="3912" y="7608"/>
                </a:cubicBezTo>
                <a:close/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1800" name="Shape"/>
          <p:cNvSpPr/>
          <p:nvPr/>
        </p:nvSpPr>
        <p:spPr>
          <a:xfrm>
            <a:off x="20499545" y="8313525"/>
            <a:ext cx="972506" cy="8378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48" fill="norm" stroke="1" extrusionOk="0">
                <a:moveTo>
                  <a:pt x="7523" y="0"/>
                </a:moveTo>
                <a:cubicBezTo>
                  <a:pt x="7789" y="84"/>
                  <a:pt x="8053" y="170"/>
                  <a:pt x="8320" y="264"/>
                </a:cubicBezTo>
                <a:cubicBezTo>
                  <a:pt x="9656" y="731"/>
                  <a:pt x="11411" y="1508"/>
                  <a:pt x="12691" y="2222"/>
                </a:cubicBezTo>
                <a:cubicBezTo>
                  <a:pt x="13610" y="2735"/>
                  <a:pt x="15050" y="3673"/>
                  <a:pt x="15863" y="4290"/>
                </a:cubicBezTo>
                <a:cubicBezTo>
                  <a:pt x="16119" y="4486"/>
                  <a:pt x="17624" y="5783"/>
                  <a:pt x="17856" y="6007"/>
                </a:cubicBezTo>
                <a:cubicBezTo>
                  <a:pt x="18343" y="6468"/>
                  <a:pt x="18993" y="7127"/>
                  <a:pt x="19453" y="7657"/>
                </a:cubicBezTo>
                <a:cubicBezTo>
                  <a:pt x="20171" y="8480"/>
                  <a:pt x="21011" y="9660"/>
                  <a:pt x="21600" y="10737"/>
                </a:cubicBezTo>
                <a:lnTo>
                  <a:pt x="21600" y="2004"/>
                </a:lnTo>
                <a:cubicBezTo>
                  <a:pt x="21600" y="1446"/>
                  <a:pt x="21408" y="945"/>
                  <a:pt x="21096" y="584"/>
                </a:cubicBezTo>
                <a:cubicBezTo>
                  <a:pt x="20784" y="223"/>
                  <a:pt x="20354" y="0"/>
                  <a:pt x="19873" y="0"/>
                </a:cubicBezTo>
                <a:lnTo>
                  <a:pt x="7523" y="0"/>
                </a:lnTo>
                <a:close/>
                <a:moveTo>
                  <a:pt x="891" y="1213"/>
                </a:moveTo>
                <a:cubicBezTo>
                  <a:pt x="647" y="1203"/>
                  <a:pt x="422" y="1311"/>
                  <a:pt x="260" y="1495"/>
                </a:cubicBezTo>
                <a:cubicBezTo>
                  <a:pt x="98" y="1680"/>
                  <a:pt x="0" y="1938"/>
                  <a:pt x="0" y="2222"/>
                </a:cubicBezTo>
                <a:lnTo>
                  <a:pt x="0" y="14696"/>
                </a:lnTo>
                <a:cubicBezTo>
                  <a:pt x="403" y="13890"/>
                  <a:pt x="1415" y="13275"/>
                  <a:pt x="2127" y="12914"/>
                </a:cubicBezTo>
                <a:cubicBezTo>
                  <a:pt x="2695" y="12623"/>
                  <a:pt x="4470" y="11960"/>
                  <a:pt x="5204" y="11837"/>
                </a:cubicBezTo>
                <a:cubicBezTo>
                  <a:pt x="5551" y="11779"/>
                  <a:pt x="6085" y="11662"/>
                  <a:pt x="6118" y="11637"/>
                </a:cubicBezTo>
                <a:cubicBezTo>
                  <a:pt x="6125" y="11632"/>
                  <a:pt x="6131" y="11627"/>
                  <a:pt x="6138" y="11619"/>
                </a:cubicBezTo>
                <a:cubicBezTo>
                  <a:pt x="6144" y="11611"/>
                  <a:pt x="6149" y="11602"/>
                  <a:pt x="6154" y="11596"/>
                </a:cubicBezTo>
                <a:cubicBezTo>
                  <a:pt x="6171" y="11569"/>
                  <a:pt x="6164" y="11237"/>
                  <a:pt x="6193" y="10342"/>
                </a:cubicBezTo>
                <a:cubicBezTo>
                  <a:pt x="6249" y="8621"/>
                  <a:pt x="6339" y="8079"/>
                  <a:pt x="6440" y="7438"/>
                </a:cubicBezTo>
                <a:cubicBezTo>
                  <a:pt x="6479" y="7195"/>
                  <a:pt x="6658" y="6254"/>
                  <a:pt x="6821" y="6007"/>
                </a:cubicBezTo>
                <a:cubicBezTo>
                  <a:pt x="6927" y="5841"/>
                  <a:pt x="7122" y="5853"/>
                  <a:pt x="7276" y="5962"/>
                </a:cubicBezTo>
                <a:cubicBezTo>
                  <a:pt x="8117" y="6568"/>
                  <a:pt x="8371" y="8656"/>
                  <a:pt x="8434" y="9724"/>
                </a:cubicBezTo>
                <a:cubicBezTo>
                  <a:pt x="8471" y="10376"/>
                  <a:pt x="8492" y="11351"/>
                  <a:pt x="8492" y="11351"/>
                </a:cubicBezTo>
                <a:cubicBezTo>
                  <a:pt x="8492" y="11351"/>
                  <a:pt x="9456" y="11332"/>
                  <a:pt x="10050" y="11351"/>
                </a:cubicBezTo>
                <a:cubicBezTo>
                  <a:pt x="10627" y="11367"/>
                  <a:pt x="11256" y="11464"/>
                  <a:pt x="11855" y="11573"/>
                </a:cubicBezTo>
                <a:cubicBezTo>
                  <a:pt x="12622" y="11716"/>
                  <a:pt x="14114" y="12102"/>
                  <a:pt x="14971" y="12605"/>
                </a:cubicBezTo>
                <a:cubicBezTo>
                  <a:pt x="15677" y="13019"/>
                  <a:pt x="16351" y="13715"/>
                  <a:pt x="16565" y="14455"/>
                </a:cubicBezTo>
                <a:cubicBezTo>
                  <a:pt x="16764" y="15132"/>
                  <a:pt x="16734" y="15602"/>
                  <a:pt x="16432" y="16213"/>
                </a:cubicBezTo>
                <a:cubicBezTo>
                  <a:pt x="15930" y="17224"/>
                  <a:pt x="14546" y="17972"/>
                  <a:pt x="13641" y="17162"/>
                </a:cubicBezTo>
                <a:cubicBezTo>
                  <a:pt x="13552" y="17081"/>
                  <a:pt x="13558" y="16928"/>
                  <a:pt x="13622" y="16831"/>
                </a:cubicBezTo>
                <a:cubicBezTo>
                  <a:pt x="13634" y="16813"/>
                  <a:pt x="13725" y="16750"/>
                  <a:pt x="13839" y="16677"/>
                </a:cubicBezTo>
                <a:cubicBezTo>
                  <a:pt x="13954" y="16603"/>
                  <a:pt x="14090" y="16520"/>
                  <a:pt x="14191" y="16458"/>
                </a:cubicBezTo>
                <a:cubicBezTo>
                  <a:pt x="14292" y="16395"/>
                  <a:pt x="14360" y="16341"/>
                  <a:pt x="14438" y="16259"/>
                </a:cubicBezTo>
                <a:cubicBezTo>
                  <a:pt x="14606" y="16087"/>
                  <a:pt x="14759" y="15884"/>
                  <a:pt x="14744" y="15664"/>
                </a:cubicBezTo>
                <a:cubicBezTo>
                  <a:pt x="14720" y="15377"/>
                  <a:pt x="14460" y="15209"/>
                  <a:pt x="14210" y="15095"/>
                </a:cubicBezTo>
                <a:cubicBezTo>
                  <a:pt x="13040" y="14557"/>
                  <a:pt x="10705" y="14115"/>
                  <a:pt x="9575" y="14037"/>
                </a:cubicBezTo>
                <a:cubicBezTo>
                  <a:pt x="9133" y="14007"/>
                  <a:pt x="8512" y="13973"/>
                  <a:pt x="8512" y="13973"/>
                </a:cubicBezTo>
                <a:lnTo>
                  <a:pt x="8642" y="21188"/>
                </a:lnTo>
                <a:cubicBezTo>
                  <a:pt x="8642" y="21188"/>
                  <a:pt x="9165" y="21308"/>
                  <a:pt x="9575" y="21384"/>
                </a:cubicBezTo>
                <a:cubicBezTo>
                  <a:pt x="9810" y="21426"/>
                  <a:pt x="10790" y="21531"/>
                  <a:pt x="11055" y="21539"/>
                </a:cubicBezTo>
                <a:cubicBezTo>
                  <a:pt x="13070" y="21600"/>
                  <a:pt x="15324" y="21382"/>
                  <a:pt x="17173" y="20371"/>
                </a:cubicBezTo>
                <a:cubicBezTo>
                  <a:pt x="17985" y="19928"/>
                  <a:pt x="18736" y="19380"/>
                  <a:pt x="19300" y="18635"/>
                </a:cubicBezTo>
                <a:cubicBezTo>
                  <a:pt x="20043" y="17649"/>
                  <a:pt x="20431" y="16305"/>
                  <a:pt x="20328" y="14895"/>
                </a:cubicBezTo>
                <a:cubicBezTo>
                  <a:pt x="20215" y="13354"/>
                  <a:pt x="19270" y="11518"/>
                  <a:pt x="18523" y="10406"/>
                </a:cubicBezTo>
                <a:cubicBezTo>
                  <a:pt x="16547" y="7463"/>
                  <a:pt x="13162" y="5049"/>
                  <a:pt x="10184" y="3631"/>
                </a:cubicBezTo>
                <a:cubicBezTo>
                  <a:pt x="7142" y="2184"/>
                  <a:pt x="4138" y="1352"/>
                  <a:pt x="911" y="1213"/>
                </a:cubicBezTo>
                <a:lnTo>
                  <a:pt x="901" y="1213"/>
                </a:lnTo>
                <a:lnTo>
                  <a:pt x="891" y="1213"/>
                </a:lnTo>
                <a:close/>
                <a:moveTo>
                  <a:pt x="6099" y="14082"/>
                </a:moveTo>
                <a:cubicBezTo>
                  <a:pt x="6099" y="14082"/>
                  <a:pt x="5174" y="14154"/>
                  <a:pt x="4541" y="14236"/>
                </a:cubicBezTo>
                <a:cubicBezTo>
                  <a:pt x="3734" y="14336"/>
                  <a:pt x="2220" y="14643"/>
                  <a:pt x="1347" y="15004"/>
                </a:cubicBezTo>
                <a:cubicBezTo>
                  <a:pt x="1085" y="15114"/>
                  <a:pt x="557" y="15374"/>
                  <a:pt x="511" y="15686"/>
                </a:cubicBezTo>
                <a:cubicBezTo>
                  <a:pt x="462" y="16010"/>
                  <a:pt x="623" y="16260"/>
                  <a:pt x="816" y="16522"/>
                </a:cubicBezTo>
                <a:cubicBezTo>
                  <a:pt x="928" y="16674"/>
                  <a:pt x="1570" y="17387"/>
                  <a:pt x="1747" y="17558"/>
                </a:cubicBezTo>
                <a:cubicBezTo>
                  <a:pt x="2489" y="18275"/>
                  <a:pt x="3982" y="19375"/>
                  <a:pt x="5090" y="19912"/>
                </a:cubicBezTo>
                <a:cubicBezTo>
                  <a:pt x="5470" y="20094"/>
                  <a:pt x="6099" y="20352"/>
                  <a:pt x="6099" y="20352"/>
                </a:cubicBezTo>
                <a:cubicBezTo>
                  <a:pt x="6099" y="20352"/>
                  <a:pt x="6050" y="18281"/>
                  <a:pt x="6059" y="16236"/>
                </a:cubicBezTo>
                <a:cubicBezTo>
                  <a:pt x="6064" y="15156"/>
                  <a:pt x="6099" y="14082"/>
                  <a:pt x="6099" y="14082"/>
                </a:cubicBezTo>
                <a:close/>
              </a:path>
            </a:pathLst>
          </a:cu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1801" name="Shape"/>
          <p:cNvSpPr/>
          <p:nvPr/>
        </p:nvSpPr>
        <p:spPr>
          <a:xfrm>
            <a:off x="19520247" y="9328699"/>
            <a:ext cx="2868963" cy="5265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506" y="0"/>
                </a:moveTo>
                <a:cubicBezTo>
                  <a:pt x="13291" y="0"/>
                  <a:pt x="13147" y="754"/>
                  <a:pt x="13147" y="1904"/>
                </a:cubicBezTo>
                <a:cubicBezTo>
                  <a:pt x="13147" y="3055"/>
                  <a:pt x="13291" y="3833"/>
                  <a:pt x="13506" y="3833"/>
                </a:cubicBezTo>
                <a:cubicBezTo>
                  <a:pt x="13721" y="3833"/>
                  <a:pt x="13866" y="3055"/>
                  <a:pt x="13866" y="1904"/>
                </a:cubicBezTo>
                <a:cubicBezTo>
                  <a:pt x="13866" y="754"/>
                  <a:pt x="13721" y="0"/>
                  <a:pt x="13506" y="0"/>
                </a:cubicBezTo>
                <a:close/>
                <a:moveTo>
                  <a:pt x="16397" y="0"/>
                </a:moveTo>
                <a:cubicBezTo>
                  <a:pt x="16182" y="0"/>
                  <a:pt x="16038" y="754"/>
                  <a:pt x="16038" y="1904"/>
                </a:cubicBezTo>
                <a:cubicBezTo>
                  <a:pt x="16038" y="3055"/>
                  <a:pt x="16182" y="3833"/>
                  <a:pt x="16397" y="3833"/>
                </a:cubicBezTo>
                <a:cubicBezTo>
                  <a:pt x="16612" y="3833"/>
                  <a:pt x="16756" y="3055"/>
                  <a:pt x="16756" y="1904"/>
                </a:cubicBezTo>
                <a:cubicBezTo>
                  <a:pt x="16756" y="754"/>
                  <a:pt x="16612" y="0"/>
                  <a:pt x="16397" y="0"/>
                </a:cubicBezTo>
                <a:close/>
                <a:moveTo>
                  <a:pt x="4464" y="258"/>
                </a:moveTo>
                <a:lnTo>
                  <a:pt x="4464" y="6530"/>
                </a:lnTo>
                <a:cubicBezTo>
                  <a:pt x="4293" y="5509"/>
                  <a:pt x="4055" y="4941"/>
                  <a:pt x="3776" y="4941"/>
                </a:cubicBezTo>
                <a:cubicBezTo>
                  <a:pt x="3207" y="4941"/>
                  <a:pt x="2797" y="7347"/>
                  <a:pt x="2797" y="10756"/>
                </a:cubicBezTo>
                <a:cubicBezTo>
                  <a:pt x="2797" y="14186"/>
                  <a:pt x="3207" y="16606"/>
                  <a:pt x="3776" y="16606"/>
                </a:cubicBezTo>
                <a:cubicBezTo>
                  <a:pt x="4075" y="16606"/>
                  <a:pt x="4322" y="15950"/>
                  <a:pt x="4490" y="14842"/>
                </a:cubicBezTo>
                <a:lnTo>
                  <a:pt x="4495" y="16319"/>
                </a:lnTo>
                <a:lnTo>
                  <a:pt x="5021" y="16319"/>
                </a:lnTo>
                <a:lnTo>
                  <a:pt x="5021" y="258"/>
                </a:lnTo>
                <a:lnTo>
                  <a:pt x="4464" y="258"/>
                </a:lnTo>
                <a:close/>
                <a:moveTo>
                  <a:pt x="1083" y="1137"/>
                </a:moveTo>
                <a:lnTo>
                  <a:pt x="0" y="16319"/>
                </a:lnTo>
                <a:lnTo>
                  <a:pt x="610" y="16319"/>
                </a:lnTo>
                <a:lnTo>
                  <a:pt x="808" y="13453"/>
                </a:lnTo>
                <a:lnTo>
                  <a:pt x="2005" y="13453"/>
                </a:lnTo>
                <a:lnTo>
                  <a:pt x="2198" y="16319"/>
                </a:lnTo>
                <a:lnTo>
                  <a:pt x="2808" y="16319"/>
                </a:lnTo>
                <a:lnTo>
                  <a:pt x="1734" y="1137"/>
                </a:lnTo>
                <a:lnTo>
                  <a:pt x="1083" y="1137"/>
                </a:lnTo>
                <a:close/>
                <a:moveTo>
                  <a:pt x="11710" y="2555"/>
                </a:moveTo>
                <a:lnTo>
                  <a:pt x="11710" y="7948"/>
                </a:lnTo>
                <a:lnTo>
                  <a:pt x="11710" y="12292"/>
                </a:lnTo>
                <a:cubicBezTo>
                  <a:pt x="11710" y="13583"/>
                  <a:pt x="11772" y="14597"/>
                  <a:pt x="11892" y="15289"/>
                </a:cubicBezTo>
                <a:cubicBezTo>
                  <a:pt x="12013" y="15981"/>
                  <a:pt x="12192" y="16348"/>
                  <a:pt x="12423" y="16348"/>
                </a:cubicBezTo>
                <a:lnTo>
                  <a:pt x="12912" y="16348"/>
                </a:lnTo>
                <a:lnTo>
                  <a:pt x="12912" y="13594"/>
                </a:lnTo>
                <a:lnTo>
                  <a:pt x="12516" y="13594"/>
                </a:lnTo>
                <a:cubicBezTo>
                  <a:pt x="12433" y="13594"/>
                  <a:pt x="12371" y="13463"/>
                  <a:pt x="12331" y="13200"/>
                </a:cubicBezTo>
                <a:cubicBezTo>
                  <a:pt x="12291" y="12937"/>
                  <a:pt x="12271" y="12544"/>
                  <a:pt x="12271" y="12034"/>
                </a:cubicBezTo>
                <a:lnTo>
                  <a:pt x="12271" y="7948"/>
                </a:lnTo>
                <a:lnTo>
                  <a:pt x="12803" y="7948"/>
                </a:lnTo>
                <a:lnTo>
                  <a:pt x="12803" y="5194"/>
                </a:lnTo>
                <a:lnTo>
                  <a:pt x="12271" y="5194"/>
                </a:lnTo>
                <a:lnTo>
                  <a:pt x="12271" y="2555"/>
                </a:lnTo>
                <a:lnTo>
                  <a:pt x="11710" y="2555"/>
                </a:lnTo>
                <a:close/>
                <a:moveTo>
                  <a:pt x="1412" y="4402"/>
                </a:moveTo>
                <a:lnTo>
                  <a:pt x="1860" y="10955"/>
                </a:lnTo>
                <a:lnTo>
                  <a:pt x="959" y="10955"/>
                </a:lnTo>
                <a:lnTo>
                  <a:pt x="1412" y="4402"/>
                </a:lnTo>
                <a:close/>
                <a:moveTo>
                  <a:pt x="8573" y="4912"/>
                </a:moveTo>
                <a:cubicBezTo>
                  <a:pt x="7944" y="4912"/>
                  <a:pt x="7501" y="7354"/>
                  <a:pt x="7501" y="10785"/>
                </a:cubicBezTo>
                <a:cubicBezTo>
                  <a:pt x="7501" y="14237"/>
                  <a:pt x="7943" y="16606"/>
                  <a:pt x="8621" y="16606"/>
                </a:cubicBezTo>
                <a:cubicBezTo>
                  <a:pt x="8999" y="16606"/>
                  <a:pt x="9317" y="15926"/>
                  <a:pt x="9532" y="14842"/>
                </a:cubicBezTo>
                <a:lnTo>
                  <a:pt x="9209" y="13200"/>
                </a:lnTo>
                <a:cubicBezTo>
                  <a:pt x="9052" y="13804"/>
                  <a:pt x="8867" y="14133"/>
                  <a:pt x="8652" y="14133"/>
                </a:cubicBezTo>
                <a:cubicBezTo>
                  <a:pt x="8341" y="14133"/>
                  <a:pt x="8115" y="13256"/>
                  <a:pt x="8047" y="11976"/>
                </a:cubicBezTo>
                <a:lnTo>
                  <a:pt x="9615" y="11976"/>
                </a:lnTo>
                <a:cubicBezTo>
                  <a:pt x="9734" y="8046"/>
                  <a:pt x="9283" y="4912"/>
                  <a:pt x="8573" y="4912"/>
                </a:cubicBezTo>
                <a:close/>
                <a:moveTo>
                  <a:pt x="20366" y="4941"/>
                </a:moveTo>
                <a:cubicBezTo>
                  <a:pt x="19792" y="4941"/>
                  <a:pt x="19387" y="7331"/>
                  <a:pt x="19387" y="10674"/>
                </a:cubicBezTo>
                <a:cubicBezTo>
                  <a:pt x="19387" y="14017"/>
                  <a:pt x="19792" y="16406"/>
                  <a:pt x="20366" y="16406"/>
                </a:cubicBezTo>
                <a:cubicBezTo>
                  <a:pt x="20653" y="16407"/>
                  <a:pt x="20893" y="15794"/>
                  <a:pt x="21064" y="14730"/>
                </a:cubicBezTo>
                <a:lnTo>
                  <a:pt x="21064" y="15838"/>
                </a:lnTo>
                <a:cubicBezTo>
                  <a:pt x="21064" y="17771"/>
                  <a:pt x="20824" y="18957"/>
                  <a:pt x="20418" y="18957"/>
                </a:cubicBezTo>
                <a:cubicBezTo>
                  <a:pt x="20178" y="18957"/>
                  <a:pt x="19915" y="18556"/>
                  <a:pt x="19704" y="17796"/>
                </a:cubicBezTo>
                <a:lnTo>
                  <a:pt x="19486" y="20065"/>
                </a:lnTo>
                <a:cubicBezTo>
                  <a:pt x="19761" y="21042"/>
                  <a:pt x="20102" y="21600"/>
                  <a:pt x="20449" y="21600"/>
                </a:cubicBezTo>
                <a:cubicBezTo>
                  <a:pt x="21154" y="21600"/>
                  <a:pt x="21600" y="19380"/>
                  <a:pt x="21600" y="15950"/>
                </a:cubicBezTo>
                <a:lnTo>
                  <a:pt x="21600" y="5194"/>
                </a:lnTo>
                <a:lnTo>
                  <a:pt x="21079" y="5194"/>
                </a:lnTo>
                <a:lnTo>
                  <a:pt x="21074" y="6612"/>
                </a:lnTo>
                <a:cubicBezTo>
                  <a:pt x="20903" y="5549"/>
                  <a:pt x="20657" y="4941"/>
                  <a:pt x="20366" y="4941"/>
                </a:cubicBezTo>
                <a:close/>
                <a:moveTo>
                  <a:pt x="14923" y="4994"/>
                </a:moveTo>
                <a:cubicBezTo>
                  <a:pt x="14425" y="4994"/>
                  <a:pt x="14152" y="6277"/>
                  <a:pt x="14152" y="8230"/>
                </a:cubicBezTo>
                <a:cubicBezTo>
                  <a:pt x="14152" y="10054"/>
                  <a:pt x="14373" y="11132"/>
                  <a:pt x="14887" y="11806"/>
                </a:cubicBezTo>
                <a:cubicBezTo>
                  <a:pt x="15166" y="12195"/>
                  <a:pt x="15261" y="12540"/>
                  <a:pt x="15261" y="13083"/>
                </a:cubicBezTo>
                <a:cubicBezTo>
                  <a:pt x="15261" y="13670"/>
                  <a:pt x="15148" y="14021"/>
                  <a:pt x="14949" y="14021"/>
                </a:cubicBezTo>
                <a:cubicBezTo>
                  <a:pt x="14730" y="14021"/>
                  <a:pt x="14511" y="13634"/>
                  <a:pt x="14272" y="12831"/>
                </a:cubicBezTo>
                <a:lnTo>
                  <a:pt x="14058" y="15012"/>
                </a:lnTo>
                <a:cubicBezTo>
                  <a:pt x="14321" y="15988"/>
                  <a:pt x="14632" y="16518"/>
                  <a:pt x="14954" y="16518"/>
                </a:cubicBezTo>
                <a:cubicBezTo>
                  <a:pt x="15468" y="16518"/>
                  <a:pt x="15803" y="15182"/>
                  <a:pt x="15803" y="13054"/>
                </a:cubicBezTo>
                <a:cubicBezTo>
                  <a:pt x="15803" y="11339"/>
                  <a:pt x="15573" y="10160"/>
                  <a:pt x="15059" y="9508"/>
                </a:cubicBezTo>
                <a:cubicBezTo>
                  <a:pt x="14764" y="9117"/>
                  <a:pt x="14678" y="8831"/>
                  <a:pt x="14678" y="8288"/>
                </a:cubicBezTo>
                <a:cubicBezTo>
                  <a:pt x="14678" y="7746"/>
                  <a:pt x="14768" y="7438"/>
                  <a:pt x="14944" y="7438"/>
                </a:cubicBezTo>
                <a:cubicBezTo>
                  <a:pt x="15147" y="7438"/>
                  <a:pt x="15401" y="7886"/>
                  <a:pt x="15548" y="8517"/>
                </a:cubicBezTo>
                <a:lnTo>
                  <a:pt x="15767" y="6418"/>
                </a:lnTo>
                <a:cubicBezTo>
                  <a:pt x="15523" y="5506"/>
                  <a:pt x="15226" y="4994"/>
                  <a:pt x="14923" y="4994"/>
                </a:cubicBezTo>
                <a:close/>
                <a:moveTo>
                  <a:pt x="18272" y="5024"/>
                </a:moveTo>
                <a:cubicBezTo>
                  <a:pt x="17993" y="5024"/>
                  <a:pt x="17789" y="5534"/>
                  <a:pt x="17605" y="6641"/>
                </a:cubicBezTo>
                <a:lnTo>
                  <a:pt x="17605" y="5194"/>
                </a:lnTo>
                <a:lnTo>
                  <a:pt x="17079" y="5194"/>
                </a:lnTo>
                <a:lnTo>
                  <a:pt x="17079" y="16319"/>
                </a:lnTo>
                <a:lnTo>
                  <a:pt x="17636" y="16319"/>
                </a:lnTo>
                <a:lnTo>
                  <a:pt x="17636" y="10504"/>
                </a:lnTo>
                <a:cubicBezTo>
                  <a:pt x="17636" y="8832"/>
                  <a:pt x="17811" y="7749"/>
                  <a:pt x="18106" y="7749"/>
                </a:cubicBezTo>
                <a:cubicBezTo>
                  <a:pt x="18369" y="7749"/>
                  <a:pt x="18507" y="8632"/>
                  <a:pt x="18507" y="10217"/>
                </a:cubicBezTo>
                <a:lnTo>
                  <a:pt x="18507" y="16319"/>
                </a:lnTo>
                <a:lnTo>
                  <a:pt x="19064" y="16319"/>
                </a:lnTo>
                <a:lnTo>
                  <a:pt x="19064" y="9479"/>
                </a:lnTo>
                <a:cubicBezTo>
                  <a:pt x="19064" y="6830"/>
                  <a:pt x="18754" y="5023"/>
                  <a:pt x="18272" y="5024"/>
                </a:cubicBezTo>
                <a:close/>
                <a:moveTo>
                  <a:pt x="5256" y="5194"/>
                </a:moveTo>
                <a:lnTo>
                  <a:pt x="6073" y="16319"/>
                </a:lnTo>
                <a:lnTo>
                  <a:pt x="6662" y="16319"/>
                </a:lnTo>
                <a:lnTo>
                  <a:pt x="7485" y="5194"/>
                </a:lnTo>
                <a:lnTo>
                  <a:pt x="6891" y="5194"/>
                </a:lnTo>
                <a:lnTo>
                  <a:pt x="6542" y="10334"/>
                </a:lnTo>
                <a:lnTo>
                  <a:pt x="6375" y="12884"/>
                </a:lnTo>
                <a:lnTo>
                  <a:pt x="6203" y="10334"/>
                </a:lnTo>
                <a:lnTo>
                  <a:pt x="5855" y="5194"/>
                </a:lnTo>
                <a:lnTo>
                  <a:pt x="5256" y="5194"/>
                </a:lnTo>
                <a:close/>
                <a:moveTo>
                  <a:pt x="9954" y="5194"/>
                </a:moveTo>
                <a:lnTo>
                  <a:pt x="9954" y="16319"/>
                </a:lnTo>
                <a:lnTo>
                  <a:pt x="10516" y="16319"/>
                </a:lnTo>
                <a:lnTo>
                  <a:pt x="10516" y="11266"/>
                </a:lnTo>
                <a:cubicBezTo>
                  <a:pt x="10516" y="10300"/>
                  <a:pt x="10552" y="9474"/>
                  <a:pt x="10632" y="8886"/>
                </a:cubicBezTo>
                <a:cubicBezTo>
                  <a:pt x="10712" y="8297"/>
                  <a:pt x="10836" y="7948"/>
                  <a:pt x="11011" y="7948"/>
                </a:cubicBezTo>
                <a:lnTo>
                  <a:pt x="11397" y="7948"/>
                </a:lnTo>
                <a:lnTo>
                  <a:pt x="11397" y="5194"/>
                </a:lnTo>
                <a:lnTo>
                  <a:pt x="11110" y="5194"/>
                </a:lnTo>
                <a:cubicBezTo>
                  <a:pt x="10969" y="5194"/>
                  <a:pt x="10846" y="5337"/>
                  <a:pt x="10742" y="5592"/>
                </a:cubicBezTo>
                <a:cubicBezTo>
                  <a:pt x="10638" y="5847"/>
                  <a:pt x="10553" y="6214"/>
                  <a:pt x="10485" y="6670"/>
                </a:cubicBezTo>
                <a:lnTo>
                  <a:pt x="10480" y="5194"/>
                </a:lnTo>
                <a:lnTo>
                  <a:pt x="9954" y="5194"/>
                </a:lnTo>
                <a:close/>
                <a:moveTo>
                  <a:pt x="13224" y="5194"/>
                </a:moveTo>
                <a:lnTo>
                  <a:pt x="13224" y="16319"/>
                </a:lnTo>
                <a:lnTo>
                  <a:pt x="13782" y="16319"/>
                </a:lnTo>
                <a:lnTo>
                  <a:pt x="13782" y="5194"/>
                </a:lnTo>
                <a:lnTo>
                  <a:pt x="13224" y="5194"/>
                </a:lnTo>
                <a:close/>
                <a:moveTo>
                  <a:pt x="16115" y="5194"/>
                </a:moveTo>
                <a:lnTo>
                  <a:pt x="16115" y="16319"/>
                </a:lnTo>
                <a:lnTo>
                  <a:pt x="16673" y="16319"/>
                </a:lnTo>
                <a:lnTo>
                  <a:pt x="16673" y="5194"/>
                </a:lnTo>
                <a:lnTo>
                  <a:pt x="16115" y="5194"/>
                </a:lnTo>
                <a:close/>
                <a:moveTo>
                  <a:pt x="8579" y="7351"/>
                </a:moveTo>
                <a:cubicBezTo>
                  <a:pt x="8866" y="7351"/>
                  <a:pt x="9054" y="8393"/>
                  <a:pt x="9110" y="9848"/>
                </a:cubicBezTo>
                <a:lnTo>
                  <a:pt x="8042" y="9848"/>
                </a:lnTo>
                <a:cubicBezTo>
                  <a:pt x="8094" y="8349"/>
                  <a:pt x="8304" y="7351"/>
                  <a:pt x="8579" y="7351"/>
                </a:cubicBezTo>
                <a:close/>
                <a:moveTo>
                  <a:pt x="20501" y="7579"/>
                </a:moveTo>
                <a:cubicBezTo>
                  <a:pt x="20828" y="7579"/>
                  <a:pt x="21059" y="8858"/>
                  <a:pt x="21059" y="10703"/>
                </a:cubicBezTo>
                <a:cubicBezTo>
                  <a:pt x="21059" y="12506"/>
                  <a:pt x="20828" y="13822"/>
                  <a:pt x="20501" y="13822"/>
                </a:cubicBezTo>
                <a:cubicBezTo>
                  <a:pt x="20175" y="13822"/>
                  <a:pt x="19944" y="12548"/>
                  <a:pt x="19944" y="10703"/>
                </a:cubicBezTo>
                <a:cubicBezTo>
                  <a:pt x="19944" y="8837"/>
                  <a:pt x="20175" y="7579"/>
                  <a:pt x="20501" y="7579"/>
                </a:cubicBezTo>
                <a:close/>
                <a:moveTo>
                  <a:pt x="3912" y="7608"/>
                </a:moveTo>
                <a:cubicBezTo>
                  <a:pt x="4242" y="7608"/>
                  <a:pt x="4474" y="8889"/>
                  <a:pt x="4474" y="10756"/>
                </a:cubicBezTo>
                <a:cubicBezTo>
                  <a:pt x="4474" y="12645"/>
                  <a:pt x="4238" y="13909"/>
                  <a:pt x="3912" y="13909"/>
                </a:cubicBezTo>
                <a:cubicBezTo>
                  <a:pt x="3581" y="13909"/>
                  <a:pt x="3349" y="12645"/>
                  <a:pt x="3349" y="10756"/>
                </a:cubicBezTo>
                <a:cubicBezTo>
                  <a:pt x="3349" y="8889"/>
                  <a:pt x="3581" y="7608"/>
                  <a:pt x="3912" y="7608"/>
                </a:cubicBezTo>
                <a:close/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1802" name="Shape"/>
          <p:cNvSpPr/>
          <p:nvPr/>
        </p:nvSpPr>
        <p:spPr>
          <a:xfrm>
            <a:off x="11819897" y="8214354"/>
            <a:ext cx="2485829" cy="10411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8" h="21491" fill="norm" stroke="1" extrusionOk="0">
                <a:moveTo>
                  <a:pt x="1823" y="10"/>
                </a:moveTo>
                <a:cubicBezTo>
                  <a:pt x="1478" y="41"/>
                  <a:pt x="1017" y="202"/>
                  <a:pt x="652" y="441"/>
                </a:cubicBezTo>
                <a:cubicBezTo>
                  <a:pt x="395" y="608"/>
                  <a:pt x="218" y="880"/>
                  <a:pt x="95" y="1392"/>
                </a:cubicBezTo>
                <a:cubicBezTo>
                  <a:pt x="34" y="1649"/>
                  <a:pt x="-22" y="1932"/>
                  <a:pt x="9" y="2215"/>
                </a:cubicBezTo>
                <a:cubicBezTo>
                  <a:pt x="35" y="2455"/>
                  <a:pt x="182" y="2532"/>
                  <a:pt x="298" y="2576"/>
                </a:cubicBezTo>
                <a:cubicBezTo>
                  <a:pt x="409" y="2618"/>
                  <a:pt x="661" y="2648"/>
                  <a:pt x="728" y="2453"/>
                </a:cubicBezTo>
                <a:cubicBezTo>
                  <a:pt x="757" y="2368"/>
                  <a:pt x="758" y="2289"/>
                  <a:pt x="734" y="2188"/>
                </a:cubicBezTo>
                <a:cubicBezTo>
                  <a:pt x="709" y="2081"/>
                  <a:pt x="643" y="2014"/>
                  <a:pt x="582" y="1986"/>
                </a:cubicBezTo>
                <a:cubicBezTo>
                  <a:pt x="513" y="1956"/>
                  <a:pt x="379" y="1932"/>
                  <a:pt x="348" y="1900"/>
                </a:cubicBezTo>
                <a:cubicBezTo>
                  <a:pt x="330" y="1882"/>
                  <a:pt x="313" y="1854"/>
                  <a:pt x="313" y="1853"/>
                </a:cubicBezTo>
                <a:cubicBezTo>
                  <a:pt x="315" y="1849"/>
                  <a:pt x="322" y="1829"/>
                  <a:pt x="328" y="1817"/>
                </a:cubicBezTo>
                <a:cubicBezTo>
                  <a:pt x="342" y="1791"/>
                  <a:pt x="388" y="1748"/>
                  <a:pt x="419" y="1731"/>
                </a:cubicBezTo>
                <a:cubicBezTo>
                  <a:pt x="458" y="1709"/>
                  <a:pt x="503" y="1676"/>
                  <a:pt x="546" y="1648"/>
                </a:cubicBezTo>
                <a:cubicBezTo>
                  <a:pt x="843" y="1452"/>
                  <a:pt x="1432" y="1418"/>
                  <a:pt x="1702" y="1442"/>
                </a:cubicBezTo>
                <a:cubicBezTo>
                  <a:pt x="2747" y="1535"/>
                  <a:pt x="3721" y="2081"/>
                  <a:pt x="4706" y="3043"/>
                </a:cubicBezTo>
                <a:cubicBezTo>
                  <a:pt x="5671" y="3987"/>
                  <a:pt x="6766" y="5605"/>
                  <a:pt x="7405" y="7562"/>
                </a:cubicBezTo>
                <a:cubicBezTo>
                  <a:pt x="7647" y="8303"/>
                  <a:pt x="7951" y="9515"/>
                  <a:pt x="7988" y="10540"/>
                </a:cubicBezTo>
                <a:cubicBezTo>
                  <a:pt x="8021" y="11477"/>
                  <a:pt x="7894" y="12376"/>
                  <a:pt x="7654" y="13033"/>
                </a:cubicBezTo>
                <a:cubicBezTo>
                  <a:pt x="7471" y="13529"/>
                  <a:pt x="7228" y="13896"/>
                  <a:pt x="6965" y="14190"/>
                </a:cubicBezTo>
                <a:cubicBezTo>
                  <a:pt x="6366" y="14863"/>
                  <a:pt x="5642" y="15001"/>
                  <a:pt x="4989" y="14959"/>
                </a:cubicBezTo>
                <a:cubicBezTo>
                  <a:pt x="4903" y="14954"/>
                  <a:pt x="4579" y="14891"/>
                  <a:pt x="4503" y="14863"/>
                </a:cubicBezTo>
                <a:cubicBezTo>
                  <a:pt x="4485" y="14857"/>
                  <a:pt x="4465" y="14847"/>
                  <a:pt x="4447" y="14840"/>
                </a:cubicBezTo>
                <a:lnTo>
                  <a:pt x="4437" y="14840"/>
                </a:lnTo>
                <a:cubicBezTo>
                  <a:pt x="4379" y="14816"/>
                  <a:pt x="4320" y="14788"/>
                  <a:pt x="4277" y="14767"/>
                </a:cubicBezTo>
                <a:cubicBezTo>
                  <a:pt x="4233" y="14746"/>
                  <a:pt x="4204" y="14731"/>
                  <a:pt x="4204" y="14731"/>
                </a:cubicBezTo>
                <a:lnTo>
                  <a:pt x="4158" y="9923"/>
                </a:lnTo>
                <a:cubicBezTo>
                  <a:pt x="4162" y="9923"/>
                  <a:pt x="4189" y="9929"/>
                  <a:pt x="4229" y="9933"/>
                </a:cubicBezTo>
                <a:cubicBezTo>
                  <a:pt x="4269" y="9938"/>
                  <a:pt x="4322" y="9944"/>
                  <a:pt x="4376" y="9950"/>
                </a:cubicBezTo>
                <a:lnTo>
                  <a:pt x="4391" y="9950"/>
                </a:lnTo>
                <a:cubicBezTo>
                  <a:pt x="4393" y="9950"/>
                  <a:pt x="4395" y="9950"/>
                  <a:pt x="4397" y="9950"/>
                </a:cubicBezTo>
                <a:cubicBezTo>
                  <a:pt x="4398" y="9950"/>
                  <a:pt x="4399" y="9949"/>
                  <a:pt x="4401" y="9950"/>
                </a:cubicBezTo>
                <a:lnTo>
                  <a:pt x="4412" y="9960"/>
                </a:lnTo>
                <a:cubicBezTo>
                  <a:pt x="4413" y="9960"/>
                  <a:pt x="4414" y="9960"/>
                  <a:pt x="4416" y="9960"/>
                </a:cubicBezTo>
                <a:cubicBezTo>
                  <a:pt x="4418" y="9959"/>
                  <a:pt x="4421" y="9959"/>
                  <a:pt x="4422" y="9960"/>
                </a:cubicBezTo>
                <a:lnTo>
                  <a:pt x="4432" y="9960"/>
                </a:lnTo>
                <a:cubicBezTo>
                  <a:pt x="4457" y="9963"/>
                  <a:pt x="4479" y="9956"/>
                  <a:pt x="4503" y="9960"/>
                </a:cubicBezTo>
                <a:cubicBezTo>
                  <a:pt x="4869" y="10011"/>
                  <a:pt x="5628" y="10314"/>
                  <a:pt x="6007" y="10672"/>
                </a:cubicBezTo>
                <a:cubicBezTo>
                  <a:pt x="6088" y="10748"/>
                  <a:pt x="6172" y="10867"/>
                  <a:pt x="6180" y="11057"/>
                </a:cubicBezTo>
                <a:cubicBezTo>
                  <a:pt x="6185" y="11204"/>
                  <a:pt x="6138" y="11327"/>
                  <a:pt x="6084" y="11442"/>
                </a:cubicBezTo>
                <a:cubicBezTo>
                  <a:pt x="6058" y="11497"/>
                  <a:pt x="6030" y="11545"/>
                  <a:pt x="5997" y="11588"/>
                </a:cubicBezTo>
                <a:cubicBezTo>
                  <a:pt x="5932" y="11670"/>
                  <a:pt x="5822" y="11803"/>
                  <a:pt x="5815" y="11826"/>
                </a:cubicBezTo>
                <a:cubicBezTo>
                  <a:pt x="5804" y="11859"/>
                  <a:pt x="5799" y="11900"/>
                  <a:pt x="5799" y="11939"/>
                </a:cubicBezTo>
                <a:cubicBezTo>
                  <a:pt x="5800" y="11978"/>
                  <a:pt x="5806" y="12018"/>
                  <a:pt x="5820" y="12045"/>
                </a:cubicBezTo>
                <a:cubicBezTo>
                  <a:pt x="5893" y="12179"/>
                  <a:pt x="6127" y="12259"/>
                  <a:pt x="6190" y="12251"/>
                </a:cubicBezTo>
                <a:cubicBezTo>
                  <a:pt x="6401" y="12222"/>
                  <a:pt x="6612" y="11878"/>
                  <a:pt x="6722" y="11418"/>
                </a:cubicBezTo>
                <a:cubicBezTo>
                  <a:pt x="6820" y="11012"/>
                  <a:pt x="6833" y="10699"/>
                  <a:pt x="6768" y="10248"/>
                </a:cubicBezTo>
                <a:cubicBezTo>
                  <a:pt x="6699" y="9756"/>
                  <a:pt x="6485" y="9297"/>
                  <a:pt x="6257" y="9021"/>
                </a:cubicBezTo>
                <a:cubicBezTo>
                  <a:pt x="5979" y="8687"/>
                  <a:pt x="5491" y="8429"/>
                  <a:pt x="5243" y="8335"/>
                </a:cubicBezTo>
                <a:cubicBezTo>
                  <a:pt x="5049" y="8262"/>
                  <a:pt x="4841" y="8187"/>
                  <a:pt x="4655" y="8176"/>
                </a:cubicBezTo>
                <a:cubicBezTo>
                  <a:pt x="4614" y="8173"/>
                  <a:pt x="4571" y="8176"/>
                  <a:pt x="4524" y="8176"/>
                </a:cubicBezTo>
                <a:lnTo>
                  <a:pt x="4503" y="8176"/>
                </a:lnTo>
                <a:cubicBezTo>
                  <a:pt x="4495" y="8176"/>
                  <a:pt x="4488" y="8176"/>
                  <a:pt x="4480" y="8176"/>
                </a:cubicBezTo>
                <a:cubicBezTo>
                  <a:pt x="4473" y="8176"/>
                  <a:pt x="4465" y="8176"/>
                  <a:pt x="4457" y="8176"/>
                </a:cubicBezTo>
                <a:lnTo>
                  <a:pt x="4443" y="8176"/>
                </a:lnTo>
                <a:cubicBezTo>
                  <a:pt x="4370" y="8177"/>
                  <a:pt x="4299" y="8180"/>
                  <a:pt x="4246" y="8182"/>
                </a:cubicBezTo>
                <a:cubicBezTo>
                  <a:pt x="4193" y="8185"/>
                  <a:pt x="4157" y="8189"/>
                  <a:pt x="4153" y="8189"/>
                </a:cubicBezTo>
                <a:cubicBezTo>
                  <a:pt x="4153" y="8189"/>
                  <a:pt x="4152" y="8115"/>
                  <a:pt x="4150" y="7997"/>
                </a:cubicBezTo>
                <a:cubicBezTo>
                  <a:pt x="4148" y="7879"/>
                  <a:pt x="4146" y="7717"/>
                  <a:pt x="4143" y="7549"/>
                </a:cubicBezTo>
                <a:lnTo>
                  <a:pt x="4143" y="7516"/>
                </a:lnTo>
                <a:cubicBezTo>
                  <a:pt x="4143" y="7501"/>
                  <a:pt x="4143" y="7487"/>
                  <a:pt x="4143" y="7473"/>
                </a:cubicBezTo>
                <a:cubicBezTo>
                  <a:pt x="4143" y="7459"/>
                  <a:pt x="4143" y="7445"/>
                  <a:pt x="4143" y="7430"/>
                </a:cubicBezTo>
                <a:lnTo>
                  <a:pt x="4143" y="7407"/>
                </a:lnTo>
                <a:cubicBezTo>
                  <a:pt x="4141" y="7304"/>
                  <a:pt x="4136" y="7196"/>
                  <a:pt x="4133" y="7105"/>
                </a:cubicBezTo>
                <a:cubicBezTo>
                  <a:pt x="4113" y="6394"/>
                  <a:pt x="4031" y="5001"/>
                  <a:pt x="3758" y="4598"/>
                </a:cubicBezTo>
                <a:cubicBezTo>
                  <a:pt x="3708" y="4526"/>
                  <a:pt x="3646" y="4511"/>
                  <a:pt x="3612" y="4622"/>
                </a:cubicBezTo>
                <a:cubicBezTo>
                  <a:pt x="3559" y="4786"/>
                  <a:pt x="3506" y="5411"/>
                  <a:pt x="3495" y="5573"/>
                </a:cubicBezTo>
                <a:cubicBezTo>
                  <a:pt x="3484" y="5712"/>
                  <a:pt x="3467" y="6092"/>
                  <a:pt x="3449" y="6478"/>
                </a:cubicBezTo>
                <a:lnTo>
                  <a:pt x="3444" y="6528"/>
                </a:lnTo>
                <a:cubicBezTo>
                  <a:pt x="3444" y="6536"/>
                  <a:pt x="3444" y="6543"/>
                  <a:pt x="3444" y="6551"/>
                </a:cubicBezTo>
                <a:cubicBezTo>
                  <a:pt x="3445" y="6559"/>
                  <a:pt x="3445" y="6566"/>
                  <a:pt x="3444" y="6574"/>
                </a:cubicBezTo>
                <a:lnTo>
                  <a:pt x="3439" y="6624"/>
                </a:lnTo>
                <a:cubicBezTo>
                  <a:pt x="3429" y="6825"/>
                  <a:pt x="3422" y="7022"/>
                  <a:pt x="3417" y="7181"/>
                </a:cubicBezTo>
                <a:cubicBezTo>
                  <a:pt x="3411" y="7341"/>
                  <a:pt x="3408" y="7464"/>
                  <a:pt x="3408" y="7516"/>
                </a:cubicBezTo>
                <a:cubicBezTo>
                  <a:pt x="3408" y="7524"/>
                  <a:pt x="3408" y="7528"/>
                  <a:pt x="3408" y="7536"/>
                </a:cubicBezTo>
                <a:cubicBezTo>
                  <a:pt x="3408" y="7543"/>
                  <a:pt x="3408" y="7552"/>
                  <a:pt x="3408" y="7562"/>
                </a:cubicBezTo>
                <a:lnTo>
                  <a:pt x="3408" y="7599"/>
                </a:lnTo>
                <a:cubicBezTo>
                  <a:pt x="3408" y="7637"/>
                  <a:pt x="3408" y="7680"/>
                  <a:pt x="3407" y="7725"/>
                </a:cubicBezTo>
                <a:cubicBezTo>
                  <a:pt x="3406" y="7770"/>
                  <a:pt x="3405" y="7816"/>
                  <a:pt x="3404" y="7864"/>
                </a:cubicBezTo>
                <a:lnTo>
                  <a:pt x="3404" y="7911"/>
                </a:lnTo>
                <a:lnTo>
                  <a:pt x="3404" y="7917"/>
                </a:lnTo>
                <a:lnTo>
                  <a:pt x="3404" y="7924"/>
                </a:lnTo>
                <a:lnTo>
                  <a:pt x="3404" y="7947"/>
                </a:lnTo>
                <a:cubicBezTo>
                  <a:pt x="3403" y="8049"/>
                  <a:pt x="3400" y="8150"/>
                  <a:pt x="3398" y="8226"/>
                </a:cubicBezTo>
                <a:cubicBezTo>
                  <a:pt x="3397" y="8301"/>
                  <a:pt x="3394" y="8353"/>
                  <a:pt x="3393" y="8358"/>
                </a:cubicBezTo>
                <a:cubicBezTo>
                  <a:pt x="3391" y="8362"/>
                  <a:pt x="3390" y="8367"/>
                  <a:pt x="3389" y="8371"/>
                </a:cubicBezTo>
                <a:cubicBezTo>
                  <a:pt x="3387" y="8375"/>
                  <a:pt x="3385" y="8378"/>
                  <a:pt x="3383" y="8381"/>
                </a:cubicBezTo>
                <a:cubicBezTo>
                  <a:pt x="3379" y="8387"/>
                  <a:pt x="3357" y="8399"/>
                  <a:pt x="3323" y="8415"/>
                </a:cubicBezTo>
                <a:cubicBezTo>
                  <a:pt x="3290" y="8430"/>
                  <a:pt x="3245" y="8450"/>
                  <a:pt x="3200" y="8468"/>
                </a:cubicBezTo>
                <a:lnTo>
                  <a:pt x="3185" y="8468"/>
                </a:lnTo>
                <a:lnTo>
                  <a:pt x="3181" y="8468"/>
                </a:lnTo>
                <a:lnTo>
                  <a:pt x="3166" y="8478"/>
                </a:lnTo>
                <a:cubicBezTo>
                  <a:pt x="3137" y="8489"/>
                  <a:pt x="3109" y="8492"/>
                  <a:pt x="3085" y="8501"/>
                </a:cubicBezTo>
                <a:cubicBezTo>
                  <a:pt x="2978" y="8538"/>
                  <a:pt x="2805" y="8651"/>
                  <a:pt x="2629" y="8779"/>
                </a:cubicBezTo>
                <a:lnTo>
                  <a:pt x="2602" y="8793"/>
                </a:lnTo>
                <a:cubicBezTo>
                  <a:pt x="2600" y="8794"/>
                  <a:pt x="2600" y="8797"/>
                  <a:pt x="2598" y="8799"/>
                </a:cubicBezTo>
                <a:cubicBezTo>
                  <a:pt x="2597" y="8802"/>
                  <a:pt x="2595" y="8801"/>
                  <a:pt x="2593" y="8802"/>
                </a:cubicBezTo>
                <a:lnTo>
                  <a:pt x="2567" y="8829"/>
                </a:lnTo>
                <a:cubicBezTo>
                  <a:pt x="2372" y="8975"/>
                  <a:pt x="2183" y="9130"/>
                  <a:pt x="2091" y="9227"/>
                </a:cubicBezTo>
                <a:cubicBezTo>
                  <a:pt x="1840" y="9487"/>
                  <a:pt x="1473" y="9943"/>
                  <a:pt x="1371" y="10550"/>
                </a:cubicBezTo>
                <a:cubicBezTo>
                  <a:pt x="1297" y="10986"/>
                  <a:pt x="1330" y="11355"/>
                  <a:pt x="1427" y="11767"/>
                </a:cubicBezTo>
                <a:cubicBezTo>
                  <a:pt x="1552" y="12293"/>
                  <a:pt x="1716" y="12704"/>
                  <a:pt x="1898" y="13116"/>
                </a:cubicBezTo>
                <a:cubicBezTo>
                  <a:pt x="1964" y="13262"/>
                  <a:pt x="2256" y="13849"/>
                  <a:pt x="2325" y="13971"/>
                </a:cubicBezTo>
                <a:cubicBezTo>
                  <a:pt x="2573" y="14407"/>
                  <a:pt x="2857" y="14828"/>
                  <a:pt x="3156" y="15178"/>
                </a:cubicBezTo>
                <a:cubicBezTo>
                  <a:pt x="3162" y="15186"/>
                  <a:pt x="3169" y="15194"/>
                  <a:pt x="3175" y="15201"/>
                </a:cubicBezTo>
                <a:lnTo>
                  <a:pt x="3185" y="15215"/>
                </a:lnTo>
                <a:lnTo>
                  <a:pt x="3206" y="15238"/>
                </a:lnTo>
                <a:lnTo>
                  <a:pt x="3209" y="15244"/>
                </a:lnTo>
                <a:lnTo>
                  <a:pt x="3212" y="15248"/>
                </a:lnTo>
                <a:lnTo>
                  <a:pt x="3221" y="15248"/>
                </a:lnTo>
                <a:cubicBezTo>
                  <a:pt x="3260" y="15292"/>
                  <a:pt x="3296" y="15336"/>
                  <a:pt x="3323" y="15367"/>
                </a:cubicBezTo>
                <a:cubicBezTo>
                  <a:pt x="3350" y="15398"/>
                  <a:pt x="3368" y="15417"/>
                  <a:pt x="3368" y="15417"/>
                </a:cubicBezTo>
                <a:cubicBezTo>
                  <a:pt x="3368" y="15417"/>
                  <a:pt x="3371" y="15477"/>
                  <a:pt x="3376" y="15569"/>
                </a:cubicBezTo>
                <a:cubicBezTo>
                  <a:pt x="3381" y="15661"/>
                  <a:pt x="3386" y="15785"/>
                  <a:pt x="3393" y="15911"/>
                </a:cubicBezTo>
                <a:lnTo>
                  <a:pt x="3393" y="15937"/>
                </a:lnTo>
                <a:cubicBezTo>
                  <a:pt x="3393" y="15946"/>
                  <a:pt x="3395" y="15953"/>
                  <a:pt x="3396" y="15961"/>
                </a:cubicBezTo>
                <a:cubicBezTo>
                  <a:pt x="3397" y="15968"/>
                  <a:pt x="3398" y="15975"/>
                  <a:pt x="3398" y="15984"/>
                </a:cubicBezTo>
                <a:lnTo>
                  <a:pt x="3398" y="16007"/>
                </a:lnTo>
                <a:cubicBezTo>
                  <a:pt x="3404" y="16109"/>
                  <a:pt x="3408" y="16215"/>
                  <a:pt x="3414" y="16299"/>
                </a:cubicBezTo>
                <a:cubicBezTo>
                  <a:pt x="3441" y="16698"/>
                  <a:pt x="3496" y="17044"/>
                  <a:pt x="3652" y="17201"/>
                </a:cubicBezTo>
                <a:cubicBezTo>
                  <a:pt x="3747" y="17297"/>
                  <a:pt x="3858" y="17283"/>
                  <a:pt x="3960" y="17237"/>
                </a:cubicBezTo>
                <a:cubicBezTo>
                  <a:pt x="4045" y="17199"/>
                  <a:pt x="4103" y="17110"/>
                  <a:pt x="4139" y="16935"/>
                </a:cubicBezTo>
                <a:cubicBezTo>
                  <a:pt x="4152" y="16870"/>
                  <a:pt x="4179" y="16664"/>
                  <a:pt x="4183" y="16587"/>
                </a:cubicBezTo>
                <a:cubicBezTo>
                  <a:pt x="4185" y="16553"/>
                  <a:pt x="4182" y="16515"/>
                  <a:pt x="4183" y="16478"/>
                </a:cubicBezTo>
                <a:lnTo>
                  <a:pt x="4183" y="16455"/>
                </a:lnTo>
                <a:lnTo>
                  <a:pt x="4183" y="16441"/>
                </a:lnTo>
                <a:cubicBezTo>
                  <a:pt x="4184" y="16394"/>
                  <a:pt x="4187" y="16349"/>
                  <a:pt x="4188" y="16309"/>
                </a:cubicBezTo>
                <a:cubicBezTo>
                  <a:pt x="4189" y="16269"/>
                  <a:pt x="4189" y="16234"/>
                  <a:pt x="4189" y="16213"/>
                </a:cubicBezTo>
                <a:lnTo>
                  <a:pt x="4189" y="16189"/>
                </a:lnTo>
                <a:lnTo>
                  <a:pt x="4189" y="16176"/>
                </a:lnTo>
                <a:cubicBezTo>
                  <a:pt x="4189" y="16176"/>
                  <a:pt x="4221" y="16195"/>
                  <a:pt x="4271" y="16223"/>
                </a:cubicBezTo>
                <a:cubicBezTo>
                  <a:pt x="4321" y="16250"/>
                  <a:pt x="4388" y="16288"/>
                  <a:pt x="4457" y="16322"/>
                </a:cubicBezTo>
                <a:lnTo>
                  <a:pt x="4478" y="16335"/>
                </a:lnTo>
                <a:lnTo>
                  <a:pt x="4480" y="16335"/>
                </a:lnTo>
                <a:lnTo>
                  <a:pt x="4483" y="16335"/>
                </a:lnTo>
                <a:lnTo>
                  <a:pt x="4493" y="16345"/>
                </a:lnTo>
                <a:cubicBezTo>
                  <a:pt x="4532" y="16364"/>
                  <a:pt x="4573" y="16380"/>
                  <a:pt x="4609" y="16395"/>
                </a:cubicBezTo>
                <a:cubicBezTo>
                  <a:pt x="5099" y="16610"/>
                  <a:pt x="5631" y="16624"/>
                  <a:pt x="6093" y="16491"/>
                </a:cubicBezTo>
                <a:cubicBezTo>
                  <a:pt x="6775" y="16293"/>
                  <a:pt x="7567" y="15703"/>
                  <a:pt x="8080" y="14648"/>
                </a:cubicBezTo>
                <a:cubicBezTo>
                  <a:pt x="8218" y="14364"/>
                  <a:pt x="8454" y="13694"/>
                  <a:pt x="8552" y="13275"/>
                </a:cubicBezTo>
                <a:cubicBezTo>
                  <a:pt x="8609" y="13031"/>
                  <a:pt x="8659" y="12788"/>
                  <a:pt x="8713" y="12489"/>
                </a:cubicBezTo>
                <a:cubicBezTo>
                  <a:pt x="8719" y="12459"/>
                  <a:pt x="8740" y="12320"/>
                  <a:pt x="8761" y="12161"/>
                </a:cubicBezTo>
                <a:cubicBezTo>
                  <a:pt x="8782" y="12003"/>
                  <a:pt x="8803" y="11827"/>
                  <a:pt x="8809" y="11720"/>
                </a:cubicBezTo>
                <a:cubicBezTo>
                  <a:pt x="8811" y="11692"/>
                  <a:pt x="8816" y="11607"/>
                  <a:pt x="8821" y="11491"/>
                </a:cubicBezTo>
                <a:cubicBezTo>
                  <a:pt x="8825" y="11376"/>
                  <a:pt x="8830" y="11229"/>
                  <a:pt x="8835" y="11080"/>
                </a:cubicBezTo>
                <a:lnTo>
                  <a:pt x="8835" y="11057"/>
                </a:lnTo>
                <a:cubicBezTo>
                  <a:pt x="8837" y="10968"/>
                  <a:pt x="8839" y="10879"/>
                  <a:pt x="8839" y="10795"/>
                </a:cubicBezTo>
                <a:cubicBezTo>
                  <a:pt x="8839" y="10711"/>
                  <a:pt x="8838" y="10631"/>
                  <a:pt x="8835" y="10563"/>
                </a:cubicBezTo>
                <a:cubicBezTo>
                  <a:pt x="8835" y="10529"/>
                  <a:pt x="8835" y="10483"/>
                  <a:pt x="8833" y="10430"/>
                </a:cubicBezTo>
                <a:cubicBezTo>
                  <a:pt x="8831" y="10378"/>
                  <a:pt x="8829" y="10319"/>
                  <a:pt x="8825" y="10261"/>
                </a:cubicBezTo>
                <a:lnTo>
                  <a:pt x="8819" y="10225"/>
                </a:lnTo>
                <a:cubicBezTo>
                  <a:pt x="8814" y="10156"/>
                  <a:pt x="8810" y="10089"/>
                  <a:pt x="8807" y="10036"/>
                </a:cubicBezTo>
                <a:cubicBezTo>
                  <a:pt x="8803" y="9982"/>
                  <a:pt x="8801" y="9942"/>
                  <a:pt x="8800" y="9923"/>
                </a:cubicBezTo>
                <a:cubicBezTo>
                  <a:pt x="8797" y="9915"/>
                  <a:pt x="8777" y="9723"/>
                  <a:pt x="8763" y="9588"/>
                </a:cubicBezTo>
                <a:cubicBezTo>
                  <a:pt x="8758" y="9530"/>
                  <a:pt x="8739" y="9411"/>
                  <a:pt x="8719" y="9287"/>
                </a:cubicBezTo>
                <a:lnTo>
                  <a:pt x="8713" y="9250"/>
                </a:lnTo>
                <a:cubicBezTo>
                  <a:pt x="8688" y="9095"/>
                  <a:pt x="8662" y="8941"/>
                  <a:pt x="8652" y="8899"/>
                </a:cubicBezTo>
                <a:cubicBezTo>
                  <a:pt x="8598" y="8669"/>
                  <a:pt x="8568" y="8470"/>
                  <a:pt x="8526" y="8272"/>
                </a:cubicBezTo>
                <a:cubicBezTo>
                  <a:pt x="8352" y="7444"/>
                  <a:pt x="7989" y="6400"/>
                  <a:pt x="7700" y="5719"/>
                </a:cubicBezTo>
                <a:cubicBezTo>
                  <a:pt x="7550" y="5367"/>
                  <a:pt x="7346" y="4928"/>
                  <a:pt x="7188" y="4622"/>
                </a:cubicBezTo>
                <a:cubicBezTo>
                  <a:pt x="7151" y="4548"/>
                  <a:pt x="7017" y="4310"/>
                  <a:pt x="6878" y="4068"/>
                </a:cubicBezTo>
                <a:lnTo>
                  <a:pt x="6859" y="4045"/>
                </a:lnTo>
                <a:cubicBezTo>
                  <a:pt x="6858" y="4042"/>
                  <a:pt x="6857" y="4036"/>
                  <a:pt x="6856" y="4031"/>
                </a:cubicBezTo>
                <a:cubicBezTo>
                  <a:pt x="6856" y="4027"/>
                  <a:pt x="6855" y="4024"/>
                  <a:pt x="6853" y="4022"/>
                </a:cubicBezTo>
                <a:lnTo>
                  <a:pt x="6834" y="3995"/>
                </a:lnTo>
                <a:cubicBezTo>
                  <a:pt x="6704" y="3769"/>
                  <a:pt x="6583" y="3551"/>
                  <a:pt x="6545" y="3491"/>
                </a:cubicBezTo>
                <a:cubicBezTo>
                  <a:pt x="6282" y="3081"/>
                  <a:pt x="5808" y="2460"/>
                  <a:pt x="5511" y="2118"/>
                </a:cubicBezTo>
                <a:cubicBezTo>
                  <a:pt x="5096" y="1643"/>
                  <a:pt x="4530" y="1113"/>
                  <a:pt x="4097" y="802"/>
                </a:cubicBezTo>
                <a:cubicBezTo>
                  <a:pt x="3341" y="256"/>
                  <a:pt x="2603" y="-60"/>
                  <a:pt x="1823" y="10"/>
                </a:cubicBezTo>
                <a:close/>
                <a:moveTo>
                  <a:pt x="10241" y="1372"/>
                </a:moveTo>
                <a:cubicBezTo>
                  <a:pt x="10157" y="1361"/>
                  <a:pt x="10071" y="1367"/>
                  <a:pt x="9985" y="1392"/>
                </a:cubicBezTo>
                <a:cubicBezTo>
                  <a:pt x="9813" y="1442"/>
                  <a:pt x="9644" y="1557"/>
                  <a:pt x="9508" y="1694"/>
                </a:cubicBezTo>
                <a:cubicBezTo>
                  <a:pt x="9220" y="1984"/>
                  <a:pt x="8956" y="2411"/>
                  <a:pt x="8754" y="2924"/>
                </a:cubicBezTo>
                <a:cubicBezTo>
                  <a:pt x="8552" y="3432"/>
                  <a:pt x="8399" y="4082"/>
                  <a:pt x="8415" y="4781"/>
                </a:cubicBezTo>
                <a:cubicBezTo>
                  <a:pt x="8420" y="5005"/>
                  <a:pt x="8459" y="5350"/>
                  <a:pt x="8506" y="5550"/>
                </a:cubicBezTo>
                <a:cubicBezTo>
                  <a:pt x="8546" y="5719"/>
                  <a:pt x="8616" y="5890"/>
                  <a:pt x="8632" y="6067"/>
                </a:cubicBezTo>
                <a:cubicBezTo>
                  <a:pt x="8642" y="6172"/>
                  <a:pt x="8635" y="6318"/>
                  <a:pt x="8637" y="6442"/>
                </a:cubicBezTo>
                <a:cubicBezTo>
                  <a:pt x="8640" y="6726"/>
                  <a:pt x="8695" y="7012"/>
                  <a:pt x="8784" y="7201"/>
                </a:cubicBezTo>
                <a:cubicBezTo>
                  <a:pt x="8849" y="7336"/>
                  <a:pt x="8905" y="7331"/>
                  <a:pt x="8971" y="7214"/>
                </a:cubicBezTo>
                <a:cubicBezTo>
                  <a:pt x="8990" y="7183"/>
                  <a:pt x="9017" y="7107"/>
                  <a:pt x="9033" y="7045"/>
                </a:cubicBezTo>
                <a:cubicBezTo>
                  <a:pt x="9062" y="6930"/>
                  <a:pt x="9087" y="6773"/>
                  <a:pt x="9113" y="6707"/>
                </a:cubicBezTo>
                <a:cubicBezTo>
                  <a:pt x="9115" y="6702"/>
                  <a:pt x="9121" y="6704"/>
                  <a:pt x="9129" y="6710"/>
                </a:cubicBezTo>
                <a:cubicBezTo>
                  <a:pt x="9137" y="6717"/>
                  <a:pt x="9146" y="6730"/>
                  <a:pt x="9154" y="6744"/>
                </a:cubicBezTo>
                <a:cubicBezTo>
                  <a:pt x="9157" y="6748"/>
                  <a:pt x="9165" y="6755"/>
                  <a:pt x="9176" y="6763"/>
                </a:cubicBezTo>
                <a:cubicBezTo>
                  <a:pt x="9188" y="6772"/>
                  <a:pt x="9203" y="6780"/>
                  <a:pt x="9219" y="6790"/>
                </a:cubicBezTo>
                <a:lnTo>
                  <a:pt x="9231" y="6803"/>
                </a:lnTo>
                <a:cubicBezTo>
                  <a:pt x="9245" y="6812"/>
                  <a:pt x="9260" y="6820"/>
                  <a:pt x="9274" y="6826"/>
                </a:cubicBezTo>
                <a:cubicBezTo>
                  <a:pt x="9287" y="6833"/>
                  <a:pt x="9299" y="6838"/>
                  <a:pt x="9306" y="6840"/>
                </a:cubicBezTo>
                <a:cubicBezTo>
                  <a:pt x="9365" y="6849"/>
                  <a:pt x="9423" y="6887"/>
                  <a:pt x="9483" y="6899"/>
                </a:cubicBezTo>
                <a:cubicBezTo>
                  <a:pt x="9677" y="6941"/>
                  <a:pt x="9946" y="6793"/>
                  <a:pt x="10117" y="6634"/>
                </a:cubicBezTo>
                <a:cubicBezTo>
                  <a:pt x="10508" y="6271"/>
                  <a:pt x="10809" y="5739"/>
                  <a:pt x="11114" y="4996"/>
                </a:cubicBezTo>
                <a:cubicBezTo>
                  <a:pt x="11292" y="4565"/>
                  <a:pt x="11450" y="3858"/>
                  <a:pt x="11393" y="3213"/>
                </a:cubicBezTo>
                <a:cubicBezTo>
                  <a:pt x="11364" y="2891"/>
                  <a:pt x="11304" y="2675"/>
                  <a:pt x="11191" y="2443"/>
                </a:cubicBezTo>
                <a:cubicBezTo>
                  <a:pt x="11135" y="2329"/>
                  <a:pt x="10998" y="2158"/>
                  <a:pt x="10902" y="2118"/>
                </a:cubicBezTo>
                <a:cubicBezTo>
                  <a:pt x="10897" y="2116"/>
                  <a:pt x="10887" y="2107"/>
                  <a:pt x="10881" y="2105"/>
                </a:cubicBezTo>
                <a:lnTo>
                  <a:pt x="10872" y="2105"/>
                </a:lnTo>
                <a:cubicBezTo>
                  <a:pt x="10861" y="2101"/>
                  <a:pt x="10853" y="2099"/>
                  <a:pt x="10845" y="2095"/>
                </a:cubicBezTo>
                <a:cubicBezTo>
                  <a:pt x="10837" y="2092"/>
                  <a:pt x="10830" y="2089"/>
                  <a:pt x="10826" y="2082"/>
                </a:cubicBezTo>
                <a:cubicBezTo>
                  <a:pt x="10811" y="2060"/>
                  <a:pt x="10800" y="2003"/>
                  <a:pt x="10785" y="1959"/>
                </a:cubicBezTo>
                <a:cubicBezTo>
                  <a:pt x="10717" y="1753"/>
                  <a:pt x="10579" y="1558"/>
                  <a:pt x="10481" y="1479"/>
                </a:cubicBezTo>
                <a:cubicBezTo>
                  <a:pt x="10406" y="1417"/>
                  <a:pt x="10325" y="1384"/>
                  <a:pt x="10241" y="1372"/>
                </a:cubicBezTo>
                <a:close/>
                <a:moveTo>
                  <a:pt x="9681" y="2874"/>
                </a:moveTo>
                <a:cubicBezTo>
                  <a:pt x="9681" y="2874"/>
                  <a:pt x="9618" y="2994"/>
                  <a:pt x="9564" y="3103"/>
                </a:cubicBezTo>
                <a:cubicBezTo>
                  <a:pt x="9388" y="3462"/>
                  <a:pt x="9152" y="4048"/>
                  <a:pt x="9023" y="4466"/>
                </a:cubicBezTo>
                <a:cubicBezTo>
                  <a:pt x="9006" y="4519"/>
                  <a:pt x="8988" y="4579"/>
                  <a:pt x="8971" y="4635"/>
                </a:cubicBezTo>
                <a:lnTo>
                  <a:pt x="8967" y="4658"/>
                </a:lnTo>
                <a:cubicBezTo>
                  <a:pt x="8941" y="4748"/>
                  <a:pt x="8915" y="4832"/>
                  <a:pt x="8896" y="4894"/>
                </a:cubicBezTo>
                <a:cubicBezTo>
                  <a:pt x="8877" y="4956"/>
                  <a:pt x="8865" y="4996"/>
                  <a:pt x="8865" y="4996"/>
                </a:cubicBezTo>
                <a:cubicBezTo>
                  <a:pt x="8865" y="4996"/>
                  <a:pt x="8852" y="4908"/>
                  <a:pt x="8840" y="4840"/>
                </a:cubicBezTo>
                <a:cubicBezTo>
                  <a:pt x="8760" y="4366"/>
                  <a:pt x="8936" y="3830"/>
                  <a:pt x="9098" y="3501"/>
                </a:cubicBezTo>
                <a:cubicBezTo>
                  <a:pt x="9196" y="3301"/>
                  <a:pt x="9390" y="2986"/>
                  <a:pt x="9523" y="2924"/>
                </a:cubicBezTo>
                <a:cubicBezTo>
                  <a:pt x="9580" y="2897"/>
                  <a:pt x="9681" y="2874"/>
                  <a:pt x="9681" y="2874"/>
                </a:cubicBezTo>
                <a:close/>
                <a:moveTo>
                  <a:pt x="10720" y="3010"/>
                </a:moveTo>
                <a:cubicBezTo>
                  <a:pt x="10760" y="3009"/>
                  <a:pt x="10798" y="3030"/>
                  <a:pt x="10846" y="3080"/>
                </a:cubicBezTo>
                <a:cubicBezTo>
                  <a:pt x="10922" y="3156"/>
                  <a:pt x="10978" y="3322"/>
                  <a:pt x="10989" y="3537"/>
                </a:cubicBezTo>
                <a:cubicBezTo>
                  <a:pt x="11022" y="4204"/>
                  <a:pt x="10700" y="4766"/>
                  <a:pt x="10481" y="5056"/>
                </a:cubicBezTo>
                <a:cubicBezTo>
                  <a:pt x="10259" y="5350"/>
                  <a:pt x="10023" y="5522"/>
                  <a:pt x="9767" y="5563"/>
                </a:cubicBezTo>
                <a:cubicBezTo>
                  <a:pt x="9731" y="5569"/>
                  <a:pt x="9674" y="5573"/>
                  <a:pt x="9615" y="5573"/>
                </a:cubicBezTo>
                <a:lnTo>
                  <a:pt x="9606" y="5573"/>
                </a:lnTo>
                <a:cubicBezTo>
                  <a:pt x="9603" y="5573"/>
                  <a:pt x="9598" y="5573"/>
                  <a:pt x="9594" y="5573"/>
                </a:cubicBezTo>
                <a:cubicBezTo>
                  <a:pt x="9591" y="5573"/>
                  <a:pt x="9588" y="5573"/>
                  <a:pt x="9585" y="5573"/>
                </a:cubicBezTo>
                <a:lnTo>
                  <a:pt x="9575" y="5573"/>
                </a:lnTo>
                <a:cubicBezTo>
                  <a:pt x="9530" y="5572"/>
                  <a:pt x="9486" y="5570"/>
                  <a:pt x="9454" y="5563"/>
                </a:cubicBezTo>
                <a:cubicBezTo>
                  <a:pt x="9421" y="5556"/>
                  <a:pt x="9400" y="5545"/>
                  <a:pt x="9398" y="5527"/>
                </a:cubicBezTo>
                <a:cubicBezTo>
                  <a:pt x="9397" y="5519"/>
                  <a:pt x="9400" y="5500"/>
                  <a:pt x="9406" y="5474"/>
                </a:cubicBezTo>
                <a:cubicBezTo>
                  <a:pt x="9413" y="5448"/>
                  <a:pt x="9422" y="5414"/>
                  <a:pt x="9433" y="5381"/>
                </a:cubicBezTo>
                <a:cubicBezTo>
                  <a:pt x="9468" y="5274"/>
                  <a:pt x="9515" y="5123"/>
                  <a:pt x="9560" y="4983"/>
                </a:cubicBezTo>
                <a:cubicBezTo>
                  <a:pt x="9752" y="4392"/>
                  <a:pt x="10104" y="3645"/>
                  <a:pt x="10354" y="3299"/>
                </a:cubicBezTo>
                <a:cubicBezTo>
                  <a:pt x="10440" y="3182"/>
                  <a:pt x="10483" y="3144"/>
                  <a:pt x="10573" y="3080"/>
                </a:cubicBezTo>
                <a:cubicBezTo>
                  <a:pt x="10635" y="3036"/>
                  <a:pt x="10679" y="3012"/>
                  <a:pt x="10720" y="3010"/>
                </a:cubicBezTo>
                <a:close/>
                <a:moveTo>
                  <a:pt x="14986" y="6876"/>
                </a:moveTo>
                <a:cubicBezTo>
                  <a:pt x="14948" y="6879"/>
                  <a:pt x="14907" y="6923"/>
                  <a:pt x="14890" y="7082"/>
                </a:cubicBezTo>
                <a:cubicBezTo>
                  <a:pt x="14859" y="7367"/>
                  <a:pt x="14898" y="7664"/>
                  <a:pt x="14905" y="7718"/>
                </a:cubicBezTo>
                <a:lnTo>
                  <a:pt x="14905" y="7732"/>
                </a:lnTo>
                <a:cubicBezTo>
                  <a:pt x="15072" y="9076"/>
                  <a:pt x="15173" y="10145"/>
                  <a:pt x="15234" y="10878"/>
                </a:cubicBezTo>
                <a:cubicBezTo>
                  <a:pt x="15295" y="11611"/>
                  <a:pt x="15315" y="12009"/>
                  <a:pt x="15315" y="12009"/>
                </a:cubicBezTo>
                <a:cubicBezTo>
                  <a:pt x="15315" y="12009"/>
                  <a:pt x="15318" y="12123"/>
                  <a:pt x="15316" y="12241"/>
                </a:cubicBezTo>
                <a:cubicBezTo>
                  <a:pt x="15315" y="12358"/>
                  <a:pt x="15309" y="12476"/>
                  <a:pt x="15290" y="12489"/>
                </a:cubicBezTo>
                <a:cubicBezTo>
                  <a:pt x="15277" y="12513"/>
                  <a:pt x="15263" y="12512"/>
                  <a:pt x="15252" y="12503"/>
                </a:cubicBezTo>
                <a:cubicBezTo>
                  <a:pt x="15242" y="12494"/>
                  <a:pt x="15234" y="12479"/>
                  <a:pt x="15234" y="12479"/>
                </a:cubicBezTo>
                <a:cubicBezTo>
                  <a:pt x="15225" y="12480"/>
                  <a:pt x="15197" y="12395"/>
                  <a:pt x="15160" y="12267"/>
                </a:cubicBezTo>
                <a:cubicBezTo>
                  <a:pt x="15123" y="12139"/>
                  <a:pt x="15077" y="11968"/>
                  <a:pt x="15031" y="11793"/>
                </a:cubicBezTo>
                <a:lnTo>
                  <a:pt x="15017" y="11757"/>
                </a:lnTo>
                <a:cubicBezTo>
                  <a:pt x="14978" y="11611"/>
                  <a:pt x="14939" y="11464"/>
                  <a:pt x="14908" y="11342"/>
                </a:cubicBezTo>
                <a:cubicBezTo>
                  <a:pt x="14876" y="11220"/>
                  <a:pt x="14851" y="11123"/>
                  <a:pt x="14838" y="11070"/>
                </a:cubicBezTo>
                <a:lnTo>
                  <a:pt x="14838" y="11044"/>
                </a:lnTo>
                <a:cubicBezTo>
                  <a:pt x="14836" y="11035"/>
                  <a:pt x="14835" y="11031"/>
                  <a:pt x="14833" y="11027"/>
                </a:cubicBezTo>
                <a:cubicBezTo>
                  <a:pt x="14831" y="11023"/>
                  <a:pt x="14828" y="11021"/>
                  <a:pt x="14828" y="11021"/>
                </a:cubicBezTo>
                <a:lnTo>
                  <a:pt x="14757" y="10742"/>
                </a:lnTo>
                <a:cubicBezTo>
                  <a:pt x="14556" y="9970"/>
                  <a:pt x="14395" y="9453"/>
                  <a:pt x="14285" y="9127"/>
                </a:cubicBezTo>
                <a:cubicBezTo>
                  <a:pt x="14174" y="8802"/>
                  <a:pt x="14115" y="8670"/>
                  <a:pt x="14115" y="8670"/>
                </a:cubicBezTo>
                <a:cubicBezTo>
                  <a:pt x="14058" y="8543"/>
                  <a:pt x="13912" y="8188"/>
                  <a:pt x="13730" y="8670"/>
                </a:cubicBezTo>
                <a:cubicBezTo>
                  <a:pt x="13547" y="9154"/>
                  <a:pt x="13401" y="10715"/>
                  <a:pt x="13344" y="12178"/>
                </a:cubicBezTo>
                <a:cubicBezTo>
                  <a:pt x="13319" y="12907"/>
                  <a:pt x="13317" y="13478"/>
                  <a:pt x="13332" y="13912"/>
                </a:cubicBezTo>
                <a:cubicBezTo>
                  <a:pt x="13348" y="14345"/>
                  <a:pt x="13381" y="14642"/>
                  <a:pt x="13426" y="14817"/>
                </a:cubicBezTo>
                <a:cubicBezTo>
                  <a:pt x="13475" y="14994"/>
                  <a:pt x="13547" y="15113"/>
                  <a:pt x="13627" y="15148"/>
                </a:cubicBezTo>
                <a:cubicBezTo>
                  <a:pt x="13706" y="15184"/>
                  <a:pt x="13792" y="15138"/>
                  <a:pt x="13871" y="14986"/>
                </a:cubicBezTo>
                <a:cubicBezTo>
                  <a:pt x="14036" y="14683"/>
                  <a:pt x="14002" y="12767"/>
                  <a:pt x="14028" y="11780"/>
                </a:cubicBezTo>
                <a:cubicBezTo>
                  <a:pt x="14053" y="10788"/>
                  <a:pt x="14094" y="10961"/>
                  <a:pt x="14094" y="10961"/>
                </a:cubicBezTo>
                <a:cubicBezTo>
                  <a:pt x="14102" y="10956"/>
                  <a:pt x="14118" y="10993"/>
                  <a:pt x="14138" y="11057"/>
                </a:cubicBezTo>
                <a:cubicBezTo>
                  <a:pt x="14158" y="11121"/>
                  <a:pt x="14182" y="11212"/>
                  <a:pt x="14205" y="11309"/>
                </a:cubicBezTo>
                <a:lnTo>
                  <a:pt x="14211" y="11332"/>
                </a:lnTo>
                <a:lnTo>
                  <a:pt x="14215" y="11369"/>
                </a:lnTo>
                <a:cubicBezTo>
                  <a:pt x="14218" y="11380"/>
                  <a:pt x="14221" y="11389"/>
                  <a:pt x="14223" y="11399"/>
                </a:cubicBezTo>
                <a:cubicBezTo>
                  <a:pt x="14226" y="11408"/>
                  <a:pt x="14228" y="11421"/>
                  <a:pt x="14230" y="11432"/>
                </a:cubicBezTo>
                <a:lnTo>
                  <a:pt x="14236" y="11455"/>
                </a:lnTo>
                <a:cubicBezTo>
                  <a:pt x="14258" y="11550"/>
                  <a:pt x="14279" y="11643"/>
                  <a:pt x="14294" y="11713"/>
                </a:cubicBezTo>
                <a:cubicBezTo>
                  <a:pt x="14310" y="11784"/>
                  <a:pt x="14321" y="11831"/>
                  <a:pt x="14322" y="11839"/>
                </a:cubicBezTo>
                <a:cubicBezTo>
                  <a:pt x="14322" y="11839"/>
                  <a:pt x="14824" y="14274"/>
                  <a:pt x="15138" y="14634"/>
                </a:cubicBezTo>
                <a:cubicBezTo>
                  <a:pt x="15456" y="14994"/>
                  <a:pt x="15709" y="14417"/>
                  <a:pt x="15806" y="13875"/>
                </a:cubicBezTo>
                <a:cubicBezTo>
                  <a:pt x="15904" y="13330"/>
                  <a:pt x="16070" y="11526"/>
                  <a:pt x="15821" y="9525"/>
                </a:cubicBezTo>
                <a:cubicBezTo>
                  <a:pt x="15570" y="7525"/>
                  <a:pt x="15057" y="6913"/>
                  <a:pt x="15057" y="6913"/>
                </a:cubicBezTo>
                <a:cubicBezTo>
                  <a:pt x="15057" y="6913"/>
                  <a:pt x="15024" y="6874"/>
                  <a:pt x="14986" y="6876"/>
                </a:cubicBezTo>
                <a:close/>
                <a:moveTo>
                  <a:pt x="19759" y="7688"/>
                </a:moveTo>
                <a:cubicBezTo>
                  <a:pt x="19741" y="7698"/>
                  <a:pt x="19722" y="7718"/>
                  <a:pt x="19706" y="7738"/>
                </a:cubicBezTo>
                <a:cubicBezTo>
                  <a:pt x="19672" y="7779"/>
                  <a:pt x="19647" y="7828"/>
                  <a:pt x="19647" y="7828"/>
                </a:cubicBezTo>
                <a:cubicBezTo>
                  <a:pt x="19224" y="8731"/>
                  <a:pt x="18983" y="9685"/>
                  <a:pt x="18848" y="10414"/>
                </a:cubicBezTo>
                <a:cubicBezTo>
                  <a:pt x="18713" y="11143"/>
                  <a:pt x="18685" y="11647"/>
                  <a:pt x="18685" y="11647"/>
                </a:cubicBezTo>
                <a:cubicBezTo>
                  <a:pt x="18645" y="12187"/>
                  <a:pt x="18649" y="12644"/>
                  <a:pt x="18679" y="13033"/>
                </a:cubicBezTo>
                <a:cubicBezTo>
                  <a:pt x="18710" y="13422"/>
                  <a:pt x="18768" y="13743"/>
                  <a:pt x="18837" y="14008"/>
                </a:cubicBezTo>
                <a:cubicBezTo>
                  <a:pt x="18602" y="15200"/>
                  <a:pt x="18425" y="16317"/>
                  <a:pt x="18315" y="17290"/>
                </a:cubicBezTo>
                <a:cubicBezTo>
                  <a:pt x="18206" y="18263"/>
                  <a:pt x="18162" y="19092"/>
                  <a:pt x="18193" y="19707"/>
                </a:cubicBezTo>
                <a:cubicBezTo>
                  <a:pt x="18221" y="20175"/>
                  <a:pt x="18307" y="20576"/>
                  <a:pt x="18406" y="20878"/>
                </a:cubicBezTo>
                <a:cubicBezTo>
                  <a:pt x="18506" y="21179"/>
                  <a:pt x="18619" y="21383"/>
                  <a:pt x="18704" y="21454"/>
                </a:cubicBezTo>
                <a:cubicBezTo>
                  <a:pt x="18791" y="21540"/>
                  <a:pt x="18841" y="21461"/>
                  <a:pt x="18870" y="21362"/>
                </a:cubicBezTo>
                <a:cubicBezTo>
                  <a:pt x="18899" y="21262"/>
                  <a:pt x="18907" y="21139"/>
                  <a:pt x="18907" y="21139"/>
                </a:cubicBezTo>
                <a:cubicBezTo>
                  <a:pt x="18977" y="19868"/>
                  <a:pt x="19074" y="18808"/>
                  <a:pt x="19190" y="17854"/>
                </a:cubicBezTo>
                <a:cubicBezTo>
                  <a:pt x="19305" y="16900"/>
                  <a:pt x="19440" y="16055"/>
                  <a:pt x="19586" y="15215"/>
                </a:cubicBezTo>
                <a:cubicBezTo>
                  <a:pt x="20468" y="15697"/>
                  <a:pt x="21130" y="13657"/>
                  <a:pt x="21365" y="12682"/>
                </a:cubicBezTo>
                <a:cubicBezTo>
                  <a:pt x="21503" y="12096"/>
                  <a:pt x="21578" y="11312"/>
                  <a:pt x="21578" y="10576"/>
                </a:cubicBezTo>
                <a:cubicBezTo>
                  <a:pt x="21578" y="9738"/>
                  <a:pt x="21483" y="8958"/>
                  <a:pt x="21273" y="8600"/>
                </a:cubicBezTo>
                <a:cubicBezTo>
                  <a:pt x="20960" y="8084"/>
                  <a:pt x="20551" y="8642"/>
                  <a:pt x="20164" y="9535"/>
                </a:cubicBezTo>
                <a:cubicBezTo>
                  <a:pt x="19777" y="10428"/>
                  <a:pt x="19413" y="11655"/>
                  <a:pt x="19191" y="12466"/>
                </a:cubicBezTo>
                <a:cubicBezTo>
                  <a:pt x="19158" y="12053"/>
                  <a:pt x="19201" y="11583"/>
                  <a:pt x="19252" y="11216"/>
                </a:cubicBezTo>
                <a:cubicBezTo>
                  <a:pt x="19304" y="10850"/>
                  <a:pt x="19363" y="10586"/>
                  <a:pt x="19363" y="10586"/>
                </a:cubicBezTo>
                <a:cubicBezTo>
                  <a:pt x="19363" y="10586"/>
                  <a:pt x="19390" y="10475"/>
                  <a:pt x="19431" y="10304"/>
                </a:cubicBezTo>
                <a:cubicBezTo>
                  <a:pt x="19472" y="10134"/>
                  <a:pt x="19527" y="9904"/>
                  <a:pt x="19581" y="9671"/>
                </a:cubicBezTo>
                <a:lnTo>
                  <a:pt x="19591" y="9621"/>
                </a:lnTo>
                <a:lnTo>
                  <a:pt x="19607" y="9562"/>
                </a:lnTo>
                <a:cubicBezTo>
                  <a:pt x="19649" y="9381"/>
                  <a:pt x="19690" y="9203"/>
                  <a:pt x="19724" y="9054"/>
                </a:cubicBezTo>
                <a:cubicBezTo>
                  <a:pt x="19757" y="8905"/>
                  <a:pt x="19782" y="8786"/>
                  <a:pt x="19793" y="8720"/>
                </a:cubicBezTo>
                <a:cubicBezTo>
                  <a:pt x="19819" y="8561"/>
                  <a:pt x="19839" y="8321"/>
                  <a:pt x="19845" y="8113"/>
                </a:cubicBezTo>
                <a:cubicBezTo>
                  <a:pt x="19850" y="7905"/>
                  <a:pt x="19841" y="7727"/>
                  <a:pt x="19809" y="7695"/>
                </a:cubicBezTo>
                <a:cubicBezTo>
                  <a:pt x="19794" y="7679"/>
                  <a:pt x="19776" y="7679"/>
                  <a:pt x="19759" y="7688"/>
                </a:cubicBezTo>
                <a:close/>
                <a:moveTo>
                  <a:pt x="11882" y="7858"/>
                </a:moveTo>
                <a:cubicBezTo>
                  <a:pt x="11747" y="7868"/>
                  <a:pt x="11620" y="7891"/>
                  <a:pt x="11510" y="7924"/>
                </a:cubicBezTo>
                <a:cubicBezTo>
                  <a:pt x="11056" y="8058"/>
                  <a:pt x="10447" y="8398"/>
                  <a:pt x="10187" y="9287"/>
                </a:cubicBezTo>
                <a:cubicBezTo>
                  <a:pt x="10088" y="9625"/>
                  <a:pt x="10030" y="10139"/>
                  <a:pt x="10075" y="10563"/>
                </a:cubicBezTo>
                <a:cubicBezTo>
                  <a:pt x="10101" y="10799"/>
                  <a:pt x="10190" y="11009"/>
                  <a:pt x="10279" y="11103"/>
                </a:cubicBezTo>
                <a:cubicBezTo>
                  <a:pt x="10367" y="11198"/>
                  <a:pt x="10476" y="11252"/>
                  <a:pt x="10577" y="11286"/>
                </a:cubicBezTo>
                <a:cubicBezTo>
                  <a:pt x="10641" y="11308"/>
                  <a:pt x="10831" y="11355"/>
                  <a:pt x="11029" y="11395"/>
                </a:cubicBezTo>
                <a:lnTo>
                  <a:pt x="11049" y="11395"/>
                </a:lnTo>
                <a:cubicBezTo>
                  <a:pt x="11052" y="11396"/>
                  <a:pt x="11055" y="11396"/>
                  <a:pt x="11058" y="11395"/>
                </a:cubicBezTo>
                <a:cubicBezTo>
                  <a:pt x="11062" y="11395"/>
                  <a:pt x="11066" y="11395"/>
                  <a:pt x="11070" y="11395"/>
                </a:cubicBezTo>
                <a:lnTo>
                  <a:pt x="11095" y="11405"/>
                </a:lnTo>
                <a:cubicBezTo>
                  <a:pt x="11184" y="11424"/>
                  <a:pt x="11273" y="11439"/>
                  <a:pt x="11348" y="11455"/>
                </a:cubicBezTo>
                <a:cubicBezTo>
                  <a:pt x="11598" y="11504"/>
                  <a:pt x="12083" y="11629"/>
                  <a:pt x="12345" y="11889"/>
                </a:cubicBezTo>
                <a:cubicBezTo>
                  <a:pt x="12345" y="11889"/>
                  <a:pt x="12591" y="12093"/>
                  <a:pt x="12589" y="12430"/>
                </a:cubicBezTo>
                <a:cubicBezTo>
                  <a:pt x="12589" y="12596"/>
                  <a:pt x="12536" y="12724"/>
                  <a:pt x="12483" y="12814"/>
                </a:cubicBezTo>
                <a:cubicBezTo>
                  <a:pt x="12095" y="13469"/>
                  <a:pt x="11560" y="13665"/>
                  <a:pt x="11085" y="13646"/>
                </a:cubicBezTo>
                <a:cubicBezTo>
                  <a:pt x="10924" y="13641"/>
                  <a:pt x="10793" y="13571"/>
                  <a:pt x="10629" y="13404"/>
                </a:cubicBezTo>
                <a:cubicBezTo>
                  <a:pt x="10559" y="13332"/>
                  <a:pt x="10468" y="13168"/>
                  <a:pt x="10481" y="12983"/>
                </a:cubicBezTo>
                <a:cubicBezTo>
                  <a:pt x="10508" y="12624"/>
                  <a:pt x="10677" y="12531"/>
                  <a:pt x="10816" y="12562"/>
                </a:cubicBezTo>
                <a:cubicBezTo>
                  <a:pt x="10893" y="12579"/>
                  <a:pt x="10994" y="12648"/>
                  <a:pt x="11070" y="12718"/>
                </a:cubicBezTo>
                <a:cubicBezTo>
                  <a:pt x="11374" y="13004"/>
                  <a:pt x="11510" y="13250"/>
                  <a:pt x="11778" y="13152"/>
                </a:cubicBezTo>
                <a:cubicBezTo>
                  <a:pt x="11878" y="13116"/>
                  <a:pt x="12223" y="12938"/>
                  <a:pt x="12270" y="12599"/>
                </a:cubicBezTo>
                <a:cubicBezTo>
                  <a:pt x="12282" y="12516"/>
                  <a:pt x="12265" y="12432"/>
                  <a:pt x="12239" y="12370"/>
                </a:cubicBezTo>
                <a:cubicBezTo>
                  <a:pt x="12203" y="12281"/>
                  <a:pt x="11998" y="12080"/>
                  <a:pt x="11941" y="12032"/>
                </a:cubicBezTo>
                <a:cubicBezTo>
                  <a:pt x="11737" y="11859"/>
                  <a:pt x="11350" y="11703"/>
                  <a:pt x="11135" y="11684"/>
                </a:cubicBezTo>
                <a:cubicBezTo>
                  <a:pt x="10853" y="11660"/>
                  <a:pt x="10479" y="11788"/>
                  <a:pt x="10304" y="12357"/>
                </a:cubicBezTo>
                <a:cubicBezTo>
                  <a:pt x="10195" y="12714"/>
                  <a:pt x="10189" y="13198"/>
                  <a:pt x="10279" y="13573"/>
                </a:cubicBezTo>
                <a:cubicBezTo>
                  <a:pt x="10402" y="14087"/>
                  <a:pt x="10647" y="14490"/>
                  <a:pt x="10846" y="14721"/>
                </a:cubicBezTo>
                <a:cubicBezTo>
                  <a:pt x="11183" y="15107"/>
                  <a:pt x="11586" y="15286"/>
                  <a:pt x="11960" y="15188"/>
                </a:cubicBezTo>
                <a:cubicBezTo>
                  <a:pt x="12174" y="15130"/>
                  <a:pt x="12360" y="15035"/>
                  <a:pt x="12549" y="14817"/>
                </a:cubicBezTo>
                <a:cubicBezTo>
                  <a:pt x="12731" y="14608"/>
                  <a:pt x="12929" y="14211"/>
                  <a:pt x="13020" y="13743"/>
                </a:cubicBezTo>
                <a:cubicBezTo>
                  <a:pt x="13142" y="13112"/>
                  <a:pt x="13134" y="12278"/>
                  <a:pt x="12999" y="11684"/>
                </a:cubicBezTo>
                <a:cubicBezTo>
                  <a:pt x="12911" y="11292"/>
                  <a:pt x="12816" y="11075"/>
                  <a:pt x="12651" y="10901"/>
                </a:cubicBezTo>
                <a:cubicBezTo>
                  <a:pt x="12472" y="10711"/>
                  <a:pt x="12234" y="10603"/>
                  <a:pt x="11997" y="10527"/>
                </a:cubicBezTo>
                <a:cubicBezTo>
                  <a:pt x="11982" y="10522"/>
                  <a:pt x="11981" y="10532"/>
                  <a:pt x="11966" y="10527"/>
                </a:cubicBezTo>
                <a:lnTo>
                  <a:pt x="10872" y="10215"/>
                </a:lnTo>
                <a:cubicBezTo>
                  <a:pt x="10864" y="10213"/>
                  <a:pt x="10859" y="10210"/>
                  <a:pt x="10853" y="10208"/>
                </a:cubicBezTo>
                <a:cubicBezTo>
                  <a:pt x="10848" y="10207"/>
                  <a:pt x="10844" y="10205"/>
                  <a:pt x="10837" y="10202"/>
                </a:cubicBezTo>
                <a:cubicBezTo>
                  <a:pt x="10813" y="10190"/>
                  <a:pt x="10747" y="10170"/>
                  <a:pt x="10696" y="10129"/>
                </a:cubicBezTo>
                <a:cubicBezTo>
                  <a:pt x="10645" y="10087"/>
                  <a:pt x="10610" y="10024"/>
                  <a:pt x="10648" y="9923"/>
                </a:cubicBezTo>
                <a:cubicBezTo>
                  <a:pt x="10659" y="9894"/>
                  <a:pt x="10682" y="9869"/>
                  <a:pt x="10706" y="9847"/>
                </a:cubicBezTo>
                <a:cubicBezTo>
                  <a:pt x="10730" y="9824"/>
                  <a:pt x="10756" y="9804"/>
                  <a:pt x="10775" y="9791"/>
                </a:cubicBezTo>
                <a:cubicBezTo>
                  <a:pt x="11272" y="9469"/>
                  <a:pt x="11901" y="9512"/>
                  <a:pt x="12422" y="9442"/>
                </a:cubicBezTo>
                <a:cubicBezTo>
                  <a:pt x="12538" y="9425"/>
                  <a:pt x="12800" y="9383"/>
                  <a:pt x="12928" y="9287"/>
                </a:cubicBezTo>
                <a:cubicBezTo>
                  <a:pt x="13050" y="9196"/>
                  <a:pt x="13154" y="8988"/>
                  <a:pt x="13182" y="8670"/>
                </a:cubicBezTo>
                <a:cubicBezTo>
                  <a:pt x="13196" y="8501"/>
                  <a:pt x="13162" y="8419"/>
                  <a:pt x="13095" y="8335"/>
                </a:cubicBezTo>
                <a:cubicBezTo>
                  <a:pt x="12879" y="8062"/>
                  <a:pt x="12592" y="7930"/>
                  <a:pt x="12305" y="7877"/>
                </a:cubicBezTo>
                <a:cubicBezTo>
                  <a:pt x="12161" y="7851"/>
                  <a:pt x="12018" y="7847"/>
                  <a:pt x="11882" y="7858"/>
                </a:cubicBezTo>
                <a:close/>
                <a:moveTo>
                  <a:pt x="18239" y="7924"/>
                </a:moveTo>
                <a:cubicBezTo>
                  <a:pt x="17861" y="7894"/>
                  <a:pt x="17396" y="8001"/>
                  <a:pt x="17012" y="8133"/>
                </a:cubicBezTo>
                <a:cubicBezTo>
                  <a:pt x="16627" y="8264"/>
                  <a:pt x="16323" y="8420"/>
                  <a:pt x="16263" y="8491"/>
                </a:cubicBezTo>
                <a:cubicBezTo>
                  <a:pt x="16151" y="8611"/>
                  <a:pt x="16161" y="8812"/>
                  <a:pt x="16308" y="9250"/>
                </a:cubicBezTo>
                <a:cubicBezTo>
                  <a:pt x="16465" y="9712"/>
                  <a:pt x="16729" y="9658"/>
                  <a:pt x="16729" y="9658"/>
                </a:cubicBezTo>
                <a:lnTo>
                  <a:pt x="16496" y="10805"/>
                </a:lnTo>
                <a:cubicBezTo>
                  <a:pt x="16404" y="10820"/>
                  <a:pt x="16341" y="10860"/>
                  <a:pt x="16301" y="10898"/>
                </a:cubicBezTo>
                <a:cubicBezTo>
                  <a:pt x="16261" y="10935"/>
                  <a:pt x="16244" y="10967"/>
                  <a:pt x="16242" y="10971"/>
                </a:cubicBezTo>
                <a:cubicBezTo>
                  <a:pt x="16193" y="11095"/>
                  <a:pt x="16198" y="11331"/>
                  <a:pt x="16217" y="11551"/>
                </a:cubicBezTo>
                <a:cubicBezTo>
                  <a:pt x="16237" y="11771"/>
                  <a:pt x="16271" y="11978"/>
                  <a:pt x="16283" y="12045"/>
                </a:cubicBezTo>
                <a:lnTo>
                  <a:pt x="16283" y="12055"/>
                </a:lnTo>
                <a:lnTo>
                  <a:pt x="16283" y="12068"/>
                </a:lnTo>
                <a:cubicBezTo>
                  <a:pt x="16283" y="12068"/>
                  <a:pt x="15958" y="13819"/>
                  <a:pt x="16196" y="14744"/>
                </a:cubicBezTo>
                <a:cubicBezTo>
                  <a:pt x="16426" y="15618"/>
                  <a:pt x="16693" y="15671"/>
                  <a:pt x="16744" y="15672"/>
                </a:cubicBezTo>
                <a:lnTo>
                  <a:pt x="16748" y="15672"/>
                </a:lnTo>
                <a:cubicBezTo>
                  <a:pt x="16750" y="15672"/>
                  <a:pt x="16752" y="15672"/>
                  <a:pt x="16753" y="15672"/>
                </a:cubicBezTo>
                <a:lnTo>
                  <a:pt x="16754" y="15672"/>
                </a:lnTo>
                <a:cubicBezTo>
                  <a:pt x="17329" y="15772"/>
                  <a:pt x="18275" y="14339"/>
                  <a:pt x="18325" y="13865"/>
                </a:cubicBezTo>
                <a:cubicBezTo>
                  <a:pt x="18367" y="13484"/>
                  <a:pt x="18219" y="13062"/>
                  <a:pt x="18087" y="12983"/>
                </a:cubicBezTo>
                <a:cubicBezTo>
                  <a:pt x="17963" y="12923"/>
                  <a:pt x="17019" y="13346"/>
                  <a:pt x="16906" y="13418"/>
                </a:cubicBezTo>
                <a:cubicBezTo>
                  <a:pt x="16784" y="13496"/>
                  <a:pt x="16835" y="13225"/>
                  <a:pt x="16835" y="13225"/>
                </a:cubicBezTo>
                <a:lnTo>
                  <a:pt x="16983" y="12045"/>
                </a:lnTo>
                <a:cubicBezTo>
                  <a:pt x="16983" y="12045"/>
                  <a:pt x="17208" y="12025"/>
                  <a:pt x="17450" y="11999"/>
                </a:cubicBezTo>
                <a:cubicBezTo>
                  <a:pt x="17692" y="11972"/>
                  <a:pt x="17950" y="11939"/>
                  <a:pt x="18016" y="11912"/>
                </a:cubicBezTo>
                <a:cubicBezTo>
                  <a:pt x="18076" y="11886"/>
                  <a:pt x="18109" y="11823"/>
                  <a:pt x="18127" y="11767"/>
                </a:cubicBezTo>
                <a:cubicBezTo>
                  <a:pt x="18145" y="11710"/>
                  <a:pt x="18147" y="11660"/>
                  <a:pt x="18147" y="11660"/>
                </a:cubicBezTo>
                <a:cubicBezTo>
                  <a:pt x="18147" y="11660"/>
                  <a:pt x="18151" y="11575"/>
                  <a:pt x="18154" y="11452"/>
                </a:cubicBezTo>
                <a:cubicBezTo>
                  <a:pt x="18157" y="11328"/>
                  <a:pt x="18160" y="11165"/>
                  <a:pt x="18158" y="11007"/>
                </a:cubicBezTo>
                <a:cubicBezTo>
                  <a:pt x="18151" y="10839"/>
                  <a:pt x="18120" y="10762"/>
                  <a:pt x="18090" y="10725"/>
                </a:cubicBezTo>
                <a:cubicBezTo>
                  <a:pt x="18060" y="10689"/>
                  <a:pt x="18031" y="10696"/>
                  <a:pt x="18031" y="10696"/>
                </a:cubicBezTo>
                <a:cubicBezTo>
                  <a:pt x="17856" y="10652"/>
                  <a:pt x="17649" y="10655"/>
                  <a:pt x="17484" y="10669"/>
                </a:cubicBezTo>
                <a:cubicBezTo>
                  <a:pt x="17320" y="10683"/>
                  <a:pt x="17200" y="10706"/>
                  <a:pt x="17200" y="10706"/>
                </a:cubicBezTo>
                <a:lnTo>
                  <a:pt x="17327" y="9804"/>
                </a:lnTo>
                <a:cubicBezTo>
                  <a:pt x="17364" y="9799"/>
                  <a:pt x="18290" y="9685"/>
                  <a:pt x="18649" y="9489"/>
                </a:cubicBezTo>
                <a:cubicBezTo>
                  <a:pt x="18836" y="9384"/>
                  <a:pt x="18725" y="8948"/>
                  <a:pt x="18725" y="8948"/>
                </a:cubicBezTo>
                <a:cubicBezTo>
                  <a:pt x="18611" y="8406"/>
                  <a:pt x="18489" y="8151"/>
                  <a:pt x="18396" y="8030"/>
                </a:cubicBezTo>
                <a:cubicBezTo>
                  <a:pt x="18303" y="7909"/>
                  <a:pt x="18239" y="7924"/>
                  <a:pt x="18239" y="7924"/>
                </a:cubicBezTo>
                <a:close/>
                <a:moveTo>
                  <a:pt x="9463" y="8139"/>
                </a:moveTo>
                <a:cubicBezTo>
                  <a:pt x="9378" y="8100"/>
                  <a:pt x="9329" y="8374"/>
                  <a:pt x="9306" y="8514"/>
                </a:cubicBezTo>
                <a:cubicBezTo>
                  <a:pt x="9238" y="8927"/>
                  <a:pt x="9192" y="9918"/>
                  <a:pt x="9179" y="10225"/>
                </a:cubicBezTo>
                <a:cubicBezTo>
                  <a:pt x="9139" y="11156"/>
                  <a:pt x="9107" y="13368"/>
                  <a:pt x="9175" y="14492"/>
                </a:cubicBezTo>
                <a:cubicBezTo>
                  <a:pt x="9203" y="14963"/>
                  <a:pt x="9267" y="15259"/>
                  <a:pt x="9468" y="15357"/>
                </a:cubicBezTo>
                <a:cubicBezTo>
                  <a:pt x="9549" y="15398"/>
                  <a:pt x="9697" y="15396"/>
                  <a:pt x="9762" y="15298"/>
                </a:cubicBezTo>
                <a:cubicBezTo>
                  <a:pt x="9818" y="15213"/>
                  <a:pt x="9854" y="15040"/>
                  <a:pt x="9868" y="14900"/>
                </a:cubicBezTo>
                <a:cubicBezTo>
                  <a:pt x="9904" y="14508"/>
                  <a:pt x="9890" y="13955"/>
                  <a:pt x="9883" y="13537"/>
                </a:cubicBezTo>
                <a:cubicBezTo>
                  <a:pt x="9874" y="13044"/>
                  <a:pt x="9873" y="12554"/>
                  <a:pt x="9864" y="12055"/>
                </a:cubicBezTo>
                <a:cubicBezTo>
                  <a:pt x="9851" y="11389"/>
                  <a:pt x="9815" y="9693"/>
                  <a:pt x="9737" y="8925"/>
                </a:cubicBezTo>
                <a:cubicBezTo>
                  <a:pt x="9703" y="8594"/>
                  <a:pt x="9645" y="8290"/>
                  <a:pt x="9508" y="8166"/>
                </a:cubicBezTo>
                <a:cubicBezTo>
                  <a:pt x="9492" y="8152"/>
                  <a:pt x="9475" y="8144"/>
                  <a:pt x="9463" y="8139"/>
                </a:cubicBezTo>
                <a:close/>
                <a:moveTo>
                  <a:pt x="21114" y="9850"/>
                </a:moveTo>
                <a:cubicBezTo>
                  <a:pt x="21171" y="9901"/>
                  <a:pt x="21182" y="10105"/>
                  <a:pt x="21182" y="10105"/>
                </a:cubicBezTo>
                <a:cubicBezTo>
                  <a:pt x="21213" y="10733"/>
                  <a:pt x="21133" y="11285"/>
                  <a:pt x="21024" y="11723"/>
                </a:cubicBezTo>
                <a:cubicBezTo>
                  <a:pt x="20916" y="12162"/>
                  <a:pt x="20778" y="12484"/>
                  <a:pt x="20695" y="12658"/>
                </a:cubicBezTo>
                <a:cubicBezTo>
                  <a:pt x="20645" y="12773"/>
                  <a:pt x="20536" y="12940"/>
                  <a:pt x="20396" y="13089"/>
                </a:cubicBezTo>
                <a:cubicBezTo>
                  <a:pt x="20255" y="13239"/>
                  <a:pt x="20084" y="13371"/>
                  <a:pt x="19910" y="13418"/>
                </a:cubicBezTo>
                <a:cubicBezTo>
                  <a:pt x="20242" y="11891"/>
                  <a:pt x="20656" y="10778"/>
                  <a:pt x="20884" y="10178"/>
                </a:cubicBezTo>
                <a:cubicBezTo>
                  <a:pt x="20950" y="10001"/>
                  <a:pt x="20999" y="9903"/>
                  <a:pt x="21040" y="9863"/>
                </a:cubicBezTo>
                <a:cubicBezTo>
                  <a:pt x="21070" y="9834"/>
                  <a:pt x="21095" y="9833"/>
                  <a:pt x="21114" y="9850"/>
                </a:cubicBezTo>
                <a:close/>
                <a:moveTo>
                  <a:pt x="3368" y="10009"/>
                </a:moveTo>
                <a:cubicBezTo>
                  <a:pt x="3368" y="10009"/>
                  <a:pt x="3367" y="10171"/>
                  <a:pt x="3366" y="10417"/>
                </a:cubicBezTo>
                <a:cubicBezTo>
                  <a:pt x="3365" y="10663"/>
                  <a:pt x="3364" y="10992"/>
                  <a:pt x="3364" y="11332"/>
                </a:cubicBezTo>
                <a:lnTo>
                  <a:pt x="3364" y="11369"/>
                </a:lnTo>
                <a:cubicBezTo>
                  <a:pt x="3363" y="11379"/>
                  <a:pt x="3362" y="11389"/>
                  <a:pt x="3362" y="11399"/>
                </a:cubicBezTo>
                <a:cubicBezTo>
                  <a:pt x="3362" y="11408"/>
                  <a:pt x="3364" y="11421"/>
                  <a:pt x="3364" y="11432"/>
                </a:cubicBezTo>
                <a:lnTo>
                  <a:pt x="3364" y="11478"/>
                </a:lnTo>
                <a:lnTo>
                  <a:pt x="3364" y="11561"/>
                </a:lnTo>
                <a:cubicBezTo>
                  <a:pt x="3363" y="11588"/>
                  <a:pt x="3362" y="11615"/>
                  <a:pt x="3362" y="11641"/>
                </a:cubicBezTo>
                <a:cubicBezTo>
                  <a:pt x="3362" y="11666"/>
                  <a:pt x="3364" y="11693"/>
                  <a:pt x="3364" y="11720"/>
                </a:cubicBezTo>
                <a:lnTo>
                  <a:pt x="3364" y="11803"/>
                </a:lnTo>
                <a:cubicBezTo>
                  <a:pt x="3364" y="12419"/>
                  <a:pt x="3365" y="13011"/>
                  <a:pt x="3368" y="13451"/>
                </a:cubicBezTo>
                <a:cubicBezTo>
                  <a:pt x="3370" y="13890"/>
                  <a:pt x="3373" y="14177"/>
                  <a:pt x="3373" y="14177"/>
                </a:cubicBezTo>
                <a:cubicBezTo>
                  <a:pt x="3373" y="14177"/>
                  <a:pt x="3353" y="14159"/>
                  <a:pt x="3322" y="14130"/>
                </a:cubicBezTo>
                <a:cubicBezTo>
                  <a:pt x="3290" y="14102"/>
                  <a:pt x="3246" y="14062"/>
                  <a:pt x="3200" y="14021"/>
                </a:cubicBezTo>
                <a:lnTo>
                  <a:pt x="3191" y="14021"/>
                </a:lnTo>
                <a:cubicBezTo>
                  <a:pt x="3189" y="14020"/>
                  <a:pt x="3187" y="14017"/>
                  <a:pt x="3185" y="14014"/>
                </a:cubicBezTo>
                <a:cubicBezTo>
                  <a:pt x="3183" y="14012"/>
                  <a:pt x="3183" y="14009"/>
                  <a:pt x="3181" y="14008"/>
                </a:cubicBezTo>
                <a:lnTo>
                  <a:pt x="3170" y="13998"/>
                </a:lnTo>
                <a:cubicBezTo>
                  <a:pt x="3127" y="13959"/>
                  <a:pt x="3085" y="13924"/>
                  <a:pt x="3048" y="13888"/>
                </a:cubicBezTo>
                <a:cubicBezTo>
                  <a:pt x="2689" y="13531"/>
                  <a:pt x="2200" y="12788"/>
                  <a:pt x="1960" y="12310"/>
                </a:cubicBezTo>
                <a:cubicBezTo>
                  <a:pt x="1902" y="12197"/>
                  <a:pt x="1697" y="11735"/>
                  <a:pt x="1661" y="11634"/>
                </a:cubicBezTo>
                <a:cubicBezTo>
                  <a:pt x="1660" y="11630"/>
                  <a:pt x="1659" y="11628"/>
                  <a:pt x="1658" y="11624"/>
                </a:cubicBezTo>
                <a:cubicBezTo>
                  <a:pt x="1658" y="11620"/>
                  <a:pt x="1657" y="11614"/>
                  <a:pt x="1656" y="11611"/>
                </a:cubicBezTo>
                <a:lnTo>
                  <a:pt x="1646" y="11588"/>
                </a:lnTo>
                <a:cubicBezTo>
                  <a:pt x="1590" y="11428"/>
                  <a:pt x="1545" y="11268"/>
                  <a:pt x="1559" y="11070"/>
                </a:cubicBezTo>
                <a:cubicBezTo>
                  <a:pt x="1574" y="10863"/>
                  <a:pt x="1748" y="10695"/>
                  <a:pt x="1833" y="10623"/>
                </a:cubicBezTo>
                <a:cubicBezTo>
                  <a:pt x="2116" y="10382"/>
                  <a:pt x="2605" y="10182"/>
                  <a:pt x="2866" y="10115"/>
                </a:cubicBezTo>
                <a:cubicBezTo>
                  <a:pt x="2897" y="10107"/>
                  <a:pt x="2928" y="10100"/>
                  <a:pt x="2962" y="10092"/>
                </a:cubicBezTo>
                <a:lnTo>
                  <a:pt x="2977" y="10082"/>
                </a:lnTo>
                <a:lnTo>
                  <a:pt x="2993" y="10082"/>
                </a:lnTo>
                <a:cubicBezTo>
                  <a:pt x="2995" y="10082"/>
                  <a:pt x="2997" y="10079"/>
                  <a:pt x="2998" y="10079"/>
                </a:cubicBezTo>
                <a:cubicBezTo>
                  <a:pt x="3000" y="10079"/>
                  <a:pt x="3002" y="10083"/>
                  <a:pt x="3004" y="10082"/>
                </a:cubicBezTo>
                <a:lnTo>
                  <a:pt x="3018" y="10082"/>
                </a:lnTo>
                <a:lnTo>
                  <a:pt x="3033" y="10069"/>
                </a:lnTo>
                <a:cubicBezTo>
                  <a:pt x="3118" y="10051"/>
                  <a:pt x="3202" y="10036"/>
                  <a:pt x="3265" y="10026"/>
                </a:cubicBezTo>
                <a:cubicBezTo>
                  <a:pt x="3327" y="10015"/>
                  <a:pt x="3368" y="10009"/>
                  <a:pt x="3368" y="10009"/>
                </a:cubicBezTo>
                <a:close/>
              </a:path>
            </a:pathLst>
          </a:cu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1803" name="Shape"/>
          <p:cNvSpPr/>
          <p:nvPr/>
        </p:nvSpPr>
        <p:spPr>
          <a:xfrm>
            <a:off x="11653510" y="9240288"/>
            <a:ext cx="2812348" cy="5158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503" y="0"/>
                </a:moveTo>
                <a:cubicBezTo>
                  <a:pt x="13288" y="0"/>
                  <a:pt x="13146" y="759"/>
                  <a:pt x="13146" y="1911"/>
                </a:cubicBezTo>
                <a:cubicBezTo>
                  <a:pt x="13146" y="3063"/>
                  <a:pt x="13288" y="3849"/>
                  <a:pt x="13503" y="3849"/>
                </a:cubicBezTo>
                <a:cubicBezTo>
                  <a:pt x="13718" y="3849"/>
                  <a:pt x="13866" y="3063"/>
                  <a:pt x="13866" y="1911"/>
                </a:cubicBezTo>
                <a:cubicBezTo>
                  <a:pt x="13866" y="759"/>
                  <a:pt x="13718" y="0"/>
                  <a:pt x="13503" y="0"/>
                </a:cubicBezTo>
                <a:close/>
                <a:moveTo>
                  <a:pt x="16398" y="0"/>
                </a:moveTo>
                <a:cubicBezTo>
                  <a:pt x="16183" y="0"/>
                  <a:pt x="16039" y="759"/>
                  <a:pt x="16039" y="1911"/>
                </a:cubicBezTo>
                <a:cubicBezTo>
                  <a:pt x="16039" y="3063"/>
                  <a:pt x="16183" y="3849"/>
                  <a:pt x="16398" y="3849"/>
                </a:cubicBezTo>
                <a:cubicBezTo>
                  <a:pt x="16613" y="3849"/>
                  <a:pt x="16760" y="3063"/>
                  <a:pt x="16760" y="1911"/>
                </a:cubicBezTo>
                <a:cubicBezTo>
                  <a:pt x="16760" y="759"/>
                  <a:pt x="16613" y="0"/>
                  <a:pt x="16398" y="0"/>
                </a:cubicBezTo>
                <a:close/>
                <a:moveTo>
                  <a:pt x="4463" y="263"/>
                </a:moveTo>
                <a:lnTo>
                  <a:pt x="4463" y="6533"/>
                </a:lnTo>
                <a:cubicBezTo>
                  <a:pt x="4292" y="5512"/>
                  <a:pt x="4050" y="4925"/>
                  <a:pt x="3771" y="4925"/>
                </a:cubicBezTo>
                <a:cubicBezTo>
                  <a:pt x="3202" y="4925"/>
                  <a:pt x="2793" y="7335"/>
                  <a:pt x="2793" y="10747"/>
                </a:cubicBezTo>
                <a:cubicBezTo>
                  <a:pt x="2793" y="14180"/>
                  <a:pt x="3202" y="16591"/>
                  <a:pt x="3771" y="16591"/>
                </a:cubicBezTo>
                <a:cubicBezTo>
                  <a:pt x="4070" y="16591"/>
                  <a:pt x="4325" y="15968"/>
                  <a:pt x="4493" y="14859"/>
                </a:cubicBezTo>
                <a:lnTo>
                  <a:pt x="4496" y="16327"/>
                </a:lnTo>
                <a:lnTo>
                  <a:pt x="5019" y="16327"/>
                </a:lnTo>
                <a:lnTo>
                  <a:pt x="5019" y="263"/>
                </a:lnTo>
                <a:lnTo>
                  <a:pt x="4463" y="263"/>
                </a:lnTo>
                <a:close/>
                <a:moveTo>
                  <a:pt x="1083" y="1121"/>
                </a:moveTo>
                <a:lnTo>
                  <a:pt x="0" y="16327"/>
                </a:lnTo>
                <a:lnTo>
                  <a:pt x="608" y="16327"/>
                </a:lnTo>
                <a:lnTo>
                  <a:pt x="807" y="13436"/>
                </a:lnTo>
                <a:lnTo>
                  <a:pt x="2002" y="13436"/>
                </a:lnTo>
                <a:lnTo>
                  <a:pt x="2199" y="16327"/>
                </a:lnTo>
                <a:lnTo>
                  <a:pt x="2804" y="16327"/>
                </a:lnTo>
                <a:lnTo>
                  <a:pt x="1733" y="1121"/>
                </a:lnTo>
                <a:lnTo>
                  <a:pt x="1083" y="1121"/>
                </a:lnTo>
                <a:close/>
                <a:moveTo>
                  <a:pt x="11711" y="2544"/>
                </a:moveTo>
                <a:lnTo>
                  <a:pt x="11711" y="12276"/>
                </a:lnTo>
                <a:cubicBezTo>
                  <a:pt x="11711" y="13569"/>
                  <a:pt x="11773" y="14591"/>
                  <a:pt x="11894" y="15291"/>
                </a:cubicBezTo>
                <a:cubicBezTo>
                  <a:pt x="12014" y="15991"/>
                  <a:pt x="12193" y="16367"/>
                  <a:pt x="12424" y="16367"/>
                </a:cubicBezTo>
                <a:lnTo>
                  <a:pt x="12910" y="16367"/>
                </a:lnTo>
                <a:lnTo>
                  <a:pt x="12910" y="13599"/>
                </a:lnTo>
                <a:lnTo>
                  <a:pt x="12518" y="13599"/>
                </a:lnTo>
                <a:cubicBezTo>
                  <a:pt x="12434" y="13599"/>
                  <a:pt x="12372" y="13465"/>
                  <a:pt x="12332" y="13201"/>
                </a:cubicBezTo>
                <a:cubicBezTo>
                  <a:pt x="12291" y="12937"/>
                  <a:pt x="12271" y="12540"/>
                  <a:pt x="12271" y="12030"/>
                </a:cubicBezTo>
                <a:lnTo>
                  <a:pt x="12271" y="7940"/>
                </a:lnTo>
                <a:lnTo>
                  <a:pt x="12805" y="7940"/>
                </a:lnTo>
                <a:lnTo>
                  <a:pt x="12805" y="5189"/>
                </a:lnTo>
                <a:lnTo>
                  <a:pt x="12271" y="5189"/>
                </a:lnTo>
                <a:lnTo>
                  <a:pt x="12271" y="2544"/>
                </a:lnTo>
                <a:lnTo>
                  <a:pt x="11711" y="2544"/>
                </a:lnTo>
                <a:close/>
                <a:moveTo>
                  <a:pt x="1408" y="4376"/>
                </a:moveTo>
                <a:lnTo>
                  <a:pt x="1856" y="10971"/>
                </a:lnTo>
                <a:lnTo>
                  <a:pt x="956" y="10971"/>
                </a:lnTo>
                <a:lnTo>
                  <a:pt x="1408" y="4376"/>
                </a:lnTo>
                <a:close/>
                <a:moveTo>
                  <a:pt x="8575" y="4908"/>
                </a:moveTo>
                <a:cubicBezTo>
                  <a:pt x="7945" y="4908"/>
                  <a:pt x="7503" y="7336"/>
                  <a:pt x="7503" y="10769"/>
                </a:cubicBezTo>
                <a:cubicBezTo>
                  <a:pt x="7503" y="14224"/>
                  <a:pt x="7945" y="16613"/>
                  <a:pt x="8623" y="16613"/>
                </a:cubicBezTo>
                <a:cubicBezTo>
                  <a:pt x="9001" y="16613"/>
                  <a:pt x="9315" y="15927"/>
                  <a:pt x="9530" y="14843"/>
                </a:cubicBezTo>
                <a:lnTo>
                  <a:pt x="9209" y="13195"/>
                </a:lnTo>
                <a:cubicBezTo>
                  <a:pt x="9052" y="13800"/>
                  <a:pt x="8868" y="14148"/>
                  <a:pt x="8653" y="14148"/>
                </a:cubicBezTo>
                <a:cubicBezTo>
                  <a:pt x="8342" y="14148"/>
                  <a:pt x="8115" y="13273"/>
                  <a:pt x="8047" y="11991"/>
                </a:cubicBezTo>
                <a:lnTo>
                  <a:pt x="9613" y="11991"/>
                </a:lnTo>
                <a:cubicBezTo>
                  <a:pt x="9732" y="8058"/>
                  <a:pt x="9284" y="4908"/>
                  <a:pt x="8575" y="4908"/>
                </a:cubicBezTo>
                <a:close/>
                <a:moveTo>
                  <a:pt x="20364" y="4925"/>
                </a:moveTo>
                <a:cubicBezTo>
                  <a:pt x="19790" y="4925"/>
                  <a:pt x="19389" y="7323"/>
                  <a:pt x="19389" y="10668"/>
                </a:cubicBezTo>
                <a:cubicBezTo>
                  <a:pt x="19388" y="14015"/>
                  <a:pt x="19790" y="16412"/>
                  <a:pt x="20364" y="16412"/>
                </a:cubicBezTo>
                <a:cubicBezTo>
                  <a:pt x="20651" y="16411"/>
                  <a:pt x="20894" y="15784"/>
                  <a:pt x="21066" y="14719"/>
                </a:cubicBezTo>
                <a:lnTo>
                  <a:pt x="21066" y="15840"/>
                </a:lnTo>
                <a:cubicBezTo>
                  <a:pt x="21066" y="17774"/>
                  <a:pt x="20826" y="18978"/>
                  <a:pt x="20419" y="18978"/>
                </a:cubicBezTo>
                <a:cubicBezTo>
                  <a:pt x="20180" y="18978"/>
                  <a:pt x="19917" y="18573"/>
                  <a:pt x="19706" y="17812"/>
                </a:cubicBezTo>
                <a:lnTo>
                  <a:pt x="19486" y="20076"/>
                </a:lnTo>
                <a:cubicBezTo>
                  <a:pt x="19761" y="21053"/>
                  <a:pt x="20102" y="21600"/>
                  <a:pt x="20449" y="21600"/>
                </a:cubicBezTo>
                <a:cubicBezTo>
                  <a:pt x="21154" y="21600"/>
                  <a:pt x="21600" y="19397"/>
                  <a:pt x="21600" y="15963"/>
                </a:cubicBezTo>
                <a:lnTo>
                  <a:pt x="21600" y="5189"/>
                </a:lnTo>
                <a:lnTo>
                  <a:pt x="21077" y="5189"/>
                </a:lnTo>
                <a:lnTo>
                  <a:pt x="21073" y="6617"/>
                </a:lnTo>
                <a:cubicBezTo>
                  <a:pt x="20901" y="5553"/>
                  <a:pt x="20655" y="4925"/>
                  <a:pt x="20364" y="4925"/>
                </a:cubicBezTo>
                <a:close/>
                <a:moveTo>
                  <a:pt x="14926" y="4987"/>
                </a:moveTo>
                <a:cubicBezTo>
                  <a:pt x="14428" y="4987"/>
                  <a:pt x="14150" y="6270"/>
                  <a:pt x="14150" y="8225"/>
                </a:cubicBezTo>
                <a:cubicBezTo>
                  <a:pt x="14150" y="10051"/>
                  <a:pt x="14375" y="11132"/>
                  <a:pt x="14890" y="11806"/>
                </a:cubicBezTo>
                <a:cubicBezTo>
                  <a:pt x="15168" y="12197"/>
                  <a:pt x="15263" y="12545"/>
                  <a:pt x="15263" y="13089"/>
                </a:cubicBezTo>
                <a:cubicBezTo>
                  <a:pt x="15263" y="13676"/>
                  <a:pt x="15148" y="14008"/>
                  <a:pt x="14949" y="14008"/>
                </a:cubicBezTo>
                <a:cubicBezTo>
                  <a:pt x="14730" y="14008"/>
                  <a:pt x="14512" y="13652"/>
                  <a:pt x="14273" y="12848"/>
                </a:cubicBezTo>
                <a:lnTo>
                  <a:pt x="14060" y="15028"/>
                </a:lnTo>
                <a:cubicBezTo>
                  <a:pt x="14323" y="16005"/>
                  <a:pt x="14629" y="16529"/>
                  <a:pt x="14952" y="16529"/>
                </a:cubicBezTo>
                <a:cubicBezTo>
                  <a:pt x="15466" y="16529"/>
                  <a:pt x="15804" y="15179"/>
                  <a:pt x="15804" y="13050"/>
                </a:cubicBezTo>
                <a:cubicBezTo>
                  <a:pt x="15804" y="11333"/>
                  <a:pt x="15575" y="10160"/>
                  <a:pt x="15061" y="9509"/>
                </a:cubicBezTo>
                <a:cubicBezTo>
                  <a:pt x="14766" y="9118"/>
                  <a:pt x="14676" y="8808"/>
                  <a:pt x="14676" y="8265"/>
                </a:cubicBezTo>
                <a:cubicBezTo>
                  <a:pt x="14676" y="7721"/>
                  <a:pt x="14770" y="7452"/>
                  <a:pt x="14945" y="7452"/>
                </a:cubicBezTo>
                <a:cubicBezTo>
                  <a:pt x="15148" y="7452"/>
                  <a:pt x="15399" y="7880"/>
                  <a:pt x="15546" y="8511"/>
                </a:cubicBezTo>
                <a:lnTo>
                  <a:pt x="15767" y="6410"/>
                </a:lnTo>
                <a:cubicBezTo>
                  <a:pt x="15524" y="5497"/>
                  <a:pt x="15229" y="4987"/>
                  <a:pt x="14926" y="4987"/>
                </a:cubicBezTo>
                <a:close/>
                <a:moveTo>
                  <a:pt x="18272" y="5009"/>
                </a:moveTo>
                <a:cubicBezTo>
                  <a:pt x="17993" y="5009"/>
                  <a:pt x="17791" y="5526"/>
                  <a:pt x="17608" y="6634"/>
                </a:cubicBezTo>
                <a:lnTo>
                  <a:pt x="17604" y="5189"/>
                </a:lnTo>
                <a:lnTo>
                  <a:pt x="17077" y="5189"/>
                </a:lnTo>
                <a:lnTo>
                  <a:pt x="17077" y="16327"/>
                </a:lnTo>
                <a:lnTo>
                  <a:pt x="17637" y="16327"/>
                </a:lnTo>
                <a:lnTo>
                  <a:pt x="17637" y="10483"/>
                </a:lnTo>
                <a:cubicBezTo>
                  <a:pt x="17637" y="8811"/>
                  <a:pt x="17813" y="7755"/>
                  <a:pt x="18108" y="7755"/>
                </a:cubicBezTo>
                <a:cubicBezTo>
                  <a:pt x="18371" y="7755"/>
                  <a:pt x="18504" y="8612"/>
                  <a:pt x="18504" y="10198"/>
                </a:cubicBezTo>
                <a:lnTo>
                  <a:pt x="18504" y="16327"/>
                </a:lnTo>
                <a:lnTo>
                  <a:pt x="19064" y="16327"/>
                </a:lnTo>
                <a:lnTo>
                  <a:pt x="19064" y="9486"/>
                </a:lnTo>
                <a:cubicBezTo>
                  <a:pt x="19064" y="6836"/>
                  <a:pt x="18755" y="5009"/>
                  <a:pt x="18272" y="5009"/>
                </a:cubicBezTo>
                <a:close/>
                <a:moveTo>
                  <a:pt x="5254" y="5189"/>
                </a:moveTo>
                <a:lnTo>
                  <a:pt x="6075" y="16327"/>
                </a:lnTo>
                <a:lnTo>
                  <a:pt x="6662" y="16327"/>
                </a:lnTo>
                <a:lnTo>
                  <a:pt x="7480" y="5189"/>
                </a:lnTo>
                <a:lnTo>
                  <a:pt x="6886" y="5189"/>
                </a:lnTo>
                <a:lnTo>
                  <a:pt x="6543" y="10343"/>
                </a:lnTo>
                <a:lnTo>
                  <a:pt x="6374" y="12910"/>
                </a:lnTo>
                <a:lnTo>
                  <a:pt x="6203" y="10343"/>
                </a:lnTo>
                <a:lnTo>
                  <a:pt x="5856" y="5189"/>
                </a:lnTo>
                <a:lnTo>
                  <a:pt x="5254" y="5189"/>
                </a:lnTo>
                <a:close/>
                <a:moveTo>
                  <a:pt x="9956" y="5189"/>
                </a:moveTo>
                <a:lnTo>
                  <a:pt x="9956" y="16327"/>
                </a:lnTo>
                <a:lnTo>
                  <a:pt x="10513" y="16327"/>
                </a:lnTo>
                <a:lnTo>
                  <a:pt x="10513" y="11279"/>
                </a:lnTo>
                <a:cubicBezTo>
                  <a:pt x="10513" y="10312"/>
                  <a:pt x="10550" y="9480"/>
                  <a:pt x="10631" y="8887"/>
                </a:cubicBezTo>
                <a:cubicBezTo>
                  <a:pt x="10712" y="8293"/>
                  <a:pt x="10838" y="7940"/>
                  <a:pt x="11013" y="7940"/>
                </a:cubicBezTo>
                <a:lnTo>
                  <a:pt x="11393" y="7940"/>
                </a:lnTo>
                <a:lnTo>
                  <a:pt x="11393" y="5189"/>
                </a:lnTo>
                <a:lnTo>
                  <a:pt x="11110" y="5189"/>
                </a:lnTo>
                <a:cubicBezTo>
                  <a:pt x="10968" y="5188"/>
                  <a:pt x="10847" y="5334"/>
                  <a:pt x="10743" y="5592"/>
                </a:cubicBezTo>
                <a:cubicBezTo>
                  <a:pt x="10639" y="5849"/>
                  <a:pt x="10554" y="6223"/>
                  <a:pt x="10486" y="6679"/>
                </a:cubicBezTo>
                <a:lnTo>
                  <a:pt x="10483" y="5189"/>
                </a:lnTo>
                <a:lnTo>
                  <a:pt x="9956" y="5189"/>
                </a:lnTo>
                <a:close/>
                <a:moveTo>
                  <a:pt x="13224" y="5189"/>
                </a:moveTo>
                <a:lnTo>
                  <a:pt x="13224" y="16327"/>
                </a:lnTo>
                <a:lnTo>
                  <a:pt x="13784" y="16327"/>
                </a:lnTo>
                <a:lnTo>
                  <a:pt x="13784" y="5189"/>
                </a:lnTo>
                <a:lnTo>
                  <a:pt x="13224" y="5189"/>
                </a:lnTo>
                <a:close/>
                <a:moveTo>
                  <a:pt x="16118" y="5189"/>
                </a:moveTo>
                <a:lnTo>
                  <a:pt x="16118" y="16327"/>
                </a:lnTo>
                <a:lnTo>
                  <a:pt x="16675" y="16327"/>
                </a:lnTo>
                <a:lnTo>
                  <a:pt x="16675" y="5189"/>
                </a:lnTo>
                <a:lnTo>
                  <a:pt x="16118" y="5189"/>
                </a:lnTo>
                <a:close/>
                <a:moveTo>
                  <a:pt x="8578" y="7368"/>
                </a:moveTo>
                <a:cubicBezTo>
                  <a:pt x="8865" y="7368"/>
                  <a:pt x="9056" y="8378"/>
                  <a:pt x="9112" y="9833"/>
                </a:cubicBezTo>
                <a:lnTo>
                  <a:pt x="8044" y="9833"/>
                </a:lnTo>
                <a:cubicBezTo>
                  <a:pt x="8096" y="8334"/>
                  <a:pt x="8303" y="7368"/>
                  <a:pt x="8578" y="7368"/>
                </a:cubicBezTo>
                <a:close/>
                <a:moveTo>
                  <a:pt x="20501" y="7575"/>
                </a:moveTo>
                <a:cubicBezTo>
                  <a:pt x="20828" y="7575"/>
                  <a:pt x="21058" y="8860"/>
                  <a:pt x="21058" y="10708"/>
                </a:cubicBezTo>
                <a:cubicBezTo>
                  <a:pt x="21058" y="12511"/>
                  <a:pt x="20828" y="13823"/>
                  <a:pt x="20501" y="13823"/>
                </a:cubicBezTo>
                <a:cubicBezTo>
                  <a:pt x="20175" y="13823"/>
                  <a:pt x="19941" y="12555"/>
                  <a:pt x="19941" y="10708"/>
                </a:cubicBezTo>
                <a:cubicBezTo>
                  <a:pt x="19941" y="8839"/>
                  <a:pt x="20175" y="7575"/>
                  <a:pt x="20501" y="7575"/>
                </a:cubicBezTo>
                <a:close/>
                <a:moveTo>
                  <a:pt x="3910" y="7592"/>
                </a:moveTo>
                <a:cubicBezTo>
                  <a:pt x="4241" y="7592"/>
                  <a:pt x="4470" y="8878"/>
                  <a:pt x="4470" y="10747"/>
                </a:cubicBezTo>
                <a:cubicBezTo>
                  <a:pt x="4470" y="12637"/>
                  <a:pt x="4237" y="13924"/>
                  <a:pt x="3910" y="13924"/>
                </a:cubicBezTo>
                <a:cubicBezTo>
                  <a:pt x="3579" y="13924"/>
                  <a:pt x="3346" y="12637"/>
                  <a:pt x="3346" y="10747"/>
                </a:cubicBezTo>
                <a:cubicBezTo>
                  <a:pt x="3346" y="8878"/>
                  <a:pt x="3579" y="7592"/>
                  <a:pt x="3910" y="7592"/>
                </a:cubicBezTo>
                <a:close/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1804" name="Shape"/>
          <p:cNvSpPr/>
          <p:nvPr/>
        </p:nvSpPr>
        <p:spPr>
          <a:xfrm>
            <a:off x="19008263" y="10613066"/>
            <a:ext cx="2868927" cy="15417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924" y="0"/>
                </a:moveTo>
                <a:cubicBezTo>
                  <a:pt x="10014" y="46"/>
                  <a:pt x="10103" y="92"/>
                  <a:pt x="10193" y="143"/>
                </a:cubicBezTo>
                <a:cubicBezTo>
                  <a:pt x="10646" y="397"/>
                  <a:pt x="11242" y="822"/>
                  <a:pt x="11676" y="1212"/>
                </a:cubicBezTo>
                <a:cubicBezTo>
                  <a:pt x="11987" y="1491"/>
                  <a:pt x="12475" y="2002"/>
                  <a:pt x="12750" y="2338"/>
                </a:cubicBezTo>
                <a:cubicBezTo>
                  <a:pt x="12837" y="2445"/>
                  <a:pt x="13347" y="3150"/>
                  <a:pt x="13426" y="3272"/>
                </a:cubicBezTo>
                <a:cubicBezTo>
                  <a:pt x="13591" y="3523"/>
                  <a:pt x="13811" y="3883"/>
                  <a:pt x="13967" y="4171"/>
                </a:cubicBezTo>
                <a:cubicBezTo>
                  <a:pt x="14211" y="4620"/>
                  <a:pt x="14495" y="5263"/>
                  <a:pt x="14695" y="5850"/>
                </a:cubicBezTo>
                <a:lnTo>
                  <a:pt x="14695" y="1092"/>
                </a:lnTo>
                <a:cubicBezTo>
                  <a:pt x="14695" y="788"/>
                  <a:pt x="14631" y="517"/>
                  <a:pt x="14525" y="320"/>
                </a:cubicBezTo>
                <a:cubicBezTo>
                  <a:pt x="14419" y="124"/>
                  <a:pt x="14273" y="0"/>
                  <a:pt x="14110" y="0"/>
                </a:cubicBezTo>
                <a:lnTo>
                  <a:pt x="9924" y="0"/>
                </a:lnTo>
                <a:close/>
                <a:moveTo>
                  <a:pt x="7676" y="660"/>
                </a:moveTo>
                <a:cubicBezTo>
                  <a:pt x="7593" y="654"/>
                  <a:pt x="7516" y="714"/>
                  <a:pt x="7461" y="814"/>
                </a:cubicBezTo>
                <a:cubicBezTo>
                  <a:pt x="7406" y="915"/>
                  <a:pt x="7373" y="1057"/>
                  <a:pt x="7373" y="1212"/>
                </a:cubicBezTo>
                <a:lnTo>
                  <a:pt x="7373" y="8006"/>
                </a:lnTo>
                <a:cubicBezTo>
                  <a:pt x="7510" y="7568"/>
                  <a:pt x="7854" y="7230"/>
                  <a:pt x="8095" y="7034"/>
                </a:cubicBezTo>
                <a:cubicBezTo>
                  <a:pt x="8288" y="6876"/>
                  <a:pt x="8889" y="6515"/>
                  <a:pt x="9138" y="6448"/>
                </a:cubicBezTo>
                <a:cubicBezTo>
                  <a:pt x="9256" y="6416"/>
                  <a:pt x="9436" y="6353"/>
                  <a:pt x="9447" y="6340"/>
                </a:cubicBezTo>
                <a:cubicBezTo>
                  <a:pt x="9449" y="6336"/>
                  <a:pt x="9451" y="6332"/>
                  <a:pt x="9453" y="6328"/>
                </a:cubicBezTo>
                <a:cubicBezTo>
                  <a:pt x="9455" y="6324"/>
                  <a:pt x="9458" y="6320"/>
                  <a:pt x="9459" y="6316"/>
                </a:cubicBezTo>
                <a:cubicBezTo>
                  <a:pt x="9465" y="6301"/>
                  <a:pt x="9462" y="6121"/>
                  <a:pt x="9472" y="5633"/>
                </a:cubicBezTo>
                <a:cubicBezTo>
                  <a:pt x="9491" y="4696"/>
                  <a:pt x="9523" y="4400"/>
                  <a:pt x="9557" y="4051"/>
                </a:cubicBezTo>
                <a:cubicBezTo>
                  <a:pt x="9570" y="3919"/>
                  <a:pt x="9630" y="3407"/>
                  <a:pt x="9685" y="3272"/>
                </a:cubicBezTo>
                <a:cubicBezTo>
                  <a:pt x="9722" y="3182"/>
                  <a:pt x="9787" y="3189"/>
                  <a:pt x="9839" y="3249"/>
                </a:cubicBezTo>
                <a:cubicBezTo>
                  <a:pt x="10124" y="3579"/>
                  <a:pt x="10212" y="4716"/>
                  <a:pt x="10233" y="5298"/>
                </a:cubicBezTo>
                <a:cubicBezTo>
                  <a:pt x="10245" y="5653"/>
                  <a:pt x="10252" y="6185"/>
                  <a:pt x="10252" y="6185"/>
                </a:cubicBezTo>
                <a:cubicBezTo>
                  <a:pt x="10252" y="6185"/>
                  <a:pt x="10579" y="6175"/>
                  <a:pt x="10780" y="6185"/>
                </a:cubicBezTo>
                <a:cubicBezTo>
                  <a:pt x="10976" y="6194"/>
                  <a:pt x="11189" y="6245"/>
                  <a:pt x="11392" y="6305"/>
                </a:cubicBezTo>
                <a:cubicBezTo>
                  <a:pt x="11652" y="6382"/>
                  <a:pt x="12157" y="6594"/>
                  <a:pt x="12447" y="6868"/>
                </a:cubicBezTo>
                <a:cubicBezTo>
                  <a:pt x="12687" y="7094"/>
                  <a:pt x="12916" y="7473"/>
                  <a:pt x="12989" y="7875"/>
                </a:cubicBezTo>
                <a:cubicBezTo>
                  <a:pt x="13056" y="8244"/>
                  <a:pt x="13046" y="8499"/>
                  <a:pt x="12943" y="8832"/>
                </a:cubicBezTo>
                <a:cubicBezTo>
                  <a:pt x="12773" y="9383"/>
                  <a:pt x="12304" y="9790"/>
                  <a:pt x="11997" y="9349"/>
                </a:cubicBezTo>
                <a:cubicBezTo>
                  <a:pt x="11967" y="9305"/>
                  <a:pt x="11970" y="9221"/>
                  <a:pt x="11991" y="9168"/>
                </a:cubicBezTo>
                <a:cubicBezTo>
                  <a:pt x="11995" y="9158"/>
                  <a:pt x="12025" y="9127"/>
                  <a:pt x="12064" y="9087"/>
                </a:cubicBezTo>
                <a:cubicBezTo>
                  <a:pt x="12103" y="9047"/>
                  <a:pt x="12150" y="9001"/>
                  <a:pt x="12184" y="8967"/>
                </a:cubicBezTo>
                <a:cubicBezTo>
                  <a:pt x="12218" y="8933"/>
                  <a:pt x="12240" y="8904"/>
                  <a:pt x="12267" y="8859"/>
                </a:cubicBezTo>
                <a:cubicBezTo>
                  <a:pt x="12324" y="8766"/>
                  <a:pt x="12376" y="8655"/>
                  <a:pt x="12371" y="8535"/>
                </a:cubicBezTo>
                <a:cubicBezTo>
                  <a:pt x="12363" y="8379"/>
                  <a:pt x="12275" y="8285"/>
                  <a:pt x="12190" y="8223"/>
                </a:cubicBezTo>
                <a:cubicBezTo>
                  <a:pt x="11794" y="7930"/>
                  <a:pt x="11001" y="7690"/>
                  <a:pt x="10619" y="7648"/>
                </a:cubicBezTo>
                <a:cubicBezTo>
                  <a:pt x="10469" y="7631"/>
                  <a:pt x="10258" y="7613"/>
                  <a:pt x="10258" y="7613"/>
                </a:cubicBezTo>
                <a:lnTo>
                  <a:pt x="10303" y="11545"/>
                </a:lnTo>
                <a:cubicBezTo>
                  <a:pt x="10303" y="11545"/>
                  <a:pt x="10479" y="11607"/>
                  <a:pt x="10619" y="11649"/>
                </a:cubicBezTo>
                <a:cubicBezTo>
                  <a:pt x="10698" y="11672"/>
                  <a:pt x="11030" y="11730"/>
                  <a:pt x="11120" y="11734"/>
                </a:cubicBezTo>
                <a:cubicBezTo>
                  <a:pt x="11803" y="11767"/>
                  <a:pt x="12567" y="11648"/>
                  <a:pt x="13194" y="11097"/>
                </a:cubicBezTo>
                <a:cubicBezTo>
                  <a:pt x="13469" y="10856"/>
                  <a:pt x="13724" y="10558"/>
                  <a:pt x="13915" y="10152"/>
                </a:cubicBezTo>
                <a:cubicBezTo>
                  <a:pt x="14167" y="9614"/>
                  <a:pt x="14299" y="8882"/>
                  <a:pt x="14264" y="8114"/>
                </a:cubicBezTo>
                <a:cubicBezTo>
                  <a:pt x="14226" y="7275"/>
                  <a:pt x="13905" y="6274"/>
                  <a:pt x="13652" y="5668"/>
                </a:cubicBezTo>
                <a:cubicBezTo>
                  <a:pt x="12982" y="4065"/>
                  <a:pt x="11836" y="2752"/>
                  <a:pt x="10826" y="1979"/>
                </a:cubicBezTo>
                <a:cubicBezTo>
                  <a:pt x="9795" y="1191"/>
                  <a:pt x="8777" y="736"/>
                  <a:pt x="7682" y="660"/>
                </a:cubicBezTo>
                <a:lnTo>
                  <a:pt x="7678" y="660"/>
                </a:lnTo>
                <a:lnTo>
                  <a:pt x="7676" y="660"/>
                </a:lnTo>
                <a:close/>
                <a:moveTo>
                  <a:pt x="9441" y="7671"/>
                </a:moveTo>
                <a:cubicBezTo>
                  <a:pt x="9441" y="7671"/>
                  <a:pt x="9127" y="7711"/>
                  <a:pt x="8912" y="7756"/>
                </a:cubicBezTo>
                <a:cubicBezTo>
                  <a:pt x="8639" y="7810"/>
                  <a:pt x="8126" y="7975"/>
                  <a:pt x="7830" y="8172"/>
                </a:cubicBezTo>
                <a:cubicBezTo>
                  <a:pt x="7741" y="8232"/>
                  <a:pt x="7561" y="8376"/>
                  <a:pt x="7546" y="8547"/>
                </a:cubicBezTo>
                <a:cubicBezTo>
                  <a:pt x="7529" y="8723"/>
                  <a:pt x="7584" y="8859"/>
                  <a:pt x="7649" y="9002"/>
                </a:cubicBezTo>
                <a:cubicBezTo>
                  <a:pt x="7687" y="9084"/>
                  <a:pt x="7905" y="9472"/>
                  <a:pt x="7964" y="9565"/>
                </a:cubicBezTo>
                <a:cubicBezTo>
                  <a:pt x="8216" y="9956"/>
                  <a:pt x="8723" y="10554"/>
                  <a:pt x="9099" y="10846"/>
                </a:cubicBezTo>
                <a:cubicBezTo>
                  <a:pt x="9227" y="10946"/>
                  <a:pt x="9441" y="11089"/>
                  <a:pt x="9441" y="11089"/>
                </a:cubicBezTo>
                <a:cubicBezTo>
                  <a:pt x="9441" y="11089"/>
                  <a:pt x="9423" y="9958"/>
                  <a:pt x="9426" y="8844"/>
                </a:cubicBezTo>
                <a:cubicBezTo>
                  <a:pt x="9428" y="8255"/>
                  <a:pt x="9441" y="7671"/>
                  <a:pt x="9441" y="7671"/>
                </a:cubicBezTo>
                <a:close/>
                <a:moveTo>
                  <a:pt x="13507" y="14223"/>
                </a:moveTo>
                <a:cubicBezTo>
                  <a:pt x="13292" y="14223"/>
                  <a:pt x="13146" y="14482"/>
                  <a:pt x="13146" y="14875"/>
                </a:cubicBezTo>
                <a:cubicBezTo>
                  <a:pt x="13146" y="15268"/>
                  <a:pt x="13292" y="15531"/>
                  <a:pt x="13507" y="15531"/>
                </a:cubicBezTo>
                <a:cubicBezTo>
                  <a:pt x="13722" y="15531"/>
                  <a:pt x="13866" y="15268"/>
                  <a:pt x="13866" y="14875"/>
                </a:cubicBezTo>
                <a:cubicBezTo>
                  <a:pt x="13866" y="14482"/>
                  <a:pt x="13722" y="14223"/>
                  <a:pt x="13507" y="14223"/>
                </a:cubicBezTo>
                <a:close/>
                <a:moveTo>
                  <a:pt x="16398" y="14223"/>
                </a:moveTo>
                <a:cubicBezTo>
                  <a:pt x="16182" y="14223"/>
                  <a:pt x="16039" y="14482"/>
                  <a:pt x="16039" y="14875"/>
                </a:cubicBezTo>
                <a:cubicBezTo>
                  <a:pt x="16039" y="15268"/>
                  <a:pt x="16182" y="15531"/>
                  <a:pt x="16398" y="15531"/>
                </a:cubicBezTo>
                <a:cubicBezTo>
                  <a:pt x="16612" y="15531"/>
                  <a:pt x="16756" y="15268"/>
                  <a:pt x="16756" y="14875"/>
                </a:cubicBezTo>
                <a:cubicBezTo>
                  <a:pt x="16756" y="14482"/>
                  <a:pt x="16613" y="14223"/>
                  <a:pt x="16398" y="14223"/>
                </a:cubicBezTo>
                <a:close/>
                <a:moveTo>
                  <a:pt x="4464" y="14311"/>
                </a:moveTo>
                <a:lnTo>
                  <a:pt x="4464" y="16453"/>
                </a:lnTo>
                <a:cubicBezTo>
                  <a:pt x="4293" y="16104"/>
                  <a:pt x="4055" y="15913"/>
                  <a:pt x="3776" y="15913"/>
                </a:cubicBezTo>
                <a:cubicBezTo>
                  <a:pt x="3206" y="15913"/>
                  <a:pt x="2797" y="16731"/>
                  <a:pt x="2797" y="17896"/>
                </a:cubicBezTo>
                <a:cubicBezTo>
                  <a:pt x="2797" y="19067"/>
                  <a:pt x="3206" y="19895"/>
                  <a:pt x="3776" y="19895"/>
                </a:cubicBezTo>
                <a:cubicBezTo>
                  <a:pt x="4075" y="19895"/>
                  <a:pt x="4322" y="19671"/>
                  <a:pt x="4489" y="19293"/>
                </a:cubicBezTo>
                <a:lnTo>
                  <a:pt x="4495" y="19798"/>
                </a:lnTo>
                <a:lnTo>
                  <a:pt x="5022" y="19798"/>
                </a:lnTo>
                <a:lnTo>
                  <a:pt x="5022" y="14311"/>
                </a:lnTo>
                <a:lnTo>
                  <a:pt x="4464" y="14311"/>
                </a:lnTo>
                <a:close/>
                <a:moveTo>
                  <a:pt x="1084" y="14612"/>
                </a:moveTo>
                <a:lnTo>
                  <a:pt x="0" y="19798"/>
                </a:lnTo>
                <a:lnTo>
                  <a:pt x="610" y="19798"/>
                </a:lnTo>
                <a:lnTo>
                  <a:pt x="809" y="18818"/>
                </a:lnTo>
                <a:lnTo>
                  <a:pt x="2005" y="18818"/>
                </a:lnTo>
                <a:lnTo>
                  <a:pt x="2198" y="19798"/>
                </a:lnTo>
                <a:lnTo>
                  <a:pt x="2808" y="19798"/>
                </a:lnTo>
                <a:lnTo>
                  <a:pt x="1733" y="14612"/>
                </a:lnTo>
                <a:lnTo>
                  <a:pt x="1084" y="14612"/>
                </a:lnTo>
                <a:close/>
                <a:moveTo>
                  <a:pt x="11709" y="15095"/>
                </a:moveTo>
                <a:lnTo>
                  <a:pt x="11709" y="16939"/>
                </a:lnTo>
                <a:lnTo>
                  <a:pt x="11709" y="18421"/>
                </a:lnTo>
                <a:cubicBezTo>
                  <a:pt x="11709" y="18862"/>
                  <a:pt x="11771" y="19207"/>
                  <a:pt x="11892" y="19443"/>
                </a:cubicBezTo>
                <a:cubicBezTo>
                  <a:pt x="12012" y="19679"/>
                  <a:pt x="12191" y="19806"/>
                  <a:pt x="12423" y="19806"/>
                </a:cubicBezTo>
                <a:lnTo>
                  <a:pt x="12912" y="19806"/>
                </a:lnTo>
                <a:lnTo>
                  <a:pt x="12912" y="18864"/>
                </a:lnTo>
                <a:lnTo>
                  <a:pt x="12516" y="18864"/>
                </a:lnTo>
                <a:cubicBezTo>
                  <a:pt x="12432" y="18864"/>
                  <a:pt x="12372" y="18823"/>
                  <a:pt x="12331" y="18733"/>
                </a:cubicBezTo>
                <a:cubicBezTo>
                  <a:pt x="12291" y="18643"/>
                  <a:pt x="12271" y="18506"/>
                  <a:pt x="12271" y="18332"/>
                </a:cubicBezTo>
                <a:lnTo>
                  <a:pt x="12271" y="16939"/>
                </a:lnTo>
                <a:lnTo>
                  <a:pt x="12802" y="16939"/>
                </a:lnTo>
                <a:lnTo>
                  <a:pt x="12802" y="15997"/>
                </a:lnTo>
                <a:lnTo>
                  <a:pt x="12271" y="15997"/>
                </a:lnTo>
                <a:lnTo>
                  <a:pt x="12271" y="15095"/>
                </a:lnTo>
                <a:lnTo>
                  <a:pt x="11709" y="15095"/>
                </a:lnTo>
                <a:close/>
                <a:moveTo>
                  <a:pt x="1412" y="15727"/>
                </a:moveTo>
                <a:lnTo>
                  <a:pt x="1860" y="17965"/>
                </a:lnTo>
                <a:lnTo>
                  <a:pt x="958" y="17965"/>
                </a:lnTo>
                <a:lnTo>
                  <a:pt x="1412" y="15727"/>
                </a:lnTo>
                <a:close/>
                <a:moveTo>
                  <a:pt x="8574" y="15901"/>
                </a:moveTo>
                <a:cubicBezTo>
                  <a:pt x="7945" y="15901"/>
                  <a:pt x="7500" y="16736"/>
                  <a:pt x="7500" y="17907"/>
                </a:cubicBezTo>
                <a:cubicBezTo>
                  <a:pt x="7500" y="19086"/>
                  <a:pt x="7944" y="19895"/>
                  <a:pt x="8622" y="19895"/>
                </a:cubicBezTo>
                <a:cubicBezTo>
                  <a:pt x="9000" y="19895"/>
                  <a:pt x="9317" y="19663"/>
                  <a:pt x="9532" y="19293"/>
                </a:cubicBezTo>
                <a:lnTo>
                  <a:pt x="9209" y="18733"/>
                </a:lnTo>
                <a:cubicBezTo>
                  <a:pt x="9051" y="18939"/>
                  <a:pt x="8868" y="19050"/>
                  <a:pt x="8653" y="19050"/>
                </a:cubicBezTo>
                <a:cubicBezTo>
                  <a:pt x="8342" y="19050"/>
                  <a:pt x="8115" y="18750"/>
                  <a:pt x="8047" y="18313"/>
                </a:cubicBezTo>
                <a:lnTo>
                  <a:pt x="9615" y="18313"/>
                </a:lnTo>
                <a:cubicBezTo>
                  <a:pt x="9734" y="16970"/>
                  <a:pt x="9283" y="15901"/>
                  <a:pt x="8574" y="15901"/>
                </a:cubicBezTo>
                <a:close/>
                <a:moveTo>
                  <a:pt x="20366" y="15913"/>
                </a:moveTo>
                <a:cubicBezTo>
                  <a:pt x="19792" y="15913"/>
                  <a:pt x="19388" y="16727"/>
                  <a:pt x="19388" y="17869"/>
                </a:cubicBezTo>
                <a:cubicBezTo>
                  <a:pt x="19388" y="19011"/>
                  <a:pt x="19792" y="19825"/>
                  <a:pt x="20366" y="19825"/>
                </a:cubicBezTo>
                <a:cubicBezTo>
                  <a:pt x="20653" y="19825"/>
                  <a:pt x="20894" y="19617"/>
                  <a:pt x="21065" y="19254"/>
                </a:cubicBezTo>
                <a:lnTo>
                  <a:pt x="21065" y="19632"/>
                </a:lnTo>
                <a:cubicBezTo>
                  <a:pt x="21065" y="20292"/>
                  <a:pt x="20824" y="20697"/>
                  <a:pt x="20418" y="20697"/>
                </a:cubicBezTo>
                <a:cubicBezTo>
                  <a:pt x="20179" y="20697"/>
                  <a:pt x="19916" y="20559"/>
                  <a:pt x="19705" y="20300"/>
                </a:cubicBezTo>
                <a:lnTo>
                  <a:pt x="19487" y="21075"/>
                </a:lnTo>
                <a:cubicBezTo>
                  <a:pt x="19762" y="21409"/>
                  <a:pt x="20103" y="21600"/>
                  <a:pt x="20449" y="21600"/>
                </a:cubicBezTo>
                <a:cubicBezTo>
                  <a:pt x="21155" y="21600"/>
                  <a:pt x="21600" y="20842"/>
                  <a:pt x="21600" y="19671"/>
                </a:cubicBezTo>
                <a:lnTo>
                  <a:pt x="21600" y="15997"/>
                </a:lnTo>
                <a:lnTo>
                  <a:pt x="21080" y="15997"/>
                </a:lnTo>
                <a:lnTo>
                  <a:pt x="21073" y="16480"/>
                </a:lnTo>
                <a:cubicBezTo>
                  <a:pt x="20902" y="16117"/>
                  <a:pt x="20657" y="15913"/>
                  <a:pt x="20366" y="15913"/>
                </a:cubicBezTo>
                <a:close/>
                <a:moveTo>
                  <a:pt x="14923" y="15928"/>
                </a:moveTo>
                <a:cubicBezTo>
                  <a:pt x="14425" y="15928"/>
                  <a:pt x="14152" y="16368"/>
                  <a:pt x="14152" y="17035"/>
                </a:cubicBezTo>
                <a:cubicBezTo>
                  <a:pt x="14152" y="17658"/>
                  <a:pt x="14372" y="18025"/>
                  <a:pt x="14886" y="18255"/>
                </a:cubicBezTo>
                <a:cubicBezTo>
                  <a:pt x="15165" y="18388"/>
                  <a:pt x="15261" y="18505"/>
                  <a:pt x="15261" y="18691"/>
                </a:cubicBezTo>
                <a:cubicBezTo>
                  <a:pt x="15261" y="18891"/>
                  <a:pt x="15149" y="19011"/>
                  <a:pt x="14950" y="19011"/>
                </a:cubicBezTo>
                <a:cubicBezTo>
                  <a:pt x="14731" y="19011"/>
                  <a:pt x="14511" y="18880"/>
                  <a:pt x="14272" y="18606"/>
                </a:cubicBezTo>
                <a:lnTo>
                  <a:pt x="14059" y="19350"/>
                </a:lnTo>
                <a:cubicBezTo>
                  <a:pt x="14321" y="19684"/>
                  <a:pt x="14632" y="19864"/>
                  <a:pt x="14954" y="19864"/>
                </a:cubicBezTo>
                <a:cubicBezTo>
                  <a:pt x="15468" y="19864"/>
                  <a:pt x="15802" y="19410"/>
                  <a:pt x="15802" y="18683"/>
                </a:cubicBezTo>
                <a:cubicBezTo>
                  <a:pt x="15802" y="18097"/>
                  <a:pt x="15572" y="17694"/>
                  <a:pt x="15058" y="17471"/>
                </a:cubicBezTo>
                <a:cubicBezTo>
                  <a:pt x="14763" y="17338"/>
                  <a:pt x="14679" y="17240"/>
                  <a:pt x="14679" y="17055"/>
                </a:cubicBezTo>
                <a:cubicBezTo>
                  <a:pt x="14679" y="16869"/>
                  <a:pt x="14769" y="16765"/>
                  <a:pt x="14944" y="16765"/>
                </a:cubicBezTo>
                <a:cubicBezTo>
                  <a:pt x="15147" y="16765"/>
                  <a:pt x="15402" y="16917"/>
                  <a:pt x="15549" y="17132"/>
                </a:cubicBezTo>
                <a:lnTo>
                  <a:pt x="15767" y="16414"/>
                </a:lnTo>
                <a:cubicBezTo>
                  <a:pt x="15524" y="16103"/>
                  <a:pt x="15226" y="15928"/>
                  <a:pt x="14923" y="15928"/>
                </a:cubicBezTo>
                <a:close/>
                <a:moveTo>
                  <a:pt x="18272" y="15940"/>
                </a:moveTo>
                <a:cubicBezTo>
                  <a:pt x="17993" y="15940"/>
                  <a:pt x="17790" y="16113"/>
                  <a:pt x="17606" y="16491"/>
                </a:cubicBezTo>
                <a:lnTo>
                  <a:pt x="17606" y="15997"/>
                </a:lnTo>
                <a:lnTo>
                  <a:pt x="17080" y="15997"/>
                </a:lnTo>
                <a:lnTo>
                  <a:pt x="17080" y="19798"/>
                </a:lnTo>
                <a:lnTo>
                  <a:pt x="17637" y="19798"/>
                </a:lnTo>
                <a:lnTo>
                  <a:pt x="17637" y="17811"/>
                </a:lnTo>
                <a:cubicBezTo>
                  <a:pt x="17637" y="17240"/>
                  <a:pt x="17811" y="16869"/>
                  <a:pt x="18106" y="16869"/>
                </a:cubicBezTo>
                <a:cubicBezTo>
                  <a:pt x="18369" y="16869"/>
                  <a:pt x="18506" y="17173"/>
                  <a:pt x="18506" y="17714"/>
                </a:cubicBezTo>
                <a:lnTo>
                  <a:pt x="18506" y="19798"/>
                </a:lnTo>
                <a:lnTo>
                  <a:pt x="19064" y="19798"/>
                </a:lnTo>
                <a:lnTo>
                  <a:pt x="19064" y="17460"/>
                </a:lnTo>
                <a:cubicBezTo>
                  <a:pt x="19064" y="16555"/>
                  <a:pt x="18754" y="15940"/>
                  <a:pt x="18272" y="15940"/>
                </a:cubicBezTo>
                <a:close/>
                <a:moveTo>
                  <a:pt x="5256" y="15997"/>
                </a:moveTo>
                <a:lnTo>
                  <a:pt x="6073" y="19798"/>
                </a:lnTo>
                <a:lnTo>
                  <a:pt x="6662" y="19798"/>
                </a:lnTo>
                <a:lnTo>
                  <a:pt x="7485" y="15997"/>
                </a:lnTo>
                <a:lnTo>
                  <a:pt x="6890" y="15997"/>
                </a:lnTo>
                <a:lnTo>
                  <a:pt x="6542" y="17753"/>
                </a:lnTo>
                <a:lnTo>
                  <a:pt x="6376" y="18625"/>
                </a:lnTo>
                <a:lnTo>
                  <a:pt x="6204" y="17753"/>
                </a:lnTo>
                <a:lnTo>
                  <a:pt x="5856" y="15997"/>
                </a:lnTo>
                <a:lnTo>
                  <a:pt x="5256" y="15997"/>
                </a:lnTo>
                <a:close/>
                <a:moveTo>
                  <a:pt x="9955" y="15997"/>
                </a:moveTo>
                <a:lnTo>
                  <a:pt x="9955" y="19798"/>
                </a:lnTo>
                <a:lnTo>
                  <a:pt x="10517" y="19798"/>
                </a:lnTo>
                <a:lnTo>
                  <a:pt x="10517" y="18069"/>
                </a:lnTo>
                <a:cubicBezTo>
                  <a:pt x="10517" y="17739"/>
                  <a:pt x="10553" y="17460"/>
                  <a:pt x="10633" y="17259"/>
                </a:cubicBezTo>
                <a:cubicBezTo>
                  <a:pt x="10713" y="17058"/>
                  <a:pt x="10837" y="16939"/>
                  <a:pt x="11013" y="16939"/>
                </a:cubicBezTo>
                <a:lnTo>
                  <a:pt x="11396" y="16939"/>
                </a:lnTo>
                <a:lnTo>
                  <a:pt x="11396" y="15997"/>
                </a:lnTo>
                <a:lnTo>
                  <a:pt x="11110" y="15997"/>
                </a:lnTo>
                <a:cubicBezTo>
                  <a:pt x="10968" y="15997"/>
                  <a:pt x="10847" y="16045"/>
                  <a:pt x="10743" y="16132"/>
                </a:cubicBezTo>
                <a:cubicBezTo>
                  <a:pt x="10639" y="16220"/>
                  <a:pt x="10554" y="16347"/>
                  <a:pt x="10486" y="16503"/>
                </a:cubicBezTo>
                <a:lnTo>
                  <a:pt x="10480" y="15997"/>
                </a:lnTo>
                <a:lnTo>
                  <a:pt x="9955" y="15997"/>
                </a:lnTo>
                <a:close/>
                <a:moveTo>
                  <a:pt x="13225" y="15997"/>
                </a:moveTo>
                <a:lnTo>
                  <a:pt x="13225" y="19798"/>
                </a:lnTo>
                <a:lnTo>
                  <a:pt x="13783" y="19798"/>
                </a:lnTo>
                <a:lnTo>
                  <a:pt x="13783" y="15997"/>
                </a:lnTo>
                <a:lnTo>
                  <a:pt x="13225" y="15997"/>
                </a:lnTo>
                <a:close/>
                <a:moveTo>
                  <a:pt x="16116" y="15997"/>
                </a:moveTo>
                <a:lnTo>
                  <a:pt x="16116" y="19798"/>
                </a:lnTo>
                <a:lnTo>
                  <a:pt x="16673" y="19798"/>
                </a:lnTo>
                <a:lnTo>
                  <a:pt x="16673" y="15997"/>
                </a:lnTo>
                <a:lnTo>
                  <a:pt x="16116" y="15997"/>
                </a:lnTo>
                <a:close/>
                <a:moveTo>
                  <a:pt x="8578" y="16734"/>
                </a:moveTo>
                <a:cubicBezTo>
                  <a:pt x="8865" y="16734"/>
                  <a:pt x="9055" y="17090"/>
                  <a:pt x="9111" y="17587"/>
                </a:cubicBezTo>
                <a:lnTo>
                  <a:pt x="8043" y="17587"/>
                </a:lnTo>
                <a:cubicBezTo>
                  <a:pt x="8095" y="17075"/>
                  <a:pt x="8303" y="16734"/>
                  <a:pt x="8578" y="16734"/>
                </a:cubicBezTo>
                <a:close/>
                <a:moveTo>
                  <a:pt x="20501" y="16812"/>
                </a:moveTo>
                <a:cubicBezTo>
                  <a:pt x="20828" y="16812"/>
                  <a:pt x="21059" y="17250"/>
                  <a:pt x="21059" y="17880"/>
                </a:cubicBezTo>
                <a:cubicBezTo>
                  <a:pt x="21059" y="18496"/>
                  <a:pt x="20828" y="18945"/>
                  <a:pt x="20501" y="18945"/>
                </a:cubicBezTo>
                <a:cubicBezTo>
                  <a:pt x="20174" y="18945"/>
                  <a:pt x="19945" y="18511"/>
                  <a:pt x="19945" y="17880"/>
                </a:cubicBezTo>
                <a:cubicBezTo>
                  <a:pt x="19945" y="17243"/>
                  <a:pt x="20174" y="16812"/>
                  <a:pt x="20501" y="16812"/>
                </a:cubicBezTo>
                <a:close/>
                <a:moveTo>
                  <a:pt x="3913" y="16823"/>
                </a:moveTo>
                <a:cubicBezTo>
                  <a:pt x="4243" y="16823"/>
                  <a:pt x="4475" y="17258"/>
                  <a:pt x="4475" y="17896"/>
                </a:cubicBezTo>
                <a:cubicBezTo>
                  <a:pt x="4475" y="18541"/>
                  <a:pt x="4239" y="18972"/>
                  <a:pt x="3913" y="18972"/>
                </a:cubicBezTo>
                <a:cubicBezTo>
                  <a:pt x="3582" y="18972"/>
                  <a:pt x="3349" y="18541"/>
                  <a:pt x="3349" y="17896"/>
                </a:cubicBezTo>
                <a:cubicBezTo>
                  <a:pt x="3349" y="17258"/>
                  <a:pt x="3582" y="16823"/>
                  <a:pt x="3913" y="16823"/>
                </a:cubicBezTo>
                <a:close/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1805" name="Shape"/>
          <p:cNvSpPr/>
          <p:nvPr/>
        </p:nvSpPr>
        <p:spPr>
          <a:xfrm>
            <a:off x="12402213" y="10613066"/>
            <a:ext cx="2812132" cy="15417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59" fill="norm" stroke="1" extrusionOk="0">
                <a:moveTo>
                  <a:pt x="2891" y="6"/>
                </a:moveTo>
                <a:cubicBezTo>
                  <a:pt x="2586" y="28"/>
                  <a:pt x="2178" y="138"/>
                  <a:pt x="1854" y="300"/>
                </a:cubicBezTo>
                <a:cubicBezTo>
                  <a:pt x="1627" y="413"/>
                  <a:pt x="1470" y="597"/>
                  <a:pt x="1361" y="944"/>
                </a:cubicBezTo>
                <a:cubicBezTo>
                  <a:pt x="1308" y="1118"/>
                  <a:pt x="1258" y="1309"/>
                  <a:pt x="1285" y="1501"/>
                </a:cubicBezTo>
                <a:cubicBezTo>
                  <a:pt x="1308" y="1664"/>
                  <a:pt x="1438" y="1716"/>
                  <a:pt x="1540" y="1745"/>
                </a:cubicBezTo>
                <a:cubicBezTo>
                  <a:pt x="1639" y="1774"/>
                  <a:pt x="1863" y="1794"/>
                  <a:pt x="1922" y="1662"/>
                </a:cubicBezTo>
                <a:cubicBezTo>
                  <a:pt x="1948" y="1604"/>
                  <a:pt x="1949" y="1551"/>
                  <a:pt x="1927" y="1482"/>
                </a:cubicBezTo>
                <a:cubicBezTo>
                  <a:pt x="1905" y="1410"/>
                  <a:pt x="1847" y="1365"/>
                  <a:pt x="1793" y="1346"/>
                </a:cubicBezTo>
                <a:cubicBezTo>
                  <a:pt x="1733" y="1326"/>
                  <a:pt x="1614" y="1310"/>
                  <a:pt x="1586" y="1287"/>
                </a:cubicBezTo>
                <a:cubicBezTo>
                  <a:pt x="1570" y="1275"/>
                  <a:pt x="1553" y="1257"/>
                  <a:pt x="1554" y="1256"/>
                </a:cubicBezTo>
                <a:cubicBezTo>
                  <a:pt x="1555" y="1253"/>
                  <a:pt x="1562" y="1240"/>
                  <a:pt x="1567" y="1232"/>
                </a:cubicBezTo>
                <a:cubicBezTo>
                  <a:pt x="1579" y="1214"/>
                  <a:pt x="1621" y="1185"/>
                  <a:pt x="1649" y="1173"/>
                </a:cubicBezTo>
                <a:cubicBezTo>
                  <a:pt x="1684" y="1159"/>
                  <a:pt x="1723" y="1137"/>
                  <a:pt x="1761" y="1117"/>
                </a:cubicBezTo>
                <a:cubicBezTo>
                  <a:pt x="2024" y="985"/>
                  <a:pt x="2544" y="961"/>
                  <a:pt x="2782" y="978"/>
                </a:cubicBezTo>
                <a:cubicBezTo>
                  <a:pt x="3708" y="1041"/>
                  <a:pt x="4569" y="1409"/>
                  <a:pt x="5441" y="2061"/>
                </a:cubicBezTo>
                <a:cubicBezTo>
                  <a:pt x="6295" y="2700"/>
                  <a:pt x="7265" y="3799"/>
                  <a:pt x="7831" y="5124"/>
                </a:cubicBezTo>
                <a:cubicBezTo>
                  <a:pt x="8045" y="5626"/>
                  <a:pt x="8313" y="6445"/>
                  <a:pt x="8346" y="7139"/>
                </a:cubicBezTo>
                <a:cubicBezTo>
                  <a:pt x="8375" y="7774"/>
                  <a:pt x="8263" y="8384"/>
                  <a:pt x="8050" y="8829"/>
                </a:cubicBezTo>
                <a:cubicBezTo>
                  <a:pt x="7888" y="9165"/>
                  <a:pt x="7672" y="9412"/>
                  <a:pt x="7440" y="9611"/>
                </a:cubicBezTo>
                <a:cubicBezTo>
                  <a:pt x="6910" y="10067"/>
                  <a:pt x="6270" y="10162"/>
                  <a:pt x="5692" y="10134"/>
                </a:cubicBezTo>
                <a:cubicBezTo>
                  <a:pt x="5616" y="10131"/>
                  <a:pt x="5330" y="10088"/>
                  <a:pt x="5262" y="10069"/>
                </a:cubicBezTo>
                <a:cubicBezTo>
                  <a:pt x="5247" y="10065"/>
                  <a:pt x="5227" y="10059"/>
                  <a:pt x="5211" y="10054"/>
                </a:cubicBezTo>
                <a:lnTo>
                  <a:pt x="5203" y="10054"/>
                </a:lnTo>
                <a:cubicBezTo>
                  <a:pt x="5151" y="10038"/>
                  <a:pt x="5100" y="10019"/>
                  <a:pt x="5062" y="10004"/>
                </a:cubicBezTo>
                <a:cubicBezTo>
                  <a:pt x="5023" y="9990"/>
                  <a:pt x="4997" y="9980"/>
                  <a:pt x="4997" y="9980"/>
                </a:cubicBezTo>
                <a:lnTo>
                  <a:pt x="4956" y="6721"/>
                </a:lnTo>
                <a:cubicBezTo>
                  <a:pt x="4959" y="6721"/>
                  <a:pt x="4984" y="6727"/>
                  <a:pt x="5019" y="6730"/>
                </a:cubicBezTo>
                <a:cubicBezTo>
                  <a:pt x="5055" y="6734"/>
                  <a:pt x="5100" y="6736"/>
                  <a:pt x="5148" y="6740"/>
                </a:cubicBezTo>
                <a:lnTo>
                  <a:pt x="5162" y="6740"/>
                </a:lnTo>
                <a:cubicBezTo>
                  <a:pt x="5164" y="6740"/>
                  <a:pt x="5166" y="6740"/>
                  <a:pt x="5167" y="6740"/>
                </a:cubicBezTo>
                <a:cubicBezTo>
                  <a:pt x="5169" y="6740"/>
                  <a:pt x="5171" y="6740"/>
                  <a:pt x="5172" y="6740"/>
                </a:cubicBezTo>
                <a:lnTo>
                  <a:pt x="5181" y="6746"/>
                </a:lnTo>
                <a:cubicBezTo>
                  <a:pt x="5182" y="6746"/>
                  <a:pt x="5184" y="6746"/>
                  <a:pt x="5186" y="6746"/>
                </a:cubicBezTo>
                <a:cubicBezTo>
                  <a:pt x="5188" y="6746"/>
                  <a:pt x="5188" y="6746"/>
                  <a:pt x="5189" y="6746"/>
                </a:cubicBezTo>
                <a:lnTo>
                  <a:pt x="5198" y="6746"/>
                </a:lnTo>
                <a:cubicBezTo>
                  <a:pt x="5220" y="6748"/>
                  <a:pt x="5242" y="6744"/>
                  <a:pt x="5262" y="6746"/>
                </a:cubicBezTo>
                <a:cubicBezTo>
                  <a:pt x="5586" y="6781"/>
                  <a:pt x="6258" y="6986"/>
                  <a:pt x="6593" y="7229"/>
                </a:cubicBezTo>
                <a:cubicBezTo>
                  <a:pt x="6665" y="7280"/>
                  <a:pt x="6740" y="7363"/>
                  <a:pt x="6746" y="7492"/>
                </a:cubicBezTo>
                <a:cubicBezTo>
                  <a:pt x="6751" y="7591"/>
                  <a:pt x="6709" y="7674"/>
                  <a:pt x="6661" y="7752"/>
                </a:cubicBezTo>
                <a:cubicBezTo>
                  <a:pt x="6639" y="7789"/>
                  <a:pt x="6614" y="7822"/>
                  <a:pt x="6585" y="7851"/>
                </a:cubicBezTo>
                <a:cubicBezTo>
                  <a:pt x="6527" y="7906"/>
                  <a:pt x="6428" y="7996"/>
                  <a:pt x="6422" y="8012"/>
                </a:cubicBezTo>
                <a:cubicBezTo>
                  <a:pt x="6412" y="8034"/>
                  <a:pt x="6409" y="8062"/>
                  <a:pt x="6410" y="8089"/>
                </a:cubicBezTo>
                <a:cubicBezTo>
                  <a:pt x="6410" y="8116"/>
                  <a:pt x="6414" y="8142"/>
                  <a:pt x="6427" y="8160"/>
                </a:cubicBezTo>
                <a:cubicBezTo>
                  <a:pt x="6491" y="8251"/>
                  <a:pt x="6699" y="8305"/>
                  <a:pt x="6755" y="8299"/>
                </a:cubicBezTo>
                <a:cubicBezTo>
                  <a:pt x="6942" y="8280"/>
                  <a:pt x="7128" y="8047"/>
                  <a:pt x="7225" y="7736"/>
                </a:cubicBezTo>
                <a:cubicBezTo>
                  <a:pt x="7312" y="7461"/>
                  <a:pt x="7323" y="7246"/>
                  <a:pt x="7266" y="6941"/>
                </a:cubicBezTo>
                <a:cubicBezTo>
                  <a:pt x="7205" y="6608"/>
                  <a:pt x="7016" y="6298"/>
                  <a:pt x="6814" y="6112"/>
                </a:cubicBezTo>
                <a:cubicBezTo>
                  <a:pt x="6568" y="5885"/>
                  <a:pt x="6136" y="5711"/>
                  <a:pt x="5917" y="5647"/>
                </a:cubicBezTo>
                <a:cubicBezTo>
                  <a:pt x="5745" y="5598"/>
                  <a:pt x="5562" y="5546"/>
                  <a:pt x="5397" y="5539"/>
                </a:cubicBezTo>
                <a:cubicBezTo>
                  <a:pt x="5361" y="5537"/>
                  <a:pt x="5321" y="5539"/>
                  <a:pt x="5279" y="5539"/>
                </a:cubicBezTo>
                <a:lnTo>
                  <a:pt x="5262" y="5539"/>
                </a:lnTo>
                <a:cubicBezTo>
                  <a:pt x="5255" y="5539"/>
                  <a:pt x="5249" y="5539"/>
                  <a:pt x="5242" y="5539"/>
                </a:cubicBezTo>
                <a:cubicBezTo>
                  <a:pt x="5235" y="5539"/>
                  <a:pt x="5229" y="5539"/>
                  <a:pt x="5222" y="5539"/>
                </a:cubicBezTo>
                <a:lnTo>
                  <a:pt x="5208" y="5539"/>
                </a:lnTo>
                <a:cubicBezTo>
                  <a:pt x="5143" y="5540"/>
                  <a:pt x="5081" y="5540"/>
                  <a:pt x="5035" y="5542"/>
                </a:cubicBezTo>
                <a:cubicBezTo>
                  <a:pt x="4988" y="5544"/>
                  <a:pt x="4955" y="5548"/>
                  <a:pt x="4951" y="5548"/>
                </a:cubicBezTo>
                <a:cubicBezTo>
                  <a:pt x="4951" y="5548"/>
                  <a:pt x="4951" y="5498"/>
                  <a:pt x="4950" y="5418"/>
                </a:cubicBezTo>
                <a:cubicBezTo>
                  <a:pt x="4948" y="5339"/>
                  <a:pt x="4945" y="5229"/>
                  <a:pt x="4943" y="5115"/>
                </a:cubicBezTo>
                <a:lnTo>
                  <a:pt x="4943" y="5090"/>
                </a:lnTo>
                <a:cubicBezTo>
                  <a:pt x="4943" y="5081"/>
                  <a:pt x="4943" y="5072"/>
                  <a:pt x="4943" y="5063"/>
                </a:cubicBezTo>
                <a:cubicBezTo>
                  <a:pt x="4943" y="5053"/>
                  <a:pt x="4943" y="5045"/>
                  <a:pt x="4943" y="5035"/>
                </a:cubicBezTo>
                <a:lnTo>
                  <a:pt x="4943" y="5016"/>
                </a:lnTo>
                <a:cubicBezTo>
                  <a:pt x="4941" y="4947"/>
                  <a:pt x="4937" y="4874"/>
                  <a:pt x="4934" y="4812"/>
                </a:cubicBezTo>
                <a:cubicBezTo>
                  <a:pt x="4916" y="4330"/>
                  <a:pt x="4844" y="3389"/>
                  <a:pt x="4603" y="3116"/>
                </a:cubicBezTo>
                <a:cubicBezTo>
                  <a:pt x="4559" y="3067"/>
                  <a:pt x="4504" y="3057"/>
                  <a:pt x="4474" y="3132"/>
                </a:cubicBezTo>
                <a:cubicBezTo>
                  <a:pt x="4427" y="3243"/>
                  <a:pt x="4380" y="3666"/>
                  <a:pt x="4370" y="3775"/>
                </a:cubicBezTo>
                <a:cubicBezTo>
                  <a:pt x="4361" y="3869"/>
                  <a:pt x="4346" y="4127"/>
                  <a:pt x="4329" y="4388"/>
                </a:cubicBezTo>
                <a:lnTo>
                  <a:pt x="4326" y="4422"/>
                </a:lnTo>
                <a:cubicBezTo>
                  <a:pt x="4325" y="4428"/>
                  <a:pt x="4326" y="4432"/>
                  <a:pt x="4326" y="4438"/>
                </a:cubicBezTo>
                <a:cubicBezTo>
                  <a:pt x="4326" y="4443"/>
                  <a:pt x="4326" y="4447"/>
                  <a:pt x="4326" y="4453"/>
                </a:cubicBezTo>
                <a:lnTo>
                  <a:pt x="4321" y="4487"/>
                </a:lnTo>
                <a:cubicBezTo>
                  <a:pt x="4312" y="4623"/>
                  <a:pt x="4305" y="4756"/>
                  <a:pt x="4300" y="4865"/>
                </a:cubicBezTo>
                <a:cubicBezTo>
                  <a:pt x="4296" y="4973"/>
                  <a:pt x="4293" y="5055"/>
                  <a:pt x="4293" y="5090"/>
                </a:cubicBezTo>
                <a:cubicBezTo>
                  <a:pt x="4293" y="5096"/>
                  <a:pt x="4293" y="5101"/>
                  <a:pt x="4293" y="5106"/>
                </a:cubicBezTo>
                <a:cubicBezTo>
                  <a:pt x="4293" y="5111"/>
                  <a:pt x="4293" y="5118"/>
                  <a:pt x="4293" y="5124"/>
                </a:cubicBezTo>
                <a:lnTo>
                  <a:pt x="4293" y="5149"/>
                </a:lnTo>
                <a:cubicBezTo>
                  <a:pt x="4293" y="5175"/>
                  <a:pt x="4293" y="5202"/>
                  <a:pt x="4292" y="5233"/>
                </a:cubicBezTo>
                <a:cubicBezTo>
                  <a:pt x="4291" y="5263"/>
                  <a:pt x="4291" y="5296"/>
                  <a:pt x="4290" y="5329"/>
                </a:cubicBezTo>
                <a:lnTo>
                  <a:pt x="4290" y="5360"/>
                </a:lnTo>
                <a:lnTo>
                  <a:pt x="4290" y="5363"/>
                </a:lnTo>
                <a:lnTo>
                  <a:pt x="4290" y="5369"/>
                </a:lnTo>
                <a:lnTo>
                  <a:pt x="4290" y="5384"/>
                </a:lnTo>
                <a:cubicBezTo>
                  <a:pt x="4289" y="5454"/>
                  <a:pt x="4287" y="5522"/>
                  <a:pt x="4285" y="5573"/>
                </a:cubicBezTo>
                <a:cubicBezTo>
                  <a:pt x="4283" y="5624"/>
                  <a:pt x="4281" y="5659"/>
                  <a:pt x="4280" y="5663"/>
                </a:cubicBezTo>
                <a:cubicBezTo>
                  <a:pt x="4279" y="5666"/>
                  <a:pt x="4278" y="5669"/>
                  <a:pt x="4276" y="5672"/>
                </a:cubicBezTo>
                <a:cubicBezTo>
                  <a:pt x="4275" y="5675"/>
                  <a:pt x="4273" y="5676"/>
                  <a:pt x="4271" y="5678"/>
                </a:cubicBezTo>
                <a:cubicBezTo>
                  <a:pt x="4268" y="5682"/>
                  <a:pt x="4247" y="5690"/>
                  <a:pt x="4217" y="5700"/>
                </a:cubicBezTo>
                <a:cubicBezTo>
                  <a:pt x="4187" y="5710"/>
                  <a:pt x="4149" y="5725"/>
                  <a:pt x="4110" y="5737"/>
                </a:cubicBezTo>
                <a:lnTo>
                  <a:pt x="4096" y="5737"/>
                </a:lnTo>
                <a:lnTo>
                  <a:pt x="4091" y="5737"/>
                </a:lnTo>
                <a:lnTo>
                  <a:pt x="4078" y="5743"/>
                </a:lnTo>
                <a:cubicBezTo>
                  <a:pt x="4053" y="5751"/>
                  <a:pt x="4028" y="5753"/>
                  <a:pt x="4006" y="5759"/>
                </a:cubicBezTo>
                <a:cubicBezTo>
                  <a:pt x="3912" y="5784"/>
                  <a:pt x="3760" y="5861"/>
                  <a:pt x="3603" y="5948"/>
                </a:cubicBezTo>
                <a:lnTo>
                  <a:pt x="3580" y="5957"/>
                </a:lnTo>
                <a:cubicBezTo>
                  <a:pt x="3578" y="5958"/>
                  <a:pt x="3578" y="5958"/>
                  <a:pt x="3576" y="5960"/>
                </a:cubicBezTo>
                <a:cubicBezTo>
                  <a:pt x="3575" y="5962"/>
                  <a:pt x="3573" y="5962"/>
                  <a:pt x="3571" y="5963"/>
                </a:cubicBezTo>
                <a:lnTo>
                  <a:pt x="3549" y="5982"/>
                </a:lnTo>
                <a:cubicBezTo>
                  <a:pt x="3376" y="6080"/>
                  <a:pt x="3209" y="6185"/>
                  <a:pt x="3127" y="6251"/>
                </a:cubicBezTo>
                <a:cubicBezTo>
                  <a:pt x="2906" y="6427"/>
                  <a:pt x="2580" y="6737"/>
                  <a:pt x="2490" y="7148"/>
                </a:cubicBezTo>
                <a:cubicBezTo>
                  <a:pt x="2425" y="7444"/>
                  <a:pt x="2453" y="7693"/>
                  <a:pt x="2539" y="7971"/>
                </a:cubicBezTo>
                <a:cubicBezTo>
                  <a:pt x="2650" y="8328"/>
                  <a:pt x="2796" y="8605"/>
                  <a:pt x="2958" y="8884"/>
                </a:cubicBezTo>
                <a:cubicBezTo>
                  <a:pt x="3015" y="8983"/>
                  <a:pt x="3274" y="9383"/>
                  <a:pt x="3335" y="9466"/>
                </a:cubicBezTo>
                <a:cubicBezTo>
                  <a:pt x="3554" y="9761"/>
                  <a:pt x="3805" y="10045"/>
                  <a:pt x="4069" y="10283"/>
                </a:cubicBezTo>
                <a:cubicBezTo>
                  <a:pt x="4075" y="10288"/>
                  <a:pt x="4082" y="10293"/>
                  <a:pt x="4088" y="10298"/>
                </a:cubicBezTo>
                <a:lnTo>
                  <a:pt x="4096" y="10308"/>
                </a:lnTo>
                <a:lnTo>
                  <a:pt x="4115" y="10323"/>
                </a:lnTo>
                <a:lnTo>
                  <a:pt x="4117" y="10326"/>
                </a:lnTo>
                <a:lnTo>
                  <a:pt x="4118" y="10329"/>
                </a:lnTo>
                <a:lnTo>
                  <a:pt x="4127" y="10329"/>
                </a:lnTo>
                <a:cubicBezTo>
                  <a:pt x="4161" y="10359"/>
                  <a:pt x="4193" y="10389"/>
                  <a:pt x="4217" y="10410"/>
                </a:cubicBezTo>
                <a:cubicBezTo>
                  <a:pt x="4241" y="10431"/>
                  <a:pt x="4258" y="10444"/>
                  <a:pt x="4258" y="10444"/>
                </a:cubicBezTo>
                <a:cubicBezTo>
                  <a:pt x="4258" y="10444"/>
                  <a:pt x="4260" y="10484"/>
                  <a:pt x="4265" y="10546"/>
                </a:cubicBezTo>
                <a:cubicBezTo>
                  <a:pt x="4269" y="10608"/>
                  <a:pt x="4274" y="10693"/>
                  <a:pt x="4280" y="10778"/>
                </a:cubicBezTo>
                <a:lnTo>
                  <a:pt x="4280" y="10797"/>
                </a:lnTo>
                <a:cubicBezTo>
                  <a:pt x="4280" y="10803"/>
                  <a:pt x="4281" y="10807"/>
                  <a:pt x="4282" y="10812"/>
                </a:cubicBezTo>
                <a:cubicBezTo>
                  <a:pt x="4282" y="10817"/>
                  <a:pt x="4285" y="10822"/>
                  <a:pt x="4285" y="10828"/>
                </a:cubicBezTo>
                <a:lnTo>
                  <a:pt x="4285" y="10843"/>
                </a:lnTo>
                <a:cubicBezTo>
                  <a:pt x="4290" y="10912"/>
                  <a:pt x="4294" y="10984"/>
                  <a:pt x="4299" y="11041"/>
                </a:cubicBezTo>
                <a:cubicBezTo>
                  <a:pt x="4323" y="11312"/>
                  <a:pt x="4372" y="11545"/>
                  <a:pt x="4509" y="11651"/>
                </a:cubicBezTo>
                <a:cubicBezTo>
                  <a:pt x="4593" y="11716"/>
                  <a:pt x="4691" y="11706"/>
                  <a:pt x="4781" y="11675"/>
                </a:cubicBezTo>
                <a:cubicBezTo>
                  <a:pt x="4857" y="11649"/>
                  <a:pt x="4908" y="11590"/>
                  <a:pt x="4939" y="11471"/>
                </a:cubicBezTo>
                <a:cubicBezTo>
                  <a:pt x="4951" y="11427"/>
                  <a:pt x="4975" y="11288"/>
                  <a:pt x="4978" y="11236"/>
                </a:cubicBezTo>
                <a:cubicBezTo>
                  <a:pt x="4980" y="11213"/>
                  <a:pt x="4978" y="11187"/>
                  <a:pt x="4978" y="11162"/>
                </a:cubicBezTo>
                <a:lnTo>
                  <a:pt x="4978" y="11146"/>
                </a:lnTo>
                <a:lnTo>
                  <a:pt x="4978" y="11137"/>
                </a:lnTo>
                <a:cubicBezTo>
                  <a:pt x="4979" y="11105"/>
                  <a:pt x="4981" y="11074"/>
                  <a:pt x="4982" y="11047"/>
                </a:cubicBezTo>
                <a:cubicBezTo>
                  <a:pt x="4983" y="11020"/>
                  <a:pt x="4983" y="10997"/>
                  <a:pt x="4984" y="10982"/>
                </a:cubicBezTo>
                <a:lnTo>
                  <a:pt x="4984" y="10967"/>
                </a:lnTo>
                <a:lnTo>
                  <a:pt x="4984" y="10957"/>
                </a:lnTo>
                <a:cubicBezTo>
                  <a:pt x="4984" y="10957"/>
                  <a:pt x="5012" y="10970"/>
                  <a:pt x="5057" y="10988"/>
                </a:cubicBezTo>
                <a:cubicBezTo>
                  <a:pt x="5101" y="11007"/>
                  <a:pt x="5161" y="11034"/>
                  <a:pt x="5222" y="11057"/>
                </a:cubicBezTo>
                <a:lnTo>
                  <a:pt x="5239" y="11066"/>
                </a:lnTo>
                <a:lnTo>
                  <a:pt x="5242" y="11066"/>
                </a:lnTo>
                <a:lnTo>
                  <a:pt x="5244" y="11066"/>
                </a:lnTo>
                <a:lnTo>
                  <a:pt x="5252" y="11072"/>
                </a:lnTo>
                <a:cubicBezTo>
                  <a:pt x="5287" y="11085"/>
                  <a:pt x="5325" y="11096"/>
                  <a:pt x="5356" y="11106"/>
                </a:cubicBezTo>
                <a:cubicBezTo>
                  <a:pt x="5789" y="11252"/>
                  <a:pt x="6260" y="11261"/>
                  <a:pt x="6670" y="11171"/>
                </a:cubicBezTo>
                <a:cubicBezTo>
                  <a:pt x="7273" y="11037"/>
                  <a:pt x="7973" y="10638"/>
                  <a:pt x="8427" y="9924"/>
                </a:cubicBezTo>
                <a:cubicBezTo>
                  <a:pt x="8549" y="9732"/>
                  <a:pt x="8757" y="9276"/>
                  <a:pt x="8844" y="8993"/>
                </a:cubicBezTo>
                <a:cubicBezTo>
                  <a:pt x="8894" y="8827"/>
                  <a:pt x="8938" y="8663"/>
                  <a:pt x="8986" y="8460"/>
                </a:cubicBezTo>
                <a:cubicBezTo>
                  <a:pt x="8991" y="8440"/>
                  <a:pt x="9010" y="8345"/>
                  <a:pt x="9029" y="8237"/>
                </a:cubicBezTo>
                <a:cubicBezTo>
                  <a:pt x="9048" y="8130"/>
                  <a:pt x="9067" y="8013"/>
                  <a:pt x="9073" y="7940"/>
                </a:cubicBezTo>
                <a:cubicBezTo>
                  <a:pt x="9075" y="7921"/>
                  <a:pt x="9077" y="7864"/>
                  <a:pt x="9082" y="7786"/>
                </a:cubicBezTo>
                <a:cubicBezTo>
                  <a:pt x="9086" y="7708"/>
                  <a:pt x="9091" y="7608"/>
                  <a:pt x="9095" y="7507"/>
                </a:cubicBezTo>
                <a:lnTo>
                  <a:pt x="9095" y="7492"/>
                </a:lnTo>
                <a:cubicBezTo>
                  <a:pt x="9097" y="7431"/>
                  <a:pt x="9098" y="7369"/>
                  <a:pt x="9099" y="7312"/>
                </a:cubicBezTo>
                <a:cubicBezTo>
                  <a:pt x="9099" y="7255"/>
                  <a:pt x="9098" y="7201"/>
                  <a:pt x="9095" y="7154"/>
                </a:cubicBezTo>
                <a:cubicBezTo>
                  <a:pt x="9096" y="7131"/>
                  <a:pt x="9095" y="7100"/>
                  <a:pt x="9093" y="7065"/>
                </a:cubicBezTo>
                <a:cubicBezTo>
                  <a:pt x="9092" y="7029"/>
                  <a:pt x="9088" y="6989"/>
                  <a:pt x="9085" y="6950"/>
                </a:cubicBezTo>
                <a:lnTo>
                  <a:pt x="9082" y="6925"/>
                </a:lnTo>
                <a:cubicBezTo>
                  <a:pt x="9077" y="6879"/>
                  <a:pt x="9073" y="6835"/>
                  <a:pt x="9070" y="6799"/>
                </a:cubicBezTo>
                <a:cubicBezTo>
                  <a:pt x="9066" y="6762"/>
                  <a:pt x="9064" y="6734"/>
                  <a:pt x="9063" y="6721"/>
                </a:cubicBezTo>
                <a:cubicBezTo>
                  <a:pt x="9060" y="6716"/>
                  <a:pt x="9044" y="6586"/>
                  <a:pt x="9032" y="6495"/>
                </a:cubicBezTo>
                <a:cubicBezTo>
                  <a:pt x="9027" y="6456"/>
                  <a:pt x="9009" y="6376"/>
                  <a:pt x="8992" y="6291"/>
                </a:cubicBezTo>
                <a:lnTo>
                  <a:pt x="8986" y="6266"/>
                </a:lnTo>
                <a:cubicBezTo>
                  <a:pt x="8964" y="6161"/>
                  <a:pt x="8941" y="6057"/>
                  <a:pt x="8932" y="6028"/>
                </a:cubicBezTo>
                <a:cubicBezTo>
                  <a:pt x="8884" y="5872"/>
                  <a:pt x="8859" y="5738"/>
                  <a:pt x="8822" y="5604"/>
                </a:cubicBezTo>
                <a:cubicBezTo>
                  <a:pt x="8667" y="5043"/>
                  <a:pt x="8346" y="4335"/>
                  <a:pt x="8091" y="3874"/>
                </a:cubicBezTo>
                <a:cubicBezTo>
                  <a:pt x="7959" y="3636"/>
                  <a:pt x="7776" y="3339"/>
                  <a:pt x="7637" y="3132"/>
                </a:cubicBezTo>
                <a:cubicBezTo>
                  <a:pt x="7604" y="3082"/>
                  <a:pt x="7486" y="2922"/>
                  <a:pt x="7363" y="2757"/>
                </a:cubicBezTo>
                <a:lnTo>
                  <a:pt x="7346" y="2739"/>
                </a:lnTo>
                <a:cubicBezTo>
                  <a:pt x="7345" y="2737"/>
                  <a:pt x="7345" y="2736"/>
                  <a:pt x="7344" y="2732"/>
                </a:cubicBezTo>
                <a:cubicBezTo>
                  <a:pt x="7344" y="2729"/>
                  <a:pt x="7342" y="2725"/>
                  <a:pt x="7341" y="2723"/>
                </a:cubicBezTo>
                <a:lnTo>
                  <a:pt x="7324" y="2708"/>
                </a:lnTo>
                <a:cubicBezTo>
                  <a:pt x="7209" y="2555"/>
                  <a:pt x="7103" y="2405"/>
                  <a:pt x="7069" y="2364"/>
                </a:cubicBezTo>
                <a:cubicBezTo>
                  <a:pt x="6836" y="2086"/>
                  <a:pt x="6416" y="1667"/>
                  <a:pt x="6153" y="1436"/>
                </a:cubicBezTo>
                <a:cubicBezTo>
                  <a:pt x="5786" y="1114"/>
                  <a:pt x="5285" y="755"/>
                  <a:pt x="4902" y="545"/>
                </a:cubicBezTo>
                <a:cubicBezTo>
                  <a:pt x="4233" y="175"/>
                  <a:pt x="3582" y="-41"/>
                  <a:pt x="2891" y="6"/>
                </a:cubicBezTo>
                <a:close/>
                <a:moveTo>
                  <a:pt x="10339" y="928"/>
                </a:moveTo>
                <a:cubicBezTo>
                  <a:pt x="10265" y="920"/>
                  <a:pt x="10187" y="927"/>
                  <a:pt x="10112" y="944"/>
                </a:cubicBezTo>
                <a:cubicBezTo>
                  <a:pt x="9960" y="978"/>
                  <a:pt x="9811" y="1056"/>
                  <a:pt x="9690" y="1148"/>
                </a:cubicBezTo>
                <a:cubicBezTo>
                  <a:pt x="9435" y="1345"/>
                  <a:pt x="9201" y="1633"/>
                  <a:pt x="9022" y="1981"/>
                </a:cubicBezTo>
                <a:cubicBezTo>
                  <a:pt x="8844" y="2325"/>
                  <a:pt x="8709" y="2767"/>
                  <a:pt x="8723" y="3240"/>
                </a:cubicBezTo>
                <a:cubicBezTo>
                  <a:pt x="8727" y="3392"/>
                  <a:pt x="8761" y="3625"/>
                  <a:pt x="8803" y="3760"/>
                </a:cubicBezTo>
                <a:cubicBezTo>
                  <a:pt x="8838" y="3874"/>
                  <a:pt x="8901" y="3990"/>
                  <a:pt x="8915" y="4110"/>
                </a:cubicBezTo>
                <a:cubicBezTo>
                  <a:pt x="8924" y="4181"/>
                  <a:pt x="8918" y="4279"/>
                  <a:pt x="8920" y="4363"/>
                </a:cubicBezTo>
                <a:cubicBezTo>
                  <a:pt x="8923" y="4556"/>
                  <a:pt x="8970" y="4749"/>
                  <a:pt x="9049" y="4877"/>
                </a:cubicBezTo>
                <a:cubicBezTo>
                  <a:pt x="9106" y="4968"/>
                  <a:pt x="9157" y="4965"/>
                  <a:pt x="9216" y="4886"/>
                </a:cubicBezTo>
                <a:cubicBezTo>
                  <a:pt x="9233" y="4865"/>
                  <a:pt x="9257" y="4814"/>
                  <a:pt x="9270" y="4772"/>
                </a:cubicBezTo>
                <a:cubicBezTo>
                  <a:pt x="9296" y="4693"/>
                  <a:pt x="9318" y="4588"/>
                  <a:pt x="9342" y="4543"/>
                </a:cubicBezTo>
                <a:cubicBezTo>
                  <a:pt x="9343" y="4540"/>
                  <a:pt x="9348" y="4541"/>
                  <a:pt x="9355" y="4546"/>
                </a:cubicBezTo>
                <a:cubicBezTo>
                  <a:pt x="9362" y="4550"/>
                  <a:pt x="9371" y="4558"/>
                  <a:pt x="9377" y="4567"/>
                </a:cubicBezTo>
                <a:cubicBezTo>
                  <a:pt x="9380" y="4571"/>
                  <a:pt x="9386" y="4577"/>
                  <a:pt x="9396" y="4583"/>
                </a:cubicBezTo>
                <a:cubicBezTo>
                  <a:pt x="9406" y="4589"/>
                  <a:pt x="9421" y="4592"/>
                  <a:pt x="9435" y="4598"/>
                </a:cubicBezTo>
                <a:lnTo>
                  <a:pt x="9445" y="4608"/>
                </a:lnTo>
                <a:cubicBezTo>
                  <a:pt x="9458" y="4614"/>
                  <a:pt x="9471" y="4619"/>
                  <a:pt x="9483" y="4623"/>
                </a:cubicBezTo>
                <a:cubicBezTo>
                  <a:pt x="9495" y="4628"/>
                  <a:pt x="9506" y="4631"/>
                  <a:pt x="9512" y="4632"/>
                </a:cubicBezTo>
                <a:cubicBezTo>
                  <a:pt x="9564" y="4639"/>
                  <a:pt x="9615" y="4665"/>
                  <a:pt x="9668" y="4673"/>
                </a:cubicBezTo>
                <a:cubicBezTo>
                  <a:pt x="9840" y="4701"/>
                  <a:pt x="10077" y="4601"/>
                  <a:pt x="10229" y="4493"/>
                </a:cubicBezTo>
                <a:cubicBezTo>
                  <a:pt x="10574" y="4247"/>
                  <a:pt x="10841" y="3888"/>
                  <a:pt x="11111" y="3385"/>
                </a:cubicBezTo>
                <a:cubicBezTo>
                  <a:pt x="11269" y="3093"/>
                  <a:pt x="11408" y="2613"/>
                  <a:pt x="11358" y="2175"/>
                </a:cubicBezTo>
                <a:cubicBezTo>
                  <a:pt x="11332" y="1958"/>
                  <a:pt x="11279" y="1812"/>
                  <a:pt x="11179" y="1656"/>
                </a:cubicBezTo>
                <a:cubicBezTo>
                  <a:pt x="11129" y="1578"/>
                  <a:pt x="11009" y="1463"/>
                  <a:pt x="10924" y="1436"/>
                </a:cubicBezTo>
                <a:cubicBezTo>
                  <a:pt x="10919" y="1434"/>
                  <a:pt x="10911" y="1428"/>
                  <a:pt x="10905" y="1427"/>
                </a:cubicBezTo>
                <a:lnTo>
                  <a:pt x="10897" y="1427"/>
                </a:lnTo>
                <a:cubicBezTo>
                  <a:pt x="10888" y="1424"/>
                  <a:pt x="10880" y="1423"/>
                  <a:pt x="10873" y="1420"/>
                </a:cubicBezTo>
                <a:cubicBezTo>
                  <a:pt x="10866" y="1418"/>
                  <a:pt x="10860" y="1416"/>
                  <a:pt x="10856" y="1411"/>
                </a:cubicBezTo>
                <a:cubicBezTo>
                  <a:pt x="10843" y="1396"/>
                  <a:pt x="10833" y="1357"/>
                  <a:pt x="10820" y="1328"/>
                </a:cubicBezTo>
                <a:cubicBezTo>
                  <a:pt x="10760" y="1188"/>
                  <a:pt x="10638" y="1057"/>
                  <a:pt x="10552" y="1003"/>
                </a:cubicBezTo>
                <a:cubicBezTo>
                  <a:pt x="10486" y="961"/>
                  <a:pt x="10414" y="936"/>
                  <a:pt x="10339" y="928"/>
                </a:cubicBezTo>
                <a:close/>
                <a:moveTo>
                  <a:pt x="9843" y="1946"/>
                </a:moveTo>
                <a:cubicBezTo>
                  <a:pt x="9843" y="1946"/>
                  <a:pt x="9787" y="2028"/>
                  <a:pt x="9739" y="2101"/>
                </a:cubicBezTo>
                <a:cubicBezTo>
                  <a:pt x="9584" y="2344"/>
                  <a:pt x="9376" y="2744"/>
                  <a:pt x="9262" y="3026"/>
                </a:cubicBezTo>
                <a:cubicBezTo>
                  <a:pt x="9247" y="3062"/>
                  <a:pt x="9231" y="3103"/>
                  <a:pt x="9216" y="3141"/>
                </a:cubicBezTo>
                <a:lnTo>
                  <a:pt x="9212" y="3156"/>
                </a:lnTo>
                <a:cubicBezTo>
                  <a:pt x="9189" y="3217"/>
                  <a:pt x="9166" y="3272"/>
                  <a:pt x="9150" y="3314"/>
                </a:cubicBezTo>
                <a:cubicBezTo>
                  <a:pt x="9133" y="3356"/>
                  <a:pt x="9122" y="3385"/>
                  <a:pt x="9122" y="3385"/>
                </a:cubicBezTo>
                <a:cubicBezTo>
                  <a:pt x="9122" y="3385"/>
                  <a:pt x="9109" y="3326"/>
                  <a:pt x="9099" y="3280"/>
                </a:cubicBezTo>
                <a:cubicBezTo>
                  <a:pt x="9027" y="2958"/>
                  <a:pt x="9185" y="2593"/>
                  <a:pt x="9328" y="2370"/>
                </a:cubicBezTo>
                <a:cubicBezTo>
                  <a:pt x="9415" y="2235"/>
                  <a:pt x="9585" y="2023"/>
                  <a:pt x="9704" y="1981"/>
                </a:cubicBezTo>
                <a:cubicBezTo>
                  <a:pt x="9754" y="1962"/>
                  <a:pt x="9843" y="1946"/>
                  <a:pt x="9843" y="1946"/>
                </a:cubicBezTo>
                <a:close/>
                <a:moveTo>
                  <a:pt x="10763" y="2039"/>
                </a:moveTo>
                <a:cubicBezTo>
                  <a:pt x="10799" y="2038"/>
                  <a:pt x="10832" y="2052"/>
                  <a:pt x="10875" y="2086"/>
                </a:cubicBezTo>
                <a:cubicBezTo>
                  <a:pt x="10941" y="2137"/>
                  <a:pt x="10992" y="2249"/>
                  <a:pt x="11001" y="2395"/>
                </a:cubicBezTo>
                <a:cubicBezTo>
                  <a:pt x="11030" y="2847"/>
                  <a:pt x="10745" y="3229"/>
                  <a:pt x="10552" y="3426"/>
                </a:cubicBezTo>
                <a:cubicBezTo>
                  <a:pt x="10355" y="3625"/>
                  <a:pt x="10145" y="3741"/>
                  <a:pt x="9920" y="3769"/>
                </a:cubicBezTo>
                <a:cubicBezTo>
                  <a:pt x="9888" y="3773"/>
                  <a:pt x="9837" y="3775"/>
                  <a:pt x="9785" y="3775"/>
                </a:cubicBezTo>
                <a:lnTo>
                  <a:pt x="9777" y="3775"/>
                </a:lnTo>
                <a:cubicBezTo>
                  <a:pt x="9774" y="3775"/>
                  <a:pt x="9770" y="3775"/>
                  <a:pt x="9767" y="3775"/>
                </a:cubicBezTo>
                <a:cubicBezTo>
                  <a:pt x="9763" y="3775"/>
                  <a:pt x="9761" y="3775"/>
                  <a:pt x="9758" y="3775"/>
                </a:cubicBezTo>
                <a:lnTo>
                  <a:pt x="9750" y="3775"/>
                </a:lnTo>
                <a:cubicBezTo>
                  <a:pt x="9709" y="3774"/>
                  <a:pt x="9671" y="3774"/>
                  <a:pt x="9642" y="3769"/>
                </a:cubicBezTo>
                <a:cubicBezTo>
                  <a:pt x="9614" y="3764"/>
                  <a:pt x="9595" y="3757"/>
                  <a:pt x="9593" y="3744"/>
                </a:cubicBezTo>
                <a:cubicBezTo>
                  <a:pt x="9592" y="3739"/>
                  <a:pt x="9594" y="3725"/>
                  <a:pt x="9600" y="3707"/>
                </a:cubicBezTo>
                <a:cubicBezTo>
                  <a:pt x="9606" y="3690"/>
                  <a:pt x="9614" y="3668"/>
                  <a:pt x="9624" y="3645"/>
                </a:cubicBezTo>
                <a:cubicBezTo>
                  <a:pt x="9655" y="3573"/>
                  <a:pt x="9697" y="3471"/>
                  <a:pt x="9736" y="3376"/>
                </a:cubicBezTo>
                <a:cubicBezTo>
                  <a:pt x="9907" y="2976"/>
                  <a:pt x="10218" y="2469"/>
                  <a:pt x="10440" y="2234"/>
                </a:cubicBezTo>
                <a:cubicBezTo>
                  <a:pt x="10515" y="2155"/>
                  <a:pt x="10554" y="2129"/>
                  <a:pt x="10633" y="2086"/>
                </a:cubicBezTo>
                <a:cubicBezTo>
                  <a:pt x="10689" y="2056"/>
                  <a:pt x="10727" y="2040"/>
                  <a:pt x="10763" y="2039"/>
                </a:cubicBezTo>
                <a:close/>
                <a:moveTo>
                  <a:pt x="14538" y="4657"/>
                </a:moveTo>
                <a:cubicBezTo>
                  <a:pt x="14504" y="4659"/>
                  <a:pt x="14468" y="4689"/>
                  <a:pt x="14453" y="4796"/>
                </a:cubicBezTo>
                <a:cubicBezTo>
                  <a:pt x="14425" y="4989"/>
                  <a:pt x="14460" y="5193"/>
                  <a:pt x="14466" y="5230"/>
                </a:cubicBezTo>
                <a:lnTo>
                  <a:pt x="14466" y="5239"/>
                </a:lnTo>
                <a:cubicBezTo>
                  <a:pt x="14614" y="6150"/>
                  <a:pt x="14703" y="6871"/>
                  <a:pt x="14757" y="7368"/>
                </a:cubicBezTo>
                <a:cubicBezTo>
                  <a:pt x="14811" y="7865"/>
                  <a:pt x="14828" y="8135"/>
                  <a:pt x="14828" y="8135"/>
                </a:cubicBezTo>
                <a:cubicBezTo>
                  <a:pt x="14828" y="8135"/>
                  <a:pt x="14831" y="8214"/>
                  <a:pt x="14830" y="8293"/>
                </a:cubicBezTo>
                <a:cubicBezTo>
                  <a:pt x="14829" y="8373"/>
                  <a:pt x="14823" y="8452"/>
                  <a:pt x="14806" y="8460"/>
                </a:cubicBezTo>
                <a:cubicBezTo>
                  <a:pt x="14794" y="8477"/>
                  <a:pt x="14782" y="8476"/>
                  <a:pt x="14772" y="8470"/>
                </a:cubicBezTo>
                <a:cubicBezTo>
                  <a:pt x="14763" y="8463"/>
                  <a:pt x="14757" y="8454"/>
                  <a:pt x="14757" y="8454"/>
                </a:cubicBezTo>
                <a:cubicBezTo>
                  <a:pt x="14749" y="8455"/>
                  <a:pt x="14725" y="8396"/>
                  <a:pt x="14692" y="8309"/>
                </a:cubicBezTo>
                <a:cubicBezTo>
                  <a:pt x="14660" y="8222"/>
                  <a:pt x="14618" y="8108"/>
                  <a:pt x="14577" y="7990"/>
                </a:cubicBezTo>
                <a:lnTo>
                  <a:pt x="14565" y="7965"/>
                </a:lnTo>
                <a:cubicBezTo>
                  <a:pt x="14531" y="7867"/>
                  <a:pt x="14496" y="7766"/>
                  <a:pt x="14468" y="7684"/>
                </a:cubicBezTo>
                <a:cubicBezTo>
                  <a:pt x="14440" y="7601"/>
                  <a:pt x="14418" y="7533"/>
                  <a:pt x="14407" y="7498"/>
                </a:cubicBezTo>
                <a:lnTo>
                  <a:pt x="14407" y="7482"/>
                </a:lnTo>
                <a:cubicBezTo>
                  <a:pt x="14405" y="7477"/>
                  <a:pt x="14403" y="7473"/>
                  <a:pt x="14402" y="7470"/>
                </a:cubicBezTo>
                <a:cubicBezTo>
                  <a:pt x="14400" y="7467"/>
                  <a:pt x="14398" y="7467"/>
                  <a:pt x="14398" y="7467"/>
                </a:cubicBezTo>
                <a:lnTo>
                  <a:pt x="14335" y="7278"/>
                </a:lnTo>
                <a:cubicBezTo>
                  <a:pt x="14158" y="6755"/>
                  <a:pt x="14015" y="6403"/>
                  <a:pt x="13917" y="6183"/>
                </a:cubicBezTo>
                <a:cubicBezTo>
                  <a:pt x="13819" y="5963"/>
                  <a:pt x="13766" y="5873"/>
                  <a:pt x="13766" y="5873"/>
                </a:cubicBezTo>
                <a:cubicBezTo>
                  <a:pt x="13716" y="5788"/>
                  <a:pt x="13587" y="5547"/>
                  <a:pt x="13426" y="5873"/>
                </a:cubicBezTo>
                <a:cubicBezTo>
                  <a:pt x="13265" y="6201"/>
                  <a:pt x="13135" y="7259"/>
                  <a:pt x="13084" y="8250"/>
                </a:cubicBezTo>
                <a:cubicBezTo>
                  <a:pt x="13063" y="8744"/>
                  <a:pt x="13061" y="9129"/>
                  <a:pt x="13074" y="9423"/>
                </a:cubicBezTo>
                <a:cubicBezTo>
                  <a:pt x="13088" y="9716"/>
                  <a:pt x="13118" y="9920"/>
                  <a:pt x="13158" y="10038"/>
                </a:cubicBezTo>
                <a:cubicBezTo>
                  <a:pt x="13201" y="10159"/>
                  <a:pt x="13264" y="10237"/>
                  <a:pt x="13334" y="10261"/>
                </a:cubicBezTo>
                <a:cubicBezTo>
                  <a:pt x="13405" y="10285"/>
                  <a:pt x="13481" y="10256"/>
                  <a:pt x="13550" y="10153"/>
                </a:cubicBezTo>
                <a:cubicBezTo>
                  <a:pt x="13697" y="9948"/>
                  <a:pt x="13666" y="8649"/>
                  <a:pt x="13690" y="7981"/>
                </a:cubicBezTo>
                <a:cubicBezTo>
                  <a:pt x="13712" y="7309"/>
                  <a:pt x="13747" y="7427"/>
                  <a:pt x="13747" y="7427"/>
                </a:cubicBezTo>
                <a:cubicBezTo>
                  <a:pt x="13754" y="7423"/>
                  <a:pt x="13770" y="7448"/>
                  <a:pt x="13788" y="7492"/>
                </a:cubicBezTo>
                <a:cubicBezTo>
                  <a:pt x="13806" y="7535"/>
                  <a:pt x="13826" y="7596"/>
                  <a:pt x="13846" y="7662"/>
                </a:cubicBezTo>
                <a:lnTo>
                  <a:pt x="13851" y="7677"/>
                </a:lnTo>
                <a:lnTo>
                  <a:pt x="13854" y="7702"/>
                </a:lnTo>
                <a:cubicBezTo>
                  <a:pt x="13857" y="7710"/>
                  <a:pt x="13861" y="7714"/>
                  <a:pt x="13863" y="7721"/>
                </a:cubicBezTo>
                <a:cubicBezTo>
                  <a:pt x="13865" y="7727"/>
                  <a:pt x="13866" y="7738"/>
                  <a:pt x="13868" y="7745"/>
                </a:cubicBezTo>
                <a:lnTo>
                  <a:pt x="13873" y="7761"/>
                </a:lnTo>
                <a:cubicBezTo>
                  <a:pt x="13892" y="7826"/>
                  <a:pt x="13912" y="7887"/>
                  <a:pt x="13926" y="7934"/>
                </a:cubicBezTo>
                <a:cubicBezTo>
                  <a:pt x="13940" y="7982"/>
                  <a:pt x="13948" y="8015"/>
                  <a:pt x="13950" y="8021"/>
                </a:cubicBezTo>
                <a:cubicBezTo>
                  <a:pt x="13950" y="8021"/>
                  <a:pt x="14394" y="9670"/>
                  <a:pt x="14672" y="9915"/>
                </a:cubicBezTo>
                <a:cubicBezTo>
                  <a:pt x="14953" y="10158"/>
                  <a:pt x="15178" y="9765"/>
                  <a:pt x="15263" y="9398"/>
                </a:cubicBezTo>
                <a:cubicBezTo>
                  <a:pt x="15351" y="9028"/>
                  <a:pt x="15498" y="7807"/>
                  <a:pt x="15277" y="6452"/>
                </a:cubicBezTo>
                <a:cubicBezTo>
                  <a:pt x="15055" y="5097"/>
                  <a:pt x="14601" y="4682"/>
                  <a:pt x="14601" y="4682"/>
                </a:cubicBezTo>
                <a:cubicBezTo>
                  <a:pt x="14601" y="4682"/>
                  <a:pt x="14571" y="4656"/>
                  <a:pt x="14538" y="4657"/>
                </a:cubicBezTo>
                <a:close/>
                <a:moveTo>
                  <a:pt x="18760" y="5208"/>
                </a:moveTo>
                <a:cubicBezTo>
                  <a:pt x="18744" y="5214"/>
                  <a:pt x="18729" y="5228"/>
                  <a:pt x="18714" y="5242"/>
                </a:cubicBezTo>
                <a:cubicBezTo>
                  <a:pt x="18685" y="5270"/>
                  <a:pt x="18661" y="5304"/>
                  <a:pt x="18661" y="5304"/>
                </a:cubicBezTo>
                <a:cubicBezTo>
                  <a:pt x="18287" y="5916"/>
                  <a:pt x="18073" y="6562"/>
                  <a:pt x="17954" y="7055"/>
                </a:cubicBezTo>
                <a:cubicBezTo>
                  <a:pt x="17835" y="7549"/>
                  <a:pt x="17810" y="7891"/>
                  <a:pt x="17810" y="7891"/>
                </a:cubicBezTo>
                <a:cubicBezTo>
                  <a:pt x="17774" y="8256"/>
                  <a:pt x="17777" y="8565"/>
                  <a:pt x="17805" y="8829"/>
                </a:cubicBezTo>
                <a:cubicBezTo>
                  <a:pt x="17832" y="9092"/>
                  <a:pt x="17883" y="9311"/>
                  <a:pt x="17944" y="9491"/>
                </a:cubicBezTo>
                <a:cubicBezTo>
                  <a:pt x="17736" y="10298"/>
                  <a:pt x="17580" y="11053"/>
                  <a:pt x="17483" y="11713"/>
                </a:cubicBezTo>
                <a:cubicBezTo>
                  <a:pt x="17386" y="12372"/>
                  <a:pt x="17347" y="12933"/>
                  <a:pt x="17375" y="13349"/>
                </a:cubicBezTo>
                <a:cubicBezTo>
                  <a:pt x="17400" y="13666"/>
                  <a:pt x="17475" y="13937"/>
                  <a:pt x="17563" y="14142"/>
                </a:cubicBezTo>
                <a:cubicBezTo>
                  <a:pt x="17651" y="14346"/>
                  <a:pt x="17753" y="14486"/>
                  <a:pt x="17828" y="14535"/>
                </a:cubicBezTo>
                <a:cubicBezTo>
                  <a:pt x="17905" y="14593"/>
                  <a:pt x="17949" y="14537"/>
                  <a:pt x="17975" y="14470"/>
                </a:cubicBezTo>
                <a:cubicBezTo>
                  <a:pt x="18000" y="14402"/>
                  <a:pt x="18007" y="14321"/>
                  <a:pt x="18007" y="14321"/>
                </a:cubicBezTo>
                <a:cubicBezTo>
                  <a:pt x="18069" y="13460"/>
                  <a:pt x="18154" y="12739"/>
                  <a:pt x="18257" y="12093"/>
                </a:cubicBezTo>
                <a:cubicBezTo>
                  <a:pt x="18359" y="11447"/>
                  <a:pt x="18478" y="10877"/>
                  <a:pt x="18607" y="10308"/>
                </a:cubicBezTo>
                <a:cubicBezTo>
                  <a:pt x="19387" y="10634"/>
                  <a:pt x="19973" y="9251"/>
                  <a:pt x="20181" y="8590"/>
                </a:cubicBezTo>
                <a:cubicBezTo>
                  <a:pt x="20303" y="8193"/>
                  <a:pt x="20369" y="7662"/>
                  <a:pt x="20369" y="7164"/>
                </a:cubicBezTo>
                <a:cubicBezTo>
                  <a:pt x="20369" y="6596"/>
                  <a:pt x="20285" y="6069"/>
                  <a:pt x="20099" y="5827"/>
                </a:cubicBezTo>
                <a:cubicBezTo>
                  <a:pt x="19822" y="5477"/>
                  <a:pt x="19461" y="5853"/>
                  <a:pt x="19118" y="6458"/>
                </a:cubicBezTo>
                <a:cubicBezTo>
                  <a:pt x="18776" y="7063"/>
                  <a:pt x="18455" y="7895"/>
                  <a:pt x="18258" y="8445"/>
                </a:cubicBezTo>
                <a:cubicBezTo>
                  <a:pt x="18229" y="8165"/>
                  <a:pt x="18267" y="7845"/>
                  <a:pt x="18313" y="7597"/>
                </a:cubicBezTo>
                <a:cubicBezTo>
                  <a:pt x="18358" y="7349"/>
                  <a:pt x="18410" y="7170"/>
                  <a:pt x="18410" y="7170"/>
                </a:cubicBezTo>
                <a:cubicBezTo>
                  <a:pt x="18410" y="7170"/>
                  <a:pt x="18435" y="7097"/>
                  <a:pt x="18471" y="6981"/>
                </a:cubicBezTo>
                <a:cubicBezTo>
                  <a:pt x="18507" y="6866"/>
                  <a:pt x="18555" y="6709"/>
                  <a:pt x="18603" y="6551"/>
                </a:cubicBezTo>
                <a:lnTo>
                  <a:pt x="18612" y="6517"/>
                </a:lnTo>
                <a:lnTo>
                  <a:pt x="18625" y="6477"/>
                </a:lnTo>
                <a:cubicBezTo>
                  <a:pt x="18663" y="6354"/>
                  <a:pt x="18700" y="6234"/>
                  <a:pt x="18729" y="6133"/>
                </a:cubicBezTo>
                <a:cubicBezTo>
                  <a:pt x="18759" y="6032"/>
                  <a:pt x="18780" y="5952"/>
                  <a:pt x="18790" y="5907"/>
                </a:cubicBezTo>
                <a:cubicBezTo>
                  <a:pt x="18813" y="5800"/>
                  <a:pt x="18831" y="5637"/>
                  <a:pt x="18836" y="5496"/>
                </a:cubicBezTo>
                <a:cubicBezTo>
                  <a:pt x="18841" y="5355"/>
                  <a:pt x="18833" y="5236"/>
                  <a:pt x="18804" y="5214"/>
                </a:cubicBezTo>
                <a:cubicBezTo>
                  <a:pt x="18791" y="5203"/>
                  <a:pt x="18776" y="5202"/>
                  <a:pt x="18760" y="5208"/>
                </a:cubicBezTo>
                <a:close/>
                <a:moveTo>
                  <a:pt x="11791" y="5323"/>
                </a:moveTo>
                <a:cubicBezTo>
                  <a:pt x="11671" y="5330"/>
                  <a:pt x="11559" y="5347"/>
                  <a:pt x="11461" y="5369"/>
                </a:cubicBezTo>
                <a:cubicBezTo>
                  <a:pt x="11059" y="5460"/>
                  <a:pt x="10522" y="5689"/>
                  <a:pt x="10292" y="6291"/>
                </a:cubicBezTo>
                <a:cubicBezTo>
                  <a:pt x="10204" y="6521"/>
                  <a:pt x="10153" y="6867"/>
                  <a:pt x="10193" y="7154"/>
                </a:cubicBezTo>
                <a:cubicBezTo>
                  <a:pt x="10216" y="7314"/>
                  <a:pt x="10295" y="7458"/>
                  <a:pt x="10373" y="7523"/>
                </a:cubicBezTo>
                <a:cubicBezTo>
                  <a:pt x="10451" y="7586"/>
                  <a:pt x="10547" y="7623"/>
                  <a:pt x="10637" y="7646"/>
                </a:cubicBezTo>
                <a:cubicBezTo>
                  <a:pt x="10693" y="7662"/>
                  <a:pt x="10861" y="7693"/>
                  <a:pt x="11036" y="7721"/>
                </a:cubicBezTo>
                <a:lnTo>
                  <a:pt x="11053" y="7721"/>
                </a:lnTo>
                <a:cubicBezTo>
                  <a:pt x="11056" y="7721"/>
                  <a:pt x="11059" y="7721"/>
                  <a:pt x="11062" y="7721"/>
                </a:cubicBezTo>
                <a:cubicBezTo>
                  <a:pt x="11065" y="7720"/>
                  <a:pt x="11069" y="7720"/>
                  <a:pt x="11072" y="7721"/>
                </a:cubicBezTo>
                <a:lnTo>
                  <a:pt x="11094" y="7727"/>
                </a:lnTo>
                <a:cubicBezTo>
                  <a:pt x="11173" y="7739"/>
                  <a:pt x="11251" y="7750"/>
                  <a:pt x="11318" y="7761"/>
                </a:cubicBezTo>
                <a:cubicBezTo>
                  <a:pt x="11539" y="7794"/>
                  <a:pt x="11969" y="7879"/>
                  <a:pt x="12201" y="8055"/>
                </a:cubicBezTo>
                <a:cubicBezTo>
                  <a:pt x="12201" y="8055"/>
                  <a:pt x="12418" y="8192"/>
                  <a:pt x="12416" y="8420"/>
                </a:cubicBezTo>
                <a:cubicBezTo>
                  <a:pt x="12416" y="8533"/>
                  <a:pt x="12370" y="8619"/>
                  <a:pt x="12323" y="8680"/>
                </a:cubicBezTo>
                <a:cubicBezTo>
                  <a:pt x="11979" y="9124"/>
                  <a:pt x="11506" y="9256"/>
                  <a:pt x="11086" y="9243"/>
                </a:cubicBezTo>
                <a:cubicBezTo>
                  <a:pt x="10943" y="9240"/>
                  <a:pt x="10827" y="9192"/>
                  <a:pt x="10683" y="9079"/>
                </a:cubicBezTo>
                <a:cubicBezTo>
                  <a:pt x="10621" y="9030"/>
                  <a:pt x="10540" y="8920"/>
                  <a:pt x="10552" y="8794"/>
                </a:cubicBezTo>
                <a:cubicBezTo>
                  <a:pt x="10575" y="8551"/>
                  <a:pt x="10725" y="8489"/>
                  <a:pt x="10848" y="8510"/>
                </a:cubicBezTo>
                <a:cubicBezTo>
                  <a:pt x="10916" y="8521"/>
                  <a:pt x="11005" y="8567"/>
                  <a:pt x="11072" y="8615"/>
                </a:cubicBezTo>
                <a:cubicBezTo>
                  <a:pt x="11341" y="8809"/>
                  <a:pt x="11462" y="8975"/>
                  <a:pt x="11699" y="8909"/>
                </a:cubicBezTo>
                <a:cubicBezTo>
                  <a:pt x="11788" y="8884"/>
                  <a:pt x="12093" y="8765"/>
                  <a:pt x="12134" y="8535"/>
                </a:cubicBezTo>
                <a:cubicBezTo>
                  <a:pt x="12145" y="8478"/>
                  <a:pt x="12130" y="8422"/>
                  <a:pt x="12107" y="8380"/>
                </a:cubicBezTo>
                <a:cubicBezTo>
                  <a:pt x="12075" y="8320"/>
                  <a:pt x="11894" y="8184"/>
                  <a:pt x="11844" y="8151"/>
                </a:cubicBezTo>
                <a:cubicBezTo>
                  <a:pt x="11663" y="8034"/>
                  <a:pt x="11320" y="7929"/>
                  <a:pt x="11130" y="7916"/>
                </a:cubicBezTo>
                <a:cubicBezTo>
                  <a:pt x="10880" y="7899"/>
                  <a:pt x="10550" y="7985"/>
                  <a:pt x="10395" y="8371"/>
                </a:cubicBezTo>
                <a:cubicBezTo>
                  <a:pt x="10299" y="8613"/>
                  <a:pt x="10294" y="8940"/>
                  <a:pt x="10373" y="9194"/>
                </a:cubicBezTo>
                <a:cubicBezTo>
                  <a:pt x="10482" y="9541"/>
                  <a:pt x="10699" y="9817"/>
                  <a:pt x="10875" y="9973"/>
                </a:cubicBezTo>
                <a:cubicBezTo>
                  <a:pt x="11172" y="10235"/>
                  <a:pt x="11530" y="10355"/>
                  <a:pt x="11861" y="10289"/>
                </a:cubicBezTo>
                <a:cubicBezTo>
                  <a:pt x="12050" y="10250"/>
                  <a:pt x="12213" y="10186"/>
                  <a:pt x="12381" y="10038"/>
                </a:cubicBezTo>
                <a:cubicBezTo>
                  <a:pt x="12542" y="9897"/>
                  <a:pt x="12717" y="9626"/>
                  <a:pt x="12797" y="9308"/>
                </a:cubicBezTo>
                <a:cubicBezTo>
                  <a:pt x="12905" y="8881"/>
                  <a:pt x="12899" y="8318"/>
                  <a:pt x="12780" y="7916"/>
                </a:cubicBezTo>
                <a:cubicBezTo>
                  <a:pt x="12702" y="7650"/>
                  <a:pt x="12617" y="7501"/>
                  <a:pt x="12471" y="7383"/>
                </a:cubicBezTo>
                <a:cubicBezTo>
                  <a:pt x="12313" y="7255"/>
                  <a:pt x="12103" y="7181"/>
                  <a:pt x="11893" y="7130"/>
                </a:cubicBezTo>
                <a:cubicBezTo>
                  <a:pt x="11880" y="7127"/>
                  <a:pt x="11879" y="7133"/>
                  <a:pt x="11866" y="7130"/>
                </a:cubicBezTo>
                <a:lnTo>
                  <a:pt x="10897" y="6919"/>
                </a:lnTo>
                <a:cubicBezTo>
                  <a:pt x="10890" y="6918"/>
                  <a:pt x="10886" y="6917"/>
                  <a:pt x="10882" y="6916"/>
                </a:cubicBezTo>
                <a:cubicBezTo>
                  <a:pt x="10877" y="6915"/>
                  <a:pt x="10873" y="6913"/>
                  <a:pt x="10866" y="6910"/>
                </a:cubicBezTo>
                <a:cubicBezTo>
                  <a:pt x="10845" y="6902"/>
                  <a:pt x="10787" y="6888"/>
                  <a:pt x="10742" y="6860"/>
                </a:cubicBezTo>
                <a:cubicBezTo>
                  <a:pt x="10697" y="6833"/>
                  <a:pt x="10665" y="6789"/>
                  <a:pt x="10700" y="6721"/>
                </a:cubicBezTo>
                <a:cubicBezTo>
                  <a:pt x="10709" y="6702"/>
                  <a:pt x="10729" y="6687"/>
                  <a:pt x="10751" y="6672"/>
                </a:cubicBezTo>
                <a:cubicBezTo>
                  <a:pt x="10772" y="6656"/>
                  <a:pt x="10795" y="6640"/>
                  <a:pt x="10812" y="6631"/>
                </a:cubicBezTo>
                <a:cubicBezTo>
                  <a:pt x="11251" y="6413"/>
                  <a:pt x="11808" y="6444"/>
                  <a:pt x="12269" y="6396"/>
                </a:cubicBezTo>
                <a:cubicBezTo>
                  <a:pt x="12372" y="6385"/>
                  <a:pt x="12604" y="6356"/>
                  <a:pt x="12717" y="6291"/>
                </a:cubicBezTo>
                <a:cubicBezTo>
                  <a:pt x="12825" y="6230"/>
                  <a:pt x="12917" y="6089"/>
                  <a:pt x="12942" y="5873"/>
                </a:cubicBezTo>
                <a:cubicBezTo>
                  <a:pt x="12954" y="5759"/>
                  <a:pt x="12924" y="5705"/>
                  <a:pt x="12865" y="5647"/>
                </a:cubicBezTo>
                <a:cubicBezTo>
                  <a:pt x="12674" y="5462"/>
                  <a:pt x="12419" y="5373"/>
                  <a:pt x="12165" y="5338"/>
                </a:cubicBezTo>
                <a:cubicBezTo>
                  <a:pt x="12038" y="5320"/>
                  <a:pt x="11911" y="5315"/>
                  <a:pt x="11791" y="5323"/>
                </a:cubicBezTo>
                <a:close/>
                <a:moveTo>
                  <a:pt x="17415" y="5369"/>
                </a:moveTo>
                <a:cubicBezTo>
                  <a:pt x="17081" y="5349"/>
                  <a:pt x="16669" y="5419"/>
                  <a:pt x="16329" y="5508"/>
                </a:cubicBezTo>
                <a:cubicBezTo>
                  <a:pt x="15989" y="5597"/>
                  <a:pt x="15721" y="5705"/>
                  <a:pt x="15668" y="5753"/>
                </a:cubicBezTo>
                <a:cubicBezTo>
                  <a:pt x="15569" y="5834"/>
                  <a:pt x="15578" y="5970"/>
                  <a:pt x="15707" y="6266"/>
                </a:cubicBezTo>
                <a:cubicBezTo>
                  <a:pt x="15846" y="6579"/>
                  <a:pt x="16079" y="6542"/>
                  <a:pt x="16079" y="6542"/>
                </a:cubicBezTo>
                <a:lnTo>
                  <a:pt x="15874" y="7318"/>
                </a:lnTo>
                <a:cubicBezTo>
                  <a:pt x="15792" y="7329"/>
                  <a:pt x="15736" y="7358"/>
                  <a:pt x="15700" y="7383"/>
                </a:cubicBezTo>
                <a:cubicBezTo>
                  <a:pt x="15665" y="7409"/>
                  <a:pt x="15651" y="7431"/>
                  <a:pt x="15649" y="7433"/>
                </a:cubicBezTo>
                <a:cubicBezTo>
                  <a:pt x="15606" y="7517"/>
                  <a:pt x="15610" y="7677"/>
                  <a:pt x="15627" y="7826"/>
                </a:cubicBezTo>
                <a:cubicBezTo>
                  <a:pt x="15644" y="7975"/>
                  <a:pt x="15675" y="8114"/>
                  <a:pt x="15685" y="8160"/>
                </a:cubicBezTo>
                <a:lnTo>
                  <a:pt x="15685" y="8166"/>
                </a:lnTo>
                <a:lnTo>
                  <a:pt x="15685" y="8176"/>
                </a:lnTo>
                <a:cubicBezTo>
                  <a:pt x="15685" y="8176"/>
                  <a:pt x="15398" y="9363"/>
                  <a:pt x="15608" y="9989"/>
                </a:cubicBezTo>
                <a:cubicBezTo>
                  <a:pt x="15812" y="10581"/>
                  <a:pt x="16047" y="10616"/>
                  <a:pt x="16093" y="10617"/>
                </a:cubicBezTo>
                <a:lnTo>
                  <a:pt x="16096" y="10617"/>
                </a:lnTo>
                <a:cubicBezTo>
                  <a:pt x="16098" y="10617"/>
                  <a:pt x="16099" y="10617"/>
                  <a:pt x="16100" y="10617"/>
                </a:cubicBezTo>
                <a:lnTo>
                  <a:pt x="16101" y="10617"/>
                </a:lnTo>
                <a:cubicBezTo>
                  <a:pt x="16611" y="10684"/>
                  <a:pt x="17447" y="9713"/>
                  <a:pt x="17492" y="9392"/>
                </a:cubicBezTo>
                <a:cubicBezTo>
                  <a:pt x="17529" y="9133"/>
                  <a:pt x="17398" y="8847"/>
                  <a:pt x="17281" y="8794"/>
                </a:cubicBezTo>
                <a:cubicBezTo>
                  <a:pt x="17172" y="8753"/>
                  <a:pt x="16336" y="9040"/>
                  <a:pt x="16236" y="9088"/>
                </a:cubicBezTo>
                <a:cubicBezTo>
                  <a:pt x="16128" y="9141"/>
                  <a:pt x="16173" y="8958"/>
                  <a:pt x="16173" y="8958"/>
                </a:cubicBezTo>
                <a:lnTo>
                  <a:pt x="16304" y="8160"/>
                </a:lnTo>
                <a:cubicBezTo>
                  <a:pt x="16304" y="8160"/>
                  <a:pt x="16503" y="8147"/>
                  <a:pt x="16717" y="8129"/>
                </a:cubicBezTo>
                <a:cubicBezTo>
                  <a:pt x="16931" y="8111"/>
                  <a:pt x="17160" y="8088"/>
                  <a:pt x="17218" y="8070"/>
                </a:cubicBezTo>
                <a:cubicBezTo>
                  <a:pt x="17272" y="8053"/>
                  <a:pt x="17301" y="8010"/>
                  <a:pt x="17317" y="7971"/>
                </a:cubicBezTo>
                <a:cubicBezTo>
                  <a:pt x="17332" y="7933"/>
                  <a:pt x="17334" y="7900"/>
                  <a:pt x="17334" y="7900"/>
                </a:cubicBezTo>
                <a:cubicBezTo>
                  <a:pt x="17334" y="7900"/>
                  <a:pt x="17338" y="7841"/>
                  <a:pt x="17341" y="7758"/>
                </a:cubicBezTo>
                <a:cubicBezTo>
                  <a:pt x="17343" y="7674"/>
                  <a:pt x="17346" y="7564"/>
                  <a:pt x="17344" y="7458"/>
                </a:cubicBezTo>
                <a:cubicBezTo>
                  <a:pt x="17338" y="7344"/>
                  <a:pt x="17309" y="7290"/>
                  <a:pt x="17283" y="7266"/>
                </a:cubicBezTo>
                <a:cubicBezTo>
                  <a:pt x="17256" y="7241"/>
                  <a:pt x="17232" y="7244"/>
                  <a:pt x="17232" y="7244"/>
                </a:cubicBezTo>
                <a:cubicBezTo>
                  <a:pt x="17077" y="7215"/>
                  <a:pt x="16892" y="7219"/>
                  <a:pt x="16747" y="7229"/>
                </a:cubicBezTo>
                <a:cubicBezTo>
                  <a:pt x="16602" y="7238"/>
                  <a:pt x="16496" y="7253"/>
                  <a:pt x="16496" y="7253"/>
                </a:cubicBezTo>
                <a:lnTo>
                  <a:pt x="16608" y="6641"/>
                </a:lnTo>
                <a:cubicBezTo>
                  <a:pt x="16641" y="6638"/>
                  <a:pt x="17460" y="6560"/>
                  <a:pt x="17777" y="6427"/>
                </a:cubicBezTo>
                <a:cubicBezTo>
                  <a:pt x="17943" y="6356"/>
                  <a:pt x="17845" y="6062"/>
                  <a:pt x="17845" y="6062"/>
                </a:cubicBezTo>
                <a:cubicBezTo>
                  <a:pt x="17744" y="5695"/>
                  <a:pt x="17637" y="5522"/>
                  <a:pt x="17555" y="5440"/>
                </a:cubicBezTo>
                <a:cubicBezTo>
                  <a:pt x="17472" y="5358"/>
                  <a:pt x="17415" y="5369"/>
                  <a:pt x="17415" y="5369"/>
                </a:cubicBezTo>
                <a:close/>
                <a:moveTo>
                  <a:pt x="9651" y="5514"/>
                </a:moveTo>
                <a:cubicBezTo>
                  <a:pt x="9575" y="5488"/>
                  <a:pt x="9532" y="5674"/>
                  <a:pt x="9512" y="5768"/>
                </a:cubicBezTo>
                <a:cubicBezTo>
                  <a:pt x="9452" y="6048"/>
                  <a:pt x="9411" y="6717"/>
                  <a:pt x="9399" y="6925"/>
                </a:cubicBezTo>
                <a:cubicBezTo>
                  <a:pt x="9364" y="7556"/>
                  <a:pt x="9336" y="9054"/>
                  <a:pt x="9396" y="9816"/>
                </a:cubicBezTo>
                <a:cubicBezTo>
                  <a:pt x="9421" y="10135"/>
                  <a:pt x="9477" y="10337"/>
                  <a:pt x="9654" y="10404"/>
                </a:cubicBezTo>
                <a:cubicBezTo>
                  <a:pt x="9726" y="10431"/>
                  <a:pt x="9857" y="10430"/>
                  <a:pt x="9914" y="10363"/>
                </a:cubicBezTo>
                <a:cubicBezTo>
                  <a:pt x="9965" y="10306"/>
                  <a:pt x="9996" y="10189"/>
                  <a:pt x="10008" y="10094"/>
                </a:cubicBezTo>
                <a:cubicBezTo>
                  <a:pt x="10040" y="9829"/>
                  <a:pt x="10028" y="9452"/>
                  <a:pt x="10022" y="9169"/>
                </a:cubicBezTo>
                <a:cubicBezTo>
                  <a:pt x="10014" y="8835"/>
                  <a:pt x="10013" y="8504"/>
                  <a:pt x="10005" y="8166"/>
                </a:cubicBezTo>
                <a:cubicBezTo>
                  <a:pt x="9993" y="7715"/>
                  <a:pt x="9961" y="6567"/>
                  <a:pt x="9892" y="6047"/>
                </a:cubicBezTo>
                <a:cubicBezTo>
                  <a:pt x="9862" y="5823"/>
                  <a:pt x="9811" y="5617"/>
                  <a:pt x="9690" y="5533"/>
                </a:cubicBezTo>
                <a:cubicBezTo>
                  <a:pt x="9676" y="5523"/>
                  <a:pt x="9661" y="5518"/>
                  <a:pt x="9651" y="5514"/>
                </a:cubicBezTo>
                <a:close/>
                <a:moveTo>
                  <a:pt x="19960" y="6672"/>
                </a:moveTo>
                <a:cubicBezTo>
                  <a:pt x="20010" y="6706"/>
                  <a:pt x="20019" y="6845"/>
                  <a:pt x="20019" y="6845"/>
                </a:cubicBezTo>
                <a:cubicBezTo>
                  <a:pt x="20047" y="7270"/>
                  <a:pt x="19976" y="7644"/>
                  <a:pt x="19880" y="7940"/>
                </a:cubicBezTo>
                <a:cubicBezTo>
                  <a:pt x="19784" y="8237"/>
                  <a:pt x="19662" y="8457"/>
                  <a:pt x="19589" y="8575"/>
                </a:cubicBezTo>
                <a:cubicBezTo>
                  <a:pt x="19544" y="8652"/>
                  <a:pt x="19448" y="8764"/>
                  <a:pt x="19324" y="8866"/>
                </a:cubicBezTo>
                <a:cubicBezTo>
                  <a:pt x="19200" y="8967"/>
                  <a:pt x="19048" y="9057"/>
                  <a:pt x="18894" y="9088"/>
                </a:cubicBezTo>
                <a:cubicBezTo>
                  <a:pt x="19187" y="8054"/>
                  <a:pt x="19554" y="7301"/>
                  <a:pt x="19756" y="6894"/>
                </a:cubicBezTo>
                <a:cubicBezTo>
                  <a:pt x="19814" y="6774"/>
                  <a:pt x="19858" y="6708"/>
                  <a:pt x="19893" y="6681"/>
                </a:cubicBezTo>
                <a:cubicBezTo>
                  <a:pt x="19920" y="6661"/>
                  <a:pt x="19943" y="6660"/>
                  <a:pt x="19960" y="6672"/>
                </a:cubicBezTo>
                <a:close/>
                <a:moveTo>
                  <a:pt x="4258" y="6780"/>
                </a:moveTo>
                <a:cubicBezTo>
                  <a:pt x="4258" y="6780"/>
                  <a:pt x="4257" y="6889"/>
                  <a:pt x="4256" y="7055"/>
                </a:cubicBezTo>
                <a:cubicBezTo>
                  <a:pt x="4255" y="7222"/>
                  <a:pt x="4255" y="7447"/>
                  <a:pt x="4254" y="7677"/>
                </a:cubicBezTo>
                <a:lnTo>
                  <a:pt x="4254" y="7702"/>
                </a:lnTo>
                <a:cubicBezTo>
                  <a:pt x="4254" y="7709"/>
                  <a:pt x="4253" y="7714"/>
                  <a:pt x="4253" y="7721"/>
                </a:cubicBezTo>
                <a:cubicBezTo>
                  <a:pt x="4253" y="7727"/>
                  <a:pt x="4254" y="7738"/>
                  <a:pt x="4254" y="7745"/>
                </a:cubicBezTo>
                <a:lnTo>
                  <a:pt x="4254" y="7776"/>
                </a:lnTo>
                <a:lnTo>
                  <a:pt x="4254" y="7832"/>
                </a:lnTo>
                <a:cubicBezTo>
                  <a:pt x="4254" y="7851"/>
                  <a:pt x="4253" y="7867"/>
                  <a:pt x="4253" y="7885"/>
                </a:cubicBezTo>
                <a:cubicBezTo>
                  <a:pt x="4253" y="7902"/>
                  <a:pt x="4254" y="7922"/>
                  <a:pt x="4254" y="7940"/>
                </a:cubicBezTo>
                <a:lnTo>
                  <a:pt x="4254" y="7996"/>
                </a:lnTo>
                <a:cubicBezTo>
                  <a:pt x="4254" y="8413"/>
                  <a:pt x="4256" y="8815"/>
                  <a:pt x="4258" y="9113"/>
                </a:cubicBezTo>
                <a:cubicBezTo>
                  <a:pt x="4260" y="9411"/>
                  <a:pt x="4263" y="9605"/>
                  <a:pt x="4263" y="9605"/>
                </a:cubicBezTo>
                <a:cubicBezTo>
                  <a:pt x="4263" y="9605"/>
                  <a:pt x="4245" y="9591"/>
                  <a:pt x="4217" y="9571"/>
                </a:cubicBezTo>
                <a:cubicBezTo>
                  <a:pt x="4189" y="9552"/>
                  <a:pt x="4151" y="9525"/>
                  <a:pt x="4110" y="9497"/>
                </a:cubicBezTo>
                <a:lnTo>
                  <a:pt x="4101" y="9497"/>
                </a:lnTo>
                <a:cubicBezTo>
                  <a:pt x="4100" y="9496"/>
                  <a:pt x="4098" y="9495"/>
                  <a:pt x="4096" y="9494"/>
                </a:cubicBezTo>
                <a:cubicBezTo>
                  <a:pt x="4095" y="9492"/>
                  <a:pt x="4093" y="9492"/>
                  <a:pt x="4091" y="9491"/>
                </a:cubicBezTo>
                <a:lnTo>
                  <a:pt x="4083" y="9481"/>
                </a:lnTo>
                <a:cubicBezTo>
                  <a:pt x="4045" y="9455"/>
                  <a:pt x="4006" y="9431"/>
                  <a:pt x="3974" y="9407"/>
                </a:cubicBezTo>
                <a:cubicBezTo>
                  <a:pt x="3656" y="9165"/>
                  <a:pt x="3225" y="8663"/>
                  <a:pt x="3012" y="8340"/>
                </a:cubicBezTo>
                <a:cubicBezTo>
                  <a:pt x="2961" y="8263"/>
                  <a:pt x="2779" y="7950"/>
                  <a:pt x="2747" y="7882"/>
                </a:cubicBezTo>
                <a:cubicBezTo>
                  <a:pt x="2746" y="7879"/>
                  <a:pt x="2746" y="7878"/>
                  <a:pt x="2745" y="7875"/>
                </a:cubicBezTo>
                <a:cubicBezTo>
                  <a:pt x="2744" y="7873"/>
                  <a:pt x="2743" y="7868"/>
                  <a:pt x="2742" y="7866"/>
                </a:cubicBezTo>
                <a:lnTo>
                  <a:pt x="2733" y="7851"/>
                </a:lnTo>
                <a:cubicBezTo>
                  <a:pt x="2683" y="7743"/>
                  <a:pt x="2644" y="7632"/>
                  <a:pt x="2657" y="7498"/>
                </a:cubicBezTo>
                <a:cubicBezTo>
                  <a:pt x="2670" y="7357"/>
                  <a:pt x="2825" y="7244"/>
                  <a:pt x="2900" y="7195"/>
                </a:cubicBezTo>
                <a:cubicBezTo>
                  <a:pt x="3150" y="7032"/>
                  <a:pt x="3581" y="6896"/>
                  <a:pt x="3812" y="6851"/>
                </a:cubicBezTo>
                <a:cubicBezTo>
                  <a:pt x="3840" y="6846"/>
                  <a:pt x="3868" y="6841"/>
                  <a:pt x="3897" y="6836"/>
                </a:cubicBezTo>
                <a:lnTo>
                  <a:pt x="3911" y="6830"/>
                </a:lnTo>
                <a:lnTo>
                  <a:pt x="3925" y="6830"/>
                </a:lnTo>
                <a:cubicBezTo>
                  <a:pt x="3927" y="6829"/>
                  <a:pt x="3929" y="6826"/>
                  <a:pt x="3930" y="6826"/>
                </a:cubicBezTo>
                <a:cubicBezTo>
                  <a:pt x="3931" y="6827"/>
                  <a:pt x="3933" y="6830"/>
                  <a:pt x="3935" y="6830"/>
                </a:cubicBezTo>
                <a:lnTo>
                  <a:pt x="3948" y="6830"/>
                </a:lnTo>
                <a:lnTo>
                  <a:pt x="3962" y="6820"/>
                </a:lnTo>
                <a:cubicBezTo>
                  <a:pt x="4037" y="6808"/>
                  <a:pt x="4111" y="6799"/>
                  <a:pt x="4166" y="6792"/>
                </a:cubicBezTo>
                <a:cubicBezTo>
                  <a:pt x="4221" y="6785"/>
                  <a:pt x="4258" y="6780"/>
                  <a:pt x="4258" y="6780"/>
                </a:cubicBezTo>
                <a:close/>
                <a:moveTo>
                  <a:pt x="13503" y="14346"/>
                </a:moveTo>
                <a:cubicBezTo>
                  <a:pt x="13287" y="14346"/>
                  <a:pt x="13146" y="14599"/>
                  <a:pt x="13146" y="14983"/>
                </a:cubicBezTo>
                <a:cubicBezTo>
                  <a:pt x="13146" y="15368"/>
                  <a:pt x="13287" y="15630"/>
                  <a:pt x="13503" y="15630"/>
                </a:cubicBezTo>
                <a:cubicBezTo>
                  <a:pt x="13718" y="15630"/>
                  <a:pt x="13866" y="15368"/>
                  <a:pt x="13866" y="14983"/>
                </a:cubicBezTo>
                <a:cubicBezTo>
                  <a:pt x="13866" y="14599"/>
                  <a:pt x="13718" y="14346"/>
                  <a:pt x="13503" y="14346"/>
                </a:cubicBezTo>
                <a:close/>
                <a:moveTo>
                  <a:pt x="16397" y="14346"/>
                </a:moveTo>
                <a:cubicBezTo>
                  <a:pt x="16182" y="14346"/>
                  <a:pt x="16039" y="14599"/>
                  <a:pt x="16039" y="14983"/>
                </a:cubicBezTo>
                <a:cubicBezTo>
                  <a:pt x="16039" y="15368"/>
                  <a:pt x="16182" y="15630"/>
                  <a:pt x="16397" y="15630"/>
                </a:cubicBezTo>
                <a:cubicBezTo>
                  <a:pt x="16612" y="15630"/>
                  <a:pt x="16759" y="15368"/>
                  <a:pt x="16759" y="14983"/>
                </a:cubicBezTo>
                <a:cubicBezTo>
                  <a:pt x="16759" y="14599"/>
                  <a:pt x="16612" y="14346"/>
                  <a:pt x="16397" y="14346"/>
                </a:cubicBezTo>
                <a:close/>
                <a:moveTo>
                  <a:pt x="4463" y="14433"/>
                </a:moveTo>
                <a:lnTo>
                  <a:pt x="4463" y="16527"/>
                </a:lnTo>
                <a:cubicBezTo>
                  <a:pt x="4292" y="16186"/>
                  <a:pt x="4051" y="15989"/>
                  <a:pt x="3772" y="15989"/>
                </a:cubicBezTo>
                <a:cubicBezTo>
                  <a:pt x="3202" y="15989"/>
                  <a:pt x="2793" y="16796"/>
                  <a:pt x="2793" y="17935"/>
                </a:cubicBezTo>
                <a:cubicBezTo>
                  <a:pt x="2793" y="19082"/>
                  <a:pt x="3202" y="19885"/>
                  <a:pt x="3772" y="19885"/>
                </a:cubicBezTo>
                <a:cubicBezTo>
                  <a:pt x="4071" y="19885"/>
                  <a:pt x="4325" y="19676"/>
                  <a:pt x="4492" y="19306"/>
                </a:cubicBezTo>
                <a:lnTo>
                  <a:pt x="4496" y="19798"/>
                </a:lnTo>
                <a:lnTo>
                  <a:pt x="5019" y="19798"/>
                </a:lnTo>
                <a:lnTo>
                  <a:pt x="5019" y="14433"/>
                </a:lnTo>
                <a:lnTo>
                  <a:pt x="4463" y="14433"/>
                </a:lnTo>
                <a:close/>
                <a:moveTo>
                  <a:pt x="1083" y="14720"/>
                </a:moveTo>
                <a:lnTo>
                  <a:pt x="0" y="19798"/>
                </a:lnTo>
                <a:lnTo>
                  <a:pt x="608" y="19798"/>
                </a:lnTo>
                <a:lnTo>
                  <a:pt x="806" y="18833"/>
                </a:lnTo>
                <a:lnTo>
                  <a:pt x="2002" y="18833"/>
                </a:lnTo>
                <a:lnTo>
                  <a:pt x="2199" y="19798"/>
                </a:lnTo>
                <a:lnTo>
                  <a:pt x="2805" y="19798"/>
                </a:lnTo>
                <a:lnTo>
                  <a:pt x="1732" y="14720"/>
                </a:lnTo>
                <a:lnTo>
                  <a:pt x="1083" y="14720"/>
                </a:lnTo>
                <a:close/>
                <a:moveTo>
                  <a:pt x="11711" y="15194"/>
                </a:moveTo>
                <a:lnTo>
                  <a:pt x="11711" y="18446"/>
                </a:lnTo>
                <a:cubicBezTo>
                  <a:pt x="11711" y="18878"/>
                  <a:pt x="11774" y="19218"/>
                  <a:pt x="11895" y="19452"/>
                </a:cubicBezTo>
                <a:cubicBezTo>
                  <a:pt x="12015" y="19685"/>
                  <a:pt x="12192" y="19811"/>
                  <a:pt x="12423" y="19811"/>
                </a:cubicBezTo>
                <a:lnTo>
                  <a:pt x="12909" y="19811"/>
                </a:lnTo>
                <a:lnTo>
                  <a:pt x="12909" y="18885"/>
                </a:lnTo>
                <a:lnTo>
                  <a:pt x="12518" y="18885"/>
                </a:lnTo>
                <a:cubicBezTo>
                  <a:pt x="12435" y="18885"/>
                  <a:pt x="12372" y="18841"/>
                  <a:pt x="12331" y="18752"/>
                </a:cubicBezTo>
                <a:cubicBezTo>
                  <a:pt x="12291" y="18664"/>
                  <a:pt x="12270" y="18533"/>
                  <a:pt x="12270" y="18362"/>
                </a:cubicBezTo>
                <a:lnTo>
                  <a:pt x="12270" y="16998"/>
                </a:lnTo>
                <a:lnTo>
                  <a:pt x="12806" y="16998"/>
                </a:lnTo>
                <a:lnTo>
                  <a:pt x="12806" y="16079"/>
                </a:lnTo>
                <a:lnTo>
                  <a:pt x="12270" y="16079"/>
                </a:lnTo>
                <a:lnTo>
                  <a:pt x="12270" y="15194"/>
                </a:lnTo>
                <a:lnTo>
                  <a:pt x="11711" y="15194"/>
                </a:lnTo>
                <a:close/>
                <a:moveTo>
                  <a:pt x="1407" y="15806"/>
                </a:moveTo>
                <a:lnTo>
                  <a:pt x="1856" y="18010"/>
                </a:lnTo>
                <a:lnTo>
                  <a:pt x="955" y="18010"/>
                </a:lnTo>
                <a:lnTo>
                  <a:pt x="1407" y="15806"/>
                </a:lnTo>
                <a:close/>
                <a:moveTo>
                  <a:pt x="8575" y="15986"/>
                </a:moveTo>
                <a:cubicBezTo>
                  <a:pt x="7945" y="15986"/>
                  <a:pt x="7503" y="16795"/>
                  <a:pt x="7503" y="17942"/>
                </a:cubicBezTo>
                <a:cubicBezTo>
                  <a:pt x="7503" y="19095"/>
                  <a:pt x="7945" y="19894"/>
                  <a:pt x="8623" y="19894"/>
                </a:cubicBezTo>
                <a:cubicBezTo>
                  <a:pt x="9001" y="19894"/>
                  <a:pt x="9315" y="19665"/>
                  <a:pt x="9530" y="19303"/>
                </a:cubicBezTo>
                <a:lnTo>
                  <a:pt x="9209" y="18752"/>
                </a:lnTo>
                <a:cubicBezTo>
                  <a:pt x="9052" y="18954"/>
                  <a:pt x="8868" y="19071"/>
                  <a:pt x="8653" y="19071"/>
                </a:cubicBezTo>
                <a:cubicBezTo>
                  <a:pt x="8342" y="19071"/>
                  <a:pt x="8114" y="18778"/>
                  <a:pt x="8046" y="18350"/>
                </a:cubicBezTo>
                <a:lnTo>
                  <a:pt x="9612" y="18350"/>
                </a:lnTo>
                <a:cubicBezTo>
                  <a:pt x="9731" y="17037"/>
                  <a:pt x="9284" y="15986"/>
                  <a:pt x="8575" y="15986"/>
                </a:cubicBezTo>
                <a:close/>
                <a:moveTo>
                  <a:pt x="20364" y="15989"/>
                </a:moveTo>
                <a:cubicBezTo>
                  <a:pt x="19791" y="15989"/>
                  <a:pt x="19389" y="16790"/>
                  <a:pt x="19389" y="17908"/>
                </a:cubicBezTo>
                <a:cubicBezTo>
                  <a:pt x="19389" y="19025"/>
                  <a:pt x="19790" y="19826"/>
                  <a:pt x="20364" y="19826"/>
                </a:cubicBezTo>
                <a:cubicBezTo>
                  <a:pt x="20651" y="19826"/>
                  <a:pt x="20895" y="19615"/>
                  <a:pt x="21066" y="19260"/>
                </a:cubicBezTo>
                <a:lnTo>
                  <a:pt x="21066" y="19634"/>
                </a:lnTo>
                <a:cubicBezTo>
                  <a:pt x="21066" y="20280"/>
                  <a:pt x="20825" y="20683"/>
                  <a:pt x="20419" y="20683"/>
                </a:cubicBezTo>
                <a:cubicBezTo>
                  <a:pt x="20180" y="20683"/>
                  <a:pt x="19918" y="20547"/>
                  <a:pt x="19707" y="20293"/>
                </a:cubicBezTo>
                <a:lnTo>
                  <a:pt x="19486" y="21048"/>
                </a:lnTo>
                <a:cubicBezTo>
                  <a:pt x="19761" y="21375"/>
                  <a:pt x="20103" y="21559"/>
                  <a:pt x="20449" y="21559"/>
                </a:cubicBezTo>
                <a:cubicBezTo>
                  <a:pt x="21155" y="21559"/>
                  <a:pt x="21600" y="20821"/>
                  <a:pt x="21600" y="19674"/>
                </a:cubicBezTo>
                <a:lnTo>
                  <a:pt x="21600" y="16079"/>
                </a:lnTo>
                <a:lnTo>
                  <a:pt x="21076" y="16079"/>
                </a:lnTo>
                <a:lnTo>
                  <a:pt x="21073" y="16555"/>
                </a:lnTo>
                <a:cubicBezTo>
                  <a:pt x="20902" y="16200"/>
                  <a:pt x="20655" y="15989"/>
                  <a:pt x="20364" y="15989"/>
                </a:cubicBezTo>
                <a:close/>
                <a:moveTo>
                  <a:pt x="14927" y="16011"/>
                </a:moveTo>
                <a:cubicBezTo>
                  <a:pt x="14429" y="16011"/>
                  <a:pt x="14150" y="16441"/>
                  <a:pt x="14150" y="17094"/>
                </a:cubicBezTo>
                <a:cubicBezTo>
                  <a:pt x="14150" y="17703"/>
                  <a:pt x="14375" y="18063"/>
                  <a:pt x="14890" y="18288"/>
                </a:cubicBezTo>
                <a:cubicBezTo>
                  <a:pt x="15168" y="18419"/>
                  <a:pt x="15262" y="18534"/>
                  <a:pt x="15262" y="18715"/>
                </a:cubicBezTo>
                <a:cubicBezTo>
                  <a:pt x="15262" y="18911"/>
                  <a:pt x="15148" y="19022"/>
                  <a:pt x="14949" y="19022"/>
                </a:cubicBezTo>
                <a:cubicBezTo>
                  <a:pt x="14730" y="19022"/>
                  <a:pt x="14512" y="18903"/>
                  <a:pt x="14273" y="18635"/>
                </a:cubicBezTo>
                <a:lnTo>
                  <a:pt x="14060" y="19365"/>
                </a:lnTo>
                <a:cubicBezTo>
                  <a:pt x="14323" y="19691"/>
                  <a:pt x="14630" y="19866"/>
                  <a:pt x="14952" y="19866"/>
                </a:cubicBezTo>
                <a:cubicBezTo>
                  <a:pt x="15467" y="19866"/>
                  <a:pt x="15804" y="19414"/>
                  <a:pt x="15804" y="18703"/>
                </a:cubicBezTo>
                <a:cubicBezTo>
                  <a:pt x="15804" y="18130"/>
                  <a:pt x="15575" y="17738"/>
                  <a:pt x="15061" y="17521"/>
                </a:cubicBezTo>
                <a:cubicBezTo>
                  <a:pt x="14766" y="17390"/>
                  <a:pt x="14675" y="17288"/>
                  <a:pt x="14675" y="17106"/>
                </a:cubicBezTo>
                <a:cubicBezTo>
                  <a:pt x="14675" y="16925"/>
                  <a:pt x="14770" y="16834"/>
                  <a:pt x="14946" y="16834"/>
                </a:cubicBezTo>
                <a:cubicBezTo>
                  <a:pt x="15149" y="16834"/>
                  <a:pt x="15398" y="16976"/>
                  <a:pt x="15546" y="17187"/>
                </a:cubicBezTo>
                <a:lnTo>
                  <a:pt x="15767" y="16487"/>
                </a:lnTo>
                <a:cubicBezTo>
                  <a:pt x="15523" y="16182"/>
                  <a:pt x="15230" y="16011"/>
                  <a:pt x="14927" y="16011"/>
                </a:cubicBezTo>
                <a:close/>
                <a:moveTo>
                  <a:pt x="18272" y="16017"/>
                </a:moveTo>
                <a:cubicBezTo>
                  <a:pt x="17993" y="16017"/>
                  <a:pt x="17791" y="16191"/>
                  <a:pt x="17607" y="16561"/>
                </a:cubicBezTo>
                <a:lnTo>
                  <a:pt x="17604" y="16079"/>
                </a:lnTo>
                <a:lnTo>
                  <a:pt x="17077" y="16079"/>
                </a:lnTo>
                <a:lnTo>
                  <a:pt x="17077" y="19798"/>
                </a:lnTo>
                <a:lnTo>
                  <a:pt x="17638" y="19798"/>
                </a:lnTo>
                <a:lnTo>
                  <a:pt x="17638" y="17846"/>
                </a:lnTo>
                <a:cubicBezTo>
                  <a:pt x="17638" y="17287"/>
                  <a:pt x="17814" y="16936"/>
                  <a:pt x="18109" y="16936"/>
                </a:cubicBezTo>
                <a:cubicBezTo>
                  <a:pt x="18372" y="16936"/>
                  <a:pt x="18503" y="17220"/>
                  <a:pt x="18503" y="17750"/>
                </a:cubicBezTo>
                <a:lnTo>
                  <a:pt x="18503" y="19798"/>
                </a:lnTo>
                <a:lnTo>
                  <a:pt x="19064" y="19798"/>
                </a:lnTo>
                <a:lnTo>
                  <a:pt x="19064" y="17515"/>
                </a:lnTo>
                <a:cubicBezTo>
                  <a:pt x="19064" y="16630"/>
                  <a:pt x="18754" y="16017"/>
                  <a:pt x="18272" y="16017"/>
                </a:cubicBezTo>
                <a:close/>
                <a:moveTo>
                  <a:pt x="5254" y="16079"/>
                </a:moveTo>
                <a:lnTo>
                  <a:pt x="6075" y="19798"/>
                </a:lnTo>
                <a:lnTo>
                  <a:pt x="6661" y="19798"/>
                </a:lnTo>
                <a:lnTo>
                  <a:pt x="7480" y="16079"/>
                </a:lnTo>
                <a:lnTo>
                  <a:pt x="6886" y="16079"/>
                </a:lnTo>
                <a:lnTo>
                  <a:pt x="6542" y="17799"/>
                </a:lnTo>
                <a:lnTo>
                  <a:pt x="6374" y="18656"/>
                </a:lnTo>
                <a:lnTo>
                  <a:pt x="6202" y="17799"/>
                </a:lnTo>
                <a:lnTo>
                  <a:pt x="5856" y="16079"/>
                </a:lnTo>
                <a:lnTo>
                  <a:pt x="5254" y="16079"/>
                </a:lnTo>
                <a:close/>
                <a:moveTo>
                  <a:pt x="9955" y="16079"/>
                </a:moveTo>
                <a:lnTo>
                  <a:pt x="9955" y="19798"/>
                </a:lnTo>
                <a:lnTo>
                  <a:pt x="10513" y="19798"/>
                </a:lnTo>
                <a:lnTo>
                  <a:pt x="10513" y="18112"/>
                </a:lnTo>
                <a:cubicBezTo>
                  <a:pt x="10513" y="17789"/>
                  <a:pt x="10549" y="17511"/>
                  <a:pt x="10630" y="17313"/>
                </a:cubicBezTo>
                <a:cubicBezTo>
                  <a:pt x="10711" y="17115"/>
                  <a:pt x="10837" y="16998"/>
                  <a:pt x="11012" y="16998"/>
                </a:cubicBezTo>
                <a:lnTo>
                  <a:pt x="11393" y="16998"/>
                </a:lnTo>
                <a:lnTo>
                  <a:pt x="11393" y="16079"/>
                </a:lnTo>
                <a:lnTo>
                  <a:pt x="11109" y="16079"/>
                </a:lnTo>
                <a:cubicBezTo>
                  <a:pt x="10968" y="16079"/>
                  <a:pt x="10846" y="16126"/>
                  <a:pt x="10742" y="16212"/>
                </a:cubicBezTo>
                <a:cubicBezTo>
                  <a:pt x="10639" y="16298"/>
                  <a:pt x="10553" y="16425"/>
                  <a:pt x="10486" y="16577"/>
                </a:cubicBezTo>
                <a:lnTo>
                  <a:pt x="10482" y="16079"/>
                </a:lnTo>
                <a:lnTo>
                  <a:pt x="9955" y="16079"/>
                </a:lnTo>
                <a:close/>
                <a:moveTo>
                  <a:pt x="13224" y="16079"/>
                </a:moveTo>
                <a:lnTo>
                  <a:pt x="13224" y="19798"/>
                </a:lnTo>
                <a:lnTo>
                  <a:pt x="13783" y="19798"/>
                </a:lnTo>
                <a:lnTo>
                  <a:pt x="13783" y="16079"/>
                </a:lnTo>
                <a:lnTo>
                  <a:pt x="13224" y="16079"/>
                </a:lnTo>
                <a:close/>
                <a:moveTo>
                  <a:pt x="16117" y="16079"/>
                </a:moveTo>
                <a:lnTo>
                  <a:pt x="16117" y="19798"/>
                </a:lnTo>
                <a:lnTo>
                  <a:pt x="16674" y="19798"/>
                </a:lnTo>
                <a:lnTo>
                  <a:pt x="16674" y="16079"/>
                </a:lnTo>
                <a:lnTo>
                  <a:pt x="16117" y="16079"/>
                </a:lnTo>
                <a:close/>
                <a:moveTo>
                  <a:pt x="8577" y="16806"/>
                </a:moveTo>
                <a:cubicBezTo>
                  <a:pt x="8864" y="16806"/>
                  <a:pt x="9056" y="17143"/>
                  <a:pt x="9112" y="17629"/>
                </a:cubicBezTo>
                <a:lnTo>
                  <a:pt x="8045" y="17629"/>
                </a:lnTo>
                <a:cubicBezTo>
                  <a:pt x="8097" y="17128"/>
                  <a:pt x="8302" y="16806"/>
                  <a:pt x="8577" y="16806"/>
                </a:cubicBezTo>
                <a:close/>
                <a:moveTo>
                  <a:pt x="20502" y="16874"/>
                </a:moveTo>
                <a:cubicBezTo>
                  <a:pt x="20829" y="16874"/>
                  <a:pt x="21058" y="17303"/>
                  <a:pt x="21058" y="17920"/>
                </a:cubicBezTo>
                <a:cubicBezTo>
                  <a:pt x="21058" y="18522"/>
                  <a:pt x="20829" y="18963"/>
                  <a:pt x="20502" y="18963"/>
                </a:cubicBezTo>
                <a:cubicBezTo>
                  <a:pt x="20175" y="18963"/>
                  <a:pt x="19941" y="18537"/>
                  <a:pt x="19941" y="17920"/>
                </a:cubicBezTo>
                <a:cubicBezTo>
                  <a:pt x="19941" y="17296"/>
                  <a:pt x="20175" y="16874"/>
                  <a:pt x="20502" y="16874"/>
                </a:cubicBezTo>
                <a:close/>
                <a:moveTo>
                  <a:pt x="3909" y="16880"/>
                </a:moveTo>
                <a:cubicBezTo>
                  <a:pt x="4240" y="16880"/>
                  <a:pt x="4470" y="17311"/>
                  <a:pt x="4470" y="17935"/>
                </a:cubicBezTo>
                <a:cubicBezTo>
                  <a:pt x="4470" y="18567"/>
                  <a:pt x="4236" y="18994"/>
                  <a:pt x="3909" y="18994"/>
                </a:cubicBezTo>
                <a:cubicBezTo>
                  <a:pt x="3579" y="18994"/>
                  <a:pt x="3345" y="18567"/>
                  <a:pt x="3345" y="17935"/>
                </a:cubicBezTo>
                <a:cubicBezTo>
                  <a:pt x="3345" y="17311"/>
                  <a:pt x="3579" y="16880"/>
                  <a:pt x="3909" y="16880"/>
                </a:cubicBezTo>
                <a:close/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1806" name="Shape"/>
          <p:cNvSpPr/>
          <p:nvPr/>
        </p:nvSpPr>
        <p:spPr>
          <a:xfrm>
            <a:off x="16177387" y="7031906"/>
            <a:ext cx="1876232" cy="15417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6" h="21566" fill="norm" stroke="1" extrusionOk="0">
                <a:moveTo>
                  <a:pt x="5152" y="2"/>
                </a:moveTo>
                <a:cubicBezTo>
                  <a:pt x="4918" y="-2"/>
                  <a:pt x="4680" y="1"/>
                  <a:pt x="4442" y="12"/>
                </a:cubicBezTo>
                <a:cubicBezTo>
                  <a:pt x="3601" y="52"/>
                  <a:pt x="2479" y="252"/>
                  <a:pt x="1589" y="551"/>
                </a:cubicBezTo>
                <a:cubicBezTo>
                  <a:pt x="962" y="759"/>
                  <a:pt x="530" y="1098"/>
                  <a:pt x="231" y="1738"/>
                </a:cubicBezTo>
                <a:cubicBezTo>
                  <a:pt x="82" y="2058"/>
                  <a:pt x="-54" y="2411"/>
                  <a:pt x="21" y="2764"/>
                </a:cubicBezTo>
                <a:cubicBezTo>
                  <a:pt x="86" y="3063"/>
                  <a:pt x="441" y="3160"/>
                  <a:pt x="724" y="3214"/>
                </a:cubicBezTo>
                <a:cubicBezTo>
                  <a:pt x="996" y="3267"/>
                  <a:pt x="1611" y="3306"/>
                  <a:pt x="1775" y="3062"/>
                </a:cubicBezTo>
                <a:cubicBezTo>
                  <a:pt x="1845" y="2956"/>
                  <a:pt x="1846" y="2857"/>
                  <a:pt x="1787" y="2730"/>
                </a:cubicBezTo>
                <a:cubicBezTo>
                  <a:pt x="1726" y="2597"/>
                  <a:pt x="1567" y="2512"/>
                  <a:pt x="1417" y="2478"/>
                </a:cubicBezTo>
                <a:cubicBezTo>
                  <a:pt x="1250" y="2440"/>
                  <a:pt x="923" y="2413"/>
                  <a:pt x="846" y="2372"/>
                </a:cubicBezTo>
                <a:cubicBezTo>
                  <a:pt x="804" y="2350"/>
                  <a:pt x="761" y="2314"/>
                  <a:pt x="762" y="2313"/>
                </a:cubicBezTo>
                <a:cubicBezTo>
                  <a:pt x="766" y="2307"/>
                  <a:pt x="784" y="2281"/>
                  <a:pt x="800" y="2266"/>
                </a:cubicBezTo>
                <a:cubicBezTo>
                  <a:pt x="833" y="2234"/>
                  <a:pt x="944" y="2183"/>
                  <a:pt x="1020" y="2161"/>
                </a:cubicBezTo>
                <a:cubicBezTo>
                  <a:pt x="1116" y="2134"/>
                  <a:pt x="1227" y="2091"/>
                  <a:pt x="1331" y="2055"/>
                </a:cubicBezTo>
                <a:cubicBezTo>
                  <a:pt x="2054" y="1811"/>
                  <a:pt x="3491" y="1770"/>
                  <a:pt x="4148" y="1800"/>
                </a:cubicBezTo>
                <a:cubicBezTo>
                  <a:pt x="6697" y="1916"/>
                  <a:pt x="9071" y="2598"/>
                  <a:pt x="11472" y="3799"/>
                </a:cubicBezTo>
                <a:cubicBezTo>
                  <a:pt x="13824" y="4978"/>
                  <a:pt x="16492" y="6998"/>
                  <a:pt x="18052" y="9441"/>
                </a:cubicBezTo>
                <a:cubicBezTo>
                  <a:pt x="18642" y="10366"/>
                  <a:pt x="19381" y="11879"/>
                  <a:pt x="19471" y="13159"/>
                </a:cubicBezTo>
                <a:cubicBezTo>
                  <a:pt x="19552" y="14330"/>
                  <a:pt x="19243" y="15454"/>
                  <a:pt x="18656" y="16274"/>
                </a:cubicBezTo>
                <a:cubicBezTo>
                  <a:pt x="18211" y="16893"/>
                  <a:pt x="17618" y="17348"/>
                  <a:pt x="16977" y="17716"/>
                </a:cubicBezTo>
                <a:cubicBezTo>
                  <a:pt x="15517" y="18556"/>
                  <a:pt x="13752" y="18729"/>
                  <a:pt x="12161" y="18677"/>
                </a:cubicBezTo>
                <a:cubicBezTo>
                  <a:pt x="11952" y="18671"/>
                  <a:pt x="11160" y="18593"/>
                  <a:pt x="10975" y="18559"/>
                </a:cubicBezTo>
                <a:cubicBezTo>
                  <a:pt x="10932" y="18551"/>
                  <a:pt x="10884" y="18537"/>
                  <a:pt x="10840" y="18528"/>
                </a:cubicBezTo>
                <a:lnTo>
                  <a:pt x="10814" y="18528"/>
                </a:lnTo>
                <a:cubicBezTo>
                  <a:pt x="10672" y="18498"/>
                  <a:pt x="10531" y="18464"/>
                  <a:pt x="10425" y="18438"/>
                </a:cubicBezTo>
                <a:cubicBezTo>
                  <a:pt x="10319" y="18411"/>
                  <a:pt x="10247" y="18391"/>
                  <a:pt x="10247" y="18391"/>
                </a:cubicBezTo>
                <a:lnTo>
                  <a:pt x="10135" y="12389"/>
                </a:lnTo>
                <a:cubicBezTo>
                  <a:pt x="10143" y="12389"/>
                  <a:pt x="10211" y="12396"/>
                  <a:pt x="10309" y="12401"/>
                </a:cubicBezTo>
                <a:cubicBezTo>
                  <a:pt x="10406" y="12407"/>
                  <a:pt x="10534" y="12415"/>
                  <a:pt x="10666" y="12422"/>
                </a:cubicBezTo>
                <a:lnTo>
                  <a:pt x="10702" y="12422"/>
                </a:lnTo>
                <a:cubicBezTo>
                  <a:pt x="10707" y="12422"/>
                  <a:pt x="10713" y="12422"/>
                  <a:pt x="10717" y="12422"/>
                </a:cubicBezTo>
                <a:cubicBezTo>
                  <a:pt x="10721" y="12422"/>
                  <a:pt x="10723" y="12422"/>
                  <a:pt x="10727" y="12422"/>
                </a:cubicBezTo>
                <a:lnTo>
                  <a:pt x="10755" y="12435"/>
                </a:lnTo>
                <a:cubicBezTo>
                  <a:pt x="10757" y="12435"/>
                  <a:pt x="10758" y="12435"/>
                  <a:pt x="10763" y="12435"/>
                </a:cubicBezTo>
                <a:cubicBezTo>
                  <a:pt x="10768" y="12435"/>
                  <a:pt x="10776" y="12435"/>
                  <a:pt x="10778" y="12435"/>
                </a:cubicBezTo>
                <a:lnTo>
                  <a:pt x="10801" y="12435"/>
                </a:lnTo>
                <a:cubicBezTo>
                  <a:pt x="10864" y="12439"/>
                  <a:pt x="10918" y="12431"/>
                  <a:pt x="10975" y="12435"/>
                </a:cubicBezTo>
                <a:cubicBezTo>
                  <a:pt x="11867" y="12499"/>
                  <a:pt x="13718" y="12879"/>
                  <a:pt x="14642" y="13326"/>
                </a:cubicBezTo>
                <a:cubicBezTo>
                  <a:pt x="14839" y="13421"/>
                  <a:pt x="15045" y="13568"/>
                  <a:pt x="15063" y="13805"/>
                </a:cubicBezTo>
                <a:cubicBezTo>
                  <a:pt x="15076" y="13989"/>
                  <a:pt x="14961" y="14142"/>
                  <a:pt x="14828" y="14285"/>
                </a:cubicBezTo>
                <a:cubicBezTo>
                  <a:pt x="14766" y="14354"/>
                  <a:pt x="14699" y="14415"/>
                  <a:pt x="14619" y="14468"/>
                </a:cubicBezTo>
                <a:cubicBezTo>
                  <a:pt x="14460" y="14570"/>
                  <a:pt x="14192" y="14737"/>
                  <a:pt x="14173" y="14766"/>
                </a:cubicBezTo>
                <a:cubicBezTo>
                  <a:pt x="14148" y="14807"/>
                  <a:pt x="14134" y="14856"/>
                  <a:pt x="14135" y="14906"/>
                </a:cubicBezTo>
                <a:cubicBezTo>
                  <a:pt x="14135" y="14955"/>
                  <a:pt x="14153" y="15006"/>
                  <a:pt x="14188" y="15040"/>
                </a:cubicBezTo>
                <a:cubicBezTo>
                  <a:pt x="14366" y="15207"/>
                  <a:pt x="14933" y="15305"/>
                  <a:pt x="15086" y="15295"/>
                </a:cubicBezTo>
                <a:cubicBezTo>
                  <a:pt x="15602" y="15259"/>
                  <a:pt x="16116" y="14830"/>
                  <a:pt x="16385" y="14256"/>
                </a:cubicBezTo>
                <a:cubicBezTo>
                  <a:pt x="16624" y="13749"/>
                  <a:pt x="16654" y="13358"/>
                  <a:pt x="16497" y="12796"/>
                </a:cubicBezTo>
                <a:cubicBezTo>
                  <a:pt x="16328" y="12182"/>
                  <a:pt x="15809" y="11606"/>
                  <a:pt x="15251" y="11263"/>
                </a:cubicBezTo>
                <a:cubicBezTo>
                  <a:pt x="14574" y="10845"/>
                  <a:pt x="13384" y="10525"/>
                  <a:pt x="12779" y="10407"/>
                </a:cubicBezTo>
                <a:cubicBezTo>
                  <a:pt x="12305" y="10316"/>
                  <a:pt x="11800" y="10222"/>
                  <a:pt x="11345" y="10209"/>
                </a:cubicBezTo>
                <a:cubicBezTo>
                  <a:pt x="11246" y="10206"/>
                  <a:pt x="11140" y="10209"/>
                  <a:pt x="11026" y="10209"/>
                </a:cubicBezTo>
                <a:lnTo>
                  <a:pt x="10975" y="10209"/>
                </a:lnTo>
                <a:cubicBezTo>
                  <a:pt x="10956" y="10209"/>
                  <a:pt x="10938" y="10209"/>
                  <a:pt x="10920" y="10209"/>
                </a:cubicBezTo>
                <a:cubicBezTo>
                  <a:pt x="10902" y="10209"/>
                  <a:pt x="10882" y="10209"/>
                  <a:pt x="10863" y="10209"/>
                </a:cubicBezTo>
                <a:lnTo>
                  <a:pt x="10829" y="10209"/>
                </a:lnTo>
                <a:cubicBezTo>
                  <a:pt x="10651" y="10211"/>
                  <a:pt x="10478" y="10214"/>
                  <a:pt x="10349" y="10217"/>
                </a:cubicBezTo>
                <a:cubicBezTo>
                  <a:pt x="10220" y="10220"/>
                  <a:pt x="10133" y="10224"/>
                  <a:pt x="10123" y="10224"/>
                </a:cubicBezTo>
                <a:cubicBezTo>
                  <a:pt x="10123" y="10224"/>
                  <a:pt x="10118" y="10132"/>
                  <a:pt x="10114" y="9985"/>
                </a:cubicBezTo>
                <a:cubicBezTo>
                  <a:pt x="10110" y="9838"/>
                  <a:pt x="10104" y="9635"/>
                  <a:pt x="10097" y="9426"/>
                </a:cubicBezTo>
                <a:lnTo>
                  <a:pt x="10097" y="9385"/>
                </a:lnTo>
                <a:cubicBezTo>
                  <a:pt x="10097" y="9366"/>
                  <a:pt x="10097" y="9348"/>
                  <a:pt x="10097" y="9330"/>
                </a:cubicBezTo>
                <a:cubicBezTo>
                  <a:pt x="10097" y="9313"/>
                  <a:pt x="10098" y="9295"/>
                  <a:pt x="10097" y="9276"/>
                </a:cubicBezTo>
                <a:lnTo>
                  <a:pt x="10097" y="9248"/>
                </a:lnTo>
                <a:cubicBezTo>
                  <a:pt x="10092" y="9120"/>
                  <a:pt x="10080" y="8983"/>
                  <a:pt x="10074" y="8869"/>
                </a:cubicBezTo>
                <a:cubicBezTo>
                  <a:pt x="10025" y="7981"/>
                  <a:pt x="9825" y="6245"/>
                  <a:pt x="9160" y="5742"/>
                </a:cubicBezTo>
                <a:cubicBezTo>
                  <a:pt x="9039" y="5651"/>
                  <a:pt x="8887" y="5632"/>
                  <a:pt x="8803" y="5770"/>
                </a:cubicBezTo>
                <a:cubicBezTo>
                  <a:pt x="8674" y="5975"/>
                  <a:pt x="8546" y="6756"/>
                  <a:pt x="8517" y="6958"/>
                </a:cubicBezTo>
                <a:cubicBezTo>
                  <a:pt x="8492" y="7131"/>
                  <a:pt x="8451" y="7607"/>
                  <a:pt x="8405" y="8089"/>
                </a:cubicBezTo>
                <a:lnTo>
                  <a:pt x="8395" y="8151"/>
                </a:lnTo>
                <a:cubicBezTo>
                  <a:pt x="8394" y="8161"/>
                  <a:pt x="8394" y="8169"/>
                  <a:pt x="8395" y="8179"/>
                </a:cubicBezTo>
                <a:cubicBezTo>
                  <a:pt x="8395" y="8189"/>
                  <a:pt x="8396" y="8197"/>
                  <a:pt x="8395" y="8207"/>
                </a:cubicBezTo>
                <a:lnTo>
                  <a:pt x="8382" y="8269"/>
                </a:lnTo>
                <a:cubicBezTo>
                  <a:pt x="8359" y="8520"/>
                  <a:pt x="8340" y="8765"/>
                  <a:pt x="8327" y="8965"/>
                </a:cubicBezTo>
                <a:cubicBezTo>
                  <a:pt x="8314" y="9164"/>
                  <a:pt x="8307" y="9320"/>
                  <a:pt x="8308" y="9385"/>
                </a:cubicBezTo>
                <a:cubicBezTo>
                  <a:pt x="8308" y="9395"/>
                  <a:pt x="8308" y="9398"/>
                  <a:pt x="8308" y="9408"/>
                </a:cubicBezTo>
                <a:cubicBezTo>
                  <a:pt x="8308" y="9417"/>
                  <a:pt x="8308" y="9429"/>
                  <a:pt x="8308" y="9441"/>
                </a:cubicBezTo>
                <a:lnTo>
                  <a:pt x="8308" y="9488"/>
                </a:lnTo>
                <a:cubicBezTo>
                  <a:pt x="8308" y="9535"/>
                  <a:pt x="8306" y="9589"/>
                  <a:pt x="8304" y="9645"/>
                </a:cubicBezTo>
                <a:cubicBezTo>
                  <a:pt x="8301" y="9701"/>
                  <a:pt x="8299" y="9757"/>
                  <a:pt x="8297" y="9817"/>
                </a:cubicBezTo>
                <a:lnTo>
                  <a:pt x="8297" y="9877"/>
                </a:lnTo>
                <a:lnTo>
                  <a:pt x="8297" y="9884"/>
                </a:lnTo>
                <a:lnTo>
                  <a:pt x="8297" y="9892"/>
                </a:lnTo>
                <a:lnTo>
                  <a:pt x="8297" y="9923"/>
                </a:lnTo>
                <a:cubicBezTo>
                  <a:pt x="8294" y="10051"/>
                  <a:pt x="8287" y="10177"/>
                  <a:pt x="8283" y="10271"/>
                </a:cubicBezTo>
                <a:cubicBezTo>
                  <a:pt x="8278" y="10365"/>
                  <a:pt x="8274" y="10429"/>
                  <a:pt x="8270" y="10436"/>
                </a:cubicBezTo>
                <a:cubicBezTo>
                  <a:pt x="8266" y="10441"/>
                  <a:pt x="8263" y="10446"/>
                  <a:pt x="8259" y="10451"/>
                </a:cubicBezTo>
                <a:cubicBezTo>
                  <a:pt x="8255" y="10456"/>
                  <a:pt x="8252" y="10459"/>
                  <a:pt x="8247" y="10464"/>
                </a:cubicBezTo>
                <a:cubicBezTo>
                  <a:pt x="8237" y="10471"/>
                  <a:pt x="8182" y="10486"/>
                  <a:pt x="8101" y="10505"/>
                </a:cubicBezTo>
                <a:cubicBezTo>
                  <a:pt x="8019" y="10524"/>
                  <a:pt x="7909" y="10550"/>
                  <a:pt x="7800" y="10572"/>
                </a:cubicBezTo>
                <a:lnTo>
                  <a:pt x="7762" y="10572"/>
                </a:lnTo>
                <a:lnTo>
                  <a:pt x="7754" y="10572"/>
                </a:lnTo>
                <a:lnTo>
                  <a:pt x="7716" y="10585"/>
                </a:lnTo>
                <a:cubicBezTo>
                  <a:pt x="7647" y="10599"/>
                  <a:pt x="7579" y="10603"/>
                  <a:pt x="7519" y="10613"/>
                </a:cubicBezTo>
                <a:cubicBezTo>
                  <a:pt x="7258" y="10660"/>
                  <a:pt x="6837" y="10801"/>
                  <a:pt x="6407" y="10961"/>
                </a:cubicBezTo>
                <a:lnTo>
                  <a:pt x="6343" y="10977"/>
                </a:lnTo>
                <a:cubicBezTo>
                  <a:pt x="6338" y="10978"/>
                  <a:pt x="6336" y="10984"/>
                  <a:pt x="6333" y="10987"/>
                </a:cubicBezTo>
                <a:cubicBezTo>
                  <a:pt x="6329" y="10990"/>
                  <a:pt x="6323" y="10988"/>
                  <a:pt x="6318" y="10990"/>
                </a:cubicBezTo>
                <a:lnTo>
                  <a:pt x="6259" y="11023"/>
                </a:lnTo>
                <a:cubicBezTo>
                  <a:pt x="5782" y="11205"/>
                  <a:pt x="5319" y="11399"/>
                  <a:pt x="5095" y="11520"/>
                </a:cubicBezTo>
                <a:cubicBezTo>
                  <a:pt x="4484" y="11846"/>
                  <a:pt x="3591" y="12414"/>
                  <a:pt x="3342" y="13172"/>
                </a:cubicBezTo>
                <a:cubicBezTo>
                  <a:pt x="3162" y="13716"/>
                  <a:pt x="3240" y="14178"/>
                  <a:pt x="3477" y="14692"/>
                </a:cubicBezTo>
                <a:cubicBezTo>
                  <a:pt x="3782" y="15349"/>
                  <a:pt x="4181" y="15862"/>
                  <a:pt x="4626" y="16377"/>
                </a:cubicBezTo>
                <a:cubicBezTo>
                  <a:pt x="4785" y="16559"/>
                  <a:pt x="5499" y="17291"/>
                  <a:pt x="5666" y="17443"/>
                </a:cubicBezTo>
                <a:cubicBezTo>
                  <a:pt x="6271" y="17987"/>
                  <a:pt x="6965" y="18513"/>
                  <a:pt x="7692" y="18950"/>
                </a:cubicBezTo>
                <a:cubicBezTo>
                  <a:pt x="7707" y="18959"/>
                  <a:pt x="7724" y="18972"/>
                  <a:pt x="7739" y="18981"/>
                </a:cubicBezTo>
                <a:lnTo>
                  <a:pt x="7762" y="18997"/>
                </a:lnTo>
                <a:lnTo>
                  <a:pt x="7815" y="19025"/>
                </a:lnTo>
                <a:lnTo>
                  <a:pt x="7821" y="19035"/>
                </a:lnTo>
                <a:lnTo>
                  <a:pt x="7828" y="19038"/>
                </a:lnTo>
                <a:lnTo>
                  <a:pt x="7851" y="19038"/>
                </a:lnTo>
                <a:cubicBezTo>
                  <a:pt x="7945" y="19094"/>
                  <a:pt x="8035" y="19149"/>
                  <a:pt x="8101" y="19187"/>
                </a:cubicBezTo>
                <a:cubicBezTo>
                  <a:pt x="8167" y="19226"/>
                  <a:pt x="8209" y="19249"/>
                  <a:pt x="8209" y="19249"/>
                </a:cubicBezTo>
                <a:cubicBezTo>
                  <a:pt x="8209" y="19249"/>
                  <a:pt x="8218" y="19325"/>
                  <a:pt x="8230" y="19440"/>
                </a:cubicBezTo>
                <a:cubicBezTo>
                  <a:pt x="8241" y="19555"/>
                  <a:pt x="8254" y="19708"/>
                  <a:pt x="8270" y="19865"/>
                </a:cubicBezTo>
                <a:lnTo>
                  <a:pt x="8270" y="19898"/>
                </a:lnTo>
                <a:cubicBezTo>
                  <a:pt x="8271" y="19909"/>
                  <a:pt x="8274" y="19920"/>
                  <a:pt x="8276" y="19929"/>
                </a:cubicBezTo>
                <a:cubicBezTo>
                  <a:pt x="8279" y="19939"/>
                  <a:pt x="8281" y="19947"/>
                  <a:pt x="8283" y="19958"/>
                </a:cubicBezTo>
                <a:lnTo>
                  <a:pt x="8283" y="19986"/>
                </a:lnTo>
                <a:cubicBezTo>
                  <a:pt x="8296" y="20113"/>
                  <a:pt x="8307" y="20247"/>
                  <a:pt x="8321" y="20352"/>
                </a:cubicBezTo>
                <a:cubicBezTo>
                  <a:pt x="8387" y="20851"/>
                  <a:pt x="8523" y="21283"/>
                  <a:pt x="8902" y="21478"/>
                </a:cubicBezTo>
                <a:cubicBezTo>
                  <a:pt x="9133" y="21598"/>
                  <a:pt x="9403" y="21578"/>
                  <a:pt x="9653" y="21521"/>
                </a:cubicBezTo>
                <a:cubicBezTo>
                  <a:pt x="9860" y="21473"/>
                  <a:pt x="10002" y="21364"/>
                  <a:pt x="10089" y="21145"/>
                </a:cubicBezTo>
                <a:cubicBezTo>
                  <a:pt x="10122" y="21063"/>
                  <a:pt x="10187" y="20805"/>
                  <a:pt x="10197" y="20710"/>
                </a:cubicBezTo>
                <a:cubicBezTo>
                  <a:pt x="10201" y="20667"/>
                  <a:pt x="10194" y="20620"/>
                  <a:pt x="10197" y="20573"/>
                </a:cubicBezTo>
                <a:lnTo>
                  <a:pt x="10197" y="20545"/>
                </a:lnTo>
                <a:lnTo>
                  <a:pt x="10197" y="20530"/>
                </a:lnTo>
                <a:cubicBezTo>
                  <a:pt x="10199" y="20470"/>
                  <a:pt x="10205" y="20412"/>
                  <a:pt x="10207" y="20362"/>
                </a:cubicBezTo>
                <a:cubicBezTo>
                  <a:pt x="10210" y="20312"/>
                  <a:pt x="10209" y="20271"/>
                  <a:pt x="10209" y="20244"/>
                </a:cubicBezTo>
                <a:lnTo>
                  <a:pt x="10209" y="20213"/>
                </a:lnTo>
                <a:lnTo>
                  <a:pt x="10209" y="20197"/>
                </a:lnTo>
                <a:cubicBezTo>
                  <a:pt x="10209" y="20197"/>
                  <a:pt x="10289" y="20222"/>
                  <a:pt x="10410" y="20256"/>
                </a:cubicBezTo>
                <a:cubicBezTo>
                  <a:pt x="10532" y="20291"/>
                  <a:pt x="10695" y="20338"/>
                  <a:pt x="10863" y="20380"/>
                </a:cubicBezTo>
                <a:lnTo>
                  <a:pt x="10914" y="20396"/>
                </a:lnTo>
                <a:lnTo>
                  <a:pt x="10920" y="20396"/>
                </a:lnTo>
                <a:lnTo>
                  <a:pt x="10926" y="20396"/>
                </a:lnTo>
                <a:lnTo>
                  <a:pt x="10952" y="20408"/>
                </a:lnTo>
                <a:cubicBezTo>
                  <a:pt x="11047" y="20432"/>
                  <a:pt x="11147" y="20451"/>
                  <a:pt x="11233" y="20470"/>
                </a:cubicBezTo>
                <a:cubicBezTo>
                  <a:pt x="12427" y="20739"/>
                  <a:pt x="13724" y="20757"/>
                  <a:pt x="14852" y="20591"/>
                </a:cubicBezTo>
                <a:cubicBezTo>
                  <a:pt x="16513" y="20345"/>
                  <a:pt x="18444" y="19605"/>
                  <a:pt x="19695" y="18288"/>
                </a:cubicBezTo>
                <a:cubicBezTo>
                  <a:pt x="20031" y="17934"/>
                  <a:pt x="20607" y="17098"/>
                  <a:pt x="20845" y="16575"/>
                </a:cubicBezTo>
                <a:cubicBezTo>
                  <a:pt x="20985" y="16270"/>
                  <a:pt x="21106" y="15967"/>
                  <a:pt x="21239" y="15593"/>
                </a:cubicBezTo>
                <a:cubicBezTo>
                  <a:pt x="21253" y="15556"/>
                  <a:pt x="21304" y="15382"/>
                  <a:pt x="21355" y="15184"/>
                </a:cubicBezTo>
                <a:cubicBezTo>
                  <a:pt x="21406" y="14986"/>
                  <a:pt x="21458" y="14766"/>
                  <a:pt x="21474" y="14632"/>
                </a:cubicBezTo>
                <a:cubicBezTo>
                  <a:pt x="21479" y="14597"/>
                  <a:pt x="21489" y="14491"/>
                  <a:pt x="21501" y="14347"/>
                </a:cubicBezTo>
                <a:cubicBezTo>
                  <a:pt x="21513" y="14202"/>
                  <a:pt x="21525" y="14019"/>
                  <a:pt x="21535" y="13834"/>
                </a:cubicBezTo>
                <a:lnTo>
                  <a:pt x="21535" y="13805"/>
                </a:lnTo>
                <a:cubicBezTo>
                  <a:pt x="21541" y="13694"/>
                  <a:pt x="21545" y="13583"/>
                  <a:pt x="21545" y="13478"/>
                </a:cubicBezTo>
                <a:cubicBezTo>
                  <a:pt x="21546" y="13373"/>
                  <a:pt x="21543" y="13275"/>
                  <a:pt x="21535" y="13190"/>
                </a:cubicBezTo>
                <a:cubicBezTo>
                  <a:pt x="21537" y="13147"/>
                  <a:pt x="21535" y="13088"/>
                  <a:pt x="21531" y="13022"/>
                </a:cubicBezTo>
                <a:cubicBezTo>
                  <a:pt x="21526" y="12957"/>
                  <a:pt x="21519" y="12883"/>
                  <a:pt x="21510" y="12811"/>
                </a:cubicBezTo>
                <a:lnTo>
                  <a:pt x="21497" y="12767"/>
                </a:lnTo>
                <a:cubicBezTo>
                  <a:pt x="21485" y="12681"/>
                  <a:pt x="21476" y="12597"/>
                  <a:pt x="21467" y="12530"/>
                </a:cubicBezTo>
                <a:cubicBezTo>
                  <a:pt x="21458" y="12464"/>
                  <a:pt x="21453" y="12412"/>
                  <a:pt x="21450" y="12389"/>
                </a:cubicBezTo>
                <a:cubicBezTo>
                  <a:pt x="21444" y="12378"/>
                  <a:pt x="21394" y="12139"/>
                  <a:pt x="21361" y="11971"/>
                </a:cubicBezTo>
                <a:cubicBezTo>
                  <a:pt x="21348" y="11898"/>
                  <a:pt x="21301" y="11751"/>
                  <a:pt x="21252" y="11595"/>
                </a:cubicBezTo>
                <a:lnTo>
                  <a:pt x="21239" y="11549"/>
                </a:lnTo>
                <a:cubicBezTo>
                  <a:pt x="21177" y="11355"/>
                  <a:pt x="21113" y="11163"/>
                  <a:pt x="21089" y="11111"/>
                </a:cubicBezTo>
                <a:cubicBezTo>
                  <a:pt x="20957" y="10824"/>
                  <a:pt x="20886" y="10575"/>
                  <a:pt x="20784" y="10328"/>
                </a:cubicBezTo>
                <a:cubicBezTo>
                  <a:pt x="20359" y="9293"/>
                  <a:pt x="19473" y="7990"/>
                  <a:pt x="18769" y="7141"/>
                </a:cubicBezTo>
                <a:cubicBezTo>
                  <a:pt x="18405" y="6701"/>
                  <a:pt x="17905" y="6153"/>
                  <a:pt x="17521" y="5770"/>
                </a:cubicBezTo>
                <a:cubicBezTo>
                  <a:pt x="17431" y="5679"/>
                  <a:pt x="17103" y="5382"/>
                  <a:pt x="16766" y="5080"/>
                </a:cubicBezTo>
                <a:lnTo>
                  <a:pt x="16719" y="5049"/>
                </a:lnTo>
                <a:cubicBezTo>
                  <a:pt x="16716" y="5046"/>
                  <a:pt x="16712" y="5039"/>
                  <a:pt x="16711" y="5033"/>
                </a:cubicBezTo>
                <a:cubicBezTo>
                  <a:pt x="16709" y="5027"/>
                  <a:pt x="16708" y="5024"/>
                  <a:pt x="16704" y="5020"/>
                </a:cubicBezTo>
                <a:lnTo>
                  <a:pt x="16658" y="4987"/>
                </a:lnTo>
                <a:cubicBezTo>
                  <a:pt x="16342" y="4705"/>
                  <a:pt x="16047" y="4433"/>
                  <a:pt x="15954" y="4358"/>
                </a:cubicBezTo>
                <a:cubicBezTo>
                  <a:pt x="15311" y="3846"/>
                  <a:pt x="14158" y="3072"/>
                  <a:pt x="13432" y="2645"/>
                </a:cubicBezTo>
                <a:cubicBezTo>
                  <a:pt x="12421" y="2051"/>
                  <a:pt x="11040" y="1389"/>
                  <a:pt x="9985" y="1001"/>
                </a:cubicBezTo>
                <a:cubicBezTo>
                  <a:pt x="8372" y="404"/>
                  <a:pt x="6796" y="28"/>
                  <a:pt x="5152" y="2"/>
                </a:cubicBezTo>
                <a:close/>
                <a:moveTo>
                  <a:pt x="8209" y="12497"/>
                </a:moveTo>
                <a:cubicBezTo>
                  <a:pt x="8209" y="12497"/>
                  <a:pt x="8207" y="12699"/>
                  <a:pt x="8204" y="13007"/>
                </a:cubicBezTo>
                <a:cubicBezTo>
                  <a:pt x="8202" y="13314"/>
                  <a:pt x="8200" y="13724"/>
                  <a:pt x="8198" y="14148"/>
                </a:cubicBezTo>
                <a:lnTo>
                  <a:pt x="8198" y="14195"/>
                </a:lnTo>
                <a:cubicBezTo>
                  <a:pt x="8198" y="14208"/>
                  <a:pt x="8196" y="14219"/>
                  <a:pt x="8196" y="14231"/>
                </a:cubicBezTo>
                <a:cubicBezTo>
                  <a:pt x="8196" y="14243"/>
                  <a:pt x="8198" y="14261"/>
                  <a:pt x="8198" y="14274"/>
                </a:cubicBezTo>
                <a:lnTo>
                  <a:pt x="8198" y="14331"/>
                </a:lnTo>
                <a:lnTo>
                  <a:pt x="8198" y="14434"/>
                </a:lnTo>
                <a:cubicBezTo>
                  <a:pt x="8198" y="14468"/>
                  <a:pt x="8196" y="14503"/>
                  <a:pt x="8196" y="14535"/>
                </a:cubicBezTo>
                <a:cubicBezTo>
                  <a:pt x="8196" y="14566"/>
                  <a:pt x="8198" y="14599"/>
                  <a:pt x="8198" y="14632"/>
                </a:cubicBezTo>
                <a:lnTo>
                  <a:pt x="8198" y="14738"/>
                </a:lnTo>
                <a:cubicBezTo>
                  <a:pt x="8198" y="15507"/>
                  <a:pt x="8202" y="16245"/>
                  <a:pt x="8209" y="16794"/>
                </a:cubicBezTo>
                <a:cubicBezTo>
                  <a:pt x="8215" y="17343"/>
                  <a:pt x="8221" y="17701"/>
                  <a:pt x="8221" y="17701"/>
                </a:cubicBezTo>
                <a:cubicBezTo>
                  <a:pt x="8221" y="17701"/>
                  <a:pt x="8173" y="17680"/>
                  <a:pt x="8096" y="17644"/>
                </a:cubicBezTo>
                <a:cubicBezTo>
                  <a:pt x="8019" y="17608"/>
                  <a:pt x="7912" y="17559"/>
                  <a:pt x="7800" y="17508"/>
                </a:cubicBezTo>
                <a:lnTo>
                  <a:pt x="7777" y="17508"/>
                </a:lnTo>
                <a:cubicBezTo>
                  <a:pt x="7773" y="17506"/>
                  <a:pt x="7766" y="17500"/>
                  <a:pt x="7762" y="17497"/>
                </a:cubicBezTo>
                <a:cubicBezTo>
                  <a:pt x="7758" y="17494"/>
                  <a:pt x="7758" y="17491"/>
                  <a:pt x="7754" y="17490"/>
                </a:cubicBezTo>
                <a:lnTo>
                  <a:pt x="7726" y="17477"/>
                </a:lnTo>
                <a:cubicBezTo>
                  <a:pt x="7622" y="17428"/>
                  <a:pt x="7518" y="17384"/>
                  <a:pt x="7430" y="17340"/>
                </a:cubicBezTo>
                <a:cubicBezTo>
                  <a:pt x="6555" y="16894"/>
                  <a:pt x="5362" y="15965"/>
                  <a:pt x="4776" y="15369"/>
                </a:cubicBezTo>
                <a:cubicBezTo>
                  <a:pt x="4636" y="15227"/>
                  <a:pt x="4136" y="14653"/>
                  <a:pt x="4048" y="14527"/>
                </a:cubicBezTo>
                <a:cubicBezTo>
                  <a:pt x="4045" y="14523"/>
                  <a:pt x="4044" y="14519"/>
                  <a:pt x="4042" y="14514"/>
                </a:cubicBezTo>
                <a:cubicBezTo>
                  <a:pt x="4040" y="14509"/>
                  <a:pt x="4039" y="14500"/>
                  <a:pt x="4036" y="14496"/>
                </a:cubicBezTo>
                <a:lnTo>
                  <a:pt x="4010" y="14468"/>
                </a:lnTo>
                <a:cubicBezTo>
                  <a:pt x="3873" y="14268"/>
                  <a:pt x="3766" y="14068"/>
                  <a:pt x="3801" y="13821"/>
                </a:cubicBezTo>
                <a:cubicBezTo>
                  <a:pt x="3838" y="13562"/>
                  <a:pt x="4260" y="13352"/>
                  <a:pt x="4467" y="13262"/>
                </a:cubicBezTo>
                <a:cubicBezTo>
                  <a:pt x="5157" y="12962"/>
                  <a:pt x="6347" y="12714"/>
                  <a:pt x="6984" y="12631"/>
                </a:cubicBezTo>
                <a:cubicBezTo>
                  <a:pt x="7059" y="12621"/>
                  <a:pt x="7136" y="12609"/>
                  <a:pt x="7219" y="12600"/>
                </a:cubicBezTo>
                <a:lnTo>
                  <a:pt x="7257" y="12589"/>
                </a:lnTo>
                <a:lnTo>
                  <a:pt x="7295" y="12589"/>
                </a:lnTo>
                <a:cubicBezTo>
                  <a:pt x="7300" y="12589"/>
                  <a:pt x="7304" y="12584"/>
                  <a:pt x="7308" y="12584"/>
                </a:cubicBezTo>
                <a:cubicBezTo>
                  <a:pt x="7311" y="12585"/>
                  <a:pt x="7317" y="12590"/>
                  <a:pt x="7322" y="12589"/>
                </a:cubicBezTo>
                <a:lnTo>
                  <a:pt x="7356" y="12589"/>
                </a:lnTo>
                <a:lnTo>
                  <a:pt x="7392" y="12571"/>
                </a:lnTo>
                <a:cubicBezTo>
                  <a:pt x="7600" y="12549"/>
                  <a:pt x="7805" y="12530"/>
                  <a:pt x="7957" y="12517"/>
                </a:cubicBezTo>
                <a:cubicBezTo>
                  <a:pt x="8109" y="12504"/>
                  <a:pt x="8209" y="12497"/>
                  <a:pt x="8209" y="12497"/>
                </a:cubicBezTo>
                <a:close/>
              </a:path>
            </a:pathLst>
          </a:cu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1807" name="Rectangle"/>
          <p:cNvSpPr/>
          <p:nvPr/>
        </p:nvSpPr>
        <p:spPr>
          <a:xfrm>
            <a:off x="1022486" y="6020238"/>
            <a:ext cx="8390936" cy="1835602"/>
          </a:xfrm>
          <a:prstGeom prst="rect">
            <a:avLst/>
          </a:prstGeom>
          <a:solidFill>
            <a:srgbClr val="2C2D2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808" name="Rectangle"/>
          <p:cNvSpPr/>
          <p:nvPr/>
        </p:nvSpPr>
        <p:spPr>
          <a:xfrm>
            <a:off x="1022486" y="3198071"/>
            <a:ext cx="8390936" cy="2599321"/>
          </a:xfrm>
          <a:prstGeom prst="rect">
            <a:avLst/>
          </a:prstGeom>
          <a:solidFill>
            <a:srgbClr val="2C2D2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809" name="Rounded Rectangle"/>
          <p:cNvSpPr/>
          <p:nvPr/>
        </p:nvSpPr>
        <p:spPr>
          <a:xfrm>
            <a:off x="2746048" y="2986214"/>
            <a:ext cx="4943811" cy="513082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</a:gradFill>
          <a:ln w="12700">
            <a:miter lim="400000"/>
          </a:ln>
        </p:spPr>
        <p:txBody>
          <a:bodyPr lIns="0" tIns="0" rIns="0" bIns="0" anchor="ctr"/>
          <a:lstStyle/>
          <a:p>
            <a:pPr algn="ctr" defTabSz="1828800">
              <a:lnSpc>
                <a:spcPct val="80000"/>
              </a:lnSpc>
              <a:defRPr sz="1500">
                <a:solidFill>
                  <a:srgbClr val="474747"/>
                </a:solidFill>
              </a:defRPr>
            </a:pPr>
          </a:p>
        </p:txBody>
      </p:sp>
      <p:sp>
        <p:nvSpPr>
          <p:cNvPr id="1810" name="TIP IN KEYNOTE"/>
          <p:cNvSpPr txBox="1"/>
          <p:nvPr/>
        </p:nvSpPr>
        <p:spPr>
          <a:xfrm>
            <a:off x="4114831" y="3090355"/>
            <a:ext cx="2206245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1828800">
              <a:lnSpc>
                <a:spcPct val="80000"/>
              </a:lnSpc>
              <a:defRPr spc="200"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TIP IN KEYNOTE</a:t>
            </a:r>
          </a:p>
        </p:txBody>
      </p:sp>
      <p:sp>
        <p:nvSpPr>
          <p:cNvPr id="1811" name="Select a logo.  Under the Format menu, select Style tab and Color Fill."/>
          <p:cNvSpPr txBox="1"/>
          <p:nvPr/>
        </p:nvSpPr>
        <p:spPr>
          <a:xfrm>
            <a:off x="1352677" y="3843682"/>
            <a:ext cx="3949701" cy="1308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algn="r"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Select a logo. </a:t>
            </a:r>
            <a:br/>
            <a:r>
              <a:t>Under the Format menu, select Style tab and Color Fill.</a:t>
            </a:r>
          </a:p>
        </p:txBody>
      </p:sp>
      <p:sp>
        <p:nvSpPr>
          <p:cNvPr id="1812" name="If you are using a duo-toned logo, don’t forget to Group the objects once you’re finished."/>
          <p:cNvSpPr txBox="1"/>
          <p:nvPr/>
        </p:nvSpPr>
        <p:spPr>
          <a:xfrm>
            <a:off x="1841581" y="6534492"/>
            <a:ext cx="6162296" cy="86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If you are using a duo-toned logo, don’t forget to Group the objects once you’re finished.</a:t>
            </a:r>
          </a:p>
        </p:txBody>
      </p:sp>
      <p:pic>
        <p:nvPicPr>
          <p:cNvPr id="1813" name="Screenshot 2025-11-12 at 8.20.44 AM.png" descr="Screenshot 2025-11-12 at 8.20.44 AM.png"/>
          <p:cNvPicPr>
            <a:picLocks noChangeAspect="1"/>
          </p:cNvPicPr>
          <p:nvPr/>
        </p:nvPicPr>
        <p:blipFill>
          <a:blip r:embed="rId2">
            <a:extLst/>
          </a:blip>
          <a:srcRect l="0" t="0" r="0" b="32703"/>
          <a:stretch>
            <a:fillRect/>
          </a:stretch>
        </p:blipFill>
        <p:spPr>
          <a:xfrm>
            <a:off x="5497353" y="3655825"/>
            <a:ext cx="3393399" cy="184593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Network Logos"/>
          <p:cNvSpPr txBox="1"/>
          <p:nvPr>
            <p:ph type="body" idx="21"/>
          </p:nvPr>
        </p:nvSpPr>
        <p:spPr>
          <a:xfrm>
            <a:off x="666390" y="897470"/>
            <a:ext cx="22848395" cy="1437642"/>
          </a:xfrm>
          <a:prstGeom prst="rect">
            <a:avLst/>
          </a:prstGeom>
        </p:spPr>
        <p:txBody>
          <a:bodyPr/>
          <a:lstStyle>
            <a:lvl1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319" sz="80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Network Logos</a:t>
            </a:r>
          </a:p>
        </p:txBody>
      </p:sp>
      <p:sp>
        <p:nvSpPr>
          <p:cNvPr id="1816" name="The above images are Keynote/PowerPoint shapes. The color fill can be changed based on your background color.  Due to branding constraints, please only use black or white fills."/>
          <p:cNvSpPr txBox="1"/>
          <p:nvPr/>
        </p:nvSpPr>
        <p:spPr>
          <a:xfrm>
            <a:off x="4588717" y="10877033"/>
            <a:ext cx="14462808" cy="101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800">
              <a:spcBef>
                <a:spcPts val="1600"/>
              </a:spcBef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The above images are Keynote/PowerPoint shapes. The color fill can be changed based on your background color.  Due to branding constraints, please only use black or white fills.</a:t>
            </a:r>
          </a:p>
        </p:txBody>
      </p:sp>
      <p:pic>
        <p:nvPicPr>
          <p:cNvPr id="1817" name="ABCnews_2021_Black.png" descr="ABCnews_2021_Black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898229" y="3445348"/>
            <a:ext cx="1398912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18" name="ABCnews_2021.png" descr="ABCnews_2021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898229" y="6437789"/>
            <a:ext cx="1398912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19" name="ABCotv_2021_black.png" descr="ABCotv_2021_black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832646" y="3445348"/>
            <a:ext cx="1079682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0" name="ABCotv_2021.png" descr="ABCotv_2021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4832646" y="6437789"/>
            <a:ext cx="1079682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1" name="ESPN logo Black.png" descr="ESPN logo Black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0248673" y="3535927"/>
            <a:ext cx="1222396" cy="301934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2" name="ESPN logo white.png" descr="ESPN logo white.pn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0270732" y="8066098"/>
            <a:ext cx="1222396" cy="30193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3" name="Hulu_Logo_Color.png" descr="Hulu_Logo_Color.png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19171059" y="4999101"/>
            <a:ext cx="1222396" cy="407466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4" name="Hulu_Logo_Black.png" descr="Hulu_Logo_Black.png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19179468" y="3477249"/>
            <a:ext cx="1231881" cy="4106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5" name="Hulu_Logo_White.png" descr="Hulu_Logo_White.png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19179468" y="8005712"/>
            <a:ext cx="1231881" cy="410628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6" name="NatGeo_Logo_Black.png" descr="NatGeo_Logo_Black.png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20937469" y="3421193"/>
            <a:ext cx="1643165" cy="48309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7" name="2000px-Natgeologo.svg copy.png" descr="2000px-Natgeologo.svg copy.png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20924769" y="6421537"/>
            <a:ext cx="1643165" cy="48309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8" name="NatGeo_Logo_White" descr="NatGeo_Logo_White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20937469" y="7969480"/>
            <a:ext cx="1643165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9" name="NatGeo_Logo_Color_Black.png" descr="NatGeo_Logo_Color_Black.png"/>
          <p:cNvPicPr>
            <a:picLocks noChangeAspect="1"/>
          </p:cNvPicPr>
          <p:nvPr/>
        </p:nvPicPr>
        <p:blipFill>
          <a:blip r:embed="rId14">
            <a:extLst/>
          </a:blip>
          <a:stretch>
            <a:fillRect/>
          </a:stretch>
        </p:blipFill>
        <p:spPr>
          <a:xfrm>
            <a:off x="20873969" y="4969414"/>
            <a:ext cx="1643165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30" name="FX_OutlineLogo_black.png" descr="FX_OutlineLogo_black.png"/>
          <p:cNvPicPr>
            <a:picLocks noChangeAspect="1"/>
          </p:cNvPicPr>
          <p:nvPr/>
        </p:nvPicPr>
        <p:blipFill>
          <a:blip r:embed="rId15">
            <a:extLst/>
          </a:blip>
          <a:stretch>
            <a:fillRect/>
          </a:stretch>
        </p:blipFill>
        <p:spPr>
          <a:xfrm>
            <a:off x="17746172" y="3441017"/>
            <a:ext cx="894132" cy="48309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31" name="FX_OutlineLogo_white.png" descr="FX_OutlineLogo_white.png"/>
          <p:cNvPicPr>
            <a:picLocks noChangeAspect="1"/>
          </p:cNvPicPr>
          <p:nvPr/>
        </p:nvPicPr>
        <p:blipFill>
          <a:blip r:embed="rId16">
            <a:extLst/>
          </a:blip>
          <a:stretch>
            <a:fillRect/>
          </a:stretch>
        </p:blipFill>
        <p:spPr>
          <a:xfrm>
            <a:off x="17746172" y="8003778"/>
            <a:ext cx="894132" cy="48309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32" name="FX-BrandedEnt_Cutout-Logo_GOLD_fix.jpg" descr="FX-BrandedEnt_Cutout-Logo_GOLD_fix.jpg"/>
          <p:cNvPicPr>
            <a:picLocks noChangeAspect="1"/>
          </p:cNvPicPr>
          <p:nvPr/>
        </p:nvPicPr>
        <p:blipFill>
          <a:blip r:embed="rId17">
            <a:extLst/>
          </a:blip>
          <a:stretch>
            <a:fillRect/>
          </a:stretch>
        </p:blipFill>
        <p:spPr>
          <a:xfrm>
            <a:off x="17683443" y="4961287"/>
            <a:ext cx="893360" cy="48309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33" name="Freeform_Wordmark_RGB_Black.png" descr="Freeform_Wordmark_RGB_Black.png"/>
          <p:cNvPicPr>
            <a:picLocks noChangeAspect="1"/>
          </p:cNvPicPr>
          <p:nvPr/>
        </p:nvPicPr>
        <p:blipFill>
          <a:blip r:embed="rId18">
            <a:extLst/>
          </a:blip>
          <a:stretch>
            <a:fillRect/>
          </a:stretch>
        </p:blipFill>
        <p:spPr>
          <a:xfrm>
            <a:off x="13943206" y="3523850"/>
            <a:ext cx="1773227" cy="31401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34" name="Freeform_Wordmark_RGB_Hero_Pink.png" descr="Freeform_Wordmark_RGB_Hero_Pink.png"/>
          <p:cNvPicPr>
            <a:picLocks noChangeAspect="1"/>
          </p:cNvPicPr>
          <p:nvPr/>
        </p:nvPicPr>
        <p:blipFill>
          <a:blip r:embed="rId19">
            <a:extLst/>
          </a:blip>
          <a:stretch>
            <a:fillRect/>
          </a:stretch>
        </p:blipFill>
        <p:spPr>
          <a:xfrm>
            <a:off x="13943206" y="6522329"/>
            <a:ext cx="1773227" cy="314011"/>
          </a:xfrm>
          <a:prstGeom prst="rect">
            <a:avLst/>
          </a:prstGeom>
          <a:ln w="12700">
            <a:miter lim="400000"/>
          </a:ln>
        </p:spPr>
      </p:pic>
      <p:pic>
        <p:nvPicPr>
          <p:cNvPr id="1835" name="Freeform_Wordmark_RGB_White.png" descr="Freeform_Wordmark_RGB_White.png"/>
          <p:cNvPicPr>
            <a:picLocks noChangeAspect="1"/>
          </p:cNvPicPr>
          <p:nvPr/>
        </p:nvPicPr>
        <p:blipFill>
          <a:blip r:embed="rId20">
            <a:extLst/>
          </a:blip>
          <a:stretch>
            <a:fillRect/>
          </a:stretch>
        </p:blipFill>
        <p:spPr>
          <a:xfrm>
            <a:off x="13943206" y="8058815"/>
            <a:ext cx="1757386" cy="311206"/>
          </a:xfrm>
          <a:prstGeom prst="rect">
            <a:avLst/>
          </a:prstGeom>
          <a:ln w="12700">
            <a:miter lim="400000"/>
          </a:ln>
        </p:spPr>
      </p:pic>
      <p:pic>
        <p:nvPicPr>
          <p:cNvPr id="1836" name="ESPN_Plus_Logo_Black.png" descr="ESPN_Plus_Logo_Black.png"/>
          <p:cNvPicPr>
            <a:picLocks noChangeAspect="1"/>
          </p:cNvPicPr>
          <p:nvPr/>
        </p:nvPicPr>
        <p:blipFill>
          <a:blip r:embed="rId21">
            <a:extLst/>
          </a:blip>
          <a:stretch>
            <a:fillRect/>
          </a:stretch>
        </p:blipFill>
        <p:spPr>
          <a:xfrm>
            <a:off x="11961046" y="5059993"/>
            <a:ext cx="1530707" cy="30193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37" name="ESPN_Plus_Logo_White.png" descr="ESPN_Plus_Logo_White.png"/>
          <p:cNvPicPr>
            <a:picLocks noChangeAspect="1"/>
          </p:cNvPicPr>
          <p:nvPr/>
        </p:nvPicPr>
        <p:blipFill>
          <a:blip r:embed="rId22">
            <a:extLst/>
          </a:blip>
          <a:stretch>
            <a:fillRect/>
          </a:stretch>
        </p:blipFill>
        <p:spPr>
          <a:xfrm>
            <a:off x="11961046" y="6522329"/>
            <a:ext cx="1530707" cy="301934"/>
          </a:xfrm>
          <a:prstGeom prst="rect">
            <a:avLst/>
          </a:prstGeom>
          <a:ln w="12700">
            <a:miter lim="400000"/>
          </a:ln>
        </p:spPr>
      </p:pic>
      <p:pic>
        <p:nvPicPr>
          <p:cNvPr id="1838" name="ESPN_Plus_Logo_Black.png" descr="ESPN_Plus_Logo_Black.png"/>
          <p:cNvPicPr>
            <a:picLocks noChangeAspect="1"/>
          </p:cNvPicPr>
          <p:nvPr/>
        </p:nvPicPr>
        <p:blipFill>
          <a:blip r:embed="rId23">
            <a:extLst/>
          </a:blip>
          <a:stretch>
            <a:fillRect/>
          </a:stretch>
        </p:blipFill>
        <p:spPr>
          <a:xfrm>
            <a:off x="11961046" y="3523850"/>
            <a:ext cx="1530707" cy="30193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39" name="ESPN_Plus_Logo_White.png" descr="ESPN_Plus_Logo_White.png"/>
          <p:cNvPicPr>
            <a:picLocks noChangeAspect="1"/>
          </p:cNvPicPr>
          <p:nvPr/>
        </p:nvPicPr>
        <p:blipFill>
          <a:blip r:embed="rId22">
            <a:extLst/>
          </a:blip>
          <a:stretch>
            <a:fillRect/>
          </a:stretch>
        </p:blipFill>
        <p:spPr>
          <a:xfrm>
            <a:off x="11961046" y="6512116"/>
            <a:ext cx="1530707" cy="30193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0" name="ESPN_Plus_Logo_White.png" descr="ESPN_Plus_Logo_White.png"/>
          <p:cNvPicPr>
            <a:picLocks noChangeAspect="1"/>
          </p:cNvPicPr>
          <p:nvPr/>
        </p:nvPicPr>
        <p:blipFill>
          <a:blip r:embed="rId24">
            <a:extLst/>
          </a:blip>
          <a:stretch>
            <a:fillRect/>
          </a:stretch>
        </p:blipFill>
        <p:spPr>
          <a:xfrm>
            <a:off x="11961046" y="8068087"/>
            <a:ext cx="1530707" cy="30193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1" name="DisneyBrandedTelevision-Black.png" descr="DisneyBrandedTelevision-Black.png"/>
          <p:cNvPicPr>
            <a:picLocks noChangeAspect="1"/>
          </p:cNvPicPr>
          <p:nvPr/>
        </p:nvPicPr>
        <p:blipFill>
          <a:blip r:embed="rId25">
            <a:extLst/>
          </a:blip>
          <a:stretch>
            <a:fillRect/>
          </a:stretch>
        </p:blipFill>
        <p:spPr>
          <a:xfrm>
            <a:off x="6437954" y="3441017"/>
            <a:ext cx="1479321" cy="48309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2" name="DisneyBrandedTelevision-White.png" descr="DisneyBrandedTelevision-White.png"/>
          <p:cNvPicPr>
            <a:picLocks noChangeAspect="1"/>
          </p:cNvPicPr>
          <p:nvPr/>
        </p:nvPicPr>
        <p:blipFill>
          <a:blip r:embed="rId26">
            <a:extLst/>
          </a:blip>
          <a:stretch>
            <a:fillRect/>
          </a:stretch>
        </p:blipFill>
        <p:spPr>
          <a:xfrm>
            <a:off x="6437954" y="7969480"/>
            <a:ext cx="1479321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3" name="ABC_2021.png" descr="ABC_2021.png"/>
          <p:cNvPicPr>
            <a:picLocks noChangeAspect="1"/>
          </p:cNvPicPr>
          <p:nvPr/>
        </p:nvPicPr>
        <p:blipFill>
          <a:blip r:embed="rId27">
            <a:extLst/>
          </a:blip>
          <a:stretch>
            <a:fillRect/>
          </a:stretch>
        </p:blipFill>
        <p:spPr>
          <a:xfrm>
            <a:off x="1879634" y="6437789"/>
            <a:ext cx="483092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4" name="ABC_2021_Black.png" descr="ABC_2021_Black.png"/>
          <p:cNvPicPr>
            <a:picLocks noChangeAspect="1"/>
          </p:cNvPicPr>
          <p:nvPr/>
        </p:nvPicPr>
        <p:blipFill>
          <a:blip r:embed="rId28">
            <a:extLst/>
          </a:blip>
          <a:stretch>
            <a:fillRect/>
          </a:stretch>
        </p:blipFill>
        <p:spPr>
          <a:xfrm>
            <a:off x="1879634" y="3445348"/>
            <a:ext cx="483092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5" name="DisneyBrandedTelevision-White.png" descr="DisneyBrandedTelevision-White.png"/>
          <p:cNvPicPr>
            <a:picLocks noChangeAspect="1"/>
          </p:cNvPicPr>
          <p:nvPr/>
        </p:nvPicPr>
        <p:blipFill>
          <a:blip r:embed="rId26">
            <a:extLst/>
          </a:blip>
          <a:stretch>
            <a:fillRect/>
          </a:stretch>
        </p:blipFill>
        <p:spPr>
          <a:xfrm>
            <a:off x="6437954" y="6420439"/>
            <a:ext cx="1479321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6" name="ABCnews_2021.png" descr="ABCnews_2021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898229" y="8003778"/>
            <a:ext cx="1398912" cy="48309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7" name="ABCotv_2021.png" descr="ABCotv_2021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4832646" y="8003778"/>
            <a:ext cx="1079682" cy="48309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8" name="ABC_2021.png" descr="ABC_2021.png"/>
          <p:cNvPicPr>
            <a:picLocks noChangeAspect="1"/>
          </p:cNvPicPr>
          <p:nvPr/>
        </p:nvPicPr>
        <p:blipFill>
          <a:blip r:embed="rId27">
            <a:extLst/>
          </a:blip>
          <a:stretch>
            <a:fillRect/>
          </a:stretch>
        </p:blipFill>
        <p:spPr>
          <a:xfrm>
            <a:off x="1879634" y="8003778"/>
            <a:ext cx="483092" cy="48309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9" name="Freeform_Wordmark_RGB_Hero_Pink.png" descr="Freeform_Wordmark_RGB_Hero_Pink.png"/>
          <p:cNvPicPr>
            <a:picLocks noChangeAspect="1"/>
          </p:cNvPicPr>
          <p:nvPr/>
        </p:nvPicPr>
        <p:blipFill>
          <a:blip r:embed="rId19">
            <a:extLst/>
          </a:blip>
          <a:stretch>
            <a:fillRect/>
          </a:stretch>
        </p:blipFill>
        <p:spPr>
          <a:xfrm>
            <a:off x="13927365" y="5045828"/>
            <a:ext cx="1773227" cy="314011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0" name="FX-BrandedEnt_Cutout-Logo_GOLD_fix.jpg" descr="FX-BrandedEnt_Cutout-Logo_GOLD_fix.jpg"/>
          <p:cNvPicPr>
            <a:picLocks noChangeAspect="1"/>
          </p:cNvPicPr>
          <p:nvPr/>
        </p:nvPicPr>
        <p:blipFill>
          <a:blip r:embed="rId17">
            <a:extLst/>
          </a:blip>
          <a:stretch>
            <a:fillRect/>
          </a:stretch>
        </p:blipFill>
        <p:spPr>
          <a:xfrm>
            <a:off x="17734243" y="6420439"/>
            <a:ext cx="893360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1" name="Hulu_Logo_Color.png" descr="Hulu_Logo_Color.png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19176252" y="6475602"/>
            <a:ext cx="1222397" cy="407467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2" name="ABCnews_2021_Black.png" descr="ABCnews_2021_Black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898230" y="4969414"/>
            <a:ext cx="1398912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3" name="ABCotv_2021_black.png" descr="ABCotv_2021_black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832646" y="4969414"/>
            <a:ext cx="1079682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4" name="ABC_2021_Black.png" descr="ABC_2021_Black.png"/>
          <p:cNvPicPr>
            <a:picLocks noChangeAspect="1"/>
          </p:cNvPicPr>
          <p:nvPr/>
        </p:nvPicPr>
        <p:blipFill>
          <a:blip r:embed="rId28">
            <a:extLst/>
          </a:blip>
          <a:stretch>
            <a:fillRect/>
          </a:stretch>
        </p:blipFill>
        <p:spPr>
          <a:xfrm>
            <a:off x="1879634" y="4969414"/>
            <a:ext cx="483092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5" name="DisneyBrandedTelevision-Black.png" descr="DisneyBrandedTelevision-Black.png"/>
          <p:cNvPicPr>
            <a:picLocks noChangeAspect="1"/>
          </p:cNvPicPr>
          <p:nvPr/>
        </p:nvPicPr>
        <p:blipFill>
          <a:blip r:embed="rId25">
            <a:extLst/>
          </a:blip>
          <a:stretch>
            <a:fillRect/>
          </a:stretch>
        </p:blipFill>
        <p:spPr>
          <a:xfrm>
            <a:off x="6437954" y="4969414"/>
            <a:ext cx="1479321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6" name="Disney+Logo_2024_VECTOR_Black_RGB.png" descr="Disney+Logo_2024_VECTOR_Black_RGB.png"/>
          <p:cNvPicPr>
            <a:picLocks noChangeAspect="1"/>
          </p:cNvPicPr>
          <p:nvPr/>
        </p:nvPicPr>
        <p:blipFill>
          <a:blip r:embed="rId29">
            <a:extLst/>
          </a:blip>
          <a:stretch>
            <a:fillRect/>
          </a:stretch>
        </p:blipFill>
        <p:spPr>
          <a:xfrm>
            <a:off x="8443743" y="3199583"/>
            <a:ext cx="1288768" cy="70470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7" name="Disney+Logo_2024_VECTOR_Black_RGB.png" descr="Disney+Logo_2024_VECTOR_Black_RGB.png"/>
          <p:cNvPicPr>
            <a:picLocks noChangeAspect="1"/>
          </p:cNvPicPr>
          <p:nvPr/>
        </p:nvPicPr>
        <p:blipFill>
          <a:blip r:embed="rId29">
            <a:extLst/>
          </a:blip>
          <a:stretch>
            <a:fillRect/>
          </a:stretch>
        </p:blipFill>
        <p:spPr>
          <a:xfrm>
            <a:off x="8406772" y="4748572"/>
            <a:ext cx="1288769" cy="70470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8" name="Disney+Logo_2024_VECTOR_White_RGB.png" descr="Disney+Logo_2024_VECTOR_White_RGB.png"/>
          <p:cNvPicPr>
            <a:picLocks noChangeAspect="1"/>
          </p:cNvPicPr>
          <p:nvPr/>
        </p:nvPicPr>
        <p:blipFill>
          <a:blip r:embed="rId30">
            <a:extLst/>
          </a:blip>
          <a:stretch>
            <a:fillRect/>
          </a:stretch>
        </p:blipFill>
        <p:spPr>
          <a:xfrm>
            <a:off x="8451915" y="6204146"/>
            <a:ext cx="1280664" cy="70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9" name="Disney+Logo_2024_VECTOR_White_RGB.png" descr="Disney+Logo_2024_VECTOR_White_RGB.png"/>
          <p:cNvPicPr>
            <a:picLocks noChangeAspect="1"/>
          </p:cNvPicPr>
          <p:nvPr/>
        </p:nvPicPr>
        <p:blipFill>
          <a:blip r:embed="rId30">
            <a:extLst/>
          </a:blip>
          <a:stretch>
            <a:fillRect/>
          </a:stretch>
        </p:blipFill>
        <p:spPr>
          <a:xfrm>
            <a:off x="8467898" y="7752089"/>
            <a:ext cx="1280665" cy="700483"/>
          </a:xfrm>
          <a:prstGeom prst="rect">
            <a:avLst/>
          </a:prstGeom>
          <a:ln w="12700">
            <a:miter lim="400000"/>
          </a:ln>
        </p:spPr>
      </p:pic>
      <p:sp>
        <p:nvSpPr>
          <p:cNvPr id="1860" name="Freeform 1"/>
          <p:cNvSpPr/>
          <p:nvPr/>
        </p:nvSpPr>
        <p:spPr>
          <a:xfrm>
            <a:off x="8406772" y="9388548"/>
            <a:ext cx="1330623" cy="7277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82" h="20777" fill="norm" stroke="1" extrusionOk="0">
                <a:moveTo>
                  <a:pt x="2784" y="13746"/>
                </a:moveTo>
                <a:cubicBezTo>
                  <a:pt x="2784" y="13746"/>
                  <a:pt x="2201" y="13764"/>
                  <a:pt x="1513" y="14121"/>
                </a:cubicBezTo>
                <a:cubicBezTo>
                  <a:pt x="1441" y="14158"/>
                  <a:pt x="1300" y="14270"/>
                  <a:pt x="1287" y="14397"/>
                </a:cubicBezTo>
                <a:cubicBezTo>
                  <a:pt x="1274" y="14529"/>
                  <a:pt x="1317" y="14638"/>
                  <a:pt x="1372" y="14739"/>
                </a:cubicBezTo>
                <a:lnTo>
                  <a:pt x="1372" y="14739"/>
                </a:lnTo>
                <a:cubicBezTo>
                  <a:pt x="2012" y="15900"/>
                  <a:pt x="2788" y="16298"/>
                  <a:pt x="2788" y="16298"/>
                </a:cubicBezTo>
                <a:cubicBezTo>
                  <a:pt x="2788" y="16298"/>
                  <a:pt x="2776" y="15453"/>
                  <a:pt x="2778" y="14620"/>
                </a:cubicBezTo>
                <a:cubicBezTo>
                  <a:pt x="2779" y="14180"/>
                  <a:pt x="2784" y="13746"/>
                  <a:pt x="2784" y="13746"/>
                </a:cubicBezTo>
                <a:close/>
                <a:moveTo>
                  <a:pt x="17427" y="13644"/>
                </a:moveTo>
                <a:cubicBezTo>
                  <a:pt x="17390" y="13638"/>
                  <a:pt x="17334" y="13684"/>
                  <a:pt x="17252" y="13848"/>
                </a:cubicBezTo>
                <a:cubicBezTo>
                  <a:pt x="17064" y="14214"/>
                  <a:pt x="16723" y="14902"/>
                  <a:pt x="16449" y="15837"/>
                </a:cubicBezTo>
                <a:cubicBezTo>
                  <a:pt x="16665" y="15794"/>
                  <a:pt x="16875" y="15629"/>
                  <a:pt x="17002" y="15490"/>
                </a:cubicBezTo>
                <a:lnTo>
                  <a:pt x="17098" y="15366"/>
                </a:lnTo>
                <a:lnTo>
                  <a:pt x="17225" y="15140"/>
                </a:lnTo>
                <a:cubicBezTo>
                  <a:pt x="17370" y="14852"/>
                  <a:pt x="17539" y="14383"/>
                  <a:pt x="17500" y="13808"/>
                </a:cubicBezTo>
                <a:cubicBezTo>
                  <a:pt x="17500" y="13808"/>
                  <a:pt x="17489" y="13653"/>
                  <a:pt x="17427" y="13644"/>
                </a:cubicBezTo>
                <a:close/>
                <a:moveTo>
                  <a:pt x="7823" y="12601"/>
                </a:moveTo>
                <a:cubicBezTo>
                  <a:pt x="7833" y="12604"/>
                  <a:pt x="7848" y="12612"/>
                  <a:pt x="7861" y="12620"/>
                </a:cubicBezTo>
                <a:cubicBezTo>
                  <a:pt x="7974" y="12696"/>
                  <a:pt x="8021" y="12881"/>
                  <a:pt x="8049" y="13083"/>
                </a:cubicBezTo>
                <a:cubicBezTo>
                  <a:pt x="8114" y="13553"/>
                  <a:pt x="8141" y="14593"/>
                  <a:pt x="8152" y="15000"/>
                </a:cubicBezTo>
                <a:lnTo>
                  <a:pt x="8152" y="15000"/>
                </a:lnTo>
                <a:cubicBezTo>
                  <a:pt x="8160" y="15305"/>
                  <a:pt x="8164" y="15606"/>
                  <a:pt x="8171" y="15908"/>
                </a:cubicBezTo>
                <a:cubicBezTo>
                  <a:pt x="8177" y="16164"/>
                  <a:pt x="8189" y="16504"/>
                  <a:pt x="8159" y="16743"/>
                </a:cubicBezTo>
                <a:cubicBezTo>
                  <a:pt x="8148" y="16829"/>
                  <a:pt x="8115" y="16930"/>
                  <a:pt x="8068" y="16981"/>
                </a:cubicBezTo>
                <a:cubicBezTo>
                  <a:pt x="8014" y="17042"/>
                  <a:pt x="7892" y="17046"/>
                  <a:pt x="7825" y="17022"/>
                </a:cubicBezTo>
                <a:cubicBezTo>
                  <a:pt x="7659" y="16962"/>
                  <a:pt x="7605" y="16774"/>
                  <a:pt x="7582" y="16486"/>
                </a:cubicBezTo>
                <a:cubicBezTo>
                  <a:pt x="7526" y="15798"/>
                  <a:pt x="7553" y="14447"/>
                  <a:pt x="7586" y="13878"/>
                </a:cubicBezTo>
                <a:cubicBezTo>
                  <a:pt x="7597" y="13689"/>
                  <a:pt x="7637" y="13086"/>
                  <a:pt x="7693" y="12834"/>
                </a:cubicBezTo>
                <a:cubicBezTo>
                  <a:pt x="7712" y="12748"/>
                  <a:pt x="7753" y="12577"/>
                  <a:pt x="7823" y="12601"/>
                </a:cubicBezTo>
                <a:close/>
                <a:moveTo>
                  <a:pt x="15105" y="12474"/>
                </a:moveTo>
                <a:cubicBezTo>
                  <a:pt x="15105" y="12474"/>
                  <a:pt x="15322" y="12436"/>
                  <a:pt x="15510" y="13100"/>
                </a:cubicBezTo>
                <a:cubicBezTo>
                  <a:pt x="15510" y="13100"/>
                  <a:pt x="15602" y="13368"/>
                  <a:pt x="15447" y="13432"/>
                </a:cubicBezTo>
                <a:cubicBezTo>
                  <a:pt x="15144" y="13555"/>
                  <a:pt x="14350" y="13623"/>
                  <a:pt x="14350" y="13623"/>
                </a:cubicBezTo>
                <a:lnTo>
                  <a:pt x="14250" y="14176"/>
                </a:lnTo>
                <a:cubicBezTo>
                  <a:pt x="14250" y="14176"/>
                  <a:pt x="14647" y="14116"/>
                  <a:pt x="14936" y="14169"/>
                </a:cubicBezTo>
                <a:cubicBezTo>
                  <a:pt x="14936" y="14169"/>
                  <a:pt x="15029" y="14150"/>
                  <a:pt x="15040" y="14356"/>
                </a:cubicBezTo>
                <a:cubicBezTo>
                  <a:pt x="15044" y="14549"/>
                  <a:pt x="15031" y="14755"/>
                  <a:pt x="15031" y="14755"/>
                </a:cubicBezTo>
                <a:cubicBezTo>
                  <a:pt x="15031" y="14755"/>
                  <a:pt x="15025" y="14880"/>
                  <a:pt x="14924" y="14912"/>
                </a:cubicBezTo>
                <a:cubicBezTo>
                  <a:pt x="14816" y="14944"/>
                  <a:pt x="14069" y="14994"/>
                  <a:pt x="14069" y="14994"/>
                </a:cubicBezTo>
                <a:lnTo>
                  <a:pt x="13948" y="15715"/>
                </a:lnTo>
                <a:cubicBezTo>
                  <a:pt x="13948" y="15715"/>
                  <a:pt x="13903" y="15881"/>
                  <a:pt x="14003" y="15834"/>
                </a:cubicBezTo>
                <a:cubicBezTo>
                  <a:pt x="14097" y="15789"/>
                  <a:pt x="14880" y="15531"/>
                  <a:pt x="14982" y="15568"/>
                </a:cubicBezTo>
                <a:cubicBezTo>
                  <a:pt x="15091" y="15616"/>
                  <a:pt x="15212" y="15872"/>
                  <a:pt x="15177" y="16106"/>
                </a:cubicBezTo>
                <a:lnTo>
                  <a:pt x="15177" y="16106"/>
                </a:lnTo>
                <a:cubicBezTo>
                  <a:pt x="15135" y="16395"/>
                  <a:pt x="14354" y="17272"/>
                  <a:pt x="13878" y="17211"/>
                </a:cubicBezTo>
                <a:cubicBezTo>
                  <a:pt x="13878" y="17211"/>
                  <a:pt x="13628" y="17240"/>
                  <a:pt x="13417" y="16646"/>
                </a:cubicBezTo>
                <a:cubicBezTo>
                  <a:pt x="13220" y="16080"/>
                  <a:pt x="13491" y="15008"/>
                  <a:pt x="13491" y="15008"/>
                </a:cubicBezTo>
                <a:cubicBezTo>
                  <a:pt x="13491" y="15008"/>
                  <a:pt x="13367" y="14508"/>
                  <a:pt x="13457" y="14338"/>
                </a:cubicBezTo>
                <a:cubicBezTo>
                  <a:pt x="13457" y="14338"/>
                  <a:pt x="13511" y="14252"/>
                  <a:pt x="13667" y="14233"/>
                </a:cubicBezTo>
                <a:lnTo>
                  <a:pt x="13859" y="13536"/>
                </a:lnTo>
                <a:cubicBezTo>
                  <a:pt x="13859" y="13536"/>
                  <a:pt x="13641" y="13562"/>
                  <a:pt x="13511" y="13280"/>
                </a:cubicBezTo>
                <a:cubicBezTo>
                  <a:pt x="13390" y="13012"/>
                  <a:pt x="13380" y="12889"/>
                  <a:pt x="13473" y="12815"/>
                </a:cubicBezTo>
                <a:cubicBezTo>
                  <a:pt x="13572" y="12729"/>
                  <a:pt x="14480" y="12437"/>
                  <a:pt x="15105" y="12474"/>
                </a:cubicBezTo>
                <a:close/>
                <a:moveTo>
                  <a:pt x="9823" y="12429"/>
                </a:moveTo>
                <a:cubicBezTo>
                  <a:pt x="10158" y="12411"/>
                  <a:pt x="10556" y="12474"/>
                  <a:pt x="10824" y="12725"/>
                </a:cubicBezTo>
                <a:lnTo>
                  <a:pt x="10824" y="12724"/>
                </a:lnTo>
                <a:cubicBezTo>
                  <a:pt x="10879" y="12776"/>
                  <a:pt x="10907" y="12825"/>
                  <a:pt x="10896" y="12928"/>
                </a:cubicBezTo>
                <a:cubicBezTo>
                  <a:pt x="10872" y="13123"/>
                  <a:pt x="10789" y="13249"/>
                  <a:pt x="10689" y="13304"/>
                </a:cubicBezTo>
                <a:cubicBezTo>
                  <a:pt x="10583" y="13363"/>
                  <a:pt x="10364" y="13387"/>
                  <a:pt x="10268" y="13397"/>
                </a:cubicBezTo>
                <a:cubicBezTo>
                  <a:pt x="9837" y="13439"/>
                  <a:pt x="9317" y="13417"/>
                  <a:pt x="8906" y="13614"/>
                </a:cubicBezTo>
                <a:cubicBezTo>
                  <a:pt x="8874" y="13630"/>
                  <a:pt x="8819" y="13657"/>
                  <a:pt x="8801" y="13692"/>
                </a:cubicBezTo>
                <a:cubicBezTo>
                  <a:pt x="8737" y="13815"/>
                  <a:pt x="8920" y="13853"/>
                  <a:pt x="8959" y="13864"/>
                </a:cubicBezTo>
                <a:cubicBezTo>
                  <a:pt x="9031" y="13884"/>
                  <a:pt x="9812" y="14043"/>
                  <a:pt x="9918" y="14066"/>
                </a:cubicBezTo>
                <a:cubicBezTo>
                  <a:pt x="10582" y="14214"/>
                  <a:pt x="10672" y="14533"/>
                  <a:pt x="10745" y="14772"/>
                </a:cubicBezTo>
                <a:cubicBezTo>
                  <a:pt x="10856" y="15136"/>
                  <a:pt x="10867" y="15648"/>
                  <a:pt x="10763" y="16031"/>
                </a:cubicBezTo>
                <a:cubicBezTo>
                  <a:pt x="10571" y="16744"/>
                  <a:pt x="10062" y="16883"/>
                  <a:pt x="9885" y="16919"/>
                </a:cubicBezTo>
                <a:cubicBezTo>
                  <a:pt x="9576" y="16979"/>
                  <a:pt x="9241" y="16871"/>
                  <a:pt x="8964" y="16629"/>
                </a:cubicBezTo>
                <a:cubicBezTo>
                  <a:pt x="8369" y="16109"/>
                  <a:pt x="8396" y="15490"/>
                  <a:pt x="8516" y="15183"/>
                </a:cubicBezTo>
                <a:cubicBezTo>
                  <a:pt x="8649" y="14842"/>
                  <a:pt x="8970" y="14758"/>
                  <a:pt x="9203" y="14772"/>
                </a:cubicBezTo>
                <a:cubicBezTo>
                  <a:pt x="9381" y="14784"/>
                  <a:pt x="9701" y="14881"/>
                  <a:pt x="9870" y="14987"/>
                </a:cubicBezTo>
                <a:cubicBezTo>
                  <a:pt x="9917" y="15017"/>
                  <a:pt x="10089" y="15135"/>
                  <a:pt x="10119" y="15189"/>
                </a:cubicBezTo>
                <a:cubicBezTo>
                  <a:pt x="10140" y="15227"/>
                  <a:pt x="10154" y="15282"/>
                  <a:pt x="10145" y="15333"/>
                </a:cubicBezTo>
                <a:cubicBezTo>
                  <a:pt x="10106" y="15541"/>
                  <a:pt x="9819" y="15650"/>
                  <a:pt x="9737" y="15672"/>
                </a:cubicBezTo>
                <a:cubicBezTo>
                  <a:pt x="9515" y="15732"/>
                  <a:pt x="9400" y="15584"/>
                  <a:pt x="9148" y="15409"/>
                </a:cubicBezTo>
                <a:cubicBezTo>
                  <a:pt x="9086" y="15366"/>
                  <a:pt x="9002" y="15318"/>
                  <a:pt x="8939" y="15308"/>
                </a:cubicBezTo>
                <a:cubicBezTo>
                  <a:pt x="8824" y="15289"/>
                  <a:pt x="8680" y="15343"/>
                  <a:pt x="8664" y="15565"/>
                </a:cubicBezTo>
                <a:cubicBezTo>
                  <a:pt x="8654" y="15703"/>
                  <a:pt x="8729" y="15784"/>
                  <a:pt x="8786" y="15828"/>
                </a:cubicBezTo>
                <a:cubicBezTo>
                  <a:pt x="8922" y="15930"/>
                  <a:pt x="9031" y="15967"/>
                  <a:pt x="9164" y="15971"/>
                </a:cubicBezTo>
                <a:cubicBezTo>
                  <a:pt x="9557" y="15982"/>
                  <a:pt x="9999" y="15868"/>
                  <a:pt x="10320" y="15467"/>
                </a:cubicBezTo>
                <a:cubicBezTo>
                  <a:pt x="10364" y="15412"/>
                  <a:pt x="10407" y="15331"/>
                  <a:pt x="10408" y="15229"/>
                </a:cubicBezTo>
                <a:cubicBezTo>
                  <a:pt x="10409" y="15023"/>
                  <a:pt x="10204" y="14897"/>
                  <a:pt x="10204" y="14897"/>
                </a:cubicBezTo>
                <a:cubicBezTo>
                  <a:pt x="9988" y="14738"/>
                  <a:pt x="9595" y="14672"/>
                  <a:pt x="9382" y="14631"/>
                </a:cubicBezTo>
                <a:cubicBezTo>
                  <a:pt x="9155" y="14589"/>
                  <a:pt x="8647" y="14559"/>
                  <a:pt x="8495" y="14419"/>
                </a:cubicBezTo>
                <a:cubicBezTo>
                  <a:pt x="8410" y="14341"/>
                  <a:pt x="8351" y="14231"/>
                  <a:pt x="8329" y="14087"/>
                </a:cubicBezTo>
                <a:cubicBezTo>
                  <a:pt x="8292" y="13827"/>
                  <a:pt x="8340" y="13508"/>
                  <a:pt x="8422" y="13301"/>
                </a:cubicBezTo>
                <a:cubicBezTo>
                  <a:pt x="8636" y="12757"/>
                  <a:pt x="9139" y="12551"/>
                  <a:pt x="9515" y="12469"/>
                </a:cubicBezTo>
                <a:cubicBezTo>
                  <a:pt x="9606" y="12449"/>
                  <a:pt x="9711" y="12434"/>
                  <a:pt x="9823" y="12429"/>
                </a:cubicBezTo>
                <a:close/>
                <a:moveTo>
                  <a:pt x="16323" y="12324"/>
                </a:moveTo>
                <a:cubicBezTo>
                  <a:pt x="16337" y="12318"/>
                  <a:pt x="16352" y="12317"/>
                  <a:pt x="16364" y="12327"/>
                </a:cubicBezTo>
                <a:cubicBezTo>
                  <a:pt x="16417" y="12367"/>
                  <a:pt x="16393" y="12766"/>
                  <a:pt x="16350" y="12960"/>
                </a:cubicBezTo>
                <a:cubicBezTo>
                  <a:pt x="16306" y="13153"/>
                  <a:pt x="15994" y="14102"/>
                  <a:pt x="15994" y="14102"/>
                </a:cubicBezTo>
                <a:cubicBezTo>
                  <a:pt x="15994" y="14102"/>
                  <a:pt x="15800" y="14744"/>
                  <a:pt x="15855" y="15250"/>
                </a:cubicBezTo>
                <a:cubicBezTo>
                  <a:pt x="16222" y="14256"/>
                  <a:pt x="17056" y="12253"/>
                  <a:pt x="17573" y="12885"/>
                </a:cubicBezTo>
                <a:lnTo>
                  <a:pt x="17573" y="12885"/>
                </a:lnTo>
                <a:cubicBezTo>
                  <a:pt x="17747" y="13103"/>
                  <a:pt x="17827" y="13579"/>
                  <a:pt x="17827" y="14092"/>
                </a:cubicBezTo>
                <a:cubicBezTo>
                  <a:pt x="17827" y="14543"/>
                  <a:pt x="17765" y="15021"/>
                  <a:pt x="17651" y="15380"/>
                </a:cubicBezTo>
                <a:cubicBezTo>
                  <a:pt x="17457" y="15977"/>
                  <a:pt x="16908" y="17227"/>
                  <a:pt x="16178" y="16932"/>
                </a:cubicBezTo>
                <a:cubicBezTo>
                  <a:pt x="15938" y="17960"/>
                  <a:pt x="15735" y="19001"/>
                  <a:pt x="15620" y="20557"/>
                </a:cubicBezTo>
                <a:cubicBezTo>
                  <a:pt x="15620" y="20557"/>
                  <a:pt x="15594" y="20859"/>
                  <a:pt x="15451" y="20754"/>
                </a:cubicBezTo>
                <a:cubicBezTo>
                  <a:pt x="15310" y="20667"/>
                  <a:pt x="15077" y="20253"/>
                  <a:pt x="15030" y="19680"/>
                </a:cubicBezTo>
                <a:cubicBezTo>
                  <a:pt x="14979" y="18928"/>
                  <a:pt x="15169" y="17655"/>
                  <a:pt x="15558" y="16197"/>
                </a:cubicBezTo>
                <a:cubicBezTo>
                  <a:pt x="15445" y="15872"/>
                  <a:pt x="15368" y="15408"/>
                  <a:pt x="15434" y="14748"/>
                </a:cubicBezTo>
                <a:cubicBezTo>
                  <a:pt x="15434" y="14748"/>
                  <a:pt x="15531" y="13521"/>
                  <a:pt x="16231" y="12416"/>
                </a:cubicBezTo>
                <a:cubicBezTo>
                  <a:pt x="16231" y="12416"/>
                  <a:pt x="16278" y="12344"/>
                  <a:pt x="16323" y="12324"/>
                </a:cubicBezTo>
                <a:close/>
                <a:moveTo>
                  <a:pt x="12387" y="11827"/>
                </a:moveTo>
                <a:cubicBezTo>
                  <a:pt x="12418" y="11826"/>
                  <a:pt x="12446" y="11848"/>
                  <a:pt x="12446" y="11848"/>
                </a:cubicBezTo>
                <a:lnTo>
                  <a:pt x="12445" y="11848"/>
                </a:lnTo>
                <a:cubicBezTo>
                  <a:pt x="12445" y="11848"/>
                  <a:pt x="12872" y="12227"/>
                  <a:pt x="13080" y="13450"/>
                </a:cubicBezTo>
                <a:cubicBezTo>
                  <a:pt x="13286" y="14675"/>
                  <a:pt x="13147" y="15779"/>
                  <a:pt x="13066" y="16113"/>
                </a:cubicBezTo>
                <a:cubicBezTo>
                  <a:pt x="12986" y="16445"/>
                  <a:pt x="12774" y="16799"/>
                  <a:pt x="12511" y="16579"/>
                </a:cubicBezTo>
                <a:cubicBezTo>
                  <a:pt x="12252" y="16359"/>
                  <a:pt x="11839" y="14869"/>
                  <a:pt x="11839" y="14869"/>
                </a:cubicBezTo>
                <a:cubicBezTo>
                  <a:pt x="11839" y="14869"/>
                  <a:pt x="11682" y="14314"/>
                  <a:pt x="11652" y="14328"/>
                </a:cubicBezTo>
                <a:cubicBezTo>
                  <a:pt x="11652" y="14328"/>
                  <a:pt x="11618" y="14220"/>
                  <a:pt x="11597" y="14827"/>
                </a:cubicBezTo>
                <a:cubicBezTo>
                  <a:pt x="11575" y="15431"/>
                  <a:pt x="11601" y="16609"/>
                  <a:pt x="11464" y="16794"/>
                </a:cubicBezTo>
                <a:cubicBezTo>
                  <a:pt x="11334" y="16980"/>
                  <a:pt x="11177" y="16906"/>
                  <a:pt x="11096" y="16689"/>
                </a:cubicBezTo>
                <a:cubicBezTo>
                  <a:pt x="11022" y="16475"/>
                  <a:pt x="10991" y="15966"/>
                  <a:pt x="11032" y="15073"/>
                </a:cubicBezTo>
                <a:cubicBezTo>
                  <a:pt x="11079" y="14178"/>
                  <a:pt x="11197" y="13226"/>
                  <a:pt x="11348" y="12930"/>
                </a:cubicBezTo>
                <a:cubicBezTo>
                  <a:pt x="11499" y="12635"/>
                  <a:pt x="11620" y="12849"/>
                  <a:pt x="11667" y="12927"/>
                </a:cubicBezTo>
                <a:cubicBezTo>
                  <a:pt x="11667" y="12927"/>
                  <a:pt x="11868" y="13248"/>
                  <a:pt x="12201" y="14193"/>
                </a:cubicBezTo>
                <a:lnTo>
                  <a:pt x="12259" y="14368"/>
                </a:lnTo>
                <a:cubicBezTo>
                  <a:pt x="12259" y="14368"/>
                  <a:pt x="12561" y="15260"/>
                  <a:pt x="12593" y="15258"/>
                </a:cubicBezTo>
                <a:cubicBezTo>
                  <a:pt x="12593" y="15258"/>
                  <a:pt x="12618" y="15298"/>
                  <a:pt x="12640" y="15269"/>
                </a:cubicBezTo>
                <a:cubicBezTo>
                  <a:pt x="12671" y="15253"/>
                  <a:pt x="12659" y="14967"/>
                  <a:pt x="12659" y="14967"/>
                </a:cubicBezTo>
                <a:cubicBezTo>
                  <a:pt x="12659" y="14967"/>
                  <a:pt x="12596" y="13995"/>
                  <a:pt x="12320" y="12349"/>
                </a:cubicBezTo>
                <a:cubicBezTo>
                  <a:pt x="12320" y="12349"/>
                  <a:pt x="12279" y="12144"/>
                  <a:pt x="12307" y="11952"/>
                </a:cubicBezTo>
                <a:cubicBezTo>
                  <a:pt x="12321" y="11855"/>
                  <a:pt x="12356" y="11829"/>
                  <a:pt x="12387" y="11827"/>
                </a:cubicBezTo>
                <a:close/>
                <a:moveTo>
                  <a:pt x="19647" y="11190"/>
                </a:moveTo>
                <a:lnTo>
                  <a:pt x="19978" y="11190"/>
                </a:lnTo>
                <a:cubicBezTo>
                  <a:pt x="20049" y="11190"/>
                  <a:pt x="20111" y="11281"/>
                  <a:pt x="20123" y="11405"/>
                </a:cubicBezTo>
                <a:cubicBezTo>
                  <a:pt x="20195" y="12130"/>
                  <a:pt x="20238" y="12868"/>
                  <a:pt x="20251" y="13614"/>
                </a:cubicBezTo>
                <a:lnTo>
                  <a:pt x="21479" y="13614"/>
                </a:lnTo>
                <a:cubicBezTo>
                  <a:pt x="21536" y="13614"/>
                  <a:pt x="21582" y="13696"/>
                  <a:pt x="21582" y="13797"/>
                </a:cubicBezTo>
                <a:lnTo>
                  <a:pt x="21582" y="14459"/>
                </a:lnTo>
                <a:cubicBezTo>
                  <a:pt x="21582" y="14560"/>
                  <a:pt x="21536" y="14642"/>
                  <a:pt x="21479" y="14642"/>
                </a:cubicBezTo>
                <a:lnTo>
                  <a:pt x="20251" y="14642"/>
                </a:lnTo>
                <a:cubicBezTo>
                  <a:pt x="20238" y="15389"/>
                  <a:pt x="20195" y="16126"/>
                  <a:pt x="20123" y="16851"/>
                </a:cubicBezTo>
                <a:cubicBezTo>
                  <a:pt x="20111" y="16976"/>
                  <a:pt x="20049" y="17066"/>
                  <a:pt x="19978" y="17066"/>
                </a:cubicBezTo>
                <a:lnTo>
                  <a:pt x="19647" y="17066"/>
                </a:lnTo>
                <a:cubicBezTo>
                  <a:pt x="19582" y="17066"/>
                  <a:pt x="19533" y="16963"/>
                  <a:pt x="19545" y="16850"/>
                </a:cubicBezTo>
                <a:cubicBezTo>
                  <a:pt x="19623" y="16127"/>
                  <a:pt x="19669" y="15390"/>
                  <a:pt x="19683" y="14642"/>
                </a:cubicBezTo>
                <a:lnTo>
                  <a:pt x="18436" y="14642"/>
                </a:lnTo>
                <a:cubicBezTo>
                  <a:pt x="18379" y="14642"/>
                  <a:pt x="18333" y="14560"/>
                  <a:pt x="18333" y="14459"/>
                </a:cubicBezTo>
                <a:lnTo>
                  <a:pt x="18333" y="13797"/>
                </a:lnTo>
                <a:cubicBezTo>
                  <a:pt x="18333" y="13696"/>
                  <a:pt x="18379" y="13614"/>
                  <a:pt x="18436" y="13614"/>
                </a:cubicBezTo>
                <a:lnTo>
                  <a:pt x="19683" y="13614"/>
                </a:lnTo>
                <a:cubicBezTo>
                  <a:pt x="19669" y="12867"/>
                  <a:pt x="19623" y="12129"/>
                  <a:pt x="19545" y="11406"/>
                </a:cubicBezTo>
                <a:cubicBezTo>
                  <a:pt x="19533" y="11294"/>
                  <a:pt x="19582" y="11190"/>
                  <a:pt x="19647" y="11190"/>
                </a:cubicBezTo>
                <a:close/>
                <a:moveTo>
                  <a:pt x="8784" y="9481"/>
                </a:moveTo>
                <a:cubicBezTo>
                  <a:pt x="8716" y="9504"/>
                  <a:pt x="8641" y="9558"/>
                  <a:pt x="8560" y="9642"/>
                </a:cubicBezTo>
                <a:cubicBezTo>
                  <a:pt x="8355" y="9858"/>
                  <a:pt x="8060" y="10307"/>
                  <a:pt x="7900" y="10669"/>
                </a:cubicBezTo>
                <a:lnTo>
                  <a:pt x="7900" y="10669"/>
                </a:lnTo>
                <a:cubicBezTo>
                  <a:pt x="7863" y="10754"/>
                  <a:pt x="7764" y="10992"/>
                  <a:pt x="7766" y="11002"/>
                </a:cubicBezTo>
                <a:cubicBezTo>
                  <a:pt x="7779" y="11040"/>
                  <a:pt x="8259" y="11134"/>
                  <a:pt x="8665" y="10717"/>
                </a:cubicBezTo>
                <a:cubicBezTo>
                  <a:pt x="8844" y="10533"/>
                  <a:pt x="9111" y="10193"/>
                  <a:pt x="9084" y="9785"/>
                </a:cubicBezTo>
                <a:cubicBezTo>
                  <a:pt x="9075" y="9653"/>
                  <a:pt x="9026" y="9555"/>
                  <a:pt x="8964" y="9507"/>
                </a:cubicBezTo>
                <a:cubicBezTo>
                  <a:pt x="8913" y="9467"/>
                  <a:pt x="8852" y="9458"/>
                  <a:pt x="8784" y="9481"/>
                </a:cubicBezTo>
                <a:close/>
                <a:moveTo>
                  <a:pt x="8002" y="9383"/>
                </a:moveTo>
                <a:cubicBezTo>
                  <a:pt x="8002" y="9383"/>
                  <a:pt x="7780" y="9373"/>
                  <a:pt x="7519" y="9764"/>
                </a:cubicBezTo>
                <a:cubicBezTo>
                  <a:pt x="7385" y="9965"/>
                  <a:pt x="7239" y="10293"/>
                  <a:pt x="7305" y="10583"/>
                </a:cubicBezTo>
                <a:cubicBezTo>
                  <a:pt x="7315" y="10625"/>
                  <a:pt x="7330" y="10680"/>
                  <a:pt x="7330" y="10680"/>
                </a:cubicBezTo>
                <a:cubicBezTo>
                  <a:pt x="7330" y="10680"/>
                  <a:pt x="7524" y="10111"/>
                  <a:pt x="7905" y="9525"/>
                </a:cubicBezTo>
                <a:cubicBezTo>
                  <a:pt x="7949" y="9457"/>
                  <a:pt x="8002" y="9383"/>
                  <a:pt x="8002" y="9383"/>
                </a:cubicBezTo>
                <a:close/>
                <a:moveTo>
                  <a:pt x="8466" y="8461"/>
                </a:moveTo>
                <a:cubicBezTo>
                  <a:pt x="8535" y="8469"/>
                  <a:pt x="8602" y="8490"/>
                  <a:pt x="8664" y="8528"/>
                </a:cubicBezTo>
                <a:cubicBezTo>
                  <a:pt x="8745" y="8577"/>
                  <a:pt x="8857" y="8697"/>
                  <a:pt x="8913" y="8824"/>
                </a:cubicBezTo>
                <a:cubicBezTo>
                  <a:pt x="8925" y="8850"/>
                  <a:pt x="8935" y="8879"/>
                  <a:pt x="8947" y="8892"/>
                </a:cubicBezTo>
                <a:cubicBezTo>
                  <a:pt x="8958" y="8905"/>
                  <a:pt x="8985" y="8908"/>
                  <a:pt x="9010" y="8917"/>
                </a:cubicBezTo>
                <a:cubicBezTo>
                  <a:pt x="9096" y="8947"/>
                  <a:pt x="9203" y="9046"/>
                  <a:pt x="9249" y="9116"/>
                </a:cubicBezTo>
                <a:cubicBezTo>
                  <a:pt x="9342" y="9258"/>
                  <a:pt x="9393" y="9393"/>
                  <a:pt x="9417" y="9590"/>
                </a:cubicBezTo>
                <a:cubicBezTo>
                  <a:pt x="9464" y="9985"/>
                  <a:pt x="9335" y="10419"/>
                  <a:pt x="9188" y="10683"/>
                </a:cubicBezTo>
                <a:cubicBezTo>
                  <a:pt x="8936" y="11137"/>
                  <a:pt x="8686" y="11457"/>
                  <a:pt x="8364" y="11679"/>
                </a:cubicBezTo>
                <a:cubicBezTo>
                  <a:pt x="8222" y="11776"/>
                  <a:pt x="8001" y="11862"/>
                  <a:pt x="7840" y="11842"/>
                </a:cubicBezTo>
                <a:cubicBezTo>
                  <a:pt x="7625" y="11815"/>
                  <a:pt x="7535" y="11724"/>
                  <a:pt x="7535" y="11724"/>
                </a:cubicBezTo>
                <a:cubicBezTo>
                  <a:pt x="7535" y="11724"/>
                  <a:pt x="7492" y="11864"/>
                  <a:pt x="7466" y="11933"/>
                </a:cubicBezTo>
                <a:cubicBezTo>
                  <a:pt x="7389" y="12139"/>
                  <a:pt x="7313" y="12114"/>
                  <a:pt x="7260" y="12032"/>
                </a:cubicBezTo>
                <a:cubicBezTo>
                  <a:pt x="7186" y="11916"/>
                  <a:pt x="7143" y="11737"/>
                  <a:pt x="7139" y="11563"/>
                </a:cubicBezTo>
                <a:cubicBezTo>
                  <a:pt x="7138" y="11487"/>
                  <a:pt x="7145" y="11403"/>
                  <a:pt x="7137" y="11338"/>
                </a:cubicBezTo>
                <a:cubicBezTo>
                  <a:pt x="7124" y="11230"/>
                  <a:pt x="7062" y="11119"/>
                  <a:pt x="7029" y="11016"/>
                </a:cubicBezTo>
                <a:cubicBezTo>
                  <a:pt x="6990" y="10894"/>
                  <a:pt x="6797" y="10238"/>
                  <a:pt x="7236" y="9411"/>
                </a:cubicBezTo>
                <a:cubicBezTo>
                  <a:pt x="7403" y="9096"/>
                  <a:pt x="7622" y="8836"/>
                  <a:pt x="7861" y="8658"/>
                </a:cubicBezTo>
                <a:cubicBezTo>
                  <a:pt x="8030" y="8533"/>
                  <a:pt x="8258" y="8437"/>
                  <a:pt x="8466" y="8461"/>
                </a:cubicBezTo>
                <a:close/>
                <a:moveTo>
                  <a:pt x="1771" y="7642"/>
                </a:moveTo>
                <a:cubicBezTo>
                  <a:pt x="2415" y="7666"/>
                  <a:pt x="2978" y="7912"/>
                  <a:pt x="3388" y="8116"/>
                </a:cubicBezTo>
                <a:lnTo>
                  <a:pt x="3387" y="8116"/>
                </a:lnTo>
                <a:cubicBezTo>
                  <a:pt x="5177" y="9008"/>
                  <a:pt x="6068" y="10537"/>
                  <a:pt x="6377" y="11092"/>
                </a:cubicBezTo>
                <a:cubicBezTo>
                  <a:pt x="7726" y="13522"/>
                  <a:pt x="7278" y="15159"/>
                  <a:pt x="7067" y="15746"/>
                </a:cubicBezTo>
                <a:cubicBezTo>
                  <a:pt x="6945" y="16084"/>
                  <a:pt x="6561" y="17349"/>
                  <a:pt x="5035" y="17717"/>
                </a:cubicBezTo>
                <a:cubicBezTo>
                  <a:pt x="4653" y="17808"/>
                  <a:pt x="4213" y="17785"/>
                  <a:pt x="3808" y="17654"/>
                </a:cubicBezTo>
                <a:cubicBezTo>
                  <a:pt x="3669" y="17609"/>
                  <a:pt x="3461" y="17525"/>
                  <a:pt x="3461" y="17525"/>
                </a:cubicBezTo>
                <a:cubicBezTo>
                  <a:pt x="3461" y="17525"/>
                  <a:pt x="3465" y="17672"/>
                  <a:pt x="3455" y="17774"/>
                </a:cubicBezTo>
                <a:cubicBezTo>
                  <a:pt x="3436" y="17960"/>
                  <a:pt x="3410" y="18121"/>
                  <a:pt x="3272" y="18170"/>
                </a:cubicBezTo>
                <a:cubicBezTo>
                  <a:pt x="3188" y="18200"/>
                  <a:pt x="2882" y="18303"/>
                  <a:pt x="2822" y="17596"/>
                </a:cubicBezTo>
                <a:cubicBezTo>
                  <a:pt x="2805" y="17400"/>
                  <a:pt x="2785" y="17060"/>
                  <a:pt x="2785" y="17060"/>
                </a:cubicBezTo>
                <a:cubicBezTo>
                  <a:pt x="2785" y="17060"/>
                  <a:pt x="2689" y="16977"/>
                  <a:pt x="2608" y="16909"/>
                </a:cubicBezTo>
                <a:cubicBezTo>
                  <a:pt x="2289" y="16644"/>
                  <a:pt x="1859" y="16132"/>
                  <a:pt x="1567" y="15645"/>
                </a:cubicBezTo>
                <a:cubicBezTo>
                  <a:pt x="1222" y="15071"/>
                  <a:pt x="1018" y="14552"/>
                  <a:pt x="1134" y="14078"/>
                </a:cubicBezTo>
                <a:cubicBezTo>
                  <a:pt x="1224" y="13711"/>
                  <a:pt x="1521" y="13425"/>
                  <a:pt x="1728" y="13267"/>
                </a:cubicBezTo>
                <a:cubicBezTo>
                  <a:pt x="2248" y="12871"/>
                  <a:pt x="2787" y="12757"/>
                  <a:pt x="2796" y="12748"/>
                </a:cubicBezTo>
                <a:cubicBezTo>
                  <a:pt x="2799" y="12743"/>
                  <a:pt x="2802" y="12738"/>
                  <a:pt x="2804" y="12733"/>
                </a:cubicBezTo>
                <a:cubicBezTo>
                  <a:pt x="2809" y="12722"/>
                  <a:pt x="2804" y="11924"/>
                  <a:pt x="2889" y="11034"/>
                </a:cubicBezTo>
                <a:cubicBezTo>
                  <a:pt x="2899" y="10934"/>
                  <a:pt x="2942" y="10552"/>
                  <a:pt x="2985" y="10451"/>
                </a:cubicBezTo>
                <a:cubicBezTo>
                  <a:pt x="3014" y="10384"/>
                  <a:pt x="3064" y="10389"/>
                  <a:pt x="3106" y="10434"/>
                </a:cubicBezTo>
                <a:cubicBezTo>
                  <a:pt x="3331" y="10680"/>
                  <a:pt x="3399" y="11536"/>
                  <a:pt x="3416" y="11971"/>
                </a:cubicBezTo>
                <a:cubicBezTo>
                  <a:pt x="3426" y="12236"/>
                  <a:pt x="3431" y="12635"/>
                  <a:pt x="3431" y="12635"/>
                </a:cubicBezTo>
                <a:cubicBezTo>
                  <a:pt x="3431" y="12635"/>
                  <a:pt x="4405" y="12521"/>
                  <a:pt x="5150" y="13124"/>
                </a:cubicBezTo>
                <a:cubicBezTo>
                  <a:pt x="5727" y="13591"/>
                  <a:pt x="5665" y="14322"/>
                  <a:pt x="5557" y="14609"/>
                </a:cubicBezTo>
                <a:cubicBezTo>
                  <a:pt x="5455" y="14879"/>
                  <a:pt x="5320" y="15085"/>
                  <a:pt x="5118" y="15116"/>
                </a:cubicBezTo>
                <a:cubicBezTo>
                  <a:pt x="5018" y="15132"/>
                  <a:pt x="4870" y="15076"/>
                  <a:pt x="4810" y="14994"/>
                </a:cubicBezTo>
                <a:cubicBezTo>
                  <a:pt x="4786" y="14961"/>
                  <a:pt x="4786" y="14901"/>
                  <a:pt x="4804" y="14862"/>
                </a:cubicBezTo>
                <a:cubicBezTo>
                  <a:pt x="4830" y="14808"/>
                  <a:pt x="4944" y="14752"/>
                  <a:pt x="5027" y="14624"/>
                </a:cubicBezTo>
                <a:cubicBezTo>
                  <a:pt x="5072" y="14555"/>
                  <a:pt x="5112" y="14478"/>
                  <a:pt x="5108" y="14388"/>
                </a:cubicBezTo>
                <a:cubicBezTo>
                  <a:pt x="5102" y="14272"/>
                  <a:pt x="5033" y="14193"/>
                  <a:pt x="4965" y="14153"/>
                </a:cubicBezTo>
                <a:cubicBezTo>
                  <a:pt x="4162" y="13688"/>
                  <a:pt x="3437" y="13698"/>
                  <a:pt x="3437" y="13698"/>
                </a:cubicBezTo>
                <a:lnTo>
                  <a:pt x="3472" y="16638"/>
                </a:lnTo>
                <a:cubicBezTo>
                  <a:pt x="3472" y="16638"/>
                  <a:pt x="3828" y="16760"/>
                  <a:pt x="4122" y="16778"/>
                </a:cubicBezTo>
                <a:cubicBezTo>
                  <a:pt x="5837" y="16881"/>
                  <a:pt x="6682" y="15596"/>
                  <a:pt x="6603" y="14073"/>
                </a:cubicBezTo>
                <a:cubicBezTo>
                  <a:pt x="6570" y="13446"/>
                  <a:pt x="6321" y="12702"/>
                  <a:pt x="6121" y="12248"/>
                </a:cubicBezTo>
                <a:cubicBezTo>
                  <a:pt x="5592" y="11051"/>
                  <a:pt x="4690" y="10045"/>
                  <a:pt x="3888" y="9488"/>
                </a:cubicBezTo>
                <a:cubicBezTo>
                  <a:pt x="3068" y="8920"/>
                  <a:pt x="2292" y="8554"/>
                  <a:pt x="1404" y="8503"/>
                </a:cubicBezTo>
                <a:cubicBezTo>
                  <a:pt x="657" y="8461"/>
                  <a:pt x="384" y="8659"/>
                  <a:pt x="347" y="8679"/>
                </a:cubicBezTo>
                <a:cubicBezTo>
                  <a:pt x="262" y="8725"/>
                  <a:pt x="257" y="8757"/>
                  <a:pt x="257" y="8757"/>
                </a:cubicBezTo>
                <a:cubicBezTo>
                  <a:pt x="269" y="8802"/>
                  <a:pt x="422" y="8812"/>
                  <a:pt x="479" y="8833"/>
                </a:cubicBezTo>
                <a:cubicBezTo>
                  <a:pt x="632" y="8889"/>
                  <a:pt x="631" y="9063"/>
                  <a:pt x="602" y="9125"/>
                </a:cubicBezTo>
                <a:cubicBezTo>
                  <a:pt x="545" y="9243"/>
                  <a:pt x="337" y="9224"/>
                  <a:pt x="244" y="9198"/>
                </a:cubicBezTo>
                <a:cubicBezTo>
                  <a:pt x="149" y="9171"/>
                  <a:pt x="29" y="9120"/>
                  <a:pt x="7" y="8973"/>
                </a:cubicBezTo>
                <a:cubicBezTo>
                  <a:pt x="-18" y="8800"/>
                  <a:pt x="29" y="8630"/>
                  <a:pt x="79" y="8473"/>
                </a:cubicBezTo>
                <a:cubicBezTo>
                  <a:pt x="180" y="8159"/>
                  <a:pt x="325" y="7994"/>
                  <a:pt x="538" y="7894"/>
                </a:cubicBezTo>
                <a:cubicBezTo>
                  <a:pt x="968" y="7692"/>
                  <a:pt x="1384" y="7627"/>
                  <a:pt x="1771" y="7642"/>
                </a:cubicBezTo>
                <a:close/>
                <a:moveTo>
                  <a:pt x="11400" y="0"/>
                </a:moveTo>
                <a:cubicBezTo>
                  <a:pt x="13749" y="-36"/>
                  <a:pt x="16103" y="1411"/>
                  <a:pt x="17848" y="4305"/>
                </a:cubicBezTo>
                <a:cubicBezTo>
                  <a:pt x="18883" y="6017"/>
                  <a:pt x="19596" y="8122"/>
                  <a:pt x="19964" y="10040"/>
                </a:cubicBezTo>
                <a:cubicBezTo>
                  <a:pt x="19986" y="10158"/>
                  <a:pt x="19936" y="10280"/>
                  <a:pt x="19866" y="10280"/>
                </a:cubicBezTo>
                <a:lnTo>
                  <a:pt x="19526" y="10280"/>
                </a:lnTo>
                <a:cubicBezTo>
                  <a:pt x="19463" y="10280"/>
                  <a:pt x="19407" y="10209"/>
                  <a:pt x="19387" y="10103"/>
                </a:cubicBezTo>
                <a:cubicBezTo>
                  <a:pt x="19106" y="8657"/>
                  <a:pt x="18572" y="6818"/>
                  <a:pt x="17601" y="5104"/>
                </a:cubicBezTo>
                <a:cubicBezTo>
                  <a:pt x="14645" y="-140"/>
                  <a:pt x="9592" y="-741"/>
                  <a:pt x="6151" y="3397"/>
                </a:cubicBezTo>
                <a:cubicBezTo>
                  <a:pt x="5626" y="4027"/>
                  <a:pt x="5166" y="4722"/>
                  <a:pt x="4745" y="5521"/>
                </a:cubicBezTo>
                <a:cubicBezTo>
                  <a:pt x="4696" y="5613"/>
                  <a:pt x="4628" y="5657"/>
                  <a:pt x="4579" y="5597"/>
                </a:cubicBezTo>
                <a:cubicBezTo>
                  <a:pt x="4541" y="5551"/>
                  <a:pt x="4525" y="5444"/>
                  <a:pt x="4574" y="5346"/>
                </a:cubicBezTo>
                <a:cubicBezTo>
                  <a:pt x="5074" y="4349"/>
                  <a:pt x="5644" y="3476"/>
                  <a:pt x="6217" y="2795"/>
                </a:cubicBezTo>
                <a:cubicBezTo>
                  <a:pt x="7749" y="954"/>
                  <a:pt x="9573" y="29"/>
                  <a:pt x="11400" y="0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861" name="Freeform 2"/>
          <p:cNvSpPr/>
          <p:nvPr/>
        </p:nvSpPr>
        <p:spPr>
          <a:xfrm>
            <a:off x="1879633" y="9641564"/>
            <a:ext cx="476477" cy="4764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367" y="9476"/>
                </a:moveTo>
                <a:cubicBezTo>
                  <a:pt x="4883" y="9444"/>
                  <a:pt x="5392" y="9716"/>
                  <a:pt x="5638" y="10207"/>
                </a:cubicBezTo>
                <a:cubicBezTo>
                  <a:pt x="5965" y="10862"/>
                  <a:pt x="5700" y="11659"/>
                  <a:pt x="5044" y="11987"/>
                </a:cubicBezTo>
                <a:cubicBezTo>
                  <a:pt x="4389" y="12314"/>
                  <a:pt x="3593" y="12048"/>
                  <a:pt x="3265" y="11393"/>
                </a:cubicBezTo>
                <a:cubicBezTo>
                  <a:pt x="2938" y="10738"/>
                  <a:pt x="3203" y="9941"/>
                  <a:pt x="3858" y="9614"/>
                </a:cubicBezTo>
                <a:cubicBezTo>
                  <a:pt x="4022" y="9532"/>
                  <a:pt x="4195" y="9487"/>
                  <a:pt x="4367" y="9476"/>
                </a:cubicBezTo>
                <a:close/>
                <a:moveTo>
                  <a:pt x="10882" y="9476"/>
                </a:moveTo>
                <a:cubicBezTo>
                  <a:pt x="11398" y="9509"/>
                  <a:pt x="11869" y="9843"/>
                  <a:pt x="12051" y="10361"/>
                </a:cubicBezTo>
                <a:cubicBezTo>
                  <a:pt x="12294" y="11052"/>
                  <a:pt x="11930" y="11809"/>
                  <a:pt x="11239" y="12052"/>
                </a:cubicBezTo>
                <a:cubicBezTo>
                  <a:pt x="10548" y="12294"/>
                  <a:pt x="9791" y="11930"/>
                  <a:pt x="9548" y="11239"/>
                </a:cubicBezTo>
                <a:cubicBezTo>
                  <a:pt x="9306" y="10548"/>
                  <a:pt x="9670" y="9791"/>
                  <a:pt x="10361" y="9549"/>
                </a:cubicBezTo>
                <a:cubicBezTo>
                  <a:pt x="10533" y="9488"/>
                  <a:pt x="10710" y="9465"/>
                  <a:pt x="10882" y="9476"/>
                </a:cubicBezTo>
                <a:close/>
                <a:moveTo>
                  <a:pt x="17148" y="7816"/>
                </a:moveTo>
                <a:cubicBezTo>
                  <a:pt x="15500" y="7816"/>
                  <a:pt x="14165" y="9152"/>
                  <a:pt x="14165" y="10800"/>
                </a:cubicBezTo>
                <a:cubicBezTo>
                  <a:pt x="14165" y="12448"/>
                  <a:pt x="15500" y="13784"/>
                  <a:pt x="17148" y="13784"/>
                </a:cubicBezTo>
                <a:lnTo>
                  <a:pt x="17148" y="13785"/>
                </a:lnTo>
                <a:cubicBezTo>
                  <a:pt x="18667" y="13785"/>
                  <a:pt x="19921" y="12649"/>
                  <a:pt x="20107" y="11181"/>
                </a:cubicBezTo>
                <a:lnTo>
                  <a:pt x="18419" y="11181"/>
                </a:lnTo>
                <a:cubicBezTo>
                  <a:pt x="18256" y="11728"/>
                  <a:pt x="17749" y="12127"/>
                  <a:pt x="17149" y="12127"/>
                </a:cubicBezTo>
                <a:cubicBezTo>
                  <a:pt x="16417" y="12127"/>
                  <a:pt x="15823" y="11533"/>
                  <a:pt x="15823" y="10801"/>
                </a:cubicBezTo>
                <a:cubicBezTo>
                  <a:pt x="15823" y="10068"/>
                  <a:pt x="16417" y="9474"/>
                  <a:pt x="17149" y="9474"/>
                </a:cubicBezTo>
                <a:cubicBezTo>
                  <a:pt x="17749" y="9474"/>
                  <a:pt x="18256" y="9873"/>
                  <a:pt x="18419" y="10421"/>
                </a:cubicBezTo>
                <a:lnTo>
                  <a:pt x="20107" y="10421"/>
                </a:lnTo>
                <a:cubicBezTo>
                  <a:pt x="19920" y="8952"/>
                  <a:pt x="18667" y="7816"/>
                  <a:pt x="17148" y="7816"/>
                </a:cubicBezTo>
                <a:close/>
                <a:moveTo>
                  <a:pt x="4452" y="7816"/>
                </a:moveTo>
                <a:cubicBezTo>
                  <a:pt x="2804" y="7816"/>
                  <a:pt x="1468" y="9152"/>
                  <a:pt x="1468" y="10800"/>
                </a:cubicBezTo>
                <a:cubicBezTo>
                  <a:pt x="1468" y="12448"/>
                  <a:pt x="2804" y="13784"/>
                  <a:pt x="4452" y="13784"/>
                </a:cubicBezTo>
                <a:cubicBezTo>
                  <a:pt x="5318" y="13784"/>
                  <a:pt x="5778" y="13221"/>
                  <a:pt x="5778" y="13221"/>
                </a:cubicBezTo>
                <a:lnTo>
                  <a:pt x="5778" y="13735"/>
                </a:lnTo>
                <a:lnTo>
                  <a:pt x="7435" y="13735"/>
                </a:lnTo>
                <a:lnTo>
                  <a:pt x="7435" y="10800"/>
                </a:lnTo>
                <a:cubicBezTo>
                  <a:pt x="7435" y="9152"/>
                  <a:pt x="6100" y="7816"/>
                  <a:pt x="4452" y="7816"/>
                </a:cubicBezTo>
                <a:close/>
                <a:moveTo>
                  <a:pt x="7816" y="6359"/>
                </a:moveTo>
                <a:lnTo>
                  <a:pt x="7816" y="10800"/>
                </a:lnTo>
                <a:cubicBezTo>
                  <a:pt x="7816" y="12448"/>
                  <a:pt x="9152" y="13784"/>
                  <a:pt x="10800" y="13784"/>
                </a:cubicBezTo>
                <a:cubicBezTo>
                  <a:pt x="12448" y="13784"/>
                  <a:pt x="13784" y="12448"/>
                  <a:pt x="13784" y="10800"/>
                </a:cubicBezTo>
                <a:cubicBezTo>
                  <a:pt x="13784" y="9152"/>
                  <a:pt x="12448" y="7816"/>
                  <a:pt x="10800" y="7816"/>
                </a:cubicBezTo>
                <a:cubicBezTo>
                  <a:pt x="9996" y="7816"/>
                  <a:pt x="9474" y="8253"/>
                  <a:pt x="9474" y="8253"/>
                </a:cubicBezTo>
                <a:lnTo>
                  <a:pt x="9474" y="6359"/>
                </a:lnTo>
                <a:close/>
                <a:moveTo>
                  <a:pt x="10800" y="0"/>
                </a:moveTo>
                <a:cubicBezTo>
                  <a:pt x="16764" y="0"/>
                  <a:pt x="21600" y="4836"/>
                  <a:pt x="21600" y="10800"/>
                </a:cubicBezTo>
                <a:cubicBezTo>
                  <a:pt x="21600" y="16764"/>
                  <a:pt x="16764" y="21600"/>
                  <a:pt x="10800" y="21600"/>
                </a:cubicBezTo>
                <a:cubicBezTo>
                  <a:pt x="4836" y="21600"/>
                  <a:pt x="0" y="16764"/>
                  <a:pt x="0" y="10800"/>
                </a:cubicBezTo>
                <a:cubicBezTo>
                  <a:pt x="0" y="4836"/>
                  <a:pt x="4836" y="0"/>
                  <a:pt x="10800" y="0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862" name="Freeform 3"/>
          <p:cNvSpPr/>
          <p:nvPr/>
        </p:nvSpPr>
        <p:spPr>
          <a:xfrm>
            <a:off x="2887094" y="9640754"/>
            <a:ext cx="1410526" cy="4772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77" y="9477"/>
                </a:moveTo>
                <a:cubicBezTo>
                  <a:pt x="1652" y="9444"/>
                  <a:pt x="1824" y="9717"/>
                  <a:pt x="1907" y="10208"/>
                </a:cubicBezTo>
                <a:cubicBezTo>
                  <a:pt x="2018" y="10863"/>
                  <a:pt x="1928" y="11660"/>
                  <a:pt x="1707" y="11987"/>
                </a:cubicBezTo>
                <a:cubicBezTo>
                  <a:pt x="1485" y="12315"/>
                  <a:pt x="1215" y="12049"/>
                  <a:pt x="1105" y="11394"/>
                </a:cubicBezTo>
                <a:cubicBezTo>
                  <a:pt x="994" y="10739"/>
                  <a:pt x="1084" y="9942"/>
                  <a:pt x="1305" y="9615"/>
                </a:cubicBezTo>
                <a:cubicBezTo>
                  <a:pt x="1361" y="9533"/>
                  <a:pt x="1419" y="9488"/>
                  <a:pt x="1477" y="9477"/>
                </a:cubicBezTo>
                <a:close/>
                <a:moveTo>
                  <a:pt x="3682" y="9476"/>
                </a:moveTo>
                <a:cubicBezTo>
                  <a:pt x="3857" y="9508"/>
                  <a:pt x="4016" y="9842"/>
                  <a:pt x="4078" y="10361"/>
                </a:cubicBezTo>
                <a:cubicBezTo>
                  <a:pt x="4160" y="11052"/>
                  <a:pt x="4037" y="11809"/>
                  <a:pt x="3803" y="12051"/>
                </a:cubicBezTo>
                <a:cubicBezTo>
                  <a:pt x="3569" y="12294"/>
                  <a:pt x="3313" y="11930"/>
                  <a:pt x="3231" y="11239"/>
                </a:cubicBezTo>
                <a:cubicBezTo>
                  <a:pt x="3149" y="10548"/>
                  <a:pt x="3272" y="9791"/>
                  <a:pt x="3506" y="9548"/>
                </a:cubicBezTo>
                <a:cubicBezTo>
                  <a:pt x="3564" y="9488"/>
                  <a:pt x="3624" y="9465"/>
                  <a:pt x="3682" y="9476"/>
                </a:cubicBezTo>
                <a:close/>
                <a:moveTo>
                  <a:pt x="5803" y="7816"/>
                </a:moveTo>
                <a:cubicBezTo>
                  <a:pt x="5245" y="7816"/>
                  <a:pt x="4793" y="9152"/>
                  <a:pt x="4793" y="10800"/>
                </a:cubicBezTo>
                <a:cubicBezTo>
                  <a:pt x="4793" y="12448"/>
                  <a:pt x="5245" y="13784"/>
                  <a:pt x="5803" y="13784"/>
                </a:cubicBezTo>
                <a:lnTo>
                  <a:pt x="5803" y="13784"/>
                </a:lnTo>
                <a:cubicBezTo>
                  <a:pt x="6317" y="13784"/>
                  <a:pt x="6741" y="12649"/>
                  <a:pt x="6804" y="11180"/>
                </a:cubicBezTo>
                <a:lnTo>
                  <a:pt x="6233" y="11180"/>
                </a:lnTo>
                <a:cubicBezTo>
                  <a:pt x="6177" y="11728"/>
                  <a:pt x="6006" y="12127"/>
                  <a:pt x="5803" y="12127"/>
                </a:cubicBezTo>
                <a:cubicBezTo>
                  <a:pt x="5555" y="12127"/>
                  <a:pt x="5354" y="11533"/>
                  <a:pt x="5354" y="10800"/>
                </a:cubicBezTo>
                <a:cubicBezTo>
                  <a:pt x="5354" y="10068"/>
                  <a:pt x="5555" y="9474"/>
                  <a:pt x="5803" y="9474"/>
                </a:cubicBezTo>
                <a:cubicBezTo>
                  <a:pt x="6006" y="9474"/>
                  <a:pt x="6177" y="9873"/>
                  <a:pt x="6233" y="10420"/>
                </a:cubicBezTo>
                <a:lnTo>
                  <a:pt x="6804" y="10420"/>
                </a:lnTo>
                <a:cubicBezTo>
                  <a:pt x="6741" y="8952"/>
                  <a:pt x="6317" y="7816"/>
                  <a:pt x="5803" y="7816"/>
                </a:cubicBezTo>
                <a:close/>
                <a:moveTo>
                  <a:pt x="1506" y="7816"/>
                </a:moveTo>
                <a:cubicBezTo>
                  <a:pt x="949" y="7816"/>
                  <a:pt x="497" y="9152"/>
                  <a:pt x="497" y="10800"/>
                </a:cubicBezTo>
                <a:cubicBezTo>
                  <a:pt x="497" y="12448"/>
                  <a:pt x="949" y="13783"/>
                  <a:pt x="1506" y="13783"/>
                </a:cubicBezTo>
                <a:cubicBezTo>
                  <a:pt x="1799" y="13783"/>
                  <a:pt x="1955" y="13221"/>
                  <a:pt x="1955" y="13221"/>
                </a:cubicBezTo>
                <a:lnTo>
                  <a:pt x="1955" y="13735"/>
                </a:lnTo>
                <a:lnTo>
                  <a:pt x="2516" y="13735"/>
                </a:lnTo>
                <a:lnTo>
                  <a:pt x="2516" y="10800"/>
                </a:lnTo>
                <a:cubicBezTo>
                  <a:pt x="2516" y="9152"/>
                  <a:pt x="2064" y="7816"/>
                  <a:pt x="1506" y="7816"/>
                </a:cubicBezTo>
                <a:close/>
                <a:moveTo>
                  <a:pt x="2645" y="6359"/>
                </a:moveTo>
                <a:lnTo>
                  <a:pt x="2645" y="10800"/>
                </a:lnTo>
                <a:cubicBezTo>
                  <a:pt x="2645" y="12448"/>
                  <a:pt x="3097" y="13784"/>
                  <a:pt x="3654" y="13784"/>
                </a:cubicBezTo>
                <a:cubicBezTo>
                  <a:pt x="4212" y="13784"/>
                  <a:pt x="4664" y="12448"/>
                  <a:pt x="4664" y="10800"/>
                </a:cubicBezTo>
                <a:cubicBezTo>
                  <a:pt x="4664" y="9152"/>
                  <a:pt x="4212" y="7816"/>
                  <a:pt x="3654" y="7816"/>
                </a:cubicBezTo>
                <a:cubicBezTo>
                  <a:pt x="3382" y="7816"/>
                  <a:pt x="3206" y="8252"/>
                  <a:pt x="3206" y="8252"/>
                </a:cubicBezTo>
                <a:lnTo>
                  <a:pt x="3206" y="6359"/>
                </a:lnTo>
                <a:close/>
                <a:moveTo>
                  <a:pt x="11867" y="5435"/>
                </a:moveTo>
                <a:lnTo>
                  <a:pt x="12093" y="5435"/>
                </a:lnTo>
                <a:cubicBezTo>
                  <a:pt x="12249" y="5435"/>
                  <a:pt x="13095" y="5492"/>
                  <a:pt x="13101" y="5492"/>
                </a:cubicBezTo>
                <a:cubicBezTo>
                  <a:pt x="13222" y="5492"/>
                  <a:pt x="14026" y="5435"/>
                  <a:pt x="14199" y="5435"/>
                </a:cubicBezTo>
                <a:lnTo>
                  <a:pt x="14430" y="5435"/>
                </a:lnTo>
                <a:lnTo>
                  <a:pt x="14442" y="7637"/>
                </a:lnTo>
                <a:lnTo>
                  <a:pt x="14352" y="7637"/>
                </a:lnTo>
                <a:cubicBezTo>
                  <a:pt x="14334" y="6489"/>
                  <a:pt x="14159" y="6026"/>
                  <a:pt x="13754" y="6026"/>
                </a:cubicBezTo>
                <a:lnTo>
                  <a:pt x="12945" y="6026"/>
                </a:lnTo>
                <a:lnTo>
                  <a:pt x="12945" y="9918"/>
                </a:lnTo>
                <a:lnTo>
                  <a:pt x="13644" y="9918"/>
                </a:lnTo>
                <a:cubicBezTo>
                  <a:pt x="13916" y="9918"/>
                  <a:pt x="14067" y="9540"/>
                  <a:pt x="14107" y="8734"/>
                </a:cubicBezTo>
                <a:lnTo>
                  <a:pt x="14210" y="8751"/>
                </a:lnTo>
                <a:lnTo>
                  <a:pt x="14210" y="11825"/>
                </a:lnTo>
                <a:lnTo>
                  <a:pt x="14113" y="11825"/>
                </a:lnTo>
                <a:cubicBezTo>
                  <a:pt x="14067" y="10864"/>
                  <a:pt x="13899" y="10487"/>
                  <a:pt x="13494" y="10487"/>
                </a:cubicBezTo>
                <a:lnTo>
                  <a:pt x="12939" y="10487"/>
                </a:lnTo>
                <a:lnTo>
                  <a:pt x="12939" y="14038"/>
                </a:lnTo>
                <a:cubicBezTo>
                  <a:pt x="12939" y="14622"/>
                  <a:pt x="13037" y="14913"/>
                  <a:pt x="13234" y="14913"/>
                </a:cubicBezTo>
                <a:lnTo>
                  <a:pt x="13812" y="14913"/>
                </a:lnTo>
                <a:cubicBezTo>
                  <a:pt x="14187" y="14913"/>
                  <a:pt x="14459" y="14416"/>
                  <a:pt x="14621" y="13386"/>
                </a:cubicBezTo>
                <a:lnTo>
                  <a:pt x="14726" y="13386"/>
                </a:lnTo>
                <a:lnTo>
                  <a:pt x="14482" y="15543"/>
                </a:lnTo>
                <a:cubicBezTo>
                  <a:pt x="14314" y="15543"/>
                  <a:pt x="13517" y="15486"/>
                  <a:pt x="13251" y="15486"/>
                </a:cubicBezTo>
                <a:cubicBezTo>
                  <a:pt x="13072" y="15486"/>
                  <a:pt x="12209" y="15526"/>
                  <a:pt x="12012" y="15543"/>
                </a:cubicBezTo>
                <a:lnTo>
                  <a:pt x="11861" y="15543"/>
                </a:lnTo>
                <a:lnTo>
                  <a:pt x="11861" y="15257"/>
                </a:lnTo>
                <a:lnTo>
                  <a:pt x="11954" y="15257"/>
                </a:lnTo>
                <a:cubicBezTo>
                  <a:pt x="12226" y="15239"/>
                  <a:pt x="12313" y="15033"/>
                  <a:pt x="12313" y="14364"/>
                </a:cubicBezTo>
                <a:lnTo>
                  <a:pt x="12313" y="6575"/>
                </a:lnTo>
                <a:lnTo>
                  <a:pt x="12313" y="6575"/>
                </a:lnTo>
                <a:cubicBezTo>
                  <a:pt x="12313" y="5907"/>
                  <a:pt x="12226" y="5701"/>
                  <a:pt x="11954" y="5701"/>
                </a:cubicBezTo>
                <a:lnTo>
                  <a:pt x="11867" y="5701"/>
                </a:lnTo>
                <a:close/>
                <a:moveTo>
                  <a:pt x="16138" y="5434"/>
                </a:moveTo>
                <a:lnTo>
                  <a:pt x="16231" y="5434"/>
                </a:lnTo>
                <a:cubicBezTo>
                  <a:pt x="16312" y="5434"/>
                  <a:pt x="16729" y="5491"/>
                  <a:pt x="16827" y="5491"/>
                </a:cubicBezTo>
                <a:cubicBezTo>
                  <a:pt x="16908" y="5491"/>
                  <a:pt x="17326" y="5434"/>
                  <a:pt x="17418" y="5434"/>
                </a:cubicBezTo>
                <a:lnTo>
                  <a:pt x="17557" y="5434"/>
                </a:lnTo>
                <a:lnTo>
                  <a:pt x="17557" y="5701"/>
                </a:lnTo>
                <a:lnTo>
                  <a:pt x="17418" y="5701"/>
                </a:lnTo>
                <a:cubicBezTo>
                  <a:pt x="17227" y="5701"/>
                  <a:pt x="17134" y="5838"/>
                  <a:pt x="17134" y="6129"/>
                </a:cubicBezTo>
                <a:cubicBezTo>
                  <a:pt x="17134" y="6284"/>
                  <a:pt x="17158" y="6558"/>
                  <a:pt x="17192" y="6832"/>
                </a:cubicBezTo>
                <a:lnTo>
                  <a:pt x="17963" y="13139"/>
                </a:lnTo>
                <a:lnTo>
                  <a:pt x="18571" y="7792"/>
                </a:lnTo>
                <a:cubicBezTo>
                  <a:pt x="18647" y="7106"/>
                  <a:pt x="18682" y="6660"/>
                  <a:pt x="18682" y="6386"/>
                </a:cubicBezTo>
                <a:cubicBezTo>
                  <a:pt x="18682" y="5906"/>
                  <a:pt x="18601" y="5701"/>
                  <a:pt x="18421" y="5701"/>
                </a:cubicBezTo>
                <a:lnTo>
                  <a:pt x="18317" y="5701"/>
                </a:lnTo>
                <a:lnTo>
                  <a:pt x="18317" y="5434"/>
                </a:lnTo>
                <a:lnTo>
                  <a:pt x="18346" y="5434"/>
                </a:lnTo>
                <a:cubicBezTo>
                  <a:pt x="18427" y="5434"/>
                  <a:pt x="18629" y="5491"/>
                  <a:pt x="18751" y="5491"/>
                </a:cubicBezTo>
                <a:cubicBezTo>
                  <a:pt x="18809" y="5491"/>
                  <a:pt x="19035" y="5434"/>
                  <a:pt x="19145" y="5434"/>
                </a:cubicBezTo>
                <a:lnTo>
                  <a:pt x="19185" y="5434"/>
                </a:lnTo>
                <a:lnTo>
                  <a:pt x="19185" y="5701"/>
                </a:lnTo>
                <a:cubicBezTo>
                  <a:pt x="19040" y="5821"/>
                  <a:pt x="18965" y="6129"/>
                  <a:pt x="18850" y="7175"/>
                </a:cubicBezTo>
                <a:lnTo>
                  <a:pt x="17876" y="15676"/>
                </a:lnTo>
                <a:lnTo>
                  <a:pt x="17876" y="15676"/>
                </a:lnTo>
                <a:lnTo>
                  <a:pt x="17714" y="15676"/>
                </a:lnTo>
                <a:lnTo>
                  <a:pt x="17053" y="10346"/>
                </a:lnTo>
                <a:lnTo>
                  <a:pt x="16375" y="15676"/>
                </a:lnTo>
                <a:lnTo>
                  <a:pt x="16219" y="15676"/>
                </a:lnTo>
                <a:lnTo>
                  <a:pt x="15089" y="6730"/>
                </a:lnTo>
                <a:cubicBezTo>
                  <a:pt x="15002" y="6044"/>
                  <a:pt x="14921" y="5770"/>
                  <a:pt x="14770" y="5685"/>
                </a:cubicBezTo>
                <a:lnTo>
                  <a:pt x="14770" y="5434"/>
                </a:lnTo>
                <a:lnTo>
                  <a:pt x="14868" y="5434"/>
                </a:lnTo>
                <a:cubicBezTo>
                  <a:pt x="14932" y="5434"/>
                  <a:pt x="15251" y="5491"/>
                  <a:pt x="15326" y="5491"/>
                </a:cubicBezTo>
                <a:cubicBezTo>
                  <a:pt x="15390" y="5491"/>
                  <a:pt x="15720" y="5434"/>
                  <a:pt x="15790" y="5434"/>
                </a:cubicBezTo>
                <a:lnTo>
                  <a:pt x="15894" y="5434"/>
                </a:lnTo>
                <a:lnTo>
                  <a:pt x="15894" y="5701"/>
                </a:lnTo>
                <a:cubicBezTo>
                  <a:pt x="15726" y="5719"/>
                  <a:pt x="15657" y="5855"/>
                  <a:pt x="15657" y="6130"/>
                </a:cubicBezTo>
                <a:cubicBezTo>
                  <a:pt x="15657" y="6284"/>
                  <a:pt x="15674" y="6507"/>
                  <a:pt x="15703" y="6747"/>
                </a:cubicBezTo>
                <a:lnTo>
                  <a:pt x="16497" y="13088"/>
                </a:lnTo>
                <a:lnTo>
                  <a:pt x="16949" y="9471"/>
                </a:lnTo>
                <a:lnTo>
                  <a:pt x="16654" y="7038"/>
                </a:lnTo>
                <a:cubicBezTo>
                  <a:pt x="16526" y="5993"/>
                  <a:pt x="16416" y="5718"/>
                  <a:pt x="16138" y="5701"/>
                </a:cubicBezTo>
                <a:close/>
                <a:moveTo>
                  <a:pt x="10499" y="5434"/>
                </a:moveTo>
                <a:lnTo>
                  <a:pt x="10603" y="5434"/>
                </a:lnTo>
                <a:cubicBezTo>
                  <a:pt x="10614" y="5434"/>
                  <a:pt x="11112" y="5491"/>
                  <a:pt x="11152" y="5491"/>
                </a:cubicBezTo>
                <a:cubicBezTo>
                  <a:pt x="11210" y="5491"/>
                  <a:pt x="11540" y="5434"/>
                  <a:pt x="11604" y="5434"/>
                </a:cubicBezTo>
                <a:lnTo>
                  <a:pt x="11668" y="5434"/>
                </a:lnTo>
                <a:lnTo>
                  <a:pt x="11673" y="5701"/>
                </a:lnTo>
                <a:cubicBezTo>
                  <a:pt x="11366" y="5769"/>
                  <a:pt x="11285" y="6009"/>
                  <a:pt x="11285" y="6798"/>
                </a:cubicBezTo>
                <a:lnTo>
                  <a:pt x="11285" y="15656"/>
                </a:lnTo>
                <a:lnTo>
                  <a:pt x="11181" y="15656"/>
                </a:lnTo>
                <a:lnTo>
                  <a:pt x="8549" y="7176"/>
                </a:lnTo>
                <a:lnTo>
                  <a:pt x="8549" y="13558"/>
                </a:lnTo>
                <a:cubicBezTo>
                  <a:pt x="8549" y="14896"/>
                  <a:pt x="8653" y="15256"/>
                  <a:pt x="9035" y="15256"/>
                </a:cubicBezTo>
                <a:lnTo>
                  <a:pt x="9133" y="15256"/>
                </a:lnTo>
                <a:lnTo>
                  <a:pt x="9133" y="15542"/>
                </a:lnTo>
                <a:lnTo>
                  <a:pt x="9023" y="15542"/>
                </a:lnTo>
                <a:cubicBezTo>
                  <a:pt x="8942" y="15542"/>
                  <a:pt x="8543" y="15485"/>
                  <a:pt x="8450" y="15485"/>
                </a:cubicBezTo>
                <a:cubicBezTo>
                  <a:pt x="8398" y="15485"/>
                  <a:pt x="8027" y="15542"/>
                  <a:pt x="7946" y="15542"/>
                </a:cubicBezTo>
                <a:lnTo>
                  <a:pt x="7853" y="15542"/>
                </a:lnTo>
                <a:lnTo>
                  <a:pt x="7853" y="15256"/>
                </a:lnTo>
                <a:cubicBezTo>
                  <a:pt x="8242" y="15153"/>
                  <a:pt x="8323" y="14964"/>
                  <a:pt x="8323" y="14141"/>
                </a:cubicBezTo>
                <a:lnTo>
                  <a:pt x="8323" y="6472"/>
                </a:lnTo>
                <a:lnTo>
                  <a:pt x="8323" y="6472"/>
                </a:lnTo>
                <a:cubicBezTo>
                  <a:pt x="8167" y="5993"/>
                  <a:pt x="7999" y="5701"/>
                  <a:pt x="7883" y="5701"/>
                </a:cubicBezTo>
                <a:lnTo>
                  <a:pt x="7778" y="5701"/>
                </a:lnTo>
                <a:lnTo>
                  <a:pt x="7778" y="5434"/>
                </a:lnTo>
                <a:lnTo>
                  <a:pt x="7865" y="5434"/>
                </a:lnTo>
                <a:cubicBezTo>
                  <a:pt x="7906" y="5434"/>
                  <a:pt x="8381" y="5491"/>
                  <a:pt x="8427" y="5491"/>
                </a:cubicBezTo>
                <a:cubicBezTo>
                  <a:pt x="8502" y="5491"/>
                  <a:pt x="8722" y="5434"/>
                  <a:pt x="8769" y="5434"/>
                </a:cubicBezTo>
                <a:lnTo>
                  <a:pt x="8861" y="5434"/>
                </a:lnTo>
                <a:lnTo>
                  <a:pt x="11066" y="12538"/>
                </a:lnTo>
                <a:lnTo>
                  <a:pt x="11066" y="6935"/>
                </a:lnTo>
                <a:cubicBezTo>
                  <a:pt x="11066" y="6044"/>
                  <a:pt x="10933" y="5701"/>
                  <a:pt x="10597" y="5701"/>
                </a:cubicBezTo>
                <a:lnTo>
                  <a:pt x="10499" y="5701"/>
                </a:lnTo>
                <a:close/>
                <a:moveTo>
                  <a:pt x="20346" y="5244"/>
                </a:moveTo>
                <a:cubicBezTo>
                  <a:pt x="20543" y="5244"/>
                  <a:pt x="20758" y="5329"/>
                  <a:pt x="20989" y="5499"/>
                </a:cubicBezTo>
                <a:cubicBezTo>
                  <a:pt x="21082" y="5567"/>
                  <a:pt x="21175" y="5601"/>
                  <a:pt x="21227" y="5601"/>
                </a:cubicBezTo>
                <a:cubicBezTo>
                  <a:pt x="21273" y="5601"/>
                  <a:pt x="21297" y="5567"/>
                  <a:pt x="21314" y="5453"/>
                </a:cubicBezTo>
                <a:lnTo>
                  <a:pt x="21414" y="5453"/>
                </a:lnTo>
                <a:lnTo>
                  <a:pt x="21425" y="7609"/>
                </a:lnTo>
                <a:lnTo>
                  <a:pt x="21343" y="7609"/>
                </a:lnTo>
                <a:cubicBezTo>
                  <a:pt x="21291" y="7095"/>
                  <a:pt x="21256" y="6873"/>
                  <a:pt x="21181" y="6593"/>
                </a:cubicBezTo>
                <a:cubicBezTo>
                  <a:pt x="21018" y="6029"/>
                  <a:pt x="20763" y="5721"/>
                  <a:pt x="20436" y="5721"/>
                </a:cubicBezTo>
                <a:cubicBezTo>
                  <a:pt x="20020" y="5721"/>
                  <a:pt x="19748" y="6302"/>
                  <a:pt x="19748" y="7175"/>
                </a:cubicBezTo>
                <a:cubicBezTo>
                  <a:pt x="19748" y="7927"/>
                  <a:pt x="19904" y="8355"/>
                  <a:pt x="20459" y="9107"/>
                </a:cubicBezTo>
                <a:cubicBezTo>
                  <a:pt x="21170" y="10082"/>
                  <a:pt x="21600" y="10955"/>
                  <a:pt x="21600" y="12563"/>
                </a:cubicBezTo>
                <a:cubicBezTo>
                  <a:pt x="21600" y="14411"/>
                  <a:pt x="21088" y="15657"/>
                  <a:pt x="20332" y="15657"/>
                </a:cubicBezTo>
                <a:cubicBezTo>
                  <a:pt x="20141" y="15657"/>
                  <a:pt x="19951" y="15589"/>
                  <a:pt x="19720" y="15436"/>
                </a:cubicBezTo>
                <a:cubicBezTo>
                  <a:pt x="19639" y="15385"/>
                  <a:pt x="19552" y="15351"/>
                  <a:pt x="19512" y="15351"/>
                </a:cubicBezTo>
                <a:cubicBezTo>
                  <a:pt x="19443" y="15351"/>
                  <a:pt x="19420" y="15385"/>
                  <a:pt x="19374" y="15543"/>
                </a:cubicBezTo>
                <a:lnTo>
                  <a:pt x="19275" y="15543"/>
                </a:lnTo>
                <a:lnTo>
                  <a:pt x="19264" y="15303"/>
                </a:lnTo>
                <a:cubicBezTo>
                  <a:pt x="19218" y="14516"/>
                  <a:pt x="19165" y="13781"/>
                  <a:pt x="19125" y="13282"/>
                </a:cubicBezTo>
                <a:lnTo>
                  <a:pt x="19212" y="13196"/>
                </a:lnTo>
                <a:lnTo>
                  <a:pt x="19212" y="13196"/>
                </a:lnTo>
                <a:cubicBezTo>
                  <a:pt x="19304" y="13862"/>
                  <a:pt x="19385" y="14171"/>
                  <a:pt x="19541" y="14513"/>
                </a:cubicBezTo>
                <a:cubicBezTo>
                  <a:pt x="19737" y="14958"/>
                  <a:pt x="19997" y="15180"/>
                  <a:pt x="20286" y="15180"/>
                </a:cubicBezTo>
                <a:cubicBezTo>
                  <a:pt x="20782" y="15180"/>
                  <a:pt x="21117" y="14410"/>
                  <a:pt x="21117" y="13298"/>
                </a:cubicBezTo>
                <a:cubicBezTo>
                  <a:pt x="21117" y="12477"/>
                  <a:pt x="20956" y="12032"/>
                  <a:pt x="20357" y="11195"/>
                </a:cubicBezTo>
                <a:cubicBezTo>
                  <a:pt x="19777" y="10373"/>
                  <a:pt x="19633" y="9963"/>
                  <a:pt x="19512" y="9621"/>
                </a:cubicBezTo>
                <a:cubicBezTo>
                  <a:pt x="19333" y="9056"/>
                  <a:pt x="19258" y="8543"/>
                  <a:pt x="19258" y="7859"/>
                </a:cubicBezTo>
                <a:cubicBezTo>
                  <a:pt x="19258" y="6285"/>
                  <a:pt x="19691" y="5244"/>
                  <a:pt x="20346" y="5244"/>
                </a:cubicBezTo>
                <a:close/>
                <a:moveTo>
                  <a:pt x="3654" y="0"/>
                </a:moveTo>
                <a:cubicBezTo>
                  <a:pt x="5673" y="0"/>
                  <a:pt x="7309" y="4835"/>
                  <a:pt x="7309" y="10800"/>
                </a:cubicBezTo>
                <a:cubicBezTo>
                  <a:pt x="7309" y="16765"/>
                  <a:pt x="5673" y="21600"/>
                  <a:pt x="3654" y="21600"/>
                </a:cubicBezTo>
                <a:cubicBezTo>
                  <a:pt x="1636" y="21600"/>
                  <a:pt x="0" y="16765"/>
                  <a:pt x="0" y="10800"/>
                </a:cubicBezTo>
                <a:cubicBezTo>
                  <a:pt x="0" y="4835"/>
                  <a:pt x="1636" y="0"/>
                  <a:pt x="3654" y="0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863" name="Freeform 4"/>
          <p:cNvSpPr/>
          <p:nvPr/>
        </p:nvSpPr>
        <p:spPr>
          <a:xfrm>
            <a:off x="4828604" y="9640754"/>
            <a:ext cx="1065264" cy="4772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237" y="16486"/>
                </a:moveTo>
                <a:lnTo>
                  <a:pt x="12237" y="16488"/>
                </a:lnTo>
                <a:lnTo>
                  <a:pt x="12237" y="16490"/>
                </a:lnTo>
                <a:close/>
                <a:moveTo>
                  <a:pt x="12988" y="15623"/>
                </a:moveTo>
                <a:cubicBezTo>
                  <a:pt x="12773" y="15623"/>
                  <a:pt x="12609" y="16001"/>
                  <a:pt x="12609" y="16494"/>
                </a:cubicBezTo>
                <a:cubicBezTo>
                  <a:pt x="12609" y="16987"/>
                  <a:pt x="12773" y="17365"/>
                  <a:pt x="12988" y="17365"/>
                </a:cubicBezTo>
                <a:cubicBezTo>
                  <a:pt x="13204" y="17365"/>
                  <a:pt x="13367" y="16987"/>
                  <a:pt x="13367" y="16494"/>
                </a:cubicBezTo>
                <a:cubicBezTo>
                  <a:pt x="13367" y="16001"/>
                  <a:pt x="13204" y="15623"/>
                  <a:pt x="12988" y="15623"/>
                </a:cubicBezTo>
                <a:close/>
                <a:moveTo>
                  <a:pt x="16170" y="15623"/>
                </a:moveTo>
                <a:cubicBezTo>
                  <a:pt x="15955" y="15623"/>
                  <a:pt x="15791" y="16001"/>
                  <a:pt x="15791" y="16494"/>
                </a:cubicBezTo>
                <a:cubicBezTo>
                  <a:pt x="15791" y="16987"/>
                  <a:pt x="15955" y="17365"/>
                  <a:pt x="16170" y="17365"/>
                </a:cubicBezTo>
                <a:cubicBezTo>
                  <a:pt x="16385" y="17365"/>
                  <a:pt x="16549" y="16987"/>
                  <a:pt x="16549" y="16494"/>
                </a:cubicBezTo>
                <a:cubicBezTo>
                  <a:pt x="16549" y="16001"/>
                  <a:pt x="16385" y="15623"/>
                  <a:pt x="16170" y="15623"/>
                </a:cubicBezTo>
                <a:close/>
                <a:moveTo>
                  <a:pt x="14886" y="14863"/>
                </a:moveTo>
                <a:lnTo>
                  <a:pt x="15246" y="14863"/>
                </a:lnTo>
                <a:lnTo>
                  <a:pt x="15246" y="18121"/>
                </a:lnTo>
                <a:lnTo>
                  <a:pt x="14886" y="18121"/>
                </a:lnTo>
                <a:close/>
                <a:moveTo>
                  <a:pt x="19165" y="14821"/>
                </a:moveTo>
                <a:cubicBezTo>
                  <a:pt x="19358" y="14821"/>
                  <a:pt x="19535" y="14982"/>
                  <a:pt x="19670" y="15241"/>
                </a:cubicBezTo>
                <a:lnTo>
                  <a:pt x="19491" y="15795"/>
                </a:lnTo>
                <a:lnTo>
                  <a:pt x="19491" y="15791"/>
                </a:lnTo>
                <a:cubicBezTo>
                  <a:pt x="19401" y="15646"/>
                  <a:pt x="19272" y="15543"/>
                  <a:pt x="19161" y="15543"/>
                </a:cubicBezTo>
                <a:cubicBezTo>
                  <a:pt x="19030" y="15543"/>
                  <a:pt x="18934" y="15635"/>
                  <a:pt x="18934" y="15822"/>
                </a:cubicBezTo>
                <a:cubicBezTo>
                  <a:pt x="18934" y="16089"/>
                  <a:pt x="19093" y="16066"/>
                  <a:pt x="19267" y="16150"/>
                </a:cubicBezTo>
                <a:cubicBezTo>
                  <a:pt x="19527" y="16273"/>
                  <a:pt x="19701" y="16528"/>
                  <a:pt x="19701" y="17159"/>
                </a:cubicBezTo>
                <a:cubicBezTo>
                  <a:pt x="19701" y="17842"/>
                  <a:pt x="19447" y="18171"/>
                  <a:pt x="19115" y="18171"/>
                </a:cubicBezTo>
                <a:cubicBezTo>
                  <a:pt x="18914" y="18171"/>
                  <a:pt x="18700" y="18010"/>
                  <a:pt x="18555" y="17689"/>
                </a:cubicBezTo>
                <a:lnTo>
                  <a:pt x="18733" y="17136"/>
                </a:lnTo>
                <a:cubicBezTo>
                  <a:pt x="18828" y="17319"/>
                  <a:pt x="18967" y="17449"/>
                  <a:pt x="19120" y="17449"/>
                </a:cubicBezTo>
                <a:cubicBezTo>
                  <a:pt x="19257" y="17449"/>
                  <a:pt x="19342" y="17365"/>
                  <a:pt x="19342" y="17185"/>
                </a:cubicBezTo>
                <a:cubicBezTo>
                  <a:pt x="19342" y="16880"/>
                  <a:pt x="19143" y="16899"/>
                  <a:pt x="18991" y="16815"/>
                </a:cubicBezTo>
                <a:cubicBezTo>
                  <a:pt x="18757" y="16689"/>
                  <a:pt x="18584" y="16406"/>
                  <a:pt x="18584" y="15845"/>
                </a:cubicBezTo>
                <a:cubicBezTo>
                  <a:pt x="18584" y="15173"/>
                  <a:pt x="18827" y="14821"/>
                  <a:pt x="19165" y="14821"/>
                </a:cubicBezTo>
                <a:close/>
                <a:moveTo>
                  <a:pt x="10751" y="14821"/>
                </a:moveTo>
                <a:cubicBezTo>
                  <a:pt x="10944" y="14821"/>
                  <a:pt x="11122" y="14982"/>
                  <a:pt x="11257" y="15241"/>
                </a:cubicBezTo>
                <a:lnTo>
                  <a:pt x="11077" y="15795"/>
                </a:lnTo>
                <a:lnTo>
                  <a:pt x="11077" y="15791"/>
                </a:lnTo>
                <a:cubicBezTo>
                  <a:pt x="10987" y="15646"/>
                  <a:pt x="10859" y="15543"/>
                  <a:pt x="10748" y="15543"/>
                </a:cubicBezTo>
                <a:cubicBezTo>
                  <a:pt x="10616" y="15543"/>
                  <a:pt x="10521" y="15635"/>
                  <a:pt x="10521" y="15822"/>
                </a:cubicBezTo>
                <a:cubicBezTo>
                  <a:pt x="10521" y="16089"/>
                  <a:pt x="10680" y="16066"/>
                  <a:pt x="10854" y="16150"/>
                </a:cubicBezTo>
                <a:cubicBezTo>
                  <a:pt x="11113" y="16273"/>
                  <a:pt x="11288" y="16528"/>
                  <a:pt x="11288" y="17159"/>
                </a:cubicBezTo>
                <a:cubicBezTo>
                  <a:pt x="11288" y="17842"/>
                  <a:pt x="11033" y="18171"/>
                  <a:pt x="10702" y="18171"/>
                </a:cubicBezTo>
                <a:cubicBezTo>
                  <a:pt x="10500" y="18171"/>
                  <a:pt x="10287" y="18010"/>
                  <a:pt x="10142" y="17689"/>
                </a:cubicBezTo>
                <a:lnTo>
                  <a:pt x="10319" y="17136"/>
                </a:lnTo>
                <a:cubicBezTo>
                  <a:pt x="10415" y="17319"/>
                  <a:pt x="10553" y="17449"/>
                  <a:pt x="10707" y="17449"/>
                </a:cubicBezTo>
                <a:cubicBezTo>
                  <a:pt x="10844" y="17449"/>
                  <a:pt x="10929" y="17365"/>
                  <a:pt x="10929" y="17185"/>
                </a:cubicBezTo>
                <a:cubicBezTo>
                  <a:pt x="10929" y="16880"/>
                  <a:pt x="10729" y="16899"/>
                  <a:pt x="10577" y="16815"/>
                </a:cubicBezTo>
                <a:cubicBezTo>
                  <a:pt x="10343" y="16689"/>
                  <a:pt x="10171" y="16406"/>
                  <a:pt x="10171" y="15845"/>
                </a:cubicBezTo>
                <a:cubicBezTo>
                  <a:pt x="10171" y="15173"/>
                  <a:pt x="10413" y="14821"/>
                  <a:pt x="10751" y="14821"/>
                </a:cubicBezTo>
                <a:close/>
                <a:moveTo>
                  <a:pt x="17782" y="14814"/>
                </a:moveTo>
                <a:cubicBezTo>
                  <a:pt x="18164" y="14814"/>
                  <a:pt x="18390" y="15432"/>
                  <a:pt x="18390" y="16173"/>
                </a:cubicBezTo>
                <a:lnTo>
                  <a:pt x="18390" y="18121"/>
                </a:lnTo>
                <a:lnTo>
                  <a:pt x="18029" y="18121"/>
                </a:lnTo>
                <a:lnTo>
                  <a:pt x="18029" y="16231"/>
                </a:lnTo>
                <a:cubicBezTo>
                  <a:pt x="18029" y="15872"/>
                  <a:pt x="17911" y="15608"/>
                  <a:pt x="17734" y="15608"/>
                </a:cubicBezTo>
                <a:cubicBezTo>
                  <a:pt x="17556" y="15608"/>
                  <a:pt x="17437" y="15872"/>
                  <a:pt x="17437" y="16231"/>
                </a:cubicBezTo>
                <a:lnTo>
                  <a:pt x="17437" y="18121"/>
                </a:lnTo>
                <a:lnTo>
                  <a:pt x="17076" y="18121"/>
                </a:lnTo>
                <a:lnTo>
                  <a:pt x="17076" y="14863"/>
                </a:lnTo>
                <a:lnTo>
                  <a:pt x="17438" y="14863"/>
                </a:lnTo>
                <a:lnTo>
                  <a:pt x="17438" y="15100"/>
                </a:lnTo>
                <a:cubicBezTo>
                  <a:pt x="17529" y="14940"/>
                  <a:pt x="17647" y="14814"/>
                  <a:pt x="17782" y="14814"/>
                </a:cubicBezTo>
                <a:close/>
                <a:moveTo>
                  <a:pt x="16170" y="14814"/>
                </a:moveTo>
                <a:cubicBezTo>
                  <a:pt x="16590" y="14814"/>
                  <a:pt x="16921" y="15551"/>
                  <a:pt x="16921" y="16494"/>
                </a:cubicBezTo>
                <a:cubicBezTo>
                  <a:pt x="16921" y="17437"/>
                  <a:pt x="16591" y="18174"/>
                  <a:pt x="16170" y="18174"/>
                </a:cubicBezTo>
                <a:cubicBezTo>
                  <a:pt x="15748" y="18174"/>
                  <a:pt x="15418" y="17437"/>
                  <a:pt x="15418" y="16494"/>
                </a:cubicBezTo>
                <a:cubicBezTo>
                  <a:pt x="15418" y="15551"/>
                  <a:pt x="15748" y="14814"/>
                  <a:pt x="16170" y="14814"/>
                </a:cubicBezTo>
                <a:close/>
                <a:moveTo>
                  <a:pt x="12966" y="14810"/>
                </a:moveTo>
                <a:cubicBezTo>
                  <a:pt x="13113" y="14810"/>
                  <a:pt x="13255" y="14932"/>
                  <a:pt x="13362" y="15123"/>
                </a:cubicBezTo>
                <a:lnTo>
                  <a:pt x="13362" y="14860"/>
                </a:lnTo>
                <a:lnTo>
                  <a:pt x="13723" y="14860"/>
                </a:lnTo>
                <a:lnTo>
                  <a:pt x="13723" y="18117"/>
                </a:lnTo>
                <a:lnTo>
                  <a:pt x="13362" y="18117"/>
                </a:lnTo>
                <a:lnTo>
                  <a:pt x="13362" y="17854"/>
                </a:lnTo>
                <a:cubicBezTo>
                  <a:pt x="13256" y="18045"/>
                  <a:pt x="13115" y="18167"/>
                  <a:pt x="12966" y="18167"/>
                </a:cubicBezTo>
                <a:cubicBezTo>
                  <a:pt x="12665" y="18167"/>
                  <a:pt x="12406" y="17750"/>
                  <a:pt x="12294" y="17145"/>
                </a:cubicBezTo>
                <a:lnTo>
                  <a:pt x="12237" y="16488"/>
                </a:lnTo>
                <a:lnTo>
                  <a:pt x="12294" y="15831"/>
                </a:lnTo>
                <a:cubicBezTo>
                  <a:pt x="12406" y="15227"/>
                  <a:pt x="12665" y="14810"/>
                  <a:pt x="12966" y="14810"/>
                </a:cubicBezTo>
                <a:close/>
                <a:moveTo>
                  <a:pt x="14112" y="13989"/>
                </a:moveTo>
                <a:lnTo>
                  <a:pt x="14472" y="13989"/>
                </a:lnTo>
                <a:lnTo>
                  <a:pt x="14472" y="14860"/>
                </a:lnTo>
                <a:lnTo>
                  <a:pt x="14792" y="14860"/>
                </a:lnTo>
                <a:lnTo>
                  <a:pt x="14706" y="15642"/>
                </a:lnTo>
                <a:lnTo>
                  <a:pt x="14472" y="15642"/>
                </a:lnTo>
                <a:lnTo>
                  <a:pt x="14472" y="18121"/>
                </a:lnTo>
                <a:lnTo>
                  <a:pt x="14112" y="18121"/>
                </a:lnTo>
                <a:lnTo>
                  <a:pt x="14112" y="15642"/>
                </a:lnTo>
                <a:lnTo>
                  <a:pt x="13835" y="15642"/>
                </a:lnTo>
                <a:lnTo>
                  <a:pt x="13921" y="14860"/>
                </a:lnTo>
                <a:lnTo>
                  <a:pt x="14112" y="14860"/>
                </a:lnTo>
                <a:close/>
                <a:moveTo>
                  <a:pt x="11588" y="13989"/>
                </a:moveTo>
                <a:lnTo>
                  <a:pt x="11948" y="13989"/>
                </a:lnTo>
                <a:lnTo>
                  <a:pt x="11948" y="14860"/>
                </a:lnTo>
                <a:lnTo>
                  <a:pt x="12268" y="14860"/>
                </a:lnTo>
                <a:lnTo>
                  <a:pt x="12182" y="15642"/>
                </a:lnTo>
                <a:lnTo>
                  <a:pt x="11948" y="15642"/>
                </a:lnTo>
                <a:lnTo>
                  <a:pt x="11948" y="18121"/>
                </a:lnTo>
                <a:lnTo>
                  <a:pt x="11588" y="18121"/>
                </a:lnTo>
                <a:lnTo>
                  <a:pt x="11588" y="15642"/>
                </a:lnTo>
                <a:lnTo>
                  <a:pt x="11311" y="15642"/>
                </a:lnTo>
                <a:lnTo>
                  <a:pt x="11397" y="14860"/>
                </a:lnTo>
                <a:lnTo>
                  <a:pt x="11588" y="14860"/>
                </a:lnTo>
                <a:close/>
                <a:moveTo>
                  <a:pt x="15067" y="13286"/>
                </a:moveTo>
                <a:cubicBezTo>
                  <a:pt x="15186" y="13286"/>
                  <a:pt x="15282" y="13500"/>
                  <a:pt x="15282" y="13767"/>
                </a:cubicBezTo>
                <a:cubicBezTo>
                  <a:pt x="15282" y="14035"/>
                  <a:pt x="15186" y="14249"/>
                  <a:pt x="15067" y="14249"/>
                </a:cubicBezTo>
                <a:cubicBezTo>
                  <a:pt x="14947" y="14249"/>
                  <a:pt x="14851" y="14035"/>
                  <a:pt x="14851" y="13767"/>
                </a:cubicBezTo>
                <a:cubicBezTo>
                  <a:pt x="14851" y="13500"/>
                  <a:pt x="14947" y="13286"/>
                  <a:pt x="15067" y="13286"/>
                </a:cubicBezTo>
                <a:close/>
                <a:moveTo>
                  <a:pt x="19380" y="10430"/>
                </a:moveTo>
                <a:cubicBezTo>
                  <a:pt x="19165" y="10430"/>
                  <a:pt x="19001" y="10808"/>
                  <a:pt x="19001" y="11300"/>
                </a:cubicBezTo>
                <a:cubicBezTo>
                  <a:pt x="19001" y="11793"/>
                  <a:pt x="19165" y="12171"/>
                  <a:pt x="19380" y="12171"/>
                </a:cubicBezTo>
                <a:cubicBezTo>
                  <a:pt x="19595" y="12171"/>
                  <a:pt x="19759" y="11793"/>
                  <a:pt x="19759" y="11300"/>
                </a:cubicBezTo>
                <a:cubicBezTo>
                  <a:pt x="19759" y="10808"/>
                  <a:pt x="19595" y="10430"/>
                  <a:pt x="19380" y="10430"/>
                </a:cubicBezTo>
                <a:close/>
                <a:moveTo>
                  <a:pt x="13999" y="10388"/>
                </a:moveTo>
                <a:cubicBezTo>
                  <a:pt x="13827" y="10388"/>
                  <a:pt x="13688" y="10621"/>
                  <a:pt x="13642" y="10937"/>
                </a:cubicBezTo>
                <a:lnTo>
                  <a:pt x="14337" y="10937"/>
                </a:lnTo>
                <a:cubicBezTo>
                  <a:pt x="14300" y="10621"/>
                  <a:pt x="14172" y="10388"/>
                  <a:pt x="13999" y="10388"/>
                </a:cubicBezTo>
                <a:close/>
                <a:moveTo>
                  <a:pt x="11834" y="10388"/>
                </a:moveTo>
                <a:cubicBezTo>
                  <a:pt x="11662" y="10388"/>
                  <a:pt x="11523" y="10621"/>
                  <a:pt x="11477" y="10937"/>
                </a:cubicBezTo>
                <a:lnTo>
                  <a:pt x="12172" y="10937"/>
                </a:lnTo>
                <a:cubicBezTo>
                  <a:pt x="12135" y="10621"/>
                  <a:pt x="12006" y="10388"/>
                  <a:pt x="11834" y="10388"/>
                </a:cubicBezTo>
                <a:close/>
                <a:moveTo>
                  <a:pt x="18096" y="9670"/>
                </a:moveTo>
                <a:lnTo>
                  <a:pt x="18456" y="9670"/>
                </a:lnTo>
                <a:lnTo>
                  <a:pt x="18456" y="12927"/>
                </a:lnTo>
                <a:lnTo>
                  <a:pt x="18096" y="12927"/>
                </a:lnTo>
                <a:close/>
                <a:moveTo>
                  <a:pt x="16221" y="9670"/>
                </a:moveTo>
                <a:lnTo>
                  <a:pt x="16581" y="9670"/>
                </a:lnTo>
                <a:lnTo>
                  <a:pt x="16581" y="12927"/>
                </a:lnTo>
                <a:lnTo>
                  <a:pt x="16221" y="12927"/>
                </a:lnTo>
                <a:close/>
                <a:moveTo>
                  <a:pt x="14679" y="9670"/>
                </a:moveTo>
                <a:lnTo>
                  <a:pt x="15061" y="9670"/>
                </a:lnTo>
                <a:lnTo>
                  <a:pt x="15405" y="11934"/>
                </a:lnTo>
                <a:lnTo>
                  <a:pt x="15748" y="9670"/>
                </a:lnTo>
                <a:lnTo>
                  <a:pt x="16130" y="9670"/>
                </a:lnTo>
                <a:lnTo>
                  <a:pt x="15611" y="12927"/>
                </a:lnTo>
                <a:lnTo>
                  <a:pt x="15198" y="12927"/>
                </a:lnTo>
                <a:close/>
                <a:moveTo>
                  <a:pt x="17372" y="9628"/>
                </a:moveTo>
                <a:cubicBezTo>
                  <a:pt x="17565" y="9628"/>
                  <a:pt x="17742" y="9788"/>
                  <a:pt x="17877" y="10048"/>
                </a:cubicBezTo>
                <a:lnTo>
                  <a:pt x="17700" y="10601"/>
                </a:lnTo>
                <a:lnTo>
                  <a:pt x="17698" y="10598"/>
                </a:lnTo>
                <a:cubicBezTo>
                  <a:pt x="17608" y="10452"/>
                  <a:pt x="17479" y="10349"/>
                  <a:pt x="17368" y="10349"/>
                </a:cubicBezTo>
                <a:cubicBezTo>
                  <a:pt x="17237" y="10349"/>
                  <a:pt x="17141" y="10441"/>
                  <a:pt x="17141" y="10628"/>
                </a:cubicBezTo>
                <a:cubicBezTo>
                  <a:pt x="17141" y="10895"/>
                  <a:pt x="17300" y="10873"/>
                  <a:pt x="17474" y="10957"/>
                </a:cubicBezTo>
                <a:cubicBezTo>
                  <a:pt x="17734" y="11079"/>
                  <a:pt x="17908" y="11335"/>
                  <a:pt x="17908" y="11965"/>
                </a:cubicBezTo>
                <a:cubicBezTo>
                  <a:pt x="17908" y="12648"/>
                  <a:pt x="17654" y="12977"/>
                  <a:pt x="17322" y="12977"/>
                </a:cubicBezTo>
                <a:cubicBezTo>
                  <a:pt x="17121" y="12977"/>
                  <a:pt x="16907" y="12816"/>
                  <a:pt x="16762" y="12496"/>
                </a:cubicBezTo>
                <a:lnTo>
                  <a:pt x="16940" y="11942"/>
                </a:lnTo>
                <a:cubicBezTo>
                  <a:pt x="17035" y="12125"/>
                  <a:pt x="17174" y="12255"/>
                  <a:pt x="17327" y="12255"/>
                </a:cubicBezTo>
                <a:cubicBezTo>
                  <a:pt x="17464" y="12255"/>
                  <a:pt x="17549" y="12171"/>
                  <a:pt x="17549" y="11992"/>
                </a:cubicBezTo>
                <a:cubicBezTo>
                  <a:pt x="17549" y="11686"/>
                  <a:pt x="17350" y="11705"/>
                  <a:pt x="17198" y="11621"/>
                </a:cubicBezTo>
                <a:cubicBezTo>
                  <a:pt x="16964" y="11495"/>
                  <a:pt x="16791" y="11212"/>
                  <a:pt x="16791" y="10651"/>
                </a:cubicBezTo>
                <a:cubicBezTo>
                  <a:pt x="16791" y="9979"/>
                  <a:pt x="17034" y="9628"/>
                  <a:pt x="17372" y="9628"/>
                </a:cubicBezTo>
                <a:close/>
                <a:moveTo>
                  <a:pt x="20992" y="9620"/>
                </a:moveTo>
                <a:cubicBezTo>
                  <a:pt x="21375" y="9620"/>
                  <a:pt x="21600" y="10239"/>
                  <a:pt x="21600" y="10979"/>
                </a:cubicBezTo>
                <a:lnTo>
                  <a:pt x="21600" y="12927"/>
                </a:lnTo>
                <a:lnTo>
                  <a:pt x="21240" y="12927"/>
                </a:lnTo>
                <a:lnTo>
                  <a:pt x="21240" y="11037"/>
                </a:lnTo>
                <a:cubicBezTo>
                  <a:pt x="21240" y="10678"/>
                  <a:pt x="21122" y="10414"/>
                  <a:pt x="20944" y="10414"/>
                </a:cubicBezTo>
                <a:cubicBezTo>
                  <a:pt x="20767" y="10414"/>
                  <a:pt x="20647" y="10678"/>
                  <a:pt x="20647" y="11037"/>
                </a:cubicBezTo>
                <a:lnTo>
                  <a:pt x="20647" y="12927"/>
                </a:lnTo>
                <a:lnTo>
                  <a:pt x="20287" y="12927"/>
                </a:lnTo>
                <a:lnTo>
                  <a:pt x="20287" y="9670"/>
                </a:lnTo>
                <a:lnTo>
                  <a:pt x="20649" y="9670"/>
                </a:lnTo>
                <a:lnTo>
                  <a:pt x="20649" y="9906"/>
                </a:lnTo>
                <a:cubicBezTo>
                  <a:pt x="20739" y="9746"/>
                  <a:pt x="20857" y="9620"/>
                  <a:pt x="20992" y="9620"/>
                </a:cubicBezTo>
                <a:close/>
                <a:moveTo>
                  <a:pt x="19380" y="9620"/>
                </a:moveTo>
                <a:cubicBezTo>
                  <a:pt x="19800" y="9620"/>
                  <a:pt x="20131" y="10357"/>
                  <a:pt x="20131" y="11300"/>
                </a:cubicBezTo>
                <a:cubicBezTo>
                  <a:pt x="20131" y="12244"/>
                  <a:pt x="19802" y="12981"/>
                  <a:pt x="19380" y="12981"/>
                </a:cubicBezTo>
                <a:cubicBezTo>
                  <a:pt x="18958" y="12981"/>
                  <a:pt x="18629" y="12244"/>
                  <a:pt x="18629" y="11300"/>
                </a:cubicBezTo>
                <a:cubicBezTo>
                  <a:pt x="18629" y="10357"/>
                  <a:pt x="18960" y="9620"/>
                  <a:pt x="19380" y="9620"/>
                </a:cubicBezTo>
                <a:close/>
                <a:moveTo>
                  <a:pt x="13998" y="9620"/>
                </a:moveTo>
                <a:cubicBezTo>
                  <a:pt x="14419" y="9620"/>
                  <a:pt x="14720" y="10357"/>
                  <a:pt x="14720" y="11296"/>
                </a:cubicBezTo>
                <a:lnTo>
                  <a:pt x="14722" y="11300"/>
                </a:lnTo>
                <a:cubicBezTo>
                  <a:pt x="14722" y="11400"/>
                  <a:pt x="14716" y="11522"/>
                  <a:pt x="14708" y="11613"/>
                </a:cubicBezTo>
                <a:lnTo>
                  <a:pt x="13630" y="11613"/>
                </a:lnTo>
                <a:cubicBezTo>
                  <a:pt x="13677" y="11969"/>
                  <a:pt x="13818" y="12205"/>
                  <a:pt x="13999" y="12205"/>
                </a:cubicBezTo>
                <a:cubicBezTo>
                  <a:pt x="14131" y="12205"/>
                  <a:pt x="14240" y="12083"/>
                  <a:pt x="14310" y="11877"/>
                </a:cubicBezTo>
                <a:lnTo>
                  <a:pt x="14640" y="12144"/>
                </a:lnTo>
                <a:cubicBezTo>
                  <a:pt x="14520" y="12633"/>
                  <a:pt x="14290" y="12981"/>
                  <a:pt x="13998" y="12981"/>
                </a:cubicBezTo>
                <a:cubicBezTo>
                  <a:pt x="13577" y="12981"/>
                  <a:pt x="13246" y="12244"/>
                  <a:pt x="13246" y="11300"/>
                </a:cubicBezTo>
                <a:cubicBezTo>
                  <a:pt x="13246" y="10357"/>
                  <a:pt x="13576" y="9620"/>
                  <a:pt x="13998" y="9620"/>
                </a:cubicBezTo>
                <a:close/>
                <a:moveTo>
                  <a:pt x="11832" y="9620"/>
                </a:moveTo>
                <a:cubicBezTo>
                  <a:pt x="12254" y="9620"/>
                  <a:pt x="12556" y="10357"/>
                  <a:pt x="12556" y="11296"/>
                </a:cubicBezTo>
                <a:lnTo>
                  <a:pt x="12556" y="11300"/>
                </a:lnTo>
                <a:cubicBezTo>
                  <a:pt x="12556" y="11400"/>
                  <a:pt x="12551" y="11522"/>
                  <a:pt x="12543" y="11613"/>
                </a:cubicBezTo>
                <a:lnTo>
                  <a:pt x="11465" y="11613"/>
                </a:lnTo>
                <a:cubicBezTo>
                  <a:pt x="11511" y="11969"/>
                  <a:pt x="11653" y="12205"/>
                  <a:pt x="11834" y="12205"/>
                </a:cubicBezTo>
                <a:cubicBezTo>
                  <a:pt x="11965" y="12205"/>
                  <a:pt x="12075" y="12083"/>
                  <a:pt x="12145" y="11877"/>
                </a:cubicBezTo>
                <a:lnTo>
                  <a:pt x="12474" y="12144"/>
                </a:lnTo>
                <a:cubicBezTo>
                  <a:pt x="12355" y="12633"/>
                  <a:pt x="12124" y="12981"/>
                  <a:pt x="11832" y="12981"/>
                </a:cubicBezTo>
                <a:cubicBezTo>
                  <a:pt x="11412" y="12981"/>
                  <a:pt x="11081" y="12244"/>
                  <a:pt x="11081" y="11300"/>
                </a:cubicBezTo>
                <a:cubicBezTo>
                  <a:pt x="11081" y="10357"/>
                  <a:pt x="11410" y="9620"/>
                  <a:pt x="11832" y="9620"/>
                </a:cubicBezTo>
                <a:close/>
                <a:moveTo>
                  <a:pt x="4829" y="9475"/>
                </a:moveTo>
                <a:cubicBezTo>
                  <a:pt x="5157" y="9475"/>
                  <a:pt x="5422" y="10067"/>
                  <a:pt x="5422" y="10800"/>
                </a:cubicBezTo>
                <a:cubicBezTo>
                  <a:pt x="5422" y="11533"/>
                  <a:pt x="5157" y="12125"/>
                  <a:pt x="4829" y="12125"/>
                </a:cubicBezTo>
                <a:cubicBezTo>
                  <a:pt x="4501" y="12125"/>
                  <a:pt x="4237" y="11533"/>
                  <a:pt x="4237" y="10800"/>
                </a:cubicBezTo>
                <a:cubicBezTo>
                  <a:pt x="4237" y="10067"/>
                  <a:pt x="4501" y="9475"/>
                  <a:pt x="4829" y="9475"/>
                </a:cubicBezTo>
                <a:close/>
                <a:moveTo>
                  <a:pt x="1991" y="9475"/>
                </a:moveTo>
                <a:cubicBezTo>
                  <a:pt x="2319" y="9475"/>
                  <a:pt x="2584" y="10067"/>
                  <a:pt x="2584" y="10800"/>
                </a:cubicBezTo>
                <a:cubicBezTo>
                  <a:pt x="2584" y="11533"/>
                  <a:pt x="2319" y="12125"/>
                  <a:pt x="1991" y="12125"/>
                </a:cubicBezTo>
                <a:cubicBezTo>
                  <a:pt x="1663" y="12125"/>
                  <a:pt x="1399" y="11533"/>
                  <a:pt x="1399" y="10800"/>
                </a:cubicBezTo>
                <a:cubicBezTo>
                  <a:pt x="1399" y="10067"/>
                  <a:pt x="1663" y="9475"/>
                  <a:pt x="1991" y="9475"/>
                </a:cubicBezTo>
                <a:close/>
                <a:moveTo>
                  <a:pt x="10434" y="8799"/>
                </a:moveTo>
                <a:lnTo>
                  <a:pt x="10794" y="8799"/>
                </a:lnTo>
                <a:lnTo>
                  <a:pt x="10794" y="9670"/>
                </a:lnTo>
                <a:lnTo>
                  <a:pt x="11113" y="9670"/>
                </a:lnTo>
                <a:lnTo>
                  <a:pt x="11028" y="10452"/>
                </a:lnTo>
                <a:lnTo>
                  <a:pt x="10794" y="10452"/>
                </a:lnTo>
                <a:lnTo>
                  <a:pt x="10794" y="12931"/>
                </a:lnTo>
                <a:lnTo>
                  <a:pt x="10434" y="12931"/>
                </a:lnTo>
                <a:lnTo>
                  <a:pt x="10434" y="10452"/>
                </a:lnTo>
                <a:lnTo>
                  <a:pt x="10157" y="10452"/>
                </a:lnTo>
                <a:lnTo>
                  <a:pt x="10242" y="9670"/>
                </a:lnTo>
                <a:lnTo>
                  <a:pt x="10434" y="9670"/>
                </a:lnTo>
                <a:close/>
                <a:moveTo>
                  <a:pt x="12707" y="8203"/>
                </a:moveTo>
                <a:lnTo>
                  <a:pt x="13067" y="8203"/>
                </a:lnTo>
                <a:lnTo>
                  <a:pt x="13067" y="12927"/>
                </a:lnTo>
                <a:lnTo>
                  <a:pt x="12707" y="12927"/>
                </a:lnTo>
                <a:close/>
                <a:moveTo>
                  <a:pt x="18275" y="8096"/>
                </a:moveTo>
                <a:cubicBezTo>
                  <a:pt x="18395" y="8096"/>
                  <a:pt x="18490" y="8310"/>
                  <a:pt x="18490" y="8577"/>
                </a:cubicBezTo>
                <a:cubicBezTo>
                  <a:pt x="18490" y="8845"/>
                  <a:pt x="18395" y="9059"/>
                  <a:pt x="18275" y="9059"/>
                </a:cubicBezTo>
                <a:cubicBezTo>
                  <a:pt x="18156" y="9059"/>
                  <a:pt x="18060" y="8845"/>
                  <a:pt x="18060" y="8577"/>
                </a:cubicBezTo>
                <a:cubicBezTo>
                  <a:pt x="18060" y="8310"/>
                  <a:pt x="18156" y="8096"/>
                  <a:pt x="18275" y="8096"/>
                </a:cubicBezTo>
                <a:close/>
                <a:moveTo>
                  <a:pt x="16402" y="8096"/>
                </a:moveTo>
                <a:cubicBezTo>
                  <a:pt x="16521" y="8096"/>
                  <a:pt x="16617" y="8310"/>
                  <a:pt x="16617" y="8577"/>
                </a:cubicBezTo>
                <a:cubicBezTo>
                  <a:pt x="16617" y="8845"/>
                  <a:pt x="16521" y="9059"/>
                  <a:pt x="16402" y="9059"/>
                </a:cubicBezTo>
                <a:cubicBezTo>
                  <a:pt x="16282" y="9059"/>
                  <a:pt x="16187" y="8845"/>
                  <a:pt x="16187" y="8577"/>
                </a:cubicBezTo>
                <a:cubicBezTo>
                  <a:pt x="16187" y="8310"/>
                  <a:pt x="16282" y="8096"/>
                  <a:pt x="16402" y="8096"/>
                </a:cubicBezTo>
                <a:close/>
                <a:moveTo>
                  <a:pt x="7667" y="7817"/>
                </a:moveTo>
                <a:cubicBezTo>
                  <a:pt x="6930" y="7817"/>
                  <a:pt x="6334" y="9154"/>
                  <a:pt x="6334" y="10800"/>
                </a:cubicBezTo>
                <a:cubicBezTo>
                  <a:pt x="6334" y="12446"/>
                  <a:pt x="6931" y="13783"/>
                  <a:pt x="7667" y="13783"/>
                </a:cubicBezTo>
                <a:cubicBezTo>
                  <a:pt x="8347" y="13783"/>
                  <a:pt x="8907" y="12648"/>
                  <a:pt x="8991" y="11178"/>
                </a:cubicBezTo>
                <a:lnTo>
                  <a:pt x="8236" y="11178"/>
                </a:lnTo>
                <a:cubicBezTo>
                  <a:pt x="8163" y="11724"/>
                  <a:pt x="7937" y="12125"/>
                  <a:pt x="7667" y="12125"/>
                </a:cubicBezTo>
                <a:cubicBezTo>
                  <a:pt x="7339" y="12125"/>
                  <a:pt x="7075" y="11533"/>
                  <a:pt x="7075" y="10800"/>
                </a:cubicBezTo>
                <a:cubicBezTo>
                  <a:pt x="7075" y="10067"/>
                  <a:pt x="7339" y="9475"/>
                  <a:pt x="7667" y="9475"/>
                </a:cubicBezTo>
                <a:cubicBezTo>
                  <a:pt x="7935" y="9475"/>
                  <a:pt x="8163" y="9876"/>
                  <a:pt x="8236" y="10422"/>
                </a:cubicBezTo>
                <a:lnTo>
                  <a:pt x="8991" y="10422"/>
                </a:lnTo>
                <a:cubicBezTo>
                  <a:pt x="8907" y="8952"/>
                  <a:pt x="8347" y="7817"/>
                  <a:pt x="7667" y="7817"/>
                </a:cubicBezTo>
                <a:close/>
                <a:moveTo>
                  <a:pt x="1991" y="7817"/>
                </a:moveTo>
                <a:cubicBezTo>
                  <a:pt x="1255" y="7817"/>
                  <a:pt x="657" y="9154"/>
                  <a:pt x="657" y="10800"/>
                </a:cubicBezTo>
                <a:cubicBezTo>
                  <a:pt x="657" y="12446"/>
                  <a:pt x="1255" y="13783"/>
                  <a:pt x="1991" y="13783"/>
                </a:cubicBezTo>
                <a:cubicBezTo>
                  <a:pt x="2379" y="13783"/>
                  <a:pt x="2584" y="13221"/>
                  <a:pt x="2584" y="13221"/>
                </a:cubicBezTo>
                <a:lnTo>
                  <a:pt x="2584" y="13737"/>
                </a:lnTo>
                <a:lnTo>
                  <a:pt x="3325" y="13737"/>
                </a:lnTo>
                <a:lnTo>
                  <a:pt x="3325" y="10800"/>
                </a:lnTo>
                <a:cubicBezTo>
                  <a:pt x="3325" y="9150"/>
                  <a:pt x="2727" y="7817"/>
                  <a:pt x="1991" y="7817"/>
                </a:cubicBezTo>
                <a:close/>
                <a:moveTo>
                  <a:pt x="3496" y="6359"/>
                </a:moveTo>
                <a:lnTo>
                  <a:pt x="3496" y="10800"/>
                </a:lnTo>
                <a:cubicBezTo>
                  <a:pt x="3496" y="12450"/>
                  <a:pt x="4093" y="13783"/>
                  <a:pt x="4829" y="13783"/>
                </a:cubicBezTo>
                <a:cubicBezTo>
                  <a:pt x="5565" y="13783"/>
                  <a:pt x="6163" y="12446"/>
                  <a:pt x="6163" y="10800"/>
                </a:cubicBezTo>
                <a:cubicBezTo>
                  <a:pt x="6163" y="9150"/>
                  <a:pt x="5565" y="7817"/>
                  <a:pt x="4829" y="7817"/>
                </a:cubicBezTo>
                <a:cubicBezTo>
                  <a:pt x="4469" y="7817"/>
                  <a:pt x="4237" y="8253"/>
                  <a:pt x="4237" y="8253"/>
                </a:cubicBezTo>
                <a:lnTo>
                  <a:pt x="4237" y="6359"/>
                </a:lnTo>
                <a:close/>
                <a:moveTo>
                  <a:pt x="17744" y="4938"/>
                </a:moveTo>
                <a:cubicBezTo>
                  <a:pt x="17529" y="4938"/>
                  <a:pt x="17365" y="5316"/>
                  <a:pt x="17365" y="5809"/>
                </a:cubicBezTo>
                <a:cubicBezTo>
                  <a:pt x="17365" y="6301"/>
                  <a:pt x="17529" y="6679"/>
                  <a:pt x="17744" y="6679"/>
                </a:cubicBezTo>
                <a:cubicBezTo>
                  <a:pt x="17959" y="6679"/>
                  <a:pt x="18123" y="6301"/>
                  <a:pt x="18123" y="5809"/>
                </a:cubicBezTo>
                <a:cubicBezTo>
                  <a:pt x="18123" y="5316"/>
                  <a:pt x="17959" y="4938"/>
                  <a:pt x="17744" y="4938"/>
                </a:cubicBezTo>
                <a:close/>
                <a:moveTo>
                  <a:pt x="10977" y="4938"/>
                </a:moveTo>
                <a:cubicBezTo>
                  <a:pt x="10762" y="4938"/>
                  <a:pt x="10598" y="5316"/>
                  <a:pt x="10598" y="5809"/>
                </a:cubicBezTo>
                <a:cubicBezTo>
                  <a:pt x="10598" y="6301"/>
                  <a:pt x="10762" y="6679"/>
                  <a:pt x="10977" y="6679"/>
                </a:cubicBezTo>
                <a:cubicBezTo>
                  <a:pt x="11192" y="6679"/>
                  <a:pt x="11356" y="6301"/>
                  <a:pt x="11356" y="5809"/>
                </a:cubicBezTo>
                <a:cubicBezTo>
                  <a:pt x="11356" y="5316"/>
                  <a:pt x="11192" y="4938"/>
                  <a:pt x="10977" y="4938"/>
                </a:cubicBezTo>
                <a:close/>
                <a:moveTo>
                  <a:pt x="16161" y="4896"/>
                </a:moveTo>
                <a:cubicBezTo>
                  <a:pt x="15989" y="4896"/>
                  <a:pt x="15850" y="5129"/>
                  <a:pt x="15804" y="5446"/>
                </a:cubicBezTo>
                <a:lnTo>
                  <a:pt x="16499" y="5446"/>
                </a:lnTo>
                <a:cubicBezTo>
                  <a:pt x="16462" y="5129"/>
                  <a:pt x="16334" y="4896"/>
                  <a:pt x="16161" y="4896"/>
                </a:cubicBezTo>
                <a:close/>
                <a:moveTo>
                  <a:pt x="11721" y="4178"/>
                </a:moveTo>
                <a:lnTo>
                  <a:pt x="12090" y="4178"/>
                </a:lnTo>
                <a:lnTo>
                  <a:pt x="12346" y="6401"/>
                </a:lnTo>
                <a:lnTo>
                  <a:pt x="12619" y="4178"/>
                </a:lnTo>
                <a:lnTo>
                  <a:pt x="12930" y="4178"/>
                </a:lnTo>
                <a:lnTo>
                  <a:pt x="13204" y="6401"/>
                </a:lnTo>
                <a:lnTo>
                  <a:pt x="13460" y="4178"/>
                </a:lnTo>
                <a:lnTo>
                  <a:pt x="13829" y="4178"/>
                </a:lnTo>
                <a:lnTo>
                  <a:pt x="13426" y="7436"/>
                </a:lnTo>
                <a:lnTo>
                  <a:pt x="13004" y="7436"/>
                </a:lnTo>
                <a:lnTo>
                  <a:pt x="12775" y="5576"/>
                </a:lnTo>
                <a:lnTo>
                  <a:pt x="12546" y="7436"/>
                </a:lnTo>
                <a:lnTo>
                  <a:pt x="12126" y="7436"/>
                </a:lnTo>
                <a:close/>
                <a:moveTo>
                  <a:pt x="14638" y="4128"/>
                </a:moveTo>
                <a:cubicBezTo>
                  <a:pt x="15020" y="4128"/>
                  <a:pt x="15246" y="4747"/>
                  <a:pt x="15246" y="5488"/>
                </a:cubicBezTo>
                <a:lnTo>
                  <a:pt x="15246" y="7436"/>
                </a:lnTo>
                <a:lnTo>
                  <a:pt x="14886" y="7436"/>
                </a:lnTo>
                <a:lnTo>
                  <a:pt x="14886" y="5545"/>
                </a:lnTo>
                <a:cubicBezTo>
                  <a:pt x="14886" y="5186"/>
                  <a:pt x="14768" y="4923"/>
                  <a:pt x="14590" y="4923"/>
                </a:cubicBezTo>
                <a:cubicBezTo>
                  <a:pt x="14413" y="4923"/>
                  <a:pt x="14293" y="5186"/>
                  <a:pt x="14293" y="5545"/>
                </a:cubicBezTo>
                <a:lnTo>
                  <a:pt x="14293" y="7436"/>
                </a:lnTo>
                <a:lnTo>
                  <a:pt x="13933" y="7436"/>
                </a:lnTo>
                <a:lnTo>
                  <a:pt x="13933" y="4178"/>
                </a:lnTo>
                <a:lnTo>
                  <a:pt x="14295" y="4178"/>
                </a:lnTo>
                <a:lnTo>
                  <a:pt x="14295" y="4415"/>
                </a:lnTo>
                <a:cubicBezTo>
                  <a:pt x="14385" y="4254"/>
                  <a:pt x="14503" y="4128"/>
                  <a:pt x="14638" y="4128"/>
                </a:cubicBezTo>
                <a:close/>
                <a:moveTo>
                  <a:pt x="10977" y="4128"/>
                </a:moveTo>
                <a:cubicBezTo>
                  <a:pt x="11397" y="4128"/>
                  <a:pt x="11728" y="4865"/>
                  <a:pt x="11728" y="5809"/>
                </a:cubicBezTo>
                <a:cubicBezTo>
                  <a:pt x="11728" y="6752"/>
                  <a:pt x="11399" y="7489"/>
                  <a:pt x="10977" y="7489"/>
                </a:cubicBezTo>
                <a:cubicBezTo>
                  <a:pt x="10555" y="7489"/>
                  <a:pt x="10225" y="6752"/>
                  <a:pt x="10225" y="5809"/>
                </a:cubicBezTo>
                <a:cubicBezTo>
                  <a:pt x="10225" y="4865"/>
                  <a:pt x="10557" y="4128"/>
                  <a:pt x="10977" y="4128"/>
                </a:cubicBezTo>
                <a:close/>
                <a:moveTo>
                  <a:pt x="16159" y="4124"/>
                </a:moveTo>
                <a:cubicBezTo>
                  <a:pt x="16585" y="4124"/>
                  <a:pt x="16882" y="4862"/>
                  <a:pt x="16882" y="5801"/>
                </a:cubicBezTo>
                <a:lnTo>
                  <a:pt x="16883" y="5805"/>
                </a:lnTo>
                <a:cubicBezTo>
                  <a:pt x="16883" y="5904"/>
                  <a:pt x="16878" y="6026"/>
                  <a:pt x="16870" y="6118"/>
                </a:cubicBezTo>
                <a:lnTo>
                  <a:pt x="15792" y="6118"/>
                </a:lnTo>
                <a:cubicBezTo>
                  <a:pt x="15838" y="6473"/>
                  <a:pt x="15980" y="6710"/>
                  <a:pt x="16161" y="6710"/>
                </a:cubicBezTo>
                <a:cubicBezTo>
                  <a:pt x="16293" y="6710"/>
                  <a:pt x="16402" y="6588"/>
                  <a:pt x="16472" y="6381"/>
                </a:cubicBezTo>
                <a:lnTo>
                  <a:pt x="16802" y="6649"/>
                </a:lnTo>
                <a:cubicBezTo>
                  <a:pt x="16682" y="7138"/>
                  <a:pt x="16451" y="7485"/>
                  <a:pt x="16159" y="7485"/>
                </a:cubicBezTo>
                <a:cubicBezTo>
                  <a:pt x="15739" y="7485"/>
                  <a:pt x="15408" y="6748"/>
                  <a:pt x="15408" y="5805"/>
                </a:cubicBezTo>
                <a:cubicBezTo>
                  <a:pt x="15408" y="4862"/>
                  <a:pt x="15738" y="4124"/>
                  <a:pt x="16159" y="4124"/>
                </a:cubicBezTo>
                <a:close/>
                <a:moveTo>
                  <a:pt x="18118" y="2711"/>
                </a:moveTo>
                <a:lnTo>
                  <a:pt x="18478" y="2711"/>
                </a:lnTo>
                <a:lnTo>
                  <a:pt x="18478" y="7436"/>
                </a:lnTo>
                <a:lnTo>
                  <a:pt x="18118" y="7436"/>
                </a:lnTo>
                <a:lnTo>
                  <a:pt x="18118" y="7172"/>
                </a:lnTo>
                <a:cubicBezTo>
                  <a:pt x="18012" y="7363"/>
                  <a:pt x="17871" y="7485"/>
                  <a:pt x="17722" y="7485"/>
                </a:cubicBezTo>
                <a:cubicBezTo>
                  <a:pt x="17321" y="7485"/>
                  <a:pt x="16993" y="6744"/>
                  <a:pt x="16993" y="5805"/>
                </a:cubicBezTo>
                <a:cubicBezTo>
                  <a:pt x="16993" y="4865"/>
                  <a:pt x="17321" y="4124"/>
                  <a:pt x="17722" y="4124"/>
                </a:cubicBezTo>
                <a:cubicBezTo>
                  <a:pt x="17869" y="4124"/>
                  <a:pt x="18011" y="4247"/>
                  <a:pt x="18118" y="4438"/>
                </a:cubicBezTo>
                <a:close/>
                <a:moveTo>
                  <a:pt x="4829" y="0"/>
                </a:moveTo>
                <a:cubicBezTo>
                  <a:pt x="7497" y="0"/>
                  <a:pt x="9658" y="4835"/>
                  <a:pt x="9658" y="10800"/>
                </a:cubicBezTo>
                <a:cubicBezTo>
                  <a:pt x="9658" y="16765"/>
                  <a:pt x="7497" y="21600"/>
                  <a:pt x="4829" y="21600"/>
                </a:cubicBezTo>
                <a:cubicBezTo>
                  <a:pt x="2162" y="21600"/>
                  <a:pt x="0" y="16765"/>
                  <a:pt x="0" y="10800"/>
                </a:cubicBezTo>
                <a:cubicBezTo>
                  <a:pt x="0" y="4835"/>
                  <a:pt x="2162" y="0"/>
                  <a:pt x="4829" y="0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864" name="Freeform 5"/>
          <p:cNvSpPr/>
          <p:nvPr/>
        </p:nvSpPr>
        <p:spPr>
          <a:xfrm>
            <a:off x="6425258" y="9637745"/>
            <a:ext cx="1459058" cy="4785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fill="norm" stroke="1" extrusionOk="0">
                <a:moveTo>
                  <a:pt x="3426" y="19435"/>
                </a:moveTo>
                <a:cubicBezTo>
                  <a:pt x="3049" y="19591"/>
                  <a:pt x="2848" y="19873"/>
                  <a:pt x="2848" y="20328"/>
                </a:cubicBezTo>
                <a:cubicBezTo>
                  <a:pt x="2848" y="20657"/>
                  <a:pt x="2922" y="20829"/>
                  <a:pt x="3038" y="20829"/>
                </a:cubicBezTo>
                <a:cubicBezTo>
                  <a:pt x="3200" y="20829"/>
                  <a:pt x="3326" y="20641"/>
                  <a:pt x="3426" y="20351"/>
                </a:cubicBezTo>
                <a:close/>
                <a:moveTo>
                  <a:pt x="13794" y="19433"/>
                </a:moveTo>
                <a:lnTo>
                  <a:pt x="13794" y="19433"/>
                </a:lnTo>
                <a:lnTo>
                  <a:pt x="13794" y="19434"/>
                </a:lnTo>
                <a:close/>
                <a:moveTo>
                  <a:pt x="11800" y="19433"/>
                </a:moveTo>
                <a:lnTo>
                  <a:pt x="11800" y="19433"/>
                </a:lnTo>
                <a:lnTo>
                  <a:pt x="11800" y="19434"/>
                </a:lnTo>
                <a:close/>
                <a:moveTo>
                  <a:pt x="6914" y="19433"/>
                </a:moveTo>
                <a:lnTo>
                  <a:pt x="6914" y="19433"/>
                </a:lnTo>
                <a:lnTo>
                  <a:pt x="6914" y="19434"/>
                </a:lnTo>
                <a:close/>
                <a:moveTo>
                  <a:pt x="316" y="18964"/>
                </a:moveTo>
                <a:lnTo>
                  <a:pt x="316" y="20665"/>
                </a:lnTo>
                <a:lnTo>
                  <a:pt x="733" y="20665"/>
                </a:lnTo>
                <a:cubicBezTo>
                  <a:pt x="1005" y="20665"/>
                  <a:pt x="1123" y="20398"/>
                  <a:pt x="1123" y="19818"/>
                </a:cubicBezTo>
                <a:cubicBezTo>
                  <a:pt x="1123" y="19199"/>
                  <a:pt x="969" y="18964"/>
                  <a:pt x="699" y="18964"/>
                </a:cubicBezTo>
                <a:close/>
                <a:moveTo>
                  <a:pt x="19498" y="18093"/>
                </a:moveTo>
                <a:cubicBezTo>
                  <a:pt x="19259" y="18093"/>
                  <a:pt x="19151" y="18595"/>
                  <a:pt x="19151" y="19434"/>
                </a:cubicBezTo>
                <a:cubicBezTo>
                  <a:pt x="19151" y="20225"/>
                  <a:pt x="19256" y="20789"/>
                  <a:pt x="19498" y="20789"/>
                </a:cubicBezTo>
                <a:cubicBezTo>
                  <a:pt x="19726" y="20789"/>
                  <a:pt x="19844" y="20288"/>
                  <a:pt x="19844" y="19434"/>
                </a:cubicBezTo>
                <a:cubicBezTo>
                  <a:pt x="19844" y="18658"/>
                  <a:pt x="19736" y="18093"/>
                  <a:pt x="19498" y="18093"/>
                </a:cubicBezTo>
                <a:close/>
                <a:moveTo>
                  <a:pt x="8967" y="18070"/>
                </a:moveTo>
                <a:cubicBezTo>
                  <a:pt x="8728" y="18070"/>
                  <a:pt x="8631" y="18540"/>
                  <a:pt x="8631" y="19465"/>
                </a:cubicBezTo>
                <a:cubicBezTo>
                  <a:pt x="8631" y="20389"/>
                  <a:pt x="8754" y="20781"/>
                  <a:pt x="8957" y="20781"/>
                </a:cubicBezTo>
                <a:cubicBezTo>
                  <a:pt x="9088" y="20781"/>
                  <a:pt x="9214" y="20531"/>
                  <a:pt x="9288" y="20256"/>
                </a:cubicBezTo>
                <a:lnTo>
                  <a:pt x="9289" y="20257"/>
                </a:lnTo>
                <a:lnTo>
                  <a:pt x="9289" y="18587"/>
                </a:lnTo>
                <a:cubicBezTo>
                  <a:pt x="9204" y="18250"/>
                  <a:pt x="9081" y="18070"/>
                  <a:pt x="8967" y="18070"/>
                </a:cubicBezTo>
                <a:close/>
                <a:moveTo>
                  <a:pt x="6102" y="18070"/>
                </a:moveTo>
                <a:cubicBezTo>
                  <a:pt x="5863" y="18070"/>
                  <a:pt x="5765" y="18540"/>
                  <a:pt x="5765" y="19465"/>
                </a:cubicBezTo>
                <a:cubicBezTo>
                  <a:pt x="5765" y="20389"/>
                  <a:pt x="5888" y="20781"/>
                  <a:pt x="6091" y="20781"/>
                </a:cubicBezTo>
                <a:cubicBezTo>
                  <a:pt x="6222" y="20781"/>
                  <a:pt x="6348" y="20531"/>
                  <a:pt x="6423" y="20256"/>
                </a:cubicBezTo>
                <a:lnTo>
                  <a:pt x="6423" y="20257"/>
                </a:lnTo>
                <a:lnTo>
                  <a:pt x="6423" y="18587"/>
                </a:lnTo>
                <a:cubicBezTo>
                  <a:pt x="6338" y="18250"/>
                  <a:pt x="6215" y="18070"/>
                  <a:pt x="6102" y="18070"/>
                </a:cubicBezTo>
                <a:close/>
                <a:moveTo>
                  <a:pt x="14442" y="18055"/>
                </a:moveTo>
                <a:cubicBezTo>
                  <a:pt x="14288" y="18055"/>
                  <a:pt x="14146" y="18322"/>
                  <a:pt x="14115" y="19027"/>
                </a:cubicBezTo>
                <a:lnTo>
                  <a:pt x="14753" y="19027"/>
                </a:lnTo>
                <a:cubicBezTo>
                  <a:pt x="14735" y="18392"/>
                  <a:pt x="14632" y="18055"/>
                  <a:pt x="14442" y="18055"/>
                </a:cubicBezTo>
                <a:close/>
                <a:moveTo>
                  <a:pt x="12447" y="18055"/>
                </a:moveTo>
                <a:cubicBezTo>
                  <a:pt x="12293" y="18055"/>
                  <a:pt x="12152" y="18322"/>
                  <a:pt x="12121" y="19027"/>
                </a:cubicBezTo>
                <a:lnTo>
                  <a:pt x="12759" y="19027"/>
                </a:lnTo>
                <a:cubicBezTo>
                  <a:pt x="12741" y="18392"/>
                  <a:pt x="12638" y="18055"/>
                  <a:pt x="12447" y="18055"/>
                </a:cubicBezTo>
                <a:close/>
                <a:moveTo>
                  <a:pt x="7562" y="18055"/>
                </a:moveTo>
                <a:cubicBezTo>
                  <a:pt x="7408" y="18055"/>
                  <a:pt x="7266" y="18322"/>
                  <a:pt x="7235" y="19027"/>
                </a:cubicBezTo>
                <a:lnTo>
                  <a:pt x="7873" y="19027"/>
                </a:lnTo>
                <a:cubicBezTo>
                  <a:pt x="7855" y="18392"/>
                  <a:pt x="7752" y="18055"/>
                  <a:pt x="7562" y="18055"/>
                </a:cubicBezTo>
                <a:close/>
                <a:moveTo>
                  <a:pt x="18325" y="17350"/>
                </a:moveTo>
                <a:lnTo>
                  <a:pt x="18644" y="17350"/>
                </a:lnTo>
                <a:lnTo>
                  <a:pt x="18644" y="21511"/>
                </a:lnTo>
                <a:lnTo>
                  <a:pt x="18325" y="21511"/>
                </a:lnTo>
                <a:close/>
                <a:moveTo>
                  <a:pt x="16488" y="17350"/>
                </a:moveTo>
                <a:lnTo>
                  <a:pt x="16806" y="17350"/>
                </a:lnTo>
                <a:lnTo>
                  <a:pt x="16806" y="21511"/>
                </a:lnTo>
                <a:lnTo>
                  <a:pt x="16488" y="21511"/>
                </a:lnTo>
                <a:close/>
                <a:moveTo>
                  <a:pt x="15069" y="17350"/>
                </a:moveTo>
                <a:lnTo>
                  <a:pt x="15400" y="17350"/>
                </a:lnTo>
                <a:lnTo>
                  <a:pt x="15734" y="20422"/>
                </a:lnTo>
                <a:lnTo>
                  <a:pt x="15740" y="20422"/>
                </a:lnTo>
                <a:lnTo>
                  <a:pt x="16071" y="17350"/>
                </a:lnTo>
                <a:lnTo>
                  <a:pt x="16377" y="17350"/>
                </a:lnTo>
                <a:lnTo>
                  <a:pt x="15883" y="21519"/>
                </a:lnTo>
                <a:lnTo>
                  <a:pt x="15562" y="21519"/>
                </a:lnTo>
                <a:close/>
                <a:moveTo>
                  <a:pt x="21197" y="17271"/>
                </a:moveTo>
                <a:cubicBezTo>
                  <a:pt x="21446" y="17271"/>
                  <a:pt x="21600" y="17663"/>
                  <a:pt x="21600" y="18486"/>
                </a:cubicBezTo>
                <a:lnTo>
                  <a:pt x="21600" y="21511"/>
                </a:lnTo>
                <a:lnTo>
                  <a:pt x="21284" y="21511"/>
                </a:lnTo>
                <a:lnTo>
                  <a:pt x="21284" y="18761"/>
                </a:lnTo>
                <a:cubicBezTo>
                  <a:pt x="21284" y="18307"/>
                  <a:pt x="21222" y="18071"/>
                  <a:pt x="21078" y="18071"/>
                </a:cubicBezTo>
                <a:cubicBezTo>
                  <a:pt x="20934" y="18071"/>
                  <a:pt x="20824" y="18282"/>
                  <a:pt x="20708" y="18612"/>
                </a:cubicBezTo>
                <a:lnTo>
                  <a:pt x="20708" y="21511"/>
                </a:lnTo>
                <a:lnTo>
                  <a:pt x="20392" y="21511"/>
                </a:lnTo>
                <a:lnTo>
                  <a:pt x="20392" y="17350"/>
                </a:lnTo>
                <a:lnTo>
                  <a:pt x="20708" y="17350"/>
                </a:lnTo>
                <a:lnTo>
                  <a:pt x="20708" y="18016"/>
                </a:lnTo>
                <a:cubicBezTo>
                  <a:pt x="20811" y="17656"/>
                  <a:pt x="20970" y="17271"/>
                  <a:pt x="21197" y="17271"/>
                </a:cubicBezTo>
                <a:close/>
                <a:moveTo>
                  <a:pt x="4832" y="17271"/>
                </a:moveTo>
                <a:cubicBezTo>
                  <a:pt x="5082" y="17271"/>
                  <a:pt x="5236" y="17663"/>
                  <a:pt x="5236" y="18486"/>
                </a:cubicBezTo>
                <a:lnTo>
                  <a:pt x="5236" y="21511"/>
                </a:lnTo>
                <a:lnTo>
                  <a:pt x="4920" y="21511"/>
                </a:lnTo>
                <a:lnTo>
                  <a:pt x="4920" y="18761"/>
                </a:lnTo>
                <a:cubicBezTo>
                  <a:pt x="4920" y="18307"/>
                  <a:pt x="4858" y="18071"/>
                  <a:pt x="4714" y="18071"/>
                </a:cubicBezTo>
                <a:cubicBezTo>
                  <a:pt x="4570" y="18071"/>
                  <a:pt x="4459" y="18282"/>
                  <a:pt x="4344" y="18612"/>
                </a:cubicBezTo>
                <a:lnTo>
                  <a:pt x="4344" y="21511"/>
                </a:lnTo>
                <a:lnTo>
                  <a:pt x="4028" y="21511"/>
                </a:lnTo>
                <a:lnTo>
                  <a:pt x="4028" y="17350"/>
                </a:lnTo>
                <a:lnTo>
                  <a:pt x="4344" y="17350"/>
                </a:lnTo>
                <a:lnTo>
                  <a:pt x="4344" y="18016"/>
                </a:lnTo>
                <a:cubicBezTo>
                  <a:pt x="4447" y="17656"/>
                  <a:pt x="4606" y="17271"/>
                  <a:pt x="4832" y="17271"/>
                </a:cubicBezTo>
                <a:close/>
                <a:moveTo>
                  <a:pt x="3246" y="17271"/>
                </a:moveTo>
                <a:cubicBezTo>
                  <a:pt x="3611" y="17271"/>
                  <a:pt x="3737" y="17804"/>
                  <a:pt x="3737" y="18776"/>
                </a:cubicBezTo>
                <a:lnTo>
                  <a:pt x="3737" y="20493"/>
                </a:lnTo>
                <a:cubicBezTo>
                  <a:pt x="3737" y="20994"/>
                  <a:pt x="3748" y="21300"/>
                  <a:pt x="3776" y="21511"/>
                </a:cubicBezTo>
                <a:lnTo>
                  <a:pt x="3457" y="21511"/>
                </a:lnTo>
                <a:cubicBezTo>
                  <a:pt x="3439" y="21339"/>
                  <a:pt x="3427" y="21214"/>
                  <a:pt x="3427" y="20979"/>
                </a:cubicBezTo>
                <a:cubicBezTo>
                  <a:pt x="3288" y="21409"/>
                  <a:pt x="3126" y="21574"/>
                  <a:pt x="2923" y="21574"/>
                </a:cubicBezTo>
                <a:cubicBezTo>
                  <a:pt x="2702" y="21574"/>
                  <a:pt x="2537" y="21198"/>
                  <a:pt x="2537" y="20508"/>
                </a:cubicBezTo>
                <a:lnTo>
                  <a:pt x="2537" y="20508"/>
                </a:lnTo>
                <a:cubicBezTo>
                  <a:pt x="2537" y="19607"/>
                  <a:pt x="2789" y="19003"/>
                  <a:pt x="3426" y="18784"/>
                </a:cubicBezTo>
                <a:lnTo>
                  <a:pt x="3426" y="18658"/>
                </a:lnTo>
                <a:cubicBezTo>
                  <a:pt x="3426" y="18243"/>
                  <a:pt x="3354" y="18062"/>
                  <a:pt x="3203" y="18062"/>
                </a:cubicBezTo>
                <a:cubicBezTo>
                  <a:pt x="3012" y="18062"/>
                  <a:pt x="2858" y="18345"/>
                  <a:pt x="2742" y="18627"/>
                </a:cubicBezTo>
                <a:lnTo>
                  <a:pt x="2588" y="18023"/>
                </a:lnTo>
                <a:cubicBezTo>
                  <a:pt x="2735" y="17615"/>
                  <a:pt x="2964" y="17271"/>
                  <a:pt x="3246" y="17271"/>
                </a:cubicBezTo>
                <a:close/>
                <a:moveTo>
                  <a:pt x="2475" y="17271"/>
                </a:moveTo>
                <a:lnTo>
                  <a:pt x="2496" y="17271"/>
                </a:lnTo>
                <a:lnTo>
                  <a:pt x="2486" y="18157"/>
                </a:lnTo>
                <a:cubicBezTo>
                  <a:pt x="2470" y="18149"/>
                  <a:pt x="2419" y="18142"/>
                  <a:pt x="2401" y="18142"/>
                </a:cubicBezTo>
                <a:cubicBezTo>
                  <a:pt x="2198" y="18142"/>
                  <a:pt x="2069" y="18432"/>
                  <a:pt x="1979" y="18878"/>
                </a:cubicBezTo>
                <a:lnTo>
                  <a:pt x="1979" y="21511"/>
                </a:lnTo>
                <a:lnTo>
                  <a:pt x="1663" y="21511"/>
                </a:lnTo>
                <a:lnTo>
                  <a:pt x="1663" y="17350"/>
                </a:lnTo>
                <a:lnTo>
                  <a:pt x="1979" y="17350"/>
                </a:lnTo>
                <a:lnTo>
                  <a:pt x="1979" y="18032"/>
                </a:lnTo>
                <a:lnTo>
                  <a:pt x="1984" y="18032"/>
                </a:lnTo>
                <a:cubicBezTo>
                  <a:pt x="2069" y="17616"/>
                  <a:pt x="2216" y="17271"/>
                  <a:pt x="2475" y="17271"/>
                </a:cubicBezTo>
                <a:close/>
                <a:moveTo>
                  <a:pt x="19498" y="17270"/>
                </a:moveTo>
                <a:cubicBezTo>
                  <a:pt x="19832" y="17270"/>
                  <a:pt x="20164" y="17898"/>
                  <a:pt x="20164" y="19434"/>
                </a:cubicBezTo>
                <a:cubicBezTo>
                  <a:pt x="20164" y="20970"/>
                  <a:pt x="19830" y="21597"/>
                  <a:pt x="19498" y="21597"/>
                </a:cubicBezTo>
                <a:cubicBezTo>
                  <a:pt x="19166" y="21597"/>
                  <a:pt x="18832" y="20954"/>
                  <a:pt x="18832" y="19434"/>
                </a:cubicBezTo>
                <a:cubicBezTo>
                  <a:pt x="18832" y="17898"/>
                  <a:pt x="19163" y="17270"/>
                  <a:pt x="19498" y="17270"/>
                </a:cubicBezTo>
                <a:close/>
                <a:moveTo>
                  <a:pt x="17531" y="17270"/>
                </a:moveTo>
                <a:cubicBezTo>
                  <a:pt x="17791" y="17270"/>
                  <a:pt x="17950" y="17498"/>
                  <a:pt x="18091" y="17859"/>
                </a:cubicBezTo>
                <a:lnTo>
                  <a:pt x="17940" y="18486"/>
                </a:lnTo>
                <a:cubicBezTo>
                  <a:pt x="17839" y="18236"/>
                  <a:pt x="17677" y="18032"/>
                  <a:pt x="17554" y="18032"/>
                </a:cubicBezTo>
                <a:cubicBezTo>
                  <a:pt x="17379" y="18032"/>
                  <a:pt x="17323" y="18220"/>
                  <a:pt x="17323" y="18455"/>
                </a:cubicBezTo>
                <a:cubicBezTo>
                  <a:pt x="17323" y="18792"/>
                  <a:pt x="17459" y="18894"/>
                  <a:pt x="17621" y="19004"/>
                </a:cubicBezTo>
                <a:cubicBezTo>
                  <a:pt x="17855" y="19161"/>
                  <a:pt x="18140" y="19341"/>
                  <a:pt x="18140" y="20313"/>
                </a:cubicBezTo>
                <a:cubicBezTo>
                  <a:pt x="18140" y="21191"/>
                  <a:pt x="17881" y="21599"/>
                  <a:pt x="17570" y="21599"/>
                </a:cubicBezTo>
                <a:cubicBezTo>
                  <a:pt x="17318" y="21599"/>
                  <a:pt x="17092" y="21325"/>
                  <a:pt x="16968" y="20941"/>
                </a:cubicBezTo>
                <a:lnTo>
                  <a:pt x="16968" y="20939"/>
                </a:lnTo>
                <a:lnTo>
                  <a:pt x="17141" y="20350"/>
                </a:lnTo>
                <a:cubicBezTo>
                  <a:pt x="17243" y="20617"/>
                  <a:pt x="17395" y="20844"/>
                  <a:pt x="17570" y="20844"/>
                </a:cubicBezTo>
                <a:cubicBezTo>
                  <a:pt x="17745" y="20844"/>
                  <a:pt x="17842" y="20711"/>
                  <a:pt x="17842" y="20366"/>
                </a:cubicBezTo>
                <a:cubicBezTo>
                  <a:pt x="17842" y="20021"/>
                  <a:pt x="17703" y="19927"/>
                  <a:pt x="17539" y="19810"/>
                </a:cubicBezTo>
                <a:cubicBezTo>
                  <a:pt x="17305" y="19645"/>
                  <a:pt x="17025" y="19457"/>
                  <a:pt x="17025" y="18493"/>
                </a:cubicBezTo>
                <a:cubicBezTo>
                  <a:pt x="17025" y="17764"/>
                  <a:pt x="17230" y="17270"/>
                  <a:pt x="17531" y="17270"/>
                </a:cubicBezTo>
                <a:close/>
                <a:moveTo>
                  <a:pt x="14444" y="17270"/>
                </a:moveTo>
                <a:cubicBezTo>
                  <a:pt x="14750" y="17270"/>
                  <a:pt x="15044" y="17827"/>
                  <a:pt x="15044" y="19519"/>
                </a:cubicBezTo>
                <a:lnTo>
                  <a:pt x="15044" y="19747"/>
                </a:lnTo>
                <a:lnTo>
                  <a:pt x="14110" y="19747"/>
                </a:lnTo>
                <a:cubicBezTo>
                  <a:pt x="14123" y="20499"/>
                  <a:pt x="14275" y="20828"/>
                  <a:pt x="14475" y="20828"/>
                </a:cubicBezTo>
                <a:cubicBezTo>
                  <a:pt x="14653" y="20828"/>
                  <a:pt x="14755" y="20648"/>
                  <a:pt x="14858" y="20342"/>
                </a:cubicBezTo>
                <a:lnTo>
                  <a:pt x="15026" y="20844"/>
                </a:lnTo>
                <a:cubicBezTo>
                  <a:pt x="14884" y="21322"/>
                  <a:pt x="14697" y="21596"/>
                  <a:pt x="14452" y="21596"/>
                </a:cubicBezTo>
                <a:cubicBezTo>
                  <a:pt x="14153" y="21596"/>
                  <a:pt x="13874" y="21110"/>
                  <a:pt x="13808" y="19964"/>
                </a:cubicBezTo>
                <a:lnTo>
                  <a:pt x="13794" y="19433"/>
                </a:lnTo>
                <a:lnTo>
                  <a:pt x="13810" y="18886"/>
                </a:lnTo>
                <a:cubicBezTo>
                  <a:pt x="13885" y="17714"/>
                  <a:pt x="14197" y="17270"/>
                  <a:pt x="14444" y="17270"/>
                </a:cubicBezTo>
                <a:close/>
                <a:moveTo>
                  <a:pt x="12450" y="17270"/>
                </a:moveTo>
                <a:cubicBezTo>
                  <a:pt x="12756" y="17270"/>
                  <a:pt x="13049" y="17827"/>
                  <a:pt x="13049" y="19519"/>
                </a:cubicBezTo>
                <a:lnTo>
                  <a:pt x="13049" y="19747"/>
                </a:lnTo>
                <a:lnTo>
                  <a:pt x="12116" y="19747"/>
                </a:lnTo>
                <a:cubicBezTo>
                  <a:pt x="12129" y="20499"/>
                  <a:pt x="12281" y="20828"/>
                  <a:pt x="12481" y="20828"/>
                </a:cubicBezTo>
                <a:cubicBezTo>
                  <a:pt x="12658" y="20828"/>
                  <a:pt x="12761" y="20648"/>
                  <a:pt x="12864" y="20342"/>
                </a:cubicBezTo>
                <a:lnTo>
                  <a:pt x="13031" y="20844"/>
                </a:lnTo>
                <a:cubicBezTo>
                  <a:pt x="12890" y="21322"/>
                  <a:pt x="12702" y="21596"/>
                  <a:pt x="12458" y="21596"/>
                </a:cubicBezTo>
                <a:cubicBezTo>
                  <a:pt x="12159" y="21596"/>
                  <a:pt x="11879" y="21110"/>
                  <a:pt x="11814" y="19964"/>
                </a:cubicBezTo>
                <a:lnTo>
                  <a:pt x="11800" y="19433"/>
                </a:lnTo>
                <a:lnTo>
                  <a:pt x="11816" y="18886"/>
                </a:lnTo>
                <a:cubicBezTo>
                  <a:pt x="11890" y="17714"/>
                  <a:pt x="12203" y="17270"/>
                  <a:pt x="12450" y="17270"/>
                </a:cubicBezTo>
                <a:close/>
                <a:moveTo>
                  <a:pt x="7564" y="17270"/>
                </a:moveTo>
                <a:cubicBezTo>
                  <a:pt x="7870" y="17270"/>
                  <a:pt x="8163" y="17827"/>
                  <a:pt x="8163" y="19519"/>
                </a:cubicBezTo>
                <a:lnTo>
                  <a:pt x="8163" y="19747"/>
                </a:lnTo>
                <a:lnTo>
                  <a:pt x="7230" y="19747"/>
                </a:lnTo>
                <a:cubicBezTo>
                  <a:pt x="7243" y="20499"/>
                  <a:pt x="7395" y="20828"/>
                  <a:pt x="7595" y="20828"/>
                </a:cubicBezTo>
                <a:cubicBezTo>
                  <a:pt x="7772" y="20828"/>
                  <a:pt x="7875" y="20648"/>
                  <a:pt x="7978" y="20342"/>
                </a:cubicBezTo>
                <a:lnTo>
                  <a:pt x="8145" y="20844"/>
                </a:lnTo>
                <a:cubicBezTo>
                  <a:pt x="8004" y="21322"/>
                  <a:pt x="7816" y="21596"/>
                  <a:pt x="7572" y="21596"/>
                </a:cubicBezTo>
                <a:cubicBezTo>
                  <a:pt x="7273" y="21596"/>
                  <a:pt x="6993" y="21110"/>
                  <a:pt x="6928" y="19964"/>
                </a:cubicBezTo>
                <a:lnTo>
                  <a:pt x="6914" y="19433"/>
                </a:lnTo>
                <a:lnTo>
                  <a:pt x="6930" y="18886"/>
                </a:lnTo>
                <a:cubicBezTo>
                  <a:pt x="7005" y="17714"/>
                  <a:pt x="7317" y="17270"/>
                  <a:pt x="7564" y="17270"/>
                </a:cubicBezTo>
                <a:close/>
                <a:moveTo>
                  <a:pt x="316" y="16573"/>
                </a:moveTo>
                <a:lnTo>
                  <a:pt x="316" y="18133"/>
                </a:lnTo>
                <a:lnTo>
                  <a:pt x="689" y="18133"/>
                </a:lnTo>
                <a:cubicBezTo>
                  <a:pt x="941" y="18133"/>
                  <a:pt x="1074" y="17898"/>
                  <a:pt x="1074" y="17341"/>
                </a:cubicBezTo>
                <a:cubicBezTo>
                  <a:pt x="1074" y="16785"/>
                  <a:pt x="959" y="16573"/>
                  <a:pt x="694" y="16573"/>
                </a:cubicBezTo>
                <a:close/>
                <a:moveTo>
                  <a:pt x="18323" y="15790"/>
                </a:moveTo>
                <a:lnTo>
                  <a:pt x="18647" y="15790"/>
                </a:lnTo>
                <a:lnTo>
                  <a:pt x="18647" y="16629"/>
                </a:lnTo>
                <a:lnTo>
                  <a:pt x="18323" y="16629"/>
                </a:lnTo>
                <a:close/>
                <a:moveTo>
                  <a:pt x="16485" y="15790"/>
                </a:moveTo>
                <a:lnTo>
                  <a:pt x="16809" y="15790"/>
                </a:lnTo>
                <a:lnTo>
                  <a:pt x="16809" y="16629"/>
                </a:lnTo>
                <a:lnTo>
                  <a:pt x="16485" y="16629"/>
                </a:lnTo>
                <a:close/>
                <a:moveTo>
                  <a:pt x="13288" y="15712"/>
                </a:moveTo>
                <a:lnTo>
                  <a:pt x="13607" y="15712"/>
                </a:lnTo>
                <a:lnTo>
                  <a:pt x="13607" y="21511"/>
                </a:lnTo>
                <a:lnTo>
                  <a:pt x="13288" y="21511"/>
                </a:lnTo>
                <a:close/>
                <a:moveTo>
                  <a:pt x="10471" y="15712"/>
                </a:moveTo>
                <a:lnTo>
                  <a:pt x="11964" y="15712"/>
                </a:lnTo>
                <a:lnTo>
                  <a:pt x="11964" y="16621"/>
                </a:lnTo>
                <a:lnTo>
                  <a:pt x="11378" y="16621"/>
                </a:lnTo>
                <a:lnTo>
                  <a:pt x="11378" y="21511"/>
                </a:lnTo>
                <a:lnTo>
                  <a:pt x="11057" y="21511"/>
                </a:lnTo>
                <a:lnTo>
                  <a:pt x="11057" y="16621"/>
                </a:lnTo>
                <a:lnTo>
                  <a:pt x="10471" y="16621"/>
                </a:lnTo>
                <a:close/>
                <a:moveTo>
                  <a:pt x="9289" y="15712"/>
                </a:moveTo>
                <a:lnTo>
                  <a:pt x="9605" y="15712"/>
                </a:lnTo>
                <a:lnTo>
                  <a:pt x="9605" y="20493"/>
                </a:lnTo>
                <a:cubicBezTo>
                  <a:pt x="9605" y="20994"/>
                  <a:pt x="9615" y="21300"/>
                  <a:pt x="9646" y="21511"/>
                </a:cubicBezTo>
                <a:lnTo>
                  <a:pt x="9320" y="21511"/>
                </a:lnTo>
                <a:cubicBezTo>
                  <a:pt x="9302" y="21394"/>
                  <a:pt x="9289" y="21159"/>
                  <a:pt x="9289" y="20947"/>
                </a:cubicBezTo>
                <a:cubicBezTo>
                  <a:pt x="9189" y="21299"/>
                  <a:pt x="9058" y="21574"/>
                  <a:pt x="8855" y="21574"/>
                </a:cubicBezTo>
                <a:cubicBezTo>
                  <a:pt x="8543" y="21574"/>
                  <a:pt x="8315" y="20884"/>
                  <a:pt x="8315" y="19443"/>
                </a:cubicBezTo>
                <a:lnTo>
                  <a:pt x="8315" y="19442"/>
                </a:lnTo>
                <a:cubicBezTo>
                  <a:pt x="8315" y="18000"/>
                  <a:pt x="8549" y="17271"/>
                  <a:pt x="8898" y="17271"/>
                </a:cubicBezTo>
                <a:cubicBezTo>
                  <a:pt x="9045" y="17271"/>
                  <a:pt x="9189" y="17452"/>
                  <a:pt x="9289" y="17797"/>
                </a:cubicBezTo>
                <a:close/>
                <a:moveTo>
                  <a:pt x="6423" y="15712"/>
                </a:moveTo>
                <a:lnTo>
                  <a:pt x="6739" y="15712"/>
                </a:lnTo>
                <a:lnTo>
                  <a:pt x="6739" y="20493"/>
                </a:lnTo>
                <a:cubicBezTo>
                  <a:pt x="6739" y="20994"/>
                  <a:pt x="6749" y="21300"/>
                  <a:pt x="6780" y="21511"/>
                </a:cubicBezTo>
                <a:lnTo>
                  <a:pt x="6454" y="21511"/>
                </a:lnTo>
                <a:cubicBezTo>
                  <a:pt x="6436" y="21394"/>
                  <a:pt x="6423" y="21159"/>
                  <a:pt x="6423" y="20947"/>
                </a:cubicBezTo>
                <a:cubicBezTo>
                  <a:pt x="6323" y="21299"/>
                  <a:pt x="6192" y="21574"/>
                  <a:pt x="5989" y="21574"/>
                </a:cubicBezTo>
                <a:cubicBezTo>
                  <a:pt x="5678" y="21574"/>
                  <a:pt x="5449" y="20884"/>
                  <a:pt x="5449" y="19443"/>
                </a:cubicBezTo>
                <a:lnTo>
                  <a:pt x="5449" y="19442"/>
                </a:lnTo>
                <a:cubicBezTo>
                  <a:pt x="5449" y="18000"/>
                  <a:pt x="5683" y="17271"/>
                  <a:pt x="6032" y="17271"/>
                </a:cubicBezTo>
                <a:cubicBezTo>
                  <a:pt x="6179" y="17271"/>
                  <a:pt x="6323" y="17452"/>
                  <a:pt x="6423" y="17797"/>
                </a:cubicBezTo>
                <a:close/>
                <a:moveTo>
                  <a:pt x="0" y="15712"/>
                </a:moveTo>
                <a:lnTo>
                  <a:pt x="720" y="15712"/>
                </a:lnTo>
                <a:cubicBezTo>
                  <a:pt x="1100" y="15712"/>
                  <a:pt x="1383" y="16088"/>
                  <a:pt x="1383" y="17154"/>
                </a:cubicBezTo>
                <a:cubicBezTo>
                  <a:pt x="1383" y="17962"/>
                  <a:pt x="1239" y="18368"/>
                  <a:pt x="1046" y="18486"/>
                </a:cubicBezTo>
                <a:lnTo>
                  <a:pt x="1046" y="18501"/>
                </a:lnTo>
                <a:cubicBezTo>
                  <a:pt x="1280" y="18634"/>
                  <a:pt x="1439" y="19034"/>
                  <a:pt x="1439" y="19920"/>
                </a:cubicBezTo>
                <a:cubicBezTo>
                  <a:pt x="1439" y="20986"/>
                  <a:pt x="1154" y="21510"/>
                  <a:pt x="766" y="21510"/>
                </a:cubicBezTo>
                <a:lnTo>
                  <a:pt x="0" y="21510"/>
                </a:lnTo>
                <a:close/>
                <a:moveTo>
                  <a:pt x="6526" y="7160"/>
                </a:moveTo>
                <a:lnTo>
                  <a:pt x="6526" y="7160"/>
                </a:lnTo>
                <a:lnTo>
                  <a:pt x="6133" y="7266"/>
                </a:lnTo>
                <a:cubicBezTo>
                  <a:pt x="6004" y="7320"/>
                  <a:pt x="5877" y="7395"/>
                  <a:pt x="5755" y="7499"/>
                </a:cubicBezTo>
                <a:cubicBezTo>
                  <a:pt x="5644" y="7594"/>
                  <a:pt x="5416" y="7770"/>
                  <a:pt x="5477" y="8065"/>
                </a:cubicBezTo>
                <a:cubicBezTo>
                  <a:pt x="5736" y="9120"/>
                  <a:pt x="6130" y="9759"/>
                  <a:pt x="6502" y="10098"/>
                </a:cubicBezTo>
                <a:cubicBezTo>
                  <a:pt x="6501" y="9732"/>
                  <a:pt x="6501" y="9259"/>
                  <a:pt x="6505" y="8747"/>
                </a:cubicBezTo>
                <a:lnTo>
                  <a:pt x="6526" y="7160"/>
                </a:lnTo>
                <a:lnTo>
                  <a:pt x="6527" y="7160"/>
                </a:lnTo>
                <a:close/>
                <a:moveTo>
                  <a:pt x="16709" y="7088"/>
                </a:moveTo>
                <a:cubicBezTo>
                  <a:pt x="16704" y="7082"/>
                  <a:pt x="16698" y="7086"/>
                  <a:pt x="16692" y="7105"/>
                </a:cubicBezTo>
                <a:cubicBezTo>
                  <a:pt x="16402" y="7876"/>
                  <a:pt x="16127" y="9113"/>
                  <a:pt x="16025" y="9835"/>
                </a:cubicBezTo>
                <a:cubicBezTo>
                  <a:pt x="16092" y="9830"/>
                  <a:pt x="16119" y="9830"/>
                  <a:pt x="16179" y="9778"/>
                </a:cubicBezTo>
                <a:cubicBezTo>
                  <a:pt x="16359" y="9625"/>
                  <a:pt x="16717" y="8875"/>
                  <a:pt x="16760" y="7990"/>
                </a:cubicBezTo>
                <a:cubicBezTo>
                  <a:pt x="16771" y="7726"/>
                  <a:pt x="16748" y="7134"/>
                  <a:pt x="16709" y="7088"/>
                </a:cubicBezTo>
                <a:close/>
                <a:moveTo>
                  <a:pt x="10016" y="5823"/>
                </a:moveTo>
                <a:lnTo>
                  <a:pt x="10016" y="5824"/>
                </a:lnTo>
                <a:cubicBezTo>
                  <a:pt x="10115" y="5900"/>
                  <a:pt x="10179" y="6277"/>
                  <a:pt x="10183" y="6427"/>
                </a:cubicBezTo>
                <a:cubicBezTo>
                  <a:pt x="10220" y="7896"/>
                  <a:pt x="10269" y="9497"/>
                  <a:pt x="10232" y="10928"/>
                </a:cubicBezTo>
                <a:cubicBezTo>
                  <a:pt x="10221" y="11078"/>
                  <a:pt x="10084" y="11135"/>
                  <a:pt x="10010" y="11078"/>
                </a:cubicBezTo>
                <a:cubicBezTo>
                  <a:pt x="9824" y="10965"/>
                  <a:pt x="9847" y="10348"/>
                  <a:pt x="9843" y="9891"/>
                </a:cubicBezTo>
                <a:cubicBezTo>
                  <a:pt x="9832" y="8666"/>
                  <a:pt x="9855" y="7406"/>
                  <a:pt x="9911" y="6276"/>
                </a:cubicBezTo>
                <a:cubicBezTo>
                  <a:pt x="9924" y="6122"/>
                  <a:pt x="9947" y="5805"/>
                  <a:pt x="10016" y="5823"/>
                </a:cubicBezTo>
                <a:close/>
                <a:moveTo>
                  <a:pt x="14826" y="5759"/>
                </a:moveTo>
                <a:cubicBezTo>
                  <a:pt x="14915" y="5742"/>
                  <a:pt x="14994" y="5742"/>
                  <a:pt x="15055" y="5768"/>
                </a:cubicBezTo>
                <a:lnTo>
                  <a:pt x="15055" y="5769"/>
                </a:lnTo>
                <a:cubicBezTo>
                  <a:pt x="15088" y="5783"/>
                  <a:pt x="15114" y="5839"/>
                  <a:pt x="15173" y="5976"/>
                </a:cubicBezTo>
                <a:cubicBezTo>
                  <a:pt x="15231" y="6113"/>
                  <a:pt x="15335" y="6547"/>
                  <a:pt x="15308" y="6710"/>
                </a:cubicBezTo>
                <a:cubicBezTo>
                  <a:pt x="15216" y="7031"/>
                  <a:pt x="15058" y="6960"/>
                  <a:pt x="14926" y="6992"/>
                </a:cubicBezTo>
                <a:cubicBezTo>
                  <a:pt x="14802" y="7023"/>
                  <a:pt x="14666" y="7049"/>
                  <a:pt x="14530" y="7011"/>
                </a:cubicBezTo>
                <a:cubicBezTo>
                  <a:pt x="14502" y="7264"/>
                  <a:pt x="14475" y="7548"/>
                  <a:pt x="14449" y="7799"/>
                </a:cubicBezTo>
                <a:cubicBezTo>
                  <a:pt x="14610" y="7770"/>
                  <a:pt x="14821" y="7707"/>
                  <a:pt x="14981" y="7876"/>
                </a:cubicBezTo>
                <a:cubicBezTo>
                  <a:pt x="15015" y="7935"/>
                  <a:pt x="15031" y="8347"/>
                  <a:pt x="14994" y="8479"/>
                </a:cubicBezTo>
                <a:cubicBezTo>
                  <a:pt x="14866" y="8782"/>
                  <a:pt x="14552" y="8646"/>
                  <a:pt x="14340" y="8741"/>
                </a:cubicBezTo>
                <a:cubicBezTo>
                  <a:pt x="14278" y="9060"/>
                  <a:pt x="14246" y="9382"/>
                  <a:pt x="14221" y="9759"/>
                </a:cubicBezTo>
                <a:cubicBezTo>
                  <a:pt x="14481" y="9779"/>
                  <a:pt x="14722" y="9440"/>
                  <a:pt x="14981" y="9534"/>
                </a:cubicBezTo>
                <a:cubicBezTo>
                  <a:pt x="15015" y="9548"/>
                  <a:pt x="15112" y="10019"/>
                  <a:pt x="15061" y="10175"/>
                </a:cubicBezTo>
                <a:cubicBezTo>
                  <a:pt x="14771" y="10834"/>
                  <a:pt x="14456" y="11492"/>
                  <a:pt x="14073" y="11267"/>
                </a:cubicBezTo>
                <a:cubicBezTo>
                  <a:pt x="13954" y="11184"/>
                  <a:pt x="13872" y="10631"/>
                  <a:pt x="13826" y="10118"/>
                </a:cubicBezTo>
                <a:cubicBezTo>
                  <a:pt x="13788" y="9537"/>
                  <a:pt x="13888" y="9066"/>
                  <a:pt x="13946" y="8618"/>
                </a:cubicBezTo>
                <a:cubicBezTo>
                  <a:pt x="13950" y="8407"/>
                  <a:pt x="13907" y="8301"/>
                  <a:pt x="13913" y="8141"/>
                </a:cubicBezTo>
                <a:cubicBezTo>
                  <a:pt x="13919" y="7877"/>
                  <a:pt x="14012" y="7916"/>
                  <a:pt x="14067" y="7859"/>
                </a:cubicBezTo>
                <a:cubicBezTo>
                  <a:pt x="14129" y="7576"/>
                  <a:pt x="14154" y="7256"/>
                  <a:pt x="14197" y="6954"/>
                </a:cubicBezTo>
                <a:cubicBezTo>
                  <a:pt x="14092" y="6785"/>
                  <a:pt x="13931" y="6861"/>
                  <a:pt x="13901" y="6408"/>
                </a:cubicBezTo>
                <a:cubicBezTo>
                  <a:pt x="13888" y="6295"/>
                  <a:pt x="13876" y="6163"/>
                  <a:pt x="13925" y="6145"/>
                </a:cubicBezTo>
                <a:cubicBezTo>
                  <a:pt x="14198" y="6017"/>
                  <a:pt x="14559" y="5810"/>
                  <a:pt x="14826" y="5759"/>
                </a:cubicBezTo>
                <a:close/>
                <a:moveTo>
                  <a:pt x="11549" y="5717"/>
                </a:moveTo>
                <a:cubicBezTo>
                  <a:pt x="11684" y="5730"/>
                  <a:pt x="11818" y="5775"/>
                  <a:pt x="11949" y="5843"/>
                </a:cubicBezTo>
                <a:lnTo>
                  <a:pt x="11950" y="5842"/>
                </a:lnTo>
                <a:cubicBezTo>
                  <a:pt x="12036" y="5887"/>
                  <a:pt x="12116" y="5917"/>
                  <a:pt x="12178" y="6106"/>
                </a:cubicBezTo>
                <a:cubicBezTo>
                  <a:pt x="12206" y="6252"/>
                  <a:pt x="12148" y="6558"/>
                  <a:pt x="12086" y="6614"/>
                </a:cubicBezTo>
                <a:cubicBezTo>
                  <a:pt x="11653" y="6935"/>
                  <a:pt x="11159" y="6784"/>
                  <a:pt x="10739" y="7180"/>
                </a:cubicBezTo>
                <a:cubicBezTo>
                  <a:pt x="10716" y="7218"/>
                  <a:pt x="10708" y="7237"/>
                  <a:pt x="10721" y="7293"/>
                </a:cubicBezTo>
                <a:cubicBezTo>
                  <a:pt x="11116" y="7783"/>
                  <a:pt x="11628" y="7387"/>
                  <a:pt x="11987" y="8122"/>
                </a:cubicBezTo>
                <a:cubicBezTo>
                  <a:pt x="12141" y="8517"/>
                  <a:pt x="12152" y="9124"/>
                  <a:pt x="12122" y="9684"/>
                </a:cubicBezTo>
                <a:cubicBezTo>
                  <a:pt x="12061" y="10569"/>
                  <a:pt x="11754" y="10842"/>
                  <a:pt x="11499" y="10965"/>
                </a:cubicBezTo>
                <a:cubicBezTo>
                  <a:pt x="11123" y="11144"/>
                  <a:pt x="10721" y="10796"/>
                  <a:pt x="10510" y="9759"/>
                </a:cubicBezTo>
                <a:cubicBezTo>
                  <a:pt x="10461" y="9402"/>
                  <a:pt x="10519" y="8948"/>
                  <a:pt x="10591" y="8799"/>
                </a:cubicBezTo>
                <a:cubicBezTo>
                  <a:pt x="10844" y="8272"/>
                  <a:pt x="11227" y="8536"/>
                  <a:pt x="11499" y="8761"/>
                </a:cubicBezTo>
                <a:cubicBezTo>
                  <a:pt x="11576" y="8830"/>
                  <a:pt x="11692" y="8948"/>
                  <a:pt x="11659" y="9138"/>
                </a:cubicBezTo>
                <a:cubicBezTo>
                  <a:pt x="11554" y="9477"/>
                  <a:pt x="11341" y="9560"/>
                  <a:pt x="11245" y="9496"/>
                </a:cubicBezTo>
                <a:cubicBezTo>
                  <a:pt x="11054" y="9402"/>
                  <a:pt x="10795" y="8705"/>
                  <a:pt x="10640" y="9421"/>
                </a:cubicBezTo>
                <a:cubicBezTo>
                  <a:pt x="10615" y="9583"/>
                  <a:pt x="10693" y="9748"/>
                  <a:pt x="10744" y="9790"/>
                </a:cubicBezTo>
                <a:cubicBezTo>
                  <a:pt x="11127" y="10036"/>
                  <a:pt x="11474" y="9741"/>
                  <a:pt x="11801" y="9327"/>
                </a:cubicBezTo>
                <a:cubicBezTo>
                  <a:pt x="11854" y="9242"/>
                  <a:pt x="11894" y="9064"/>
                  <a:pt x="11850" y="8894"/>
                </a:cubicBezTo>
                <a:cubicBezTo>
                  <a:pt x="11498" y="8046"/>
                  <a:pt x="10967" y="8385"/>
                  <a:pt x="10553" y="8103"/>
                </a:cubicBezTo>
                <a:cubicBezTo>
                  <a:pt x="10492" y="8046"/>
                  <a:pt x="10422" y="7853"/>
                  <a:pt x="10405" y="7669"/>
                </a:cubicBezTo>
                <a:cubicBezTo>
                  <a:pt x="10399" y="7387"/>
                  <a:pt x="10395" y="6982"/>
                  <a:pt x="10461" y="6766"/>
                </a:cubicBezTo>
                <a:cubicBezTo>
                  <a:pt x="10743" y="5932"/>
                  <a:pt x="11145" y="5678"/>
                  <a:pt x="11549" y="5717"/>
                </a:cubicBezTo>
                <a:close/>
                <a:moveTo>
                  <a:pt x="15954" y="5587"/>
                </a:moveTo>
                <a:cubicBezTo>
                  <a:pt x="15967" y="5597"/>
                  <a:pt x="15975" y="5633"/>
                  <a:pt x="15975" y="5710"/>
                </a:cubicBezTo>
                <a:cubicBezTo>
                  <a:pt x="15945" y="6934"/>
                  <a:pt x="15575" y="7781"/>
                  <a:pt x="15593" y="9116"/>
                </a:cubicBezTo>
                <a:cubicBezTo>
                  <a:pt x="15698" y="8429"/>
                  <a:pt x="16161" y="6859"/>
                  <a:pt x="16544" y="6181"/>
                </a:cubicBezTo>
                <a:cubicBezTo>
                  <a:pt x="16605" y="6098"/>
                  <a:pt x="16671" y="6040"/>
                  <a:pt x="16735" y="6162"/>
                </a:cubicBezTo>
                <a:cubicBezTo>
                  <a:pt x="16933" y="6558"/>
                  <a:pt x="17018" y="7217"/>
                  <a:pt x="17013" y="7913"/>
                </a:cubicBezTo>
                <a:cubicBezTo>
                  <a:pt x="16995" y="9212"/>
                  <a:pt x="16643" y="10399"/>
                  <a:pt x="16272" y="10945"/>
                </a:cubicBezTo>
                <a:cubicBezTo>
                  <a:pt x="16053" y="11242"/>
                  <a:pt x="15953" y="11254"/>
                  <a:pt x="15790" y="11190"/>
                </a:cubicBezTo>
                <a:cubicBezTo>
                  <a:pt x="15617" y="12603"/>
                  <a:pt x="15494" y="14053"/>
                  <a:pt x="15407" y="15559"/>
                </a:cubicBezTo>
                <a:cubicBezTo>
                  <a:pt x="15397" y="15691"/>
                  <a:pt x="15309" y="15541"/>
                  <a:pt x="15272" y="15484"/>
                </a:cubicBezTo>
                <a:cubicBezTo>
                  <a:pt x="15160" y="15277"/>
                  <a:pt x="15055" y="14938"/>
                  <a:pt x="15049" y="14542"/>
                </a:cubicBezTo>
                <a:cubicBezTo>
                  <a:pt x="15080" y="12980"/>
                  <a:pt x="15228" y="11549"/>
                  <a:pt x="15401" y="10155"/>
                </a:cubicBezTo>
                <a:cubicBezTo>
                  <a:pt x="15136" y="8629"/>
                  <a:pt x="15476" y="7085"/>
                  <a:pt x="15797" y="5918"/>
                </a:cubicBezTo>
                <a:lnTo>
                  <a:pt x="15796" y="5917"/>
                </a:lnTo>
                <a:cubicBezTo>
                  <a:pt x="15830" y="5780"/>
                  <a:pt x="15914" y="5560"/>
                  <a:pt x="15954" y="5587"/>
                </a:cubicBezTo>
                <a:close/>
                <a:moveTo>
                  <a:pt x="13172" y="4938"/>
                </a:moveTo>
                <a:lnTo>
                  <a:pt x="13172" y="4939"/>
                </a:lnTo>
                <a:cubicBezTo>
                  <a:pt x="13320" y="5052"/>
                  <a:pt x="13413" y="5541"/>
                  <a:pt x="13493" y="5918"/>
                </a:cubicBezTo>
                <a:cubicBezTo>
                  <a:pt x="13715" y="7047"/>
                  <a:pt x="13814" y="8629"/>
                  <a:pt x="13660" y="9985"/>
                </a:cubicBezTo>
                <a:cubicBezTo>
                  <a:pt x="13598" y="10324"/>
                  <a:pt x="13487" y="10644"/>
                  <a:pt x="13351" y="10701"/>
                </a:cubicBezTo>
                <a:cubicBezTo>
                  <a:pt x="13213" y="10725"/>
                  <a:pt x="13147" y="10372"/>
                  <a:pt x="13073" y="10005"/>
                </a:cubicBezTo>
                <a:cubicBezTo>
                  <a:pt x="12926" y="9279"/>
                  <a:pt x="12792" y="8583"/>
                  <a:pt x="12659" y="7801"/>
                </a:cubicBezTo>
                <a:cubicBezTo>
                  <a:pt x="12641" y="7724"/>
                  <a:pt x="12622" y="7900"/>
                  <a:pt x="12622" y="7990"/>
                </a:cubicBezTo>
                <a:cubicBezTo>
                  <a:pt x="12610" y="8959"/>
                  <a:pt x="12622" y="9967"/>
                  <a:pt x="12536" y="10833"/>
                </a:cubicBezTo>
                <a:cubicBezTo>
                  <a:pt x="12514" y="10996"/>
                  <a:pt x="12437" y="11021"/>
                  <a:pt x="12381" y="10965"/>
                </a:cubicBezTo>
                <a:cubicBezTo>
                  <a:pt x="12184" y="10664"/>
                  <a:pt x="12221" y="9901"/>
                  <a:pt x="12233" y="9327"/>
                </a:cubicBezTo>
                <a:cubicBezTo>
                  <a:pt x="12256" y="8252"/>
                  <a:pt x="12313" y="7237"/>
                  <a:pt x="12461" y="6314"/>
                </a:cubicBezTo>
                <a:cubicBezTo>
                  <a:pt x="12490" y="6146"/>
                  <a:pt x="12552" y="6017"/>
                  <a:pt x="12603" y="6144"/>
                </a:cubicBezTo>
                <a:cubicBezTo>
                  <a:pt x="12924" y="7010"/>
                  <a:pt x="13079" y="8196"/>
                  <a:pt x="13344" y="9194"/>
                </a:cubicBezTo>
                <a:cubicBezTo>
                  <a:pt x="13394" y="9005"/>
                  <a:pt x="13369" y="8704"/>
                  <a:pt x="13363" y="8478"/>
                </a:cubicBezTo>
                <a:cubicBezTo>
                  <a:pt x="13332" y="7386"/>
                  <a:pt x="13209" y="6388"/>
                  <a:pt x="13129" y="5352"/>
                </a:cubicBezTo>
                <a:cubicBezTo>
                  <a:pt x="13112" y="5193"/>
                  <a:pt x="13105" y="4911"/>
                  <a:pt x="13172" y="4938"/>
                </a:cubicBezTo>
                <a:close/>
                <a:moveTo>
                  <a:pt x="10750" y="2200"/>
                </a:moveTo>
                <a:cubicBezTo>
                  <a:pt x="10545" y="2181"/>
                  <a:pt x="10338" y="2753"/>
                  <a:pt x="10180" y="3222"/>
                </a:cubicBezTo>
                <a:cubicBezTo>
                  <a:pt x="10079" y="3523"/>
                  <a:pt x="10013" y="3757"/>
                  <a:pt x="9980" y="4046"/>
                </a:cubicBezTo>
                <a:cubicBezTo>
                  <a:pt x="10239" y="4141"/>
                  <a:pt x="10464" y="3879"/>
                  <a:pt x="10668" y="3540"/>
                </a:cubicBezTo>
                <a:cubicBezTo>
                  <a:pt x="10800" y="3297"/>
                  <a:pt x="10940" y="2782"/>
                  <a:pt x="10899" y="2453"/>
                </a:cubicBezTo>
                <a:lnTo>
                  <a:pt x="10899" y="2453"/>
                </a:lnTo>
                <a:cubicBezTo>
                  <a:pt x="10881" y="2309"/>
                  <a:pt x="10866" y="2273"/>
                  <a:pt x="10838" y="2246"/>
                </a:cubicBezTo>
                <a:cubicBezTo>
                  <a:pt x="10809" y="2217"/>
                  <a:pt x="10779" y="2202"/>
                  <a:pt x="10750" y="2200"/>
                </a:cubicBezTo>
                <a:close/>
                <a:moveTo>
                  <a:pt x="10121" y="2114"/>
                </a:moveTo>
                <a:cubicBezTo>
                  <a:pt x="9997" y="2095"/>
                  <a:pt x="9878" y="2332"/>
                  <a:pt x="9794" y="2584"/>
                </a:cubicBezTo>
                <a:cubicBezTo>
                  <a:pt x="9720" y="2867"/>
                  <a:pt x="9621" y="3206"/>
                  <a:pt x="9682" y="3545"/>
                </a:cubicBezTo>
                <a:cubicBezTo>
                  <a:pt x="9801" y="3004"/>
                  <a:pt x="9947" y="2509"/>
                  <a:pt x="10121" y="2114"/>
                </a:cubicBezTo>
                <a:close/>
                <a:moveTo>
                  <a:pt x="10481" y="1009"/>
                </a:moveTo>
                <a:cubicBezTo>
                  <a:pt x="10617" y="1042"/>
                  <a:pt x="10743" y="1215"/>
                  <a:pt x="10831" y="1568"/>
                </a:cubicBezTo>
                <a:cubicBezTo>
                  <a:pt x="10949" y="1568"/>
                  <a:pt x="11066" y="1775"/>
                  <a:pt x="11122" y="2114"/>
                </a:cubicBezTo>
                <a:cubicBezTo>
                  <a:pt x="11220" y="2980"/>
                  <a:pt x="10973" y="3620"/>
                  <a:pt x="10770" y="4147"/>
                </a:cubicBezTo>
                <a:cubicBezTo>
                  <a:pt x="10510" y="4768"/>
                  <a:pt x="10177" y="5258"/>
                  <a:pt x="9831" y="4844"/>
                </a:cubicBezTo>
                <a:cubicBezTo>
                  <a:pt x="9770" y="5003"/>
                  <a:pt x="9744" y="5428"/>
                  <a:pt x="9627" y="5239"/>
                </a:cubicBezTo>
                <a:cubicBezTo>
                  <a:pt x="9522" y="5032"/>
                  <a:pt x="9534" y="4627"/>
                  <a:pt x="9547" y="4336"/>
                </a:cubicBezTo>
                <a:cubicBezTo>
                  <a:pt x="9435" y="4015"/>
                  <a:pt x="9399" y="3583"/>
                  <a:pt x="9429" y="3112"/>
                </a:cubicBezTo>
                <a:cubicBezTo>
                  <a:pt x="9553" y="1925"/>
                  <a:pt x="9967" y="1229"/>
                  <a:pt x="10343" y="1022"/>
                </a:cubicBezTo>
                <a:lnTo>
                  <a:pt x="10344" y="1022"/>
                </a:lnTo>
                <a:cubicBezTo>
                  <a:pt x="10390" y="1003"/>
                  <a:pt x="10436" y="998"/>
                  <a:pt x="10481" y="1009"/>
                </a:cubicBezTo>
                <a:close/>
                <a:moveTo>
                  <a:pt x="5812" y="0"/>
                </a:moveTo>
                <a:cubicBezTo>
                  <a:pt x="6754" y="2"/>
                  <a:pt x="7671" y="1125"/>
                  <a:pt x="8422" y="2566"/>
                </a:cubicBezTo>
                <a:lnTo>
                  <a:pt x="8422" y="2569"/>
                </a:lnTo>
                <a:cubicBezTo>
                  <a:pt x="8542" y="2800"/>
                  <a:pt x="8770" y="3367"/>
                  <a:pt x="8834" y="3536"/>
                </a:cubicBezTo>
                <a:cubicBezTo>
                  <a:pt x="9292" y="4747"/>
                  <a:pt x="9904" y="6919"/>
                  <a:pt x="9552" y="9160"/>
                </a:cubicBezTo>
                <a:cubicBezTo>
                  <a:pt x="9132" y="11494"/>
                  <a:pt x="8194" y="12163"/>
                  <a:pt x="7428" y="11871"/>
                </a:cubicBezTo>
                <a:cubicBezTo>
                  <a:pt x="7237" y="11798"/>
                  <a:pt x="7106" y="11704"/>
                  <a:pt x="6995" y="11646"/>
                </a:cubicBezTo>
                <a:cubicBezTo>
                  <a:pt x="6986" y="11905"/>
                  <a:pt x="6983" y="12248"/>
                  <a:pt x="6878" y="12380"/>
                </a:cubicBezTo>
                <a:cubicBezTo>
                  <a:pt x="6793" y="12435"/>
                  <a:pt x="6681" y="12470"/>
                  <a:pt x="6649" y="12380"/>
                </a:cubicBezTo>
                <a:cubicBezTo>
                  <a:pt x="6551" y="12022"/>
                  <a:pt x="6527" y="11575"/>
                  <a:pt x="6514" y="11118"/>
                </a:cubicBezTo>
                <a:cubicBezTo>
                  <a:pt x="6399" y="10951"/>
                  <a:pt x="6295" y="10775"/>
                  <a:pt x="6192" y="10572"/>
                </a:cubicBezTo>
                <a:cubicBezTo>
                  <a:pt x="5877" y="9951"/>
                  <a:pt x="5419" y="8892"/>
                  <a:pt x="5346" y="8011"/>
                </a:cubicBezTo>
                <a:cubicBezTo>
                  <a:pt x="5292" y="7020"/>
                  <a:pt x="5931" y="6396"/>
                  <a:pt x="6094" y="6279"/>
                </a:cubicBezTo>
                <a:cubicBezTo>
                  <a:pt x="6256" y="6161"/>
                  <a:pt x="6532" y="5996"/>
                  <a:pt x="6532" y="5996"/>
                </a:cubicBezTo>
                <a:cubicBezTo>
                  <a:pt x="6550" y="5513"/>
                  <a:pt x="6568" y="4940"/>
                  <a:pt x="6588" y="4414"/>
                </a:cubicBezTo>
                <a:cubicBezTo>
                  <a:pt x="6604" y="3983"/>
                  <a:pt x="6619" y="3567"/>
                  <a:pt x="6712" y="3247"/>
                </a:cubicBezTo>
                <a:cubicBezTo>
                  <a:pt x="6829" y="3322"/>
                  <a:pt x="6907" y="3538"/>
                  <a:pt x="6941" y="4026"/>
                </a:cubicBezTo>
                <a:cubicBezTo>
                  <a:pt x="6975" y="4513"/>
                  <a:pt x="6979" y="5325"/>
                  <a:pt x="6984" y="5869"/>
                </a:cubicBezTo>
                <a:cubicBezTo>
                  <a:pt x="7491" y="5906"/>
                  <a:pt x="8009" y="5901"/>
                  <a:pt x="8385" y="6880"/>
                </a:cubicBezTo>
                <a:cubicBezTo>
                  <a:pt x="8469" y="7160"/>
                  <a:pt x="8534" y="7483"/>
                  <a:pt x="8490" y="7897"/>
                </a:cubicBezTo>
                <a:cubicBezTo>
                  <a:pt x="8429" y="8330"/>
                  <a:pt x="8299" y="8707"/>
                  <a:pt x="8144" y="8782"/>
                </a:cubicBezTo>
                <a:cubicBezTo>
                  <a:pt x="8044" y="8808"/>
                  <a:pt x="7893" y="8666"/>
                  <a:pt x="7934" y="8518"/>
                </a:cubicBezTo>
                <a:cubicBezTo>
                  <a:pt x="8008" y="8311"/>
                  <a:pt x="8206" y="7902"/>
                  <a:pt x="8138" y="7765"/>
                </a:cubicBezTo>
                <a:cubicBezTo>
                  <a:pt x="7786" y="7294"/>
                  <a:pt x="7254" y="7038"/>
                  <a:pt x="6979" y="7087"/>
                </a:cubicBezTo>
                <a:cubicBezTo>
                  <a:pt x="6986" y="7854"/>
                  <a:pt x="6994" y="9348"/>
                  <a:pt x="6989" y="10552"/>
                </a:cubicBezTo>
                <a:cubicBezTo>
                  <a:pt x="7121" y="10702"/>
                  <a:pt x="7248" y="10773"/>
                  <a:pt x="7397" y="10777"/>
                </a:cubicBezTo>
                <a:cubicBezTo>
                  <a:pt x="8064" y="10798"/>
                  <a:pt x="8920" y="10501"/>
                  <a:pt x="9138" y="8574"/>
                </a:cubicBezTo>
                <a:cubicBezTo>
                  <a:pt x="9305" y="6577"/>
                  <a:pt x="8824" y="4923"/>
                  <a:pt x="8317" y="3809"/>
                </a:cubicBezTo>
                <a:cubicBezTo>
                  <a:pt x="7360" y="1705"/>
                  <a:pt x="6155" y="552"/>
                  <a:pt x="4933" y="1098"/>
                </a:cubicBezTo>
                <a:cubicBezTo>
                  <a:pt x="4890" y="1173"/>
                  <a:pt x="4834" y="1135"/>
                  <a:pt x="4797" y="1248"/>
                </a:cubicBezTo>
                <a:cubicBezTo>
                  <a:pt x="4865" y="1399"/>
                  <a:pt x="4988" y="1305"/>
                  <a:pt x="5032" y="1587"/>
                </a:cubicBezTo>
                <a:cubicBezTo>
                  <a:pt x="5026" y="1719"/>
                  <a:pt x="4970" y="1719"/>
                  <a:pt x="4939" y="1776"/>
                </a:cubicBezTo>
                <a:cubicBezTo>
                  <a:pt x="4809" y="1776"/>
                  <a:pt x="4686" y="1831"/>
                  <a:pt x="4606" y="1531"/>
                </a:cubicBezTo>
                <a:cubicBezTo>
                  <a:pt x="4630" y="1078"/>
                  <a:pt x="4705" y="571"/>
                  <a:pt x="4865" y="401"/>
                </a:cubicBezTo>
                <a:cubicBezTo>
                  <a:pt x="5180" y="123"/>
                  <a:pt x="5497" y="-1"/>
                  <a:pt x="5812" y="0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865" name="Freeform 6"/>
          <p:cNvSpPr/>
          <p:nvPr/>
        </p:nvSpPr>
        <p:spPr>
          <a:xfrm>
            <a:off x="10243970" y="9724614"/>
            <a:ext cx="1215482" cy="3022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16" h="21264" fill="norm" stroke="1" extrusionOk="0">
                <a:moveTo>
                  <a:pt x="19660" y="8348"/>
                </a:moveTo>
                <a:lnTo>
                  <a:pt x="21396" y="8350"/>
                </a:lnTo>
                <a:lnTo>
                  <a:pt x="20984" y="21226"/>
                </a:lnTo>
                <a:lnTo>
                  <a:pt x="19248" y="21227"/>
                </a:lnTo>
                <a:close/>
                <a:moveTo>
                  <a:pt x="16230" y="8348"/>
                </a:moveTo>
                <a:lnTo>
                  <a:pt x="18017" y="8350"/>
                </a:lnTo>
                <a:lnTo>
                  <a:pt x="17554" y="21188"/>
                </a:lnTo>
                <a:lnTo>
                  <a:pt x="15786" y="21192"/>
                </a:lnTo>
                <a:close/>
                <a:moveTo>
                  <a:pt x="10914" y="8348"/>
                </a:moveTo>
                <a:lnTo>
                  <a:pt x="15851" y="8348"/>
                </a:lnTo>
                <a:cubicBezTo>
                  <a:pt x="15851" y="8348"/>
                  <a:pt x="15801" y="9467"/>
                  <a:pt x="15765" y="10193"/>
                </a:cubicBezTo>
                <a:cubicBezTo>
                  <a:pt x="15690" y="11695"/>
                  <a:pt x="15459" y="13107"/>
                  <a:pt x="14920" y="13107"/>
                </a:cubicBezTo>
                <a:lnTo>
                  <a:pt x="12525" y="13107"/>
                </a:lnTo>
                <a:lnTo>
                  <a:pt x="12236" y="21227"/>
                </a:lnTo>
                <a:lnTo>
                  <a:pt x="10503" y="21227"/>
                </a:lnTo>
                <a:close/>
                <a:moveTo>
                  <a:pt x="394" y="8266"/>
                </a:moveTo>
                <a:lnTo>
                  <a:pt x="4999" y="8266"/>
                </a:lnTo>
                <a:lnTo>
                  <a:pt x="4835" y="13194"/>
                </a:lnTo>
                <a:lnTo>
                  <a:pt x="1986" y="13204"/>
                </a:lnTo>
                <a:lnTo>
                  <a:pt x="1906" y="15612"/>
                </a:lnTo>
                <a:lnTo>
                  <a:pt x="4755" y="15625"/>
                </a:lnTo>
                <a:lnTo>
                  <a:pt x="4585" y="21264"/>
                </a:lnTo>
                <a:lnTo>
                  <a:pt x="0" y="21264"/>
                </a:lnTo>
                <a:close/>
                <a:moveTo>
                  <a:pt x="8157" y="8239"/>
                </a:moveTo>
                <a:cubicBezTo>
                  <a:pt x="8729" y="8239"/>
                  <a:pt x="9184" y="8243"/>
                  <a:pt x="9298" y="8247"/>
                </a:cubicBezTo>
                <a:cubicBezTo>
                  <a:pt x="9914" y="8266"/>
                  <a:pt x="10434" y="9598"/>
                  <a:pt x="10393" y="12972"/>
                </a:cubicBezTo>
                <a:cubicBezTo>
                  <a:pt x="10374" y="14475"/>
                  <a:pt x="10280" y="17417"/>
                  <a:pt x="10115" y="18558"/>
                </a:cubicBezTo>
                <a:cubicBezTo>
                  <a:pt x="9672" y="21600"/>
                  <a:pt x="9006" y="21191"/>
                  <a:pt x="8880" y="21227"/>
                </a:cubicBezTo>
                <a:cubicBezTo>
                  <a:pt x="8778" y="21245"/>
                  <a:pt x="5044" y="21227"/>
                  <a:pt x="5044" y="21227"/>
                </a:cubicBezTo>
                <a:lnTo>
                  <a:pt x="5044" y="21227"/>
                </a:lnTo>
                <a:lnTo>
                  <a:pt x="5214" y="15625"/>
                </a:lnTo>
                <a:lnTo>
                  <a:pt x="8594" y="15612"/>
                </a:lnTo>
                <a:lnTo>
                  <a:pt x="8657" y="13129"/>
                </a:lnTo>
                <a:cubicBezTo>
                  <a:pt x="8657" y="13129"/>
                  <a:pt x="6531" y="13149"/>
                  <a:pt x="6189" y="13100"/>
                </a:cubicBezTo>
                <a:cubicBezTo>
                  <a:pt x="5706" y="13028"/>
                  <a:pt x="5235" y="11658"/>
                  <a:pt x="5366" y="8266"/>
                </a:cubicBezTo>
                <a:cubicBezTo>
                  <a:pt x="5928" y="8244"/>
                  <a:pt x="7205" y="8238"/>
                  <a:pt x="8157" y="8239"/>
                </a:cubicBezTo>
                <a:close/>
                <a:moveTo>
                  <a:pt x="21487" y="6014"/>
                </a:moveTo>
                <a:lnTo>
                  <a:pt x="21488" y="6014"/>
                </a:lnTo>
                <a:cubicBezTo>
                  <a:pt x="21488" y="6014"/>
                  <a:pt x="21487" y="6029"/>
                  <a:pt x="21487" y="6032"/>
                </a:cubicBezTo>
                <a:close/>
                <a:moveTo>
                  <a:pt x="12432" y="96"/>
                </a:moveTo>
                <a:cubicBezTo>
                  <a:pt x="13754" y="95"/>
                  <a:pt x="14836" y="98"/>
                  <a:pt x="15028" y="110"/>
                </a:cubicBezTo>
                <a:cubicBezTo>
                  <a:pt x="15546" y="143"/>
                  <a:pt x="15955" y="1791"/>
                  <a:pt x="15967" y="3920"/>
                </a:cubicBezTo>
                <a:cubicBezTo>
                  <a:pt x="15973" y="4926"/>
                  <a:pt x="15920" y="6013"/>
                  <a:pt x="15920" y="6013"/>
                </a:cubicBezTo>
                <a:lnTo>
                  <a:pt x="5437" y="5999"/>
                </a:lnTo>
                <a:cubicBezTo>
                  <a:pt x="5437" y="5999"/>
                  <a:pt x="5476" y="4974"/>
                  <a:pt x="5510" y="4063"/>
                </a:cubicBezTo>
                <a:cubicBezTo>
                  <a:pt x="5571" y="2400"/>
                  <a:pt x="6131" y="106"/>
                  <a:pt x="6823" y="111"/>
                </a:cubicBezTo>
                <a:lnTo>
                  <a:pt x="6823" y="110"/>
                </a:lnTo>
                <a:cubicBezTo>
                  <a:pt x="7357" y="110"/>
                  <a:pt x="10228" y="97"/>
                  <a:pt x="12432" y="96"/>
                </a:cubicBezTo>
                <a:close/>
                <a:moveTo>
                  <a:pt x="662" y="39"/>
                </a:moveTo>
                <a:lnTo>
                  <a:pt x="5238" y="43"/>
                </a:lnTo>
                <a:lnTo>
                  <a:pt x="5068" y="5998"/>
                </a:lnTo>
                <a:lnTo>
                  <a:pt x="474" y="5998"/>
                </a:lnTo>
                <a:close/>
                <a:moveTo>
                  <a:pt x="19366" y="0"/>
                </a:moveTo>
                <a:cubicBezTo>
                  <a:pt x="19775" y="0"/>
                  <a:pt x="20136" y="1"/>
                  <a:pt x="20373" y="5"/>
                </a:cubicBezTo>
                <a:cubicBezTo>
                  <a:pt x="20986" y="16"/>
                  <a:pt x="21600" y="1159"/>
                  <a:pt x="21507" y="5082"/>
                </a:cubicBezTo>
                <a:cubicBezTo>
                  <a:pt x="21493" y="5664"/>
                  <a:pt x="21489" y="5897"/>
                  <a:pt x="21487" y="5985"/>
                </a:cubicBezTo>
                <a:lnTo>
                  <a:pt x="21487" y="6014"/>
                </a:lnTo>
                <a:lnTo>
                  <a:pt x="16310" y="5998"/>
                </a:lnTo>
                <a:lnTo>
                  <a:pt x="16489" y="14"/>
                </a:lnTo>
                <a:cubicBezTo>
                  <a:pt x="16489" y="14"/>
                  <a:pt x="18140" y="1"/>
                  <a:pt x="19366" y="0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866" name="Freeform 15"/>
          <p:cNvSpPr/>
          <p:nvPr/>
        </p:nvSpPr>
        <p:spPr>
          <a:xfrm>
            <a:off x="11931293" y="9724614"/>
            <a:ext cx="1535262" cy="3022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8" fill="norm" stroke="1" extrusionOk="0">
                <a:moveTo>
                  <a:pt x="8797" y="8373"/>
                </a:moveTo>
                <a:lnTo>
                  <a:pt x="12739" y="8373"/>
                </a:lnTo>
                <a:cubicBezTo>
                  <a:pt x="12739" y="8373"/>
                  <a:pt x="12721" y="9226"/>
                  <a:pt x="12695" y="10159"/>
                </a:cubicBezTo>
                <a:cubicBezTo>
                  <a:pt x="12644" y="12007"/>
                  <a:pt x="12373" y="13387"/>
                  <a:pt x="11869" y="13387"/>
                </a:cubicBezTo>
                <a:lnTo>
                  <a:pt x="10092" y="13387"/>
                </a:lnTo>
                <a:lnTo>
                  <a:pt x="9891" y="21593"/>
                </a:lnTo>
                <a:lnTo>
                  <a:pt x="8476" y="21598"/>
                </a:lnTo>
                <a:close/>
                <a:moveTo>
                  <a:pt x="4394" y="8369"/>
                </a:moveTo>
                <a:cubicBezTo>
                  <a:pt x="4877" y="8369"/>
                  <a:pt x="7257" y="8375"/>
                  <a:pt x="7503" y="8375"/>
                </a:cubicBezTo>
                <a:lnTo>
                  <a:pt x="7503" y="8374"/>
                </a:lnTo>
                <a:cubicBezTo>
                  <a:pt x="7946" y="8374"/>
                  <a:pt x="8510" y="9362"/>
                  <a:pt x="8398" y="13499"/>
                </a:cubicBezTo>
                <a:cubicBezTo>
                  <a:pt x="8379" y="14208"/>
                  <a:pt x="8309" y="17599"/>
                  <a:pt x="8232" y="18545"/>
                </a:cubicBezTo>
                <a:cubicBezTo>
                  <a:pt x="7993" y="21461"/>
                  <a:pt x="7291" y="21558"/>
                  <a:pt x="7191" y="21594"/>
                </a:cubicBezTo>
                <a:cubicBezTo>
                  <a:pt x="7070" y="21599"/>
                  <a:pt x="4070" y="21594"/>
                  <a:pt x="4070" y="21594"/>
                </a:cubicBezTo>
                <a:lnTo>
                  <a:pt x="4210" y="15858"/>
                </a:lnTo>
                <a:lnTo>
                  <a:pt x="6965" y="15858"/>
                </a:lnTo>
                <a:lnTo>
                  <a:pt x="7025" y="13377"/>
                </a:lnTo>
                <a:cubicBezTo>
                  <a:pt x="7025" y="13377"/>
                  <a:pt x="5373" y="13385"/>
                  <a:pt x="5111" y="13385"/>
                </a:cubicBezTo>
                <a:cubicBezTo>
                  <a:pt x="4629" y="13385"/>
                  <a:pt x="4289" y="11823"/>
                  <a:pt x="4394" y="8369"/>
                </a:cubicBezTo>
                <a:close/>
                <a:moveTo>
                  <a:pt x="323" y="8369"/>
                </a:moveTo>
                <a:lnTo>
                  <a:pt x="4108" y="8369"/>
                </a:lnTo>
                <a:lnTo>
                  <a:pt x="3986" y="13380"/>
                </a:lnTo>
                <a:lnTo>
                  <a:pt x="1616" y="13380"/>
                </a:lnTo>
                <a:lnTo>
                  <a:pt x="1555" y="15856"/>
                </a:lnTo>
                <a:lnTo>
                  <a:pt x="3925" y="15856"/>
                </a:lnTo>
                <a:lnTo>
                  <a:pt x="3784" y="21594"/>
                </a:lnTo>
                <a:lnTo>
                  <a:pt x="0" y="21594"/>
                </a:lnTo>
                <a:close/>
                <a:moveTo>
                  <a:pt x="15714" y="8368"/>
                </a:moveTo>
                <a:lnTo>
                  <a:pt x="17131" y="8373"/>
                </a:lnTo>
                <a:lnTo>
                  <a:pt x="16807" y="21590"/>
                </a:lnTo>
                <a:lnTo>
                  <a:pt x="15392" y="21593"/>
                </a:lnTo>
                <a:close/>
                <a:moveTo>
                  <a:pt x="13027" y="8368"/>
                </a:moveTo>
                <a:lnTo>
                  <a:pt x="14442" y="8373"/>
                </a:lnTo>
                <a:lnTo>
                  <a:pt x="14119" y="21590"/>
                </a:lnTo>
                <a:lnTo>
                  <a:pt x="12703" y="21593"/>
                </a:lnTo>
                <a:close/>
                <a:moveTo>
                  <a:pt x="19544" y="2684"/>
                </a:moveTo>
                <a:lnTo>
                  <a:pt x="20668" y="2684"/>
                </a:lnTo>
                <a:lnTo>
                  <a:pt x="20535" y="8079"/>
                </a:lnTo>
                <a:lnTo>
                  <a:pt x="21600" y="8079"/>
                </a:lnTo>
                <a:lnTo>
                  <a:pt x="21472" y="13428"/>
                </a:lnTo>
                <a:lnTo>
                  <a:pt x="20410" y="13428"/>
                </a:lnTo>
                <a:lnTo>
                  <a:pt x="20275" y="18914"/>
                </a:lnTo>
                <a:lnTo>
                  <a:pt x="19151" y="18914"/>
                </a:lnTo>
                <a:lnTo>
                  <a:pt x="19287" y="13428"/>
                </a:lnTo>
                <a:lnTo>
                  <a:pt x="18230" y="13428"/>
                </a:lnTo>
                <a:lnTo>
                  <a:pt x="18358" y="8079"/>
                </a:lnTo>
                <a:lnTo>
                  <a:pt x="19411" y="8079"/>
                </a:lnTo>
                <a:close/>
                <a:moveTo>
                  <a:pt x="13231" y="5"/>
                </a:moveTo>
                <a:lnTo>
                  <a:pt x="16317" y="5"/>
                </a:lnTo>
                <a:cubicBezTo>
                  <a:pt x="16805" y="5"/>
                  <a:pt x="17313" y="1159"/>
                  <a:pt x="17212" y="5133"/>
                </a:cubicBezTo>
                <a:cubicBezTo>
                  <a:pt x="17194" y="5840"/>
                  <a:pt x="17189" y="6063"/>
                  <a:pt x="17189" y="6063"/>
                </a:cubicBezTo>
                <a:lnTo>
                  <a:pt x="13083" y="6063"/>
                </a:lnTo>
                <a:close/>
                <a:moveTo>
                  <a:pt x="5620" y="5"/>
                </a:moveTo>
                <a:lnTo>
                  <a:pt x="11884" y="5"/>
                </a:lnTo>
                <a:cubicBezTo>
                  <a:pt x="12671" y="5"/>
                  <a:pt x="12886" y="2348"/>
                  <a:pt x="12822" y="4936"/>
                </a:cubicBezTo>
                <a:cubicBezTo>
                  <a:pt x="12811" y="5438"/>
                  <a:pt x="12794" y="6063"/>
                  <a:pt x="12794" y="6063"/>
                </a:cubicBezTo>
                <a:lnTo>
                  <a:pt x="4450" y="6063"/>
                </a:lnTo>
                <a:cubicBezTo>
                  <a:pt x="4450" y="6063"/>
                  <a:pt x="4471" y="5227"/>
                  <a:pt x="4493" y="4285"/>
                </a:cubicBezTo>
                <a:cubicBezTo>
                  <a:pt x="4554" y="1717"/>
                  <a:pt x="4977" y="-1"/>
                  <a:pt x="5620" y="5"/>
                </a:cubicBezTo>
                <a:close/>
                <a:moveTo>
                  <a:pt x="527" y="0"/>
                </a:moveTo>
                <a:lnTo>
                  <a:pt x="4313" y="7"/>
                </a:lnTo>
                <a:lnTo>
                  <a:pt x="4164" y="6065"/>
                </a:lnTo>
                <a:lnTo>
                  <a:pt x="380" y="6065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867" name="Freeform 10"/>
          <p:cNvSpPr/>
          <p:nvPr/>
        </p:nvSpPr>
        <p:spPr>
          <a:xfrm>
            <a:off x="17722857" y="9618971"/>
            <a:ext cx="942130" cy="5087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207" y="4486"/>
                </a:moveTo>
                <a:lnTo>
                  <a:pt x="13282" y="7839"/>
                </a:lnTo>
                <a:lnTo>
                  <a:pt x="13314" y="7941"/>
                </a:lnTo>
                <a:lnTo>
                  <a:pt x="13347" y="7839"/>
                </a:lnTo>
                <a:lnTo>
                  <a:pt x="14419" y="4494"/>
                </a:lnTo>
                <a:lnTo>
                  <a:pt x="16991" y="4494"/>
                </a:lnTo>
                <a:lnTo>
                  <a:pt x="14782" y="10729"/>
                </a:lnTo>
                <a:lnTo>
                  <a:pt x="14768" y="10767"/>
                </a:lnTo>
                <a:lnTo>
                  <a:pt x="14782" y="10806"/>
                </a:lnTo>
                <a:lnTo>
                  <a:pt x="17046" y="17117"/>
                </a:lnTo>
                <a:lnTo>
                  <a:pt x="14322" y="17117"/>
                </a:lnTo>
                <a:lnTo>
                  <a:pt x="13344" y="13907"/>
                </a:lnTo>
                <a:lnTo>
                  <a:pt x="13311" y="13800"/>
                </a:lnTo>
                <a:lnTo>
                  <a:pt x="13279" y="13907"/>
                </a:lnTo>
                <a:lnTo>
                  <a:pt x="12304" y="17109"/>
                </a:lnTo>
                <a:lnTo>
                  <a:pt x="9580" y="17109"/>
                </a:lnTo>
                <a:lnTo>
                  <a:pt x="11844" y="10798"/>
                </a:lnTo>
                <a:lnTo>
                  <a:pt x="11858" y="10759"/>
                </a:lnTo>
                <a:lnTo>
                  <a:pt x="11844" y="10720"/>
                </a:lnTo>
                <a:lnTo>
                  <a:pt x="10835" y="7917"/>
                </a:lnTo>
                <a:lnTo>
                  <a:pt x="10824" y="7886"/>
                </a:lnTo>
                <a:lnTo>
                  <a:pt x="10804" y="7886"/>
                </a:lnTo>
                <a:lnTo>
                  <a:pt x="7284" y="7880"/>
                </a:lnTo>
                <a:lnTo>
                  <a:pt x="7247" y="7880"/>
                </a:lnTo>
                <a:lnTo>
                  <a:pt x="7247" y="9758"/>
                </a:lnTo>
                <a:lnTo>
                  <a:pt x="9684" y="9758"/>
                </a:lnTo>
                <a:lnTo>
                  <a:pt x="9684" y="13006"/>
                </a:lnTo>
                <a:lnTo>
                  <a:pt x="7247" y="13006"/>
                </a:lnTo>
                <a:lnTo>
                  <a:pt x="7247" y="17117"/>
                </a:lnTo>
                <a:lnTo>
                  <a:pt x="4875" y="17117"/>
                </a:lnTo>
                <a:lnTo>
                  <a:pt x="4875" y="4496"/>
                </a:lnTo>
                <a:close/>
                <a:moveTo>
                  <a:pt x="996" y="1844"/>
                </a:moveTo>
                <a:lnTo>
                  <a:pt x="996" y="19756"/>
                </a:lnTo>
                <a:lnTo>
                  <a:pt x="20604" y="19756"/>
                </a:lnTo>
                <a:lnTo>
                  <a:pt x="20604" y="1844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868" name="Freeform 16"/>
          <p:cNvSpPr/>
          <p:nvPr/>
        </p:nvSpPr>
        <p:spPr>
          <a:xfrm>
            <a:off x="20926305" y="9622775"/>
            <a:ext cx="1679732" cy="4934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980" y="13381"/>
                </a:moveTo>
                <a:cubicBezTo>
                  <a:pt x="14901" y="14541"/>
                  <a:pt x="14813" y="15454"/>
                  <a:pt x="14724" y="16441"/>
                </a:cubicBezTo>
                <a:lnTo>
                  <a:pt x="15235" y="16441"/>
                </a:lnTo>
                <a:cubicBezTo>
                  <a:pt x="15153" y="15454"/>
                  <a:pt x="15074" y="14541"/>
                  <a:pt x="14986" y="13381"/>
                </a:cubicBezTo>
                <a:close/>
                <a:moveTo>
                  <a:pt x="16387" y="12908"/>
                </a:moveTo>
                <a:lnTo>
                  <a:pt x="16387" y="15644"/>
                </a:lnTo>
                <a:cubicBezTo>
                  <a:pt x="16413" y="15635"/>
                  <a:pt x="16506" y="15623"/>
                  <a:pt x="16545" y="15613"/>
                </a:cubicBezTo>
                <a:cubicBezTo>
                  <a:pt x="16725" y="15582"/>
                  <a:pt x="16904" y="15130"/>
                  <a:pt x="16904" y="14122"/>
                </a:cubicBezTo>
                <a:cubicBezTo>
                  <a:pt x="16904" y="13348"/>
                  <a:pt x="16779" y="12908"/>
                  <a:pt x="16558" y="12908"/>
                </a:cubicBezTo>
                <a:close/>
                <a:moveTo>
                  <a:pt x="13139" y="12908"/>
                </a:moveTo>
                <a:lnTo>
                  <a:pt x="13139" y="15646"/>
                </a:lnTo>
                <a:cubicBezTo>
                  <a:pt x="13171" y="15635"/>
                  <a:pt x="13259" y="15625"/>
                  <a:pt x="13297" y="15613"/>
                </a:cubicBezTo>
                <a:cubicBezTo>
                  <a:pt x="13477" y="15582"/>
                  <a:pt x="13657" y="15130"/>
                  <a:pt x="13657" y="14122"/>
                </a:cubicBezTo>
                <a:cubicBezTo>
                  <a:pt x="13657" y="13348"/>
                  <a:pt x="13531" y="12908"/>
                  <a:pt x="13307" y="12908"/>
                </a:cubicBezTo>
                <a:lnTo>
                  <a:pt x="13140" y="12908"/>
                </a:lnTo>
                <a:close/>
                <a:moveTo>
                  <a:pt x="9659" y="12842"/>
                </a:moveTo>
                <a:cubicBezTo>
                  <a:pt x="9284" y="12842"/>
                  <a:pt x="9126" y="14109"/>
                  <a:pt x="9126" y="15549"/>
                </a:cubicBezTo>
                <a:cubicBezTo>
                  <a:pt x="9126" y="16990"/>
                  <a:pt x="9265" y="18471"/>
                  <a:pt x="9659" y="18471"/>
                </a:cubicBezTo>
                <a:cubicBezTo>
                  <a:pt x="10054" y="18471"/>
                  <a:pt x="10192" y="16935"/>
                  <a:pt x="10192" y="15549"/>
                </a:cubicBezTo>
                <a:cubicBezTo>
                  <a:pt x="10192" y="14163"/>
                  <a:pt x="10035" y="12842"/>
                  <a:pt x="9659" y="12842"/>
                </a:cubicBezTo>
                <a:close/>
                <a:moveTo>
                  <a:pt x="19400" y="11896"/>
                </a:moveTo>
                <a:lnTo>
                  <a:pt x="19776" y="11896"/>
                </a:lnTo>
                <a:lnTo>
                  <a:pt x="19776" y="19416"/>
                </a:lnTo>
                <a:lnTo>
                  <a:pt x="19400" y="19416"/>
                </a:lnTo>
                <a:close/>
                <a:moveTo>
                  <a:pt x="17498" y="11896"/>
                </a:moveTo>
                <a:lnTo>
                  <a:pt x="17874" y="11896"/>
                </a:lnTo>
                <a:lnTo>
                  <a:pt x="17874" y="14785"/>
                </a:lnTo>
                <a:lnTo>
                  <a:pt x="18659" y="14785"/>
                </a:lnTo>
                <a:lnTo>
                  <a:pt x="18659" y="11918"/>
                </a:lnTo>
                <a:lnTo>
                  <a:pt x="19038" y="11918"/>
                </a:lnTo>
                <a:lnTo>
                  <a:pt x="19038" y="19416"/>
                </a:lnTo>
                <a:lnTo>
                  <a:pt x="18659" y="19416"/>
                </a:lnTo>
                <a:lnTo>
                  <a:pt x="18659" y="15796"/>
                </a:lnTo>
                <a:lnTo>
                  <a:pt x="17874" y="15796"/>
                </a:lnTo>
                <a:lnTo>
                  <a:pt x="17874" y="19416"/>
                </a:lnTo>
                <a:lnTo>
                  <a:pt x="17498" y="19416"/>
                </a:lnTo>
                <a:close/>
                <a:moveTo>
                  <a:pt x="16008" y="11896"/>
                </a:moveTo>
                <a:lnTo>
                  <a:pt x="16599" y="11896"/>
                </a:lnTo>
                <a:lnTo>
                  <a:pt x="16599" y="11898"/>
                </a:lnTo>
                <a:cubicBezTo>
                  <a:pt x="17021" y="11898"/>
                  <a:pt x="17283" y="12606"/>
                  <a:pt x="17283" y="14068"/>
                </a:cubicBezTo>
                <a:cubicBezTo>
                  <a:pt x="17283" y="15334"/>
                  <a:pt x="17009" y="16581"/>
                  <a:pt x="16558" y="16581"/>
                </a:cubicBezTo>
                <a:lnTo>
                  <a:pt x="16387" y="16581"/>
                </a:lnTo>
                <a:lnTo>
                  <a:pt x="16387" y="19416"/>
                </a:lnTo>
                <a:lnTo>
                  <a:pt x="16008" y="19416"/>
                </a:lnTo>
                <a:close/>
                <a:moveTo>
                  <a:pt x="14869" y="11896"/>
                </a:moveTo>
                <a:lnTo>
                  <a:pt x="15185" y="11896"/>
                </a:lnTo>
                <a:lnTo>
                  <a:pt x="15889" y="19416"/>
                </a:lnTo>
                <a:lnTo>
                  <a:pt x="15466" y="19416"/>
                </a:lnTo>
                <a:lnTo>
                  <a:pt x="15292" y="17364"/>
                </a:lnTo>
                <a:lnTo>
                  <a:pt x="14626" y="17364"/>
                </a:lnTo>
                <a:lnTo>
                  <a:pt x="14433" y="19416"/>
                </a:lnTo>
                <a:lnTo>
                  <a:pt x="14105" y="19416"/>
                </a:lnTo>
                <a:close/>
                <a:moveTo>
                  <a:pt x="12761" y="11896"/>
                </a:moveTo>
                <a:lnTo>
                  <a:pt x="13351" y="11896"/>
                </a:lnTo>
                <a:cubicBezTo>
                  <a:pt x="13774" y="11896"/>
                  <a:pt x="14036" y="12604"/>
                  <a:pt x="14036" y="14066"/>
                </a:cubicBezTo>
                <a:cubicBezTo>
                  <a:pt x="14036" y="14968"/>
                  <a:pt x="13897" y="15860"/>
                  <a:pt x="13654" y="16300"/>
                </a:cubicBezTo>
                <a:lnTo>
                  <a:pt x="14099" y="19416"/>
                </a:lnTo>
                <a:lnTo>
                  <a:pt x="13667" y="19416"/>
                </a:lnTo>
                <a:lnTo>
                  <a:pt x="13310" y="16581"/>
                </a:lnTo>
                <a:lnTo>
                  <a:pt x="13140" y="16581"/>
                </a:lnTo>
                <a:lnTo>
                  <a:pt x="13140" y="19416"/>
                </a:lnTo>
                <a:lnTo>
                  <a:pt x="12761" y="19416"/>
                </a:lnTo>
                <a:close/>
                <a:moveTo>
                  <a:pt x="7483" y="11896"/>
                </a:moveTo>
                <a:lnTo>
                  <a:pt x="8493" y="11896"/>
                </a:lnTo>
                <a:lnTo>
                  <a:pt x="8493" y="12906"/>
                </a:lnTo>
                <a:lnTo>
                  <a:pt x="8492" y="12908"/>
                </a:lnTo>
                <a:lnTo>
                  <a:pt x="7861" y="12908"/>
                </a:lnTo>
                <a:lnTo>
                  <a:pt x="7861" y="14969"/>
                </a:lnTo>
                <a:lnTo>
                  <a:pt x="8480" y="14969"/>
                </a:lnTo>
                <a:lnTo>
                  <a:pt x="8480" y="15978"/>
                </a:lnTo>
                <a:lnTo>
                  <a:pt x="7861" y="15978"/>
                </a:lnTo>
                <a:lnTo>
                  <a:pt x="7861" y="18405"/>
                </a:lnTo>
                <a:lnTo>
                  <a:pt x="8606" y="18405"/>
                </a:lnTo>
                <a:lnTo>
                  <a:pt x="8606" y="19416"/>
                </a:lnTo>
                <a:lnTo>
                  <a:pt x="7483" y="19416"/>
                </a:lnTo>
                <a:close/>
                <a:moveTo>
                  <a:pt x="21092" y="11768"/>
                </a:moveTo>
                <a:cubicBezTo>
                  <a:pt x="21288" y="11768"/>
                  <a:pt x="21471" y="12047"/>
                  <a:pt x="21600" y="12348"/>
                </a:cubicBezTo>
                <a:lnTo>
                  <a:pt x="21480" y="13261"/>
                </a:lnTo>
                <a:lnTo>
                  <a:pt x="21480" y="13261"/>
                </a:lnTo>
                <a:cubicBezTo>
                  <a:pt x="21388" y="13067"/>
                  <a:pt x="21237" y="12842"/>
                  <a:pt x="21091" y="12842"/>
                </a:cubicBezTo>
                <a:cubicBezTo>
                  <a:pt x="20706" y="12842"/>
                  <a:pt x="20426" y="13926"/>
                  <a:pt x="20426" y="15635"/>
                </a:cubicBezTo>
                <a:cubicBezTo>
                  <a:pt x="20426" y="17343"/>
                  <a:pt x="20735" y="18471"/>
                  <a:pt x="21101" y="18471"/>
                </a:cubicBezTo>
                <a:cubicBezTo>
                  <a:pt x="21246" y="18471"/>
                  <a:pt x="21382" y="18310"/>
                  <a:pt x="21480" y="18095"/>
                </a:cubicBezTo>
                <a:lnTo>
                  <a:pt x="21584" y="19030"/>
                </a:lnTo>
                <a:cubicBezTo>
                  <a:pt x="21470" y="19297"/>
                  <a:pt x="21268" y="19544"/>
                  <a:pt x="21086" y="19544"/>
                </a:cubicBezTo>
                <a:cubicBezTo>
                  <a:pt x="20436" y="19544"/>
                  <a:pt x="20025" y="17826"/>
                  <a:pt x="20025" y="15613"/>
                </a:cubicBezTo>
                <a:cubicBezTo>
                  <a:pt x="20025" y="13562"/>
                  <a:pt x="20432" y="11768"/>
                  <a:pt x="21092" y="11768"/>
                </a:cubicBezTo>
                <a:close/>
                <a:moveTo>
                  <a:pt x="11799" y="11768"/>
                </a:moveTo>
                <a:cubicBezTo>
                  <a:pt x="12004" y="11768"/>
                  <a:pt x="12209" y="12026"/>
                  <a:pt x="12335" y="12348"/>
                </a:cubicBezTo>
                <a:lnTo>
                  <a:pt x="12212" y="13240"/>
                </a:lnTo>
                <a:cubicBezTo>
                  <a:pt x="12112" y="13025"/>
                  <a:pt x="11954" y="12842"/>
                  <a:pt x="11808" y="12842"/>
                </a:cubicBezTo>
                <a:cubicBezTo>
                  <a:pt x="11405" y="12842"/>
                  <a:pt x="11130" y="13926"/>
                  <a:pt x="11130" y="15635"/>
                </a:cubicBezTo>
                <a:cubicBezTo>
                  <a:pt x="11130" y="17343"/>
                  <a:pt x="11446" y="18471"/>
                  <a:pt x="11770" y="18471"/>
                </a:cubicBezTo>
                <a:cubicBezTo>
                  <a:pt x="11871" y="18471"/>
                  <a:pt x="11957" y="18428"/>
                  <a:pt x="12035" y="18289"/>
                </a:cubicBezTo>
                <a:lnTo>
                  <a:pt x="12035" y="15978"/>
                </a:lnTo>
                <a:lnTo>
                  <a:pt x="12415" y="15978"/>
                </a:lnTo>
                <a:lnTo>
                  <a:pt x="12415" y="19082"/>
                </a:lnTo>
                <a:cubicBezTo>
                  <a:pt x="12212" y="19351"/>
                  <a:pt x="12001" y="19544"/>
                  <a:pt x="11786" y="19544"/>
                </a:cubicBezTo>
                <a:cubicBezTo>
                  <a:pt x="11136" y="19544"/>
                  <a:pt x="10726" y="17826"/>
                  <a:pt x="10726" y="15613"/>
                </a:cubicBezTo>
                <a:cubicBezTo>
                  <a:pt x="10726" y="13562"/>
                  <a:pt x="11136" y="11768"/>
                  <a:pt x="11799" y="11768"/>
                </a:cubicBezTo>
                <a:close/>
                <a:moveTo>
                  <a:pt x="9659" y="11768"/>
                </a:moveTo>
                <a:cubicBezTo>
                  <a:pt x="10199" y="11768"/>
                  <a:pt x="10596" y="13444"/>
                  <a:pt x="10596" y="15549"/>
                </a:cubicBezTo>
                <a:cubicBezTo>
                  <a:pt x="10596" y="17793"/>
                  <a:pt x="10237" y="19544"/>
                  <a:pt x="9659" y="19544"/>
                </a:cubicBezTo>
                <a:cubicBezTo>
                  <a:pt x="9082" y="19544"/>
                  <a:pt x="8722" y="17794"/>
                  <a:pt x="8722" y="15549"/>
                </a:cubicBezTo>
                <a:cubicBezTo>
                  <a:pt x="8722" y="13444"/>
                  <a:pt x="9120" y="11768"/>
                  <a:pt x="9659" y="11768"/>
                </a:cubicBezTo>
                <a:close/>
                <a:moveTo>
                  <a:pt x="6523" y="11768"/>
                </a:moveTo>
                <a:cubicBezTo>
                  <a:pt x="6728" y="11768"/>
                  <a:pt x="6933" y="12026"/>
                  <a:pt x="7059" y="12348"/>
                </a:cubicBezTo>
                <a:lnTo>
                  <a:pt x="6936" y="13240"/>
                </a:lnTo>
                <a:cubicBezTo>
                  <a:pt x="6836" y="13025"/>
                  <a:pt x="6678" y="12842"/>
                  <a:pt x="6533" y="12842"/>
                </a:cubicBezTo>
                <a:cubicBezTo>
                  <a:pt x="6129" y="12842"/>
                  <a:pt x="5854" y="13926"/>
                  <a:pt x="5854" y="15635"/>
                </a:cubicBezTo>
                <a:cubicBezTo>
                  <a:pt x="5854" y="17343"/>
                  <a:pt x="6170" y="18471"/>
                  <a:pt x="6495" y="18471"/>
                </a:cubicBezTo>
                <a:cubicBezTo>
                  <a:pt x="6596" y="18471"/>
                  <a:pt x="6681" y="18428"/>
                  <a:pt x="6760" y="18289"/>
                </a:cubicBezTo>
                <a:lnTo>
                  <a:pt x="6760" y="15978"/>
                </a:lnTo>
                <a:lnTo>
                  <a:pt x="7138" y="15978"/>
                </a:lnTo>
                <a:lnTo>
                  <a:pt x="7138" y="19082"/>
                </a:lnTo>
                <a:cubicBezTo>
                  <a:pt x="6936" y="19351"/>
                  <a:pt x="6725" y="19544"/>
                  <a:pt x="6510" y="19544"/>
                </a:cubicBezTo>
                <a:cubicBezTo>
                  <a:pt x="5860" y="19544"/>
                  <a:pt x="5450" y="17826"/>
                  <a:pt x="5450" y="15613"/>
                </a:cubicBezTo>
                <a:cubicBezTo>
                  <a:pt x="5450" y="13562"/>
                  <a:pt x="5860" y="11768"/>
                  <a:pt x="6523" y="11768"/>
                </a:cubicBezTo>
                <a:close/>
                <a:moveTo>
                  <a:pt x="16033" y="3653"/>
                </a:moveTo>
                <a:cubicBezTo>
                  <a:pt x="15954" y="4814"/>
                  <a:pt x="15866" y="5727"/>
                  <a:pt x="15777" y="6714"/>
                </a:cubicBezTo>
                <a:lnTo>
                  <a:pt x="16289" y="6714"/>
                </a:lnTo>
                <a:cubicBezTo>
                  <a:pt x="16206" y="5727"/>
                  <a:pt x="16128" y="4814"/>
                  <a:pt x="16039" y="3653"/>
                </a:cubicBezTo>
                <a:close/>
                <a:moveTo>
                  <a:pt x="8346" y="3653"/>
                </a:moveTo>
                <a:cubicBezTo>
                  <a:pt x="8267" y="4814"/>
                  <a:pt x="8179" y="5727"/>
                  <a:pt x="8091" y="6714"/>
                </a:cubicBezTo>
                <a:lnTo>
                  <a:pt x="8602" y="6714"/>
                </a:lnTo>
                <a:cubicBezTo>
                  <a:pt x="8520" y="5727"/>
                  <a:pt x="8441" y="4814"/>
                  <a:pt x="8353" y="3653"/>
                </a:cubicBezTo>
                <a:close/>
                <a:moveTo>
                  <a:pt x="12237" y="3116"/>
                </a:moveTo>
                <a:cubicBezTo>
                  <a:pt x="11862" y="3116"/>
                  <a:pt x="11704" y="4384"/>
                  <a:pt x="11704" y="5823"/>
                </a:cubicBezTo>
                <a:cubicBezTo>
                  <a:pt x="11704" y="7261"/>
                  <a:pt x="11843" y="8744"/>
                  <a:pt x="12237" y="8744"/>
                </a:cubicBezTo>
                <a:cubicBezTo>
                  <a:pt x="12631" y="8744"/>
                  <a:pt x="12770" y="7207"/>
                  <a:pt x="12770" y="5823"/>
                </a:cubicBezTo>
                <a:cubicBezTo>
                  <a:pt x="12770" y="4438"/>
                  <a:pt x="12612" y="3116"/>
                  <a:pt x="12237" y="3116"/>
                </a:cubicBezTo>
                <a:close/>
                <a:moveTo>
                  <a:pt x="638" y="2173"/>
                </a:moveTo>
                <a:lnTo>
                  <a:pt x="638" y="19424"/>
                </a:lnTo>
                <a:lnTo>
                  <a:pt x="3788" y="19424"/>
                </a:lnTo>
                <a:lnTo>
                  <a:pt x="3788" y="2173"/>
                </a:lnTo>
                <a:close/>
                <a:moveTo>
                  <a:pt x="17052" y="2171"/>
                </a:moveTo>
                <a:lnTo>
                  <a:pt x="17428" y="2171"/>
                </a:lnTo>
                <a:lnTo>
                  <a:pt x="17428" y="8680"/>
                </a:lnTo>
                <a:lnTo>
                  <a:pt x="18175" y="8680"/>
                </a:lnTo>
                <a:lnTo>
                  <a:pt x="18175" y="9690"/>
                </a:lnTo>
                <a:lnTo>
                  <a:pt x="17052" y="9690"/>
                </a:lnTo>
                <a:lnTo>
                  <a:pt x="17052" y="2173"/>
                </a:lnTo>
                <a:close/>
                <a:moveTo>
                  <a:pt x="15923" y="2171"/>
                </a:moveTo>
                <a:lnTo>
                  <a:pt x="16238" y="2171"/>
                </a:lnTo>
                <a:lnTo>
                  <a:pt x="16942" y="9689"/>
                </a:lnTo>
                <a:lnTo>
                  <a:pt x="16519" y="9689"/>
                </a:lnTo>
                <a:lnTo>
                  <a:pt x="16345" y="7637"/>
                </a:lnTo>
                <a:lnTo>
                  <a:pt x="15679" y="7637"/>
                </a:lnTo>
                <a:lnTo>
                  <a:pt x="15487" y="9689"/>
                </a:lnTo>
                <a:lnTo>
                  <a:pt x="15159" y="9689"/>
                </a:lnTo>
                <a:close/>
                <a:moveTo>
                  <a:pt x="13404" y="2171"/>
                </a:moveTo>
                <a:lnTo>
                  <a:pt x="13679" y="2171"/>
                </a:lnTo>
                <a:cubicBezTo>
                  <a:pt x="14039" y="3889"/>
                  <a:pt x="14395" y="5598"/>
                  <a:pt x="14749" y="7531"/>
                </a:cubicBezTo>
                <a:lnTo>
                  <a:pt x="14755" y="7531"/>
                </a:lnTo>
                <a:lnTo>
                  <a:pt x="14755" y="2171"/>
                </a:lnTo>
                <a:lnTo>
                  <a:pt x="15058" y="2171"/>
                </a:lnTo>
                <a:lnTo>
                  <a:pt x="15058" y="9689"/>
                </a:lnTo>
                <a:lnTo>
                  <a:pt x="14783" y="9689"/>
                </a:lnTo>
                <a:cubicBezTo>
                  <a:pt x="14423" y="7959"/>
                  <a:pt x="14067" y="6241"/>
                  <a:pt x="13710" y="4297"/>
                </a:cubicBezTo>
                <a:lnTo>
                  <a:pt x="13707" y="4297"/>
                </a:lnTo>
                <a:lnTo>
                  <a:pt x="13707" y="9689"/>
                </a:lnTo>
                <a:lnTo>
                  <a:pt x="13404" y="9689"/>
                </a:lnTo>
                <a:close/>
                <a:moveTo>
                  <a:pt x="10694" y="2171"/>
                </a:moveTo>
                <a:lnTo>
                  <a:pt x="11069" y="2171"/>
                </a:lnTo>
                <a:lnTo>
                  <a:pt x="11069" y="9689"/>
                </a:lnTo>
                <a:lnTo>
                  <a:pt x="10694" y="9689"/>
                </a:lnTo>
                <a:close/>
                <a:moveTo>
                  <a:pt x="9031" y="2171"/>
                </a:moveTo>
                <a:lnTo>
                  <a:pt x="10571" y="2171"/>
                </a:lnTo>
                <a:lnTo>
                  <a:pt x="10571" y="3180"/>
                </a:lnTo>
                <a:lnTo>
                  <a:pt x="9990" y="3180"/>
                </a:lnTo>
                <a:lnTo>
                  <a:pt x="9990" y="9689"/>
                </a:lnTo>
                <a:lnTo>
                  <a:pt x="9612" y="9689"/>
                </a:lnTo>
                <a:lnTo>
                  <a:pt x="9612" y="3180"/>
                </a:lnTo>
                <a:lnTo>
                  <a:pt x="9031" y="3180"/>
                </a:lnTo>
                <a:close/>
                <a:moveTo>
                  <a:pt x="8236" y="2171"/>
                </a:moveTo>
                <a:lnTo>
                  <a:pt x="8552" y="2171"/>
                </a:lnTo>
                <a:lnTo>
                  <a:pt x="9255" y="9689"/>
                </a:lnTo>
                <a:lnTo>
                  <a:pt x="8832" y="9689"/>
                </a:lnTo>
                <a:lnTo>
                  <a:pt x="8659" y="7637"/>
                </a:lnTo>
                <a:lnTo>
                  <a:pt x="7993" y="7637"/>
                </a:lnTo>
                <a:lnTo>
                  <a:pt x="7800" y="9689"/>
                </a:lnTo>
                <a:lnTo>
                  <a:pt x="7472" y="9689"/>
                </a:lnTo>
                <a:close/>
                <a:moveTo>
                  <a:pt x="5718" y="2171"/>
                </a:moveTo>
                <a:lnTo>
                  <a:pt x="5993" y="2171"/>
                </a:lnTo>
                <a:cubicBezTo>
                  <a:pt x="6353" y="3889"/>
                  <a:pt x="6709" y="5598"/>
                  <a:pt x="7062" y="7531"/>
                </a:cubicBezTo>
                <a:lnTo>
                  <a:pt x="7069" y="7531"/>
                </a:lnTo>
                <a:lnTo>
                  <a:pt x="7069" y="2171"/>
                </a:lnTo>
                <a:lnTo>
                  <a:pt x="7372" y="2171"/>
                </a:lnTo>
                <a:lnTo>
                  <a:pt x="7372" y="9689"/>
                </a:lnTo>
                <a:lnTo>
                  <a:pt x="7097" y="9689"/>
                </a:lnTo>
                <a:cubicBezTo>
                  <a:pt x="6737" y="7959"/>
                  <a:pt x="6380" y="6241"/>
                  <a:pt x="6024" y="4297"/>
                </a:cubicBezTo>
                <a:lnTo>
                  <a:pt x="6021" y="4297"/>
                </a:lnTo>
                <a:lnTo>
                  <a:pt x="6021" y="9689"/>
                </a:lnTo>
                <a:lnTo>
                  <a:pt x="5718" y="9689"/>
                </a:lnTo>
                <a:close/>
                <a:moveTo>
                  <a:pt x="12237" y="2042"/>
                </a:moveTo>
                <a:cubicBezTo>
                  <a:pt x="12776" y="2042"/>
                  <a:pt x="13174" y="3717"/>
                  <a:pt x="13174" y="5823"/>
                </a:cubicBezTo>
                <a:cubicBezTo>
                  <a:pt x="13174" y="8066"/>
                  <a:pt x="12815" y="9817"/>
                  <a:pt x="12237" y="9817"/>
                </a:cubicBezTo>
                <a:cubicBezTo>
                  <a:pt x="11660" y="9817"/>
                  <a:pt x="11300" y="8068"/>
                  <a:pt x="11300" y="5823"/>
                </a:cubicBezTo>
                <a:cubicBezTo>
                  <a:pt x="11300" y="3717"/>
                  <a:pt x="11697" y="2042"/>
                  <a:pt x="12237" y="2042"/>
                </a:cubicBezTo>
                <a:close/>
                <a:moveTo>
                  <a:pt x="0" y="0"/>
                </a:moveTo>
                <a:lnTo>
                  <a:pt x="4429" y="0"/>
                </a:lnTo>
                <a:lnTo>
                  <a:pt x="4429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869" name="Freeform 36"/>
          <p:cNvSpPr/>
          <p:nvPr/>
        </p:nvSpPr>
        <p:spPr>
          <a:xfrm>
            <a:off x="13965118" y="9724614"/>
            <a:ext cx="1706824" cy="3022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86" fill="norm" stroke="1" extrusionOk="0">
                <a:moveTo>
                  <a:pt x="897" y="12861"/>
                </a:moveTo>
                <a:lnTo>
                  <a:pt x="1472" y="21104"/>
                </a:lnTo>
                <a:lnTo>
                  <a:pt x="186" y="21104"/>
                </a:lnTo>
                <a:cubicBezTo>
                  <a:pt x="194" y="17795"/>
                  <a:pt x="457" y="14984"/>
                  <a:pt x="767" y="13426"/>
                </a:cubicBezTo>
                <a:close/>
                <a:moveTo>
                  <a:pt x="11647" y="11508"/>
                </a:moveTo>
                <a:lnTo>
                  <a:pt x="11777" y="12257"/>
                </a:lnTo>
                <a:cubicBezTo>
                  <a:pt x="11924" y="13316"/>
                  <a:pt x="12015" y="14474"/>
                  <a:pt x="12048" y="15731"/>
                </a:cubicBezTo>
                <a:cubicBezTo>
                  <a:pt x="12082" y="16988"/>
                  <a:pt x="12068" y="18203"/>
                  <a:pt x="12008" y="19375"/>
                </a:cubicBezTo>
                <a:cubicBezTo>
                  <a:pt x="11984" y="19885"/>
                  <a:pt x="11939" y="20462"/>
                  <a:pt x="11872" y="21105"/>
                </a:cubicBezTo>
                <a:lnTo>
                  <a:pt x="10757" y="21105"/>
                </a:lnTo>
                <a:close/>
                <a:moveTo>
                  <a:pt x="13896" y="8768"/>
                </a:moveTo>
                <a:cubicBezTo>
                  <a:pt x="13699" y="8768"/>
                  <a:pt x="13547" y="9203"/>
                  <a:pt x="13441" y="10072"/>
                </a:cubicBezTo>
                <a:cubicBezTo>
                  <a:pt x="13336" y="10942"/>
                  <a:pt x="13283" y="12114"/>
                  <a:pt x="13283" y="13589"/>
                </a:cubicBezTo>
                <a:cubicBezTo>
                  <a:pt x="13283" y="15064"/>
                  <a:pt x="13336" y="16203"/>
                  <a:pt x="13441" y="17063"/>
                </a:cubicBezTo>
                <a:cubicBezTo>
                  <a:pt x="13547" y="17924"/>
                  <a:pt x="13698" y="18353"/>
                  <a:pt x="13896" y="18353"/>
                </a:cubicBezTo>
                <a:cubicBezTo>
                  <a:pt x="14023" y="18353"/>
                  <a:pt x="14133" y="18155"/>
                  <a:pt x="14225" y="17758"/>
                </a:cubicBezTo>
                <a:cubicBezTo>
                  <a:pt x="14318" y="17361"/>
                  <a:pt x="14388" y="16804"/>
                  <a:pt x="14436" y="16084"/>
                </a:cubicBezTo>
                <a:cubicBezTo>
                  <a:pt x="14485" y="15366"/>
                  <a:pt x="14509" y="14534"/>
                  <a:pt x="14509" y="13589"/>
                </a:cubicBezTo>
                <a:cubicBezTo>
                  <a:pt x="14509" y="12644"/>
                  <a:pt x="14485" y="11779"/>
                  <a:pt x="14436" y="11051"/>
                </a:cubicBezTo>
                <a:cubicBezTo>
                  <a:pt x="14388" y="10323"/>
                  <a:pt x="14318" y="9761"/>
                  <a:pt x="14225" y="9363"/>
                </a:cubicBezTo>
                <a:cubicBezTo>
                  <a:pt x="14133" y="8967"/>
                  <a:pt x="14023" y="8768"/>
                  <a:pt x="13896" y="8768"/>
                </a:cubicBezTo>
                <a:close/>
                <a:moveTo>
                  <a:pt x="9260" y="8740"/>
                </a:moveTo>
                <a:cubicBezTo>
                  <a:pt x="9086" y="8740"/>
                  <a:pt x="8950" y="9033"/>
                  <a:pt x="8853" y="9619"/>
                </a:cubicBezTo>
                <a:cubicBezTo>
                  <a:pt x="8756" y="10205"/>
                  <a:pt x="8694" y="11037"/>
                  <a:pt x="8667" y="12115"/>
                </a:cubicBezTo>
                <a:lnTo>
                  <a:pt x="9808" y="12115"/>
                </a:lnTo>
                <a:lnTo>
                  <a:pt x="9808" y="12114"/>
                </a:lnTo>
                <a:cubicBezTo>
                  <a:pt x="9795" y="11075"/>
                  <a:pt x="9739" y="10252"/>
                  <a:pt x="9642" y="9647"/>
                </a:cubicBezTo>
                <a:cubicBezTo>
                  <a:pt x="9545" y="9042"/>
                  <a:pt x="9418" y="8740"/>
                  <a:pt x="9260" y="8740"/>
                </a:cubicBezTo>
                <a:close/>
                <a:moveTo>
                  <a:pt x="6340" y="8740"/>
                </a:moveTo>
                <a:cubicBezTo>
                  <a:pt x="6166" y="8740"/>
                  <a:pt x="6030" y="9033"/>
                  <a:pt x="5933" y="9619"/>
                </a:cubicBezTo>
                <a:cubicBezTo>
                  <a:pt x="5836" y="10205"/>
                  <a:pt x="5774" y="11037"/>
                  <a:pt x="5747" y="12115"/>
                </a:cubicBezTo>
                <a:lnTo>
                  <a:pt x="6888" y="12115"/>
                </a:lnTo>
                <a:lnTo>
                  <a:pt x="6888" y="12114"/>
                </a:lnTo>
                <a:cubicBezTo>
                  <a:pt x="6875" y="11075"/>
                  <a:pt x="6819" y="10252"/>
                  <a:pt x="6722" y="9647"/>
                </a:cubicBezTo>
                <a:cubicBezTo>
                  <a:pt x="6625" y="9042"/>
                  <a:pt x="6498" y="8740"/>
                  <a:pt x="6340" y="8740"/>
                </a:cubicBezTo>
                <a:close/>
                <a:moveTo>
                  <a:pt x="17087" y="5761"/>
                </a:moveTo>
                <a:cubicBezTo>
                  <a:pt x="17168" y="5761"/>
                  <a:pt x="17223" y="5799"/>
                  <a:pt x="17253" y="5875"/>
                </a:cubicBezTo>
                <a:lnTo>
                  <a:pt x="17253" y="9760"/>
                </a:lnTo>
                <a:cubicBezTo>
                  <a:pt x="17173" y="9704"/>
                  <a:pt x="17107" y="9675"/>
                  <a:pt x="17057" y="9675"/>
                </a:cubicBezTo>
                <a:cubicBezTo>
                  <a:pt x="16843" y="9675"/>
                  <a:pt x="16673" y="10053"/>
                  <a:pt x="16547" y="10809"/>
                </a:cubicBezTo>
                <a:cubicBezTo>
                  <a:pt x="16421" y="11566"/>
                  <a:pt x="16359" y="12663"/>
                  <a:pt x="16359" y="14099"/>
                </a:cubicBezTo>
                <a:lnTo>
                  <a:pt x="16359" y="21104"/>
                </a:lnTo>
                <a:lnTo>
                  <a:pt x="15570" y="21104"/>
                </a:lnTo>
                <a:lnTo>
                  <a:pt x="15570" y="6017"/>
                </a:lnTo>
                <a:lnTo>
                  <a:pt x="16328" y="6017"/>
                </a:lnTo>
                <a:lnTo>
                  <a:pt x="16328" y="8711"/>
                </a:lnTo>
                <a:lnTo>
                  <a:pt x="16344" y="8711"/>
                </a:lnTo>
                <a:cubicBezTo>
                  <a:pt x="16427" y="7690"/>
                  <a:pt x="16529" y="6944"/>
                  <a:pt x="16650" y="6471"/>
                </a:cubicBezTo>
                <a:lnTo>
                  <a:pt x="16650" y="6470"/>
                </a:lnTo>
                <a:cubicBezTo>
                  <a:pt x="16771" y="5998"/>
                  <a:pt x="16916" y="5761"/>
                  <a:pt x="17087" y="5761"/>
                </a:cubicBezTo>
                <a:close/>
                <a:moveTo>
                  <a:pt x="4689" y="5761"/>
                </a:moveTo>
                <a:cubicBezTo>
                  <a:pt x="4769" y="5761"/>
                  <a:pt x="4824" y="5799"/>
                  <a:pt x="4855" y="5875"/>
                </a:cubicBezTo>
                <a:lnTo>
                  <a:pt x="4855" y="9760"/>
                </a:lnTo>
                <a:cubicBezTo>
                  <a:pt x="4774" y="9704"/>
                  <a:pt x="4709" y="9675"/>
                  <a:pt x="4659" y="9675"/>
                </a:cubicBezTo>
                <a:cubicBezTo>
                  <a:pt x="4444" y="9675"/>
                  <a:pt x="4274" y="10053"/>
                  <a:pt x="4149" y="10809"/>
                </a:cubicBezTo>
                <a:cubicBezTo>
                  <a:pt x="4023" y="11566"/>
                  <a:pt x="3960" y="12663"/>
                  <a:pt x="3960" y="14099"/>
                </a:cubicBezTo>
                <a:lnTo>
                  <a:pt x="3960" y="21104"/>
                </a:lnTo>
                <a:lnTo>
                  <a:pt x="3171" y="21104"/>
                </a:lnTo>
                <a:lnTo>
                  <a:pt x="3171" y="6017"/>
                </a:lnTo>
                <a:lnTo>
                  <a:pt x="3930" y="6017"/>
                </a:lnTo>
                <a:lnTo>
                  <a:pt x="3930" y="8711"/>
                </a:lnTo>
                <a:lnTo>
                  <a:pt x="3945" y="8711"/>
                </a:lnTo>
                <a:cubicBezTo>
                  <a:pt x="4029" y="7690"/>
                  <a:pt x="4131" y="6944"/>
                  <a:pt x="4252" y="6471"/>
                </a:cubicBezTo>
                <a:lnTo>
                  <a:pt x="4252" y="6470"/>
                </a:lnTo>
                <a:cubicBezTo>
                  <a:pt x="4372" y="5998"/>
                  <a:pt x="4518" y="5761"/>
                  <a:pt x="4689" y="5761"/>
                </a:cubicBezTo>
                <a:close/>
                <a:moveTo>
                  <a:pt x="19107" y="5592"/>
                </a:moveTo>
                <a:cubicBezTo>
                  <a:pt x="19282" y="5592"/>
                  <a:pt x="19431" y="5833"/>
                  <a:pt x="19555" y="6315"/>
                </a:cubicBezTo>
                <a:cubicBezTo>
                  <a:pt x="19679" y="6797"/>
                  <a:pt x="19774" y="7511"/>
                  <a:pt x="19841" y="8456"/>
                </a:cubicBezTo>
                <a:lnTo>
                  <a:pt x="19851" y="8456"/>
                </a:lnTo>
                <a:cubicBezTo>
                  <a:pt x="20062" y="6546"/>
                  <a:pt x="20345" y="5592"/>
                  <a:pt x="20700" y="5592"/>
                </a:cubicBezTo>
                <a:cubicBezTo>
                  <a:pt x="20895" y="5592"/>
                  <a:pt x="21059" y="5818"/>
                  <a:pt x="21193" y="6272"/>
                </a:cubicBezTo>
                <a:cubicBezTo>
                  <a:pt x="21327" y="6726"/>
                  <a:pt x="21428" y="7369"/>
                  <a:pt x="21497" y="8201"/>
                </a:cubicBezTo>
                <a:cubicBezTo>
                  <a:pt x="21566" y="9033"/>
                  <a:pt x="21600" y="10016"/>
                  <a:pt x="21600" y="11150"/>
                </a:cubicBezTo>
                <a:lnTo>
                  <a:pt x="21600" y="21104"/>
                </a:lnTo>
                <a:lnTo>
                  <a:pt x="20816" y="21104"/>
                </a:lnTo>
                <a:lnTo>
                  <a:pt x="20816" y="11887"/>
                </a:lnTo>
                <a:cubicBezTo>
                  <a:pt x="20816" y="11056"/>
                  <a:pt x="20782" y="10408"/>
                  <a:pt x="20713" y="9945"/>
                </a:cubicBezTo>
                <a:cubicBezTo>
                  <a:pt x="20644" y="9482"/>
                  <a:pt x="20546" y="9250"/>
                  <a:pt x="20419" y="9250"/>
                </a:cubicBezTo>
                <a:cubicBezTo>
                  <a:pt x="20325" y="9250"/>
                  <a:pt x="20244" y="9387"/>
                  <a:pt x="20175" y="9662"/>
                </a:cubicBezTo>
                <a:cubicBezTo>
                  <a:pt x="20106" y="9936"/>
                  <a:pt x="20054" y="10319"/>
                  <a:pt x="20017" y="10810"/>
                </a:cubicBezTo>
                <a:cubicBezTo>
                  <a:pt x="19980" y="11302"/>
                  <a:pt x="19962" y="11869"/>
                  <a:pt x="19962" y="12512"/>
                </a:cubicBezTo>
                <a:lnTo>
                  <a:pt x="19962" y="21104"/>
                </a:lnTo>
                <a:lnTo>
                  <a:pt x="19173" y="21104"/>
                </a:lnTo>
                <a:lnTo>
                  <a:pt x="19173" y="11887"/>
                </a:lnTo>
                <a:cubicBezTo>
                  <a:pt x="19173" y="11056"/>
                  <a:pt x="19139" y="10408"/>
                  <a:pt x="19072" y="9945"/>
                </a:cubicBezTo>
                <a:cubicBezTo>
                  <a:pt x="19005" y="9482"/>
                  <a:pt x="18908" y="9250"/>
                  <a:pt x="18781" y="9250"/>
                </a:cubicBezTo>
                <a:cubicBezTo>
                  <a:pt x="18690" y="9250"/>
                  <a:pt x="18610" y="9387"/>
                  <a:pt x="18540" y="9662"/>
                </a:cubicBezTo>
                <a:cubicBezTo>
                  <a:pt x="18469" y="9936"/>
                  <a:pt x="18415" y="10319"/>
                  <a:pt x="18376" y="10810"/>
                </a:cubicBezTo>
                <a:cubicBezTo>
                  <a:pt x="18338" y="11302"/>
                  <a:pt x="18318" y="11869"/>
                  <a:pt x="18318" y="12512"/>
                </a:cubicBezTo>
                <a:lnTo>
                  <a:pt x="18318" y="21104"/>
                </a:lnTo>
                <a:lnTo>
                  <a:pt x="17529" y="21104"/>
                </a:lnTo>
                <a:lnTo>
                  <a:pt x="17529" y="6017"/>
                </a:lnTo>
                <a:lnTo>
                  <a:pt x="18288" y="6017"/>
                </a:lnTo>
                <a:lnTo>
                  <a:pt x="18288" y="8371"/>
                </a:lnTo>
                <a:lnTo>
                  <a:pt x="18303" y="8371"/>
                </a:lnTo>
                <a:cubicBezTo>
                  <a:pt x="18390" y="7464"/>
                  <a:pt x="18500" y="6774"/>
                  <a:pt x="18633" y="6301"/>
                </a:cubicBezTo>
                <a:cubicBezTo>
                  <a:pt x="18765" y="5828"/>
                  <a:pt x="18923" y="5592"/>
                  <a:pt x="19107" y="5592"/>
                </a:cubicBezTo>
                <a:close/>
                <a:moveTo>
                  <a:pt x="9260" y="5592"/>
                </a:moveTo>
                <a:cubicBezTo>
                  <a:pt x="9625" y="5592"/>
                  <a:pt x="9932" y="6235"/>
                  <a:pt x="10180" y="7520"/>
                </a:cubicBezTo>
                <a:cubicBezTo>
                  <a:pt x="10327" y="8334"/>
                  <a:pt x="10437" y="9349"/>
                  <a:pt x="10509" y="10569"/>
                </a:cubicBezTo>
                <a:cubicBezTo>
                  <a:pt x="10581" y="11788"/>
                  <a:pt x="10615" y="13164"/>
                  <a:pt x="10612" y="14695"/>
                </a:cubicBezTo>
                <a:lnTo>
                  <a:pt x="8662" y="14695"/>
                </a:lnTo>
                <a:cubicBezTo>
                  <a:pt x="8689" y="15848"/>
                  <a:pt x="8757" y="16741"/>
                  <a:pt x="8866" y="17374"/>
                </a:cubicBezTo>
                <a:cubicBezTo>
                  <a:pt x="8975" y="18008"/>
                  <a:pt x="9123" y="18324"/>
                  <a:pt x="9310" y="18324"/>
                </a:cubicBezTo>
                <a:cubicBezTo>
                  <a:pt x="9545" y="18324"/>
                  <a:pt x="9707" y="17833"/>
                  <a:pt x="9798" y="16849"/>
                </a:cubicBezTo>
                <a:lnTo>
                  <a:pt x="10562" y="16849"/>
                </a:lnTo>
                <a:cubicBezTo>
                  <a:pt x="10515" y="17757"/>
                  <a:pt x="10435" y="18565"/>
                  <a:pt x="10323" y="19274"/>
                </a:cubicBezTo>
                <a:cubicBezTo>
                  <a:pt x="10211" y="19983"/>
                  <a:pt x="10068" y="20541"/>
                  <a:pt x="9893" y="20947"/>
                </a:cubicBezTo>
                <a:cubicBezTo>
                  <a:pt x="9719" y="21354"/>
                  <a:pt x="9521" y="21557"/>
                  <a:pt x="9300" y="21557"/>
                </a:cubicBezTo>
                <a:cubicBezTo>
                  <a:pt x="9016" y="21557"/>
                  <a:pt x="8767" y="21211"/>
                  <a:pt x="8554" y="20522"/>
                </a:cubicBezTo>
                <a:lnTo>
                  <a:pt x="8554" y="20523"/>
                </a:lnTo>
                <a:cubicBezTo>
                  <a:pt x="8341" y="19833"/>
                  <a:pt x="8177" y="18883"/>
                  <a:pt x="8062" y="17673"/>
                </a:cubicBezTo>
                <a:cubicBezTo>
                  <a:pt x="7946" y="16463"/>
                  <a:pt x="7888" y="15102"/>
                  <a:pt x="7888" y="13589"/>
                </a:cubicBezTo>
                <a:cubicBezTo>
                  <a:pt x="7888" y="12076"/>
                  <a:pt x="7946" y="10739"/>
                  <a:pt x="8062" y="9519"/>
                </a:cubicBezTo>
                <a:cubicBezTo>
                  <a:pt x="8177" y="8300"/>
                  <a:pt x="8340" y="7341"/>
                  <a:pt x="8549" y="6641"/>
                </a:cubicBezTo>
                <a:cubicBezTo>
                  <a:pt x="8758" y="5942"/>
                  <a:pt x="8995" y="5592"/>
                  <a:pt x="9260" y="5592"/>
                </a:cubicBezTo>
                <a:close/>
                <a:moveTo>
                  <a:pt x="6340" y="5592"/>
                </a:moveTo>
                <a:cubicBezTo>
                  <a:pt x="6706" y="5592"/>
                  <a:pt x="7012" y="6235"/>
                  <a:pt x="7260" y="7520"/>
                </a:cubicBezTo>
                <a:cubicBezTo>
                  <a:pt x="7407" y="8334"/>
                  <a:pt x="7517" y="9349"/>
                  <a:pt x="7589" y="10569"/>
                </a:cubicBezTo>
                <a:cubicBezTo>
                  <a:pt x="7661" y="11788"/>
                  <a:pt x="7696" y="13164"/>
                  <a:pt x="7692" y="14695"/>
                </a:cubicBezTo>
                <a:lnTo>
                  <a:pt x="5742" y="14695"/>
                </a:lnTo>
                <a:cubicBezTo>
                  <a:pt x="5769" y="15848"/>
                  <a:pt x="5837" y="16741"/>
                  <a:pt x="5946" y="17374"/>
                </a:cubicBezTo>
                <a:cubicBezTo>
                  <a:pt x="6055" y="18008"/>
                  <a:pt x="6203" y="18324"/>
                  <a:pt x="6391" y="18324"/>
                </a:cubicBezTo>
                <a:cubicBezTo>
                  <a:pt x="6625" y="18324"/>
                  <a:pt x="6788" y="17833"/>
                  <a:pt x="6878" y="16849"/>
                </a:cubicBezTo>
                <a:lnTo>
                  <a:pt x="7642" y="16849"/>
                </a:lnTo>
                <a:cubicBezTo>
                  <a:pt x="7595" y="17757"/>
                  <a:pt x="7516" y="18565"/>
                  <a:pt x="7403" y="19274"/>
                </a:cubicBezTo>
                <a:cubicBezTo>
                  <a:pt x="7291" y="19983"/>
                  <a:pt x="7148" y="20541"/>
                  <a:pt x="6974" y="20947"/>
                </a:cubicBezTo>
                <a:cubicBezTo>
                  <a:pt x="6799" y="21354"/>
                  <a:pt x="6602" y="21557"/>
                  <a:pt x="6381" y="21557"/>
                </a:cubicBezTo>
                <a:cubicBezTo>
                  <a:pt x="6096" y="21557"/>
                  <a:pt x="5847" y="21211"/>
                  <a:pt x="5634" y="20522"/>
                </a:cubicBezTo>
                <a:lnTo>
                  <a:pt x="5634" y="20523"/>
                </a:lnTo>
                <a:cubicBezTo>
                  <a:pt x="5422" y="19833"/>
                  <a:pt x="5257" y="18883"/>
                  <a:pt x="5142" y="17673"/>
                </a:cubicBezTo>
                <a:cubicBezTo>
                  <a:pt x="5026" y="16463"/>
                  <a:pt x="4968" y="15102"/>
                  <a:pt x="4968" y="13589"/>
                </a:cubicBezTo>
                <a:cubicBezTo>
                  <a:pt x="4968" y="12076"/>
                  <a:pt x="5026" y="10739"/>
                  <a:pt x="5142" y="9519"/>
                </a:cubicBezTo>
                <a:cubicBezTo>
                  <a:pt x="5257" y="8300"/>
                  <a:pt x="5420" y="7341"/>
                  <a:pt x="5629" y="6641"/>
                </a:cubicBezTo>
                <a:cubicBezTo>
                  <a:pt x="5839" y="5942"/>
                  <a:pt x="6076" y="5592"/>
                  <a:pt x="6340" y="5592"/>
                </a:cubicBezTo>
                <a:close/>
                <a:moveTo>
                  <a:pt x="13901" y="5591"/>
                </a:moveTo>
                <a:cubicBezTo>
                  <a:pt x="14179" y="5591"/>
                  <a:pt x="14425" y="5941"/>
                  <a:pt x="14637" y="6640"/>
                </a:cubicBezTo>
                <a:cubicBezTo>
                  <a:pt x="14850" y="7340"/>
                  <a:pt x="15015" y="8295"/>
                  <a:pt x="15132" y="9505"/>
                </a:cubicBezTo>
                <a:cubicBezTo>
                  <a:pt x="15250" y="10715"/>
                  <a:pt x="15308" y="12076"/>
                  <a:pt x="15308" y="13589"/>
                </a:cubicBezTo>
                <a:cubicBezTo>
                  <a:pt x="15308" y="15102"/>
                  <a:pt x="15250" y="16439"/>
                  <a:pt x="15132" y="17658"/>
                </a:cubicBezTo>
                <a:cubicBezTo>
                  <a:pt x="15015" y="18878"/>
                  <a:pt x="14850" y="19838"/>
                  <a:pt x="14637" y="20537"/>
                </a:cubicBezTo>
                <a:cubicBezTo>
                  <a:pt x="14425" y="21236"/>
                  <a:pt x="14179" y="21586"/>
                  <a:pt x="13901" y="21586"/>
                </a:cubicBezTo>
                <a:cubicBezTo>
                  <a:pt x="13623" y="21586"/>
                  <a:pt x="13376" y="21236"/>
                  <a:pt x="13160" y="20537"/>
                </a:cubicBezTo>
                <a:cubicBezTo>
                  <a:pt x="12944" y="19838"/>
                  <a:pt x="12777" y="18878"/>
                  <a:pt x="12660" y="17658"/>
                </a:cubicBezTo>
                <a:cubicBezTo>
                  <a:pt x="12542" y="16439"/>
                  <a:pt x="12484" y="15083"/>
                  <a:pt x="12484" y="13589"/>
                </a:cubicBezTo>
                <a:cubicBezTo>
                  <a:pt x="12484" y="12095"/>
                  <a:pt x="12542" y="10716"/>
                  <a:pt x="12660" y="9505"/>
                </a:cubicBezTo>
                <a:cubicBezTo>
                  <a:pt x="12777" y="8295"/>
                  <a:pt x="12944" y="7340"/>
                  <a:pt x="13160" y="6640"/>
                </a:cubicBezTo>
                <a:cubicBezTo>
                  <a:pt x="13376" y="5941"/>
                  <a:pt x="13623" y="5591"/>
                  <a:pt x="13901" y="5591"/>
                </a:cubicBezTo>
                <a:close/>
                <a:moveTo>
                  <a:pt x="12093" y="5"/>
                </a:moveTo>
                <a:cubicBezTo>
                  <a:pt x="12214" y="5"/>
                  <a:pt x="12323" y="43"/>
                  <a:pt x="12420" y="119"/>
                </a:cubicBezTo>
                <a:lnTo>
                  <a:pt x="12420" y="3295"/>
                </a:lnTo>
                <a:cubicBezTo>
                  <a:pt x="12272" y="3257"/>
                  <a:pt x="12161" y="3271"/>
                  <a:pt x="12086" y="3337"/>
                </a:cubicBezTo>
                <a:cubicBezTo>
                  <a:pt x="12010" y="3404"/>
                  <a:pt x="11954" y="3569"/>
                  <a:pt x="11917" y="3834"/>
                </a:cubicBezTo>
                <a:cubicBezTo>
                  <a:pt x="11881" y="4099"/>
                  <a:pt x="11862" y="4505"/>
                  <a:pt x="11862" y="5053"/>
                </a:cubicBezTo>
                <a:lnTo>
                  <a:pt x="11862" y="6018"/>
                </a:lnTo>
                <a:lnTo>
                  <a:pt x="12420" y="6018"/>
                </a:lnTo>
                <a:lnTo>
                  <a:pt x="12420" y="9194"/>
                </a:lnTo>
                <a:lnTo>
                  <a:pt x="11862" y="9194"/>
                </a:lnTo>
                <a:lnTo>
                  <a:pt x="11647" y="11508"/>
                </a:lnTo>
                <a:lnTo>
                  <a:pt x="11558" y="10988"/>
                </a:lnTo>
                <a:cubicBezTo>
                  <a:pt x="11477" y="10615"/>
                  <a:pt x="11388" y="10291"/>
                  <a:pt x="11292" y="10017"/>
                </a:cubicBezTo>
                <a:cubicBezTo>
                  <a:pt x="11099" y="9469"/>
                  <a:pt x="10892" y="9194"/>
                  <a:pt x="10671" y="9194"/>
                </a:cubicBezTo>
                <a:lnTo>
                  <a:pt x="10671" y="6018"/>
                </a:lnTo>
                <a:lnTo>
                  <a:pt x="11073" y="6018"/>
                </a:lnTo>
                <a:lnTo>
                  <a:pt x="11073" y="6016"/>
                </a:lnTo>
                <a:lnTo>
                  <a:pt x="11073" y="4740"/>
                </a:lnTo>
                <a:cubicBezTo>
                  <a:pt x="11073" y="3928"/>
                  <a:pt x="11091" y="3233"/>
                  <a:pt x="11128" y="2656"/>
                </a:cubicBezTo>
                <a:cubicBezTo>
                  <a:pt x="11165" y="2080"/>
                  <a:pt x="11222" y="1593"/>
                  <a:pt x="11299" y="1195"/>
                </a:cubicBezTo>
                <a:cubicBezTo>
                  <a:pt x="11356" y="912"/>
                  <a:pt x="11425" y="681"/>
                  <a:pt x="11505" y="501"/>
                </a:cubicBezTo>
                <a:cubicBezTo>
                  <a:pt x="11586" y="321"/>
                  <a:pt x="11674" y="189"/>
                  <a:pt x="11772" y="104"/>
                </a:cubicBezTo>
                <a:cubicBezTo>
                  <a:pt x="11869" y="19"/>
                  <a:pt x="11976" y="-14"/>
                  <a:pt x="12093" y="5"/>
                </a:cubicBezTo>
                <a:close/>
                <a:moveTo>
                  <a:pt x="0" y="4"/>
                </a:moveTo>
                <a:lnTo>
                  <a:pt x="2945" y="4"/>
                </a:lnTo>
                <a:lnTo>
                  <a:pt x="2945" y="4116"/>
                </a:lnTo>
                <a:lnTo>
                  <a:pt x="1055" y="4116"/>
                </a:lnTo>
                <a:lnTo>
                  <a:pt x="1055" y="8711"/>
                </a:lnTo>
                <a:lnTo>
                  <a:pt x="2839" y="8711"/>
                </a:lnTo>
                <a:lnTo>
                  <a:pt x="2839" y="12652"/>
                </a:lnTo>
                <a:cubicBezTo>
                  <a:pt x="2192" y="10797"/>
                  <a:pt x="1442" y="10841"/>
                  <a:pt x="903" y="12838"/>
                </a:cubicBezTo>
                <a:lnTo>
                  <a:pt x="897" y="12861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870" name="Graphic 1973"/>
          <p:cNvSpPr/>
          <p:nvPr/>
        </p:nvSpPr>
        <p:spPr>
          <a:xfrm>
            <a:off x="19181998" y="9667282"/>
            <a:ext cx="1254751" cy="4121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236" y="21600"/>
                </a:moveTo>
                <a:lnTo>
                  <a:pt x="14957" y="21600"/>
                </a:lnTo>
                <a:lnTo>
                  <a:pt x="14957" y="0"/>
                </a:lnTo>
                <a:lnTo>
                  <a:pt x="13236" y="0"/>
                </a:lnTo>
                <a:lnTo>
                  <a:pt x="13236" y="21600"/>
                </a:lnTo>
                <a:close/>
                <a:moveTo>
                  <a:pt x="10215" y="15442"/>
                </a:moveTo>
                <a:cubicBezTo>
                  <a:pt x="10215" y="16200"/>
                  <a:pt x="10005" y="16837"/>
                  <a:pt x="9755" y="16837"/>
                </a:cubicBezTo>
                <a:lnTo>
                  <a:pt x="8754" y="16837"/>
                </a:lnTo>
                <a:cubicBezTo>
                  <a:pt x="8504" y="16837"/>
                  <a:pt x="8294" y="16200"/>
                  <a:pt x="8294" y="15442"/>
                </a:cubicBezTo>
                <a:cubicBezTo>
                  <a:pt x="8294" y="15138"/>
                  <a:pt x="8294" y="6735"/>
                  <a:pt x="8294" y="6735"/>
                </a:cubicBezTo>
                <a:lnTo>
                  <a:pt x="6573" y="6735"/>
                </a:lnTo>
                <a:lnTo>
                  <a:pt x="6573" y="15866"/>
                </a:lnTo>
                <a:cubicBezTo>
                  <a:pt x="6573" y="19598"/>
                  <a:pt x="7363" y="21570"/>
                  <a:pt x="8524" y="21570"/>
                </a:cubicBezTo>
                <a:lnTo>
                  <a:pt x="10205" y="21570"/>
                </a:lnTo>
                <a:cubicBezTo>
                  <a:pt x="11275" y="21570"/>
                  <a:pt x="11926" y="19234"/>
                  <a:pt x="11926" y="15866"/>
                </a:cubicBezTo>
                <a:lnTo>
                  <a:pt x="11926" y="6735"/>
                </a:lnTo>
                <a:lnTo>
                  <a:pt x="10205" y="6735"/>
                </a:lnTo>
                <a:cubicBezTo>
                  <a:pt x="10215" y="6735"/>
                  <a:pt x="10215" y="15169"/>
                  <a:pt x="10215" y="15442"/>
                </a:cubicBezTo>
                <a:close/>
                <a:moveTo>
                  <a:pt x="19889" y="6735"/>
                </a:moveTo>
                <a:cubicBezTo>
                  <a:pt x="19889" y="6735"/>
                  <a:pt x="19889" y="15169"/>
                  <a:pt x="19889" y="15442"/>
                </a:cubicBezTo>
                <a:cubicBezTo>
                  <a:pt x="19889" y="16200"/>
                  <a:pt x="19679" y="16837"/>
                  <a:pt x="19429" y="16837"/>
                </a:cubicBezTo>
                <a:lnTo>
                  <a:pt x="18429" y="16837"/>
                </a:lnTo>
                <a:cubicBezTo>
                  <a:pt x="18178" y="16837"/>
                  <a:pt x="17968" y="16200"/>
                  <a:pt x="17968" y="15442"/>
                </a:cubicBezTo>
                <a:cubicBezTo>
                  <a:pt x="17968" y="15138"/>
                  <a:pt x="17968" y="6735"/>
                  <a:pt x="17968" y="6735"/>
                </a:cubicBezTo>
                <a:lnTo>
                  <a:pt x="16248" y="6735"/>
                </a:lnTo>
                <a:lnTo>
                  <a:pt x="16248" y="15866"/>
                </a:lnTo>
                <a:cubicBezTo>
                  <a:pt x="16248" y="19598"/>
                  <a:pt x="17038" y="21570"/>
                  <a:pt x="18198" y="21570"/>
                </a:cubicBezTo>
                <a:lnTo>
                  <a:pt x="19879" y="21570"/>
                </a:lnTo>
                <a:cubicBezTo>
                  <a:pt x="20950" y="21570"/>
                  <a:pt x="21600" y="19234"/>
                  <a:pt x="21600" y="15866"/>
                </a:cubicBezTo>
                <a:lnTo>
                  <a:pt x="21600" y="6735"/>
                </a:lnTo>
                <a:lnTo>
                  <a:pt x="19889" y="6735"/>
                </a:lnTo>
                <a:close/>
                <a:moveTo>
                  <a:pt x="3402" y="6735"/>
                </a:moveTo>
                <a:cubicBezTo>
                  <a:pt x="3402" y="6735"/>
                  <a:pt x="2511" y="6735"/>
                  <a:pt x="2301" y="6735"/>
                </a:cubicBezTo>
                <a:cubicBezTo>
                  <a:pt x="1911" y="6735"/>
                  <a:pt x="1721" y="7038"/>
                  <a:pt x="1721" y="7038"/>
                </a:cubicBezTo>
                <a:lnTo>
                  <a:pt x="1721" y="0"/>
                </a:lnTo>
                <a:lnTo>
                  <a:pt x="0" y="0"/>
                </a:lnTo>
                <a:lnTo>
                  <a:pt x="0" y="21570"/>
                </a:lnTo>
                <a:lnTo>
                  <a:pt x="1711" y="21570"/>
                </a:lnTo>
                <a:lnTo>
                  <a:pt x="1711" y="12893"/>
                </a:lnTo>
                <a:cubicBezTo>
                  <a:pt x="1711" y="12135"/>
                  <a:pt x="1921" y="11498"/>
                  <a:pt x="2171" y="11498"/>
                </a:cubicBezTo>
                <a:lnTo>
                  <a:pt x="3171" y="11498"/>
                </a:lnTo>
                <a:cubicBezTo>
                  <a:pt x="3422" y="11498"/>
                  <a:pt x="3632" y="12135"/>
                  <a:pt x="3632" y="12893"/>
                </a:cubicBezTo>
                <a:lnTo>
                  <a:pt x="3632" y="21600"/>
                </a:lnTo>
                <a:lnTo>
                  <a:pt x="5352" y="21600"/>
                </a:lnTo>
                <a:lnTo>
                  <a:pt x="5352" y="12195"/>
                </a:lnTo>
                <a:cubicBezTo>
                  <a:pt x="5352" y="8252"/>
                  <a:pt x="4482" y="6735"/>
                  <a:pt x="3402" y="6735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pic>
        <p:nvPicPr>
          <p:cNvPr id="1871" name="espn-red-digital.png" descr="espn-red-digital.png"/>
          <p:cNvPicPr>
            <a:picLocks noChangeAspect="1"/>
          </p:cNvPicPr>
          <p:nvPr/>
        </p:nvPicPr>
        <p:blipFill>
          <a:blip r:embed="rId31">
            <a:extLst/>
          </a:blip>
          <a:stretch>
            <a:fillRect/>
          </a:stretch>
        </p:blipFill>
        <p:spPr>
          <a:xfrm>
            <a:off x="10220115" y="5035902"/>
            <a:ext cx="1273013" cy="314011"/>
          </a:xfrm>
          <a:prstGeom prst="rect">
            <a:avLst/>
          </a:prstGeom>
          <a:ln w="12700">
            <a:miter lim="400000"/>
          </a:ln>
        </p:spPr>
      </p:pic>
      <p:pic>
        <p:nvPicPr>
          <p:cNvPr id="1872" name="espn-red-digital.png" descr="espn-red-digital.png"/>
          <p:cNvPicPr>
            <a:picLocks noChangeAspect="1"/>
          </p:cNvPicPr>
          <p:nvPr/>
        </p:nvPicPr>
        <p:blipFill>
          <a:blip r:embed="rId31">
            <a:extLst/>
          </a:blip>
          <a:stretch>
            <a:fillRect/>
          </a:stretch>
        </p:blipFill>
        <p:spPr>
          <a:xfrm>
            <a:off x="10198056" y="6522329"/>
            <a:ext cx="1273013" cy="314011"/>
          </a:xfrm>
          <a:prstGeom prst="rect">
            <a:avLst/>
          </a:prstGeom>
          <a:ln w="12700">
            <a:miter lim="400000"/>
          </a:ln>
        </p:spPr>
      </p:pic>
      <p:sp>
        <p:nvSpPr>
          <p:cNvPr id="1873" name="Shape"/>
          <p:cNvSpPr/>
          <p:nvPr/>
        </p:nvSpPr>
        <p:spPr>
          <a:xfrm>
            <a:off x="16147476" y="9653727"/>
            <a:ext cx="1094534" cy="4421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249" fill="norm" stroke="1" extrusionOk="0">
                <a:moveTo>
                  <a:pt x="9806" y="20933"/>
                </a:moveTo>
                <a:lnTo>
                  <a:pt x="8199" y="20933"/>
                </a:lnTo>
                <a:lnTo>
                  <a:pt x="8199" y="20302"/>
                </a:lnTo>
                <a:cubicBezTo>
                  <a:pt x="7962" y="20733"/>
                  <a:pt x="7608" y="21217"/>
                  <a:pt x="7011" y="21217"/>
                </a:cubicBezTo>
                <a:cubicBezTo>
                  <a:pt x="5067" y="21217"/>
                  <a:pt x="4316" y="18661"/>
                  <a:pt x="4316" y="13695"/>
                </a:cubicBezTo>
                <a:lnTo>
                  <a:pt x="4316" y="5825"/>
                </a:lnTo>
                <a:lnTo>
                  <a:pt x="5918" y="5825"/>
                </a:lnTo>
                <a:lnTo>
                  <a:pt x="5918" y="13695"/>
                </a:lnTo>
                <a:cubicBezTo>
                  <a:pt x="5914" y="15041"/>
                  <a:pt x="5918" y="17588"/>
                  <a:pt x="7072" y="17588"/>
                </a:cubicBezTo>
                <a:cubicBezTo>
                  <a:pt x="8186" y="17588"/>
                  <a:pt x="8195" y="15178"/>
                  <a:pt x="8195" y="13716"/>
                </a:cubicBezTo>
                <a:lnTo>
                  <a:pt x="8195" y="5825"/>
                </a:lnTo>
                <a:lnTo>
                  <a:pt x="9806" y="5825"/>
                </a:lnTo>
                <a:lnTo>
                  <a:pt x="9806" y="20933"/>
                </a:lnTo>
                <a:close/>
                <a:moveTo>
                  <a:pt x="3689" y="122"/>
                </a:moveTo>
                <a:cubicBezTo>
                  <a:pt x="1927" y="-351"/>
                  <a:pt x="1525" y="627"/>
                  <a:pt x="1205" y="1648"/>
                </a:cubicBezTo>
                <a:cubicBezTo>
                  <a:pt x="920" y="2553"/>
                  <a:pt x="886" y="3815"/>
                  <a:pt x="886" y="4720"/>
                </a:cubicBezTo>
                <a:lnTo>
                  <a:pt x="886" y="5825"/>
                </a:lnTo>
                <a:lnTo>
                  <a:pt x="0" y="5825"/>
                </a:lnTo>
                <a:lnTo>
                  <a:pt x="0" y="9444"/>
                </a:lnTo>
                <a:lnTo>
                  <a:pt x="899" y="9444"/>
                </a:lnTo>
                <a:lnTo>
                  <a:pt x="899" y="20933"/>
                </a:lnTo>
                <a:lnTo>
                  <a:pt x="2506" y="20933"/>
                </a:lnTo>
                <a:lnTo>
                  <a:pt x="2506" y="9444"/>
                </a:lnTo>
                <a:lnTo>
                  <a:pt x="3715" y="9444"/>
                </a:lnTo>
                <a:lnTo>
                  <a:pt x="3715" y="5825"/>
                </a:lnTo>
                <a:lnTo>
                  <a:pt x="2536" y="5825"/>
                </a:lnTo>
                <a:lnTo>
                  <a:pt x="2536" y="4804"/>
                </a:lnTo>
                <a:cubicBezTo>
                  <a:pt x="2536" y="3763"/>
                  <a:pt x="2877" y="3637"/>
                  <a:pt x="3050" y="3658"/>
                </a:cubicBezTo>
                <a:lnTo>
                  <a:pt x="3404" y="3700"/>
                </a:lnTo>
                <a:lnTo>
                  <a:pt x="3689" y="122"/>
                </a:lnTo>
                <a:close/>
                <a:moveTo>
                  <a:pt x="21600" y="13379"/>
                </a:moveTo>
                <a:cubicBezTo>
                  <a:pt x="21600" y="9034"/>
                  <a:pt x="20166" y="5509"/>
                  <a:pt x="18395" y="5509"/>
                </a:cubicBezTo>
                <a:cubicBezTo>
                  <a:pt x="17673" y="5509"/>
                  <a:pt x="16969" y="6109"/>
                  <a:pt x="16407" y="7214"/>
                </a:cubicBezTo>
                <a:cubicBezTo>
                  <a:pt x="16757" y="8192"/>
                  <a:pt x="17021" y="9350"/>
                  <a:pt x="17172" y="10602"/>
                </a:cubicBezTo>
                <a:cubicBezTo>
                  <a:pt x="17461" y="9707"/>
                  <a:pt x="17893" y="9139"/>
                  <a:pt x="18373" y="9139"/>
                </a:cubicBezTo>
                <a:cubicBezTo>
                  <a:pt x="19250" y="9139"/>
                  <a:pt x="19963" y="11022"/>
                  <a:pt x="19963" y="13348"/>
                </a:cubicBezTo>
                <a:cubicBezTo>
                  <a:pt x="19963" y="15673"/>
                  <a:pt x="19250" y="17556"/>
                  <a:pt x="18373" y="17556"/>
                </a:cubicBezTo>
                <a:cubicBezTo>
                  <a:pt x="17500" y="17556"/>
                  <a:pt x="16792" y="15694"/>
                  <a:pt x="16783" y="13379"/>
                </a:cubicBezTo>
                <a:cubicBezTo>
                  <a:pt x="16788" y="11464"/>
                  <a:pt x="16507" y="9613"/>
                  <a:pt x="15993" y="8161"/>
                </a:cubicBezTo>
                <a:cubicBezTo>
                  <a:pt x="15418" y="6530"/>
                  <a:pt x="14576" y="5509"/>
                  <a:pt x="13638" y="5509"/>
                </a:cubicBezTo>
                <a:cubicBezTo>
                  <a:pt x="13072" y="5509"/>
                  <a:pt x="12515" y="5888"/>
                  <a:pt x="12036" y="6614"/>
                </a:cubicBezTo>
                <a:lnTo>
                  <a:pt x="12036" y="228"/>
                </a:lnTo>
                <a:lnTo>
                  <a:pt x="10428" y="996"/>
                </a:lnTo>
                <a:lnTo>
                  <a:pt x="10428" y="20933"/>
                </a:lnTo>
                <a:lnTo>
                  <a:pt x="12036" y="20933"/>
                </a:lnTo>
                <a:lnTo>
                  <a:pt x="12036" y="20302"/>
                </a:lnTo>
                <a:cubicBezTo>
                  <a:pt x="12506" y="20996"/>
                  <a:pt x="13055" y="21249"/>
                  <a:pt x="13638" y="21249"/>
                </a:cubicBezTo>
                <a:cubicBezTo>
                  <a:pt x="14351" y="21249"/>
                  <a:pt x="15047" y="20639"/>
                  <a:pt x="15595" y="19534"/>
                </a:cubicBezTo>
                <a:cubicBezTo>
                  <a:pt x="15237" y="18556"/>
                  <a:pt x="14969" y="17409"/>
                  <a:pt x="14805" y="16167"/>
                </a:cubicBezTo>
                <a:cubicBezTo>
                  <a:pt x="14515" y="17104"/>
                  <a:pt x="14083" y="17703"/>
                  <a:pt x="13604" y="17703"/>
                </a:cubicBezTo>
                <a:cubicBezTo>
                  <a:pt x="12735" y="17703"/>
                  <a:pt x="12031" y="15767"/>
                  <a:pt x="12031" y="13369"/>
                </a:cubicBezTo>
                <a:cubicBezTo>
                  <a:pt x="12031" y="10970"/>
                  <a:pt x="12735" y="9034"/>
                  <a:pt x="13604" y="9034"/>
                </a:cubicBezTo>
                <a:cubicBezTo>
                  <a:pt x="14472" y="9034"/>
                  <a:pt x="15176" y="10970"/>
                  <a:pt x="15176" y="13369"/>
                </a:cubicBezTo>
                <a:cubicBezTo>
                  <a:pt x="15176" y="17714"/>
                  <a:pt x="16615" y="21238"/>
                  <a:pt x="18386" y="21238"/>
                </a:cubicBezTo>
                <a:cubicBezTo>
                  <a:pt x="20157" y="21238"/>
                  <a:pt x="21600" y="17724"/>
                  <a:pt x="21600" y="13379"/>
                </a:cubicBezTo>
                <a:lnTo>
                  <a:pt x="21600" y="13379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pic>
        <p:nvPicPr>
          <p:cNvPr id="1874" name="Fubo_2023.png" descr="Fubo_2023.png"/>
          <p:cNvPicPr>
            <a:picLocks noChangeAspect="1"/>
          </p:cNvPicPr>
          <p:nvPr/>
        </p:nvPicPr>
        <p:blipFill>
          <a:blip r:embed="rId32">
            <a:extLst/>
          </a:blip>
          <a:stretch>
            <a:fillRect/>
          </a:stretch>
        </p:blipFill>
        <p:spPr>
          <a:xfrm>
            <a:off x="16135089" y="6369051"/>
            <a:ext cx="1195278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75" name="Fubo_2023.png" descr="Fubo_2023.png"/>
          <p:cNvPicPr>
            <a:picLocks noChangeAspect="1"/>
          </p:cNvPicPr>
          <p:nvPr/>
        </p:nvPicPr>
        <p:blipFill>
          <a:blip r:embed="rId32">
            <a:extLst/>
          </a:blip>
          <a:stretch>
            <a:fillRect/>
          </a:stretch>
        </p:blipFill>
        <p:spPr>
          <a:xfrm>
            <a:off x="16084289" y="4921251"/>
            <a:ext cx="1195278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76" name="Fubo_2023.png" descr="Fubo_2023.png"/>
          <p:cNvPicPr>
            <a:picLocks noChangeAspect="1"/>
          </p:cNvPicPr>
          <p:nvPr/>
        </p:nvPicPr>
        <p:blipFill>
          <a:blip r:embed="rId33">
            <a:extLst/>
          </a:blip>
          <a:stretch>
            <a:fillRect/>
          </a:stretch>
        </p:blipFill>
        <p:spPr>
          <a:xfrm>
            <a:off x="16097104" y="3421193"/>
            <a:ext cx="1195278" cy="48309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77" name="Fubo_2023.png" descr="Fubo_2023.png"/>
          <p:cNvPicPr>
            <a:picLocks noChangeAspect="1"/>
          </p:cNvPicPr>
          <p:nvPr/>
        </p:nvPicPr>
        <p:blipFill>
          <a:blip r:embed="rId34">
            <a:extLst/>
          </a:blip>
          <a:stretch>
            <a:fillRect/>
          </a:stretch>
        </p:blipFill>
        <p:spPr>
          <a:xfrm>
            <a:off x="16152045" y="7933248"/>
            <a:ext cx="1195278" cy="48309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9" name="Tech Logos"/>
          <p:cNvSpPr txBox="1"/>
          <p:nvPr>
            <p:ph type="body" idx="21"/>
          </p:nvPr>
        </p:nvSpPr>
        <p:spPr>
          <a:xfrm>
            <a:off x="666390" y="897470"/>
            <a:ext cx="10374614" cy="1437642"/>
          </a:xfrm>
          <a:prstGeom prst="rect">
            <a:avLst/>
          </a:prstGeom>
        </p:spPr>
        <p:txBody>
          <a:bodyPr/>
          <a:lstStyle>
            <a:lvl1pPr>
              <a:defRPr spc="-319" sz="8000"/>
            </a:lvl1pPr>
          </a:lstStyle>
          <a:p>
            <a:pPr/>
            <a:r>
              <a:t>Tech Logos</a:t>
            </a:r>
          </a:p>
        </p:txBody>
      </p:sp>
      <p:sp>
        <p:nvSpPr>
          <p:cNvPr id="1880" name="Shape"/>
          <p:cNvSpPr/>
          <p:nvPr/>
        </p:nvSpPr>
        <p:spPr>
          <a:xfrm>
            <a:off x="7452919" y="6285788"/>
            <a:ext cx="3588085" cy="5686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2" h="21405" fill="norm" stroke="1" extrusionOk="0">
                <a:moveTo>
                  <a:pt x="690" y="10"/>
                </a:moveTo>
                <a:cubicBezTo>
                  <a:pt x="559" y="41"/>
                  <a:pt x="385" y="209"/>
                  <a:pt x="247" y="447"/>
                </a:cubicBezTo>
                <a:cubicBezTo>
                  <a:pt x="150" y="613"/>
                  <a:pt x="83" y="876"/>
                  <a:pt x="37" y="1386"/>
                </a:cubicBezTo>
                <a:cubicBezTo>
                  <a:pt x="14" y="1641"/>
                  <a:pt x="-8" y="1921"/>
                  <a:pt x="4" y="2203"/>
                </a:cubicBezTo>
                <a:cubicBezTo>
                  <a:pt x="14" y="2442"/>
                  <a:pt x="69" y="2525"/>
                  <a:pt x="113" y="2569"/>
                </a:cubicBezTo>
                <a:cubicBezTo>
                  <a:pt x="155" y="2611"/>
                  <a:pt x="250" y="2644"/>
                  <a:pt x="276" y="2450"/>
                </a:cubicBezTo>
                <a:cubicBezTo>
                  <a:pt x="287" y="2365"/>
                  <a:pt x="286" y="2287"/>
                  <a:pt x="277" y="2186"/>
                </a:cubicBezTo>
                <a:cubicBezTo>
                  <a:pt x="267" y="2079"/>
                  <a:pt x="243" y="2003"/>
                  <a:pt x="220" y="1976"/>
                </a:cubicBezTo>
                <a:cubicBezTo>
                  <a:pt x="194" y="1946"/>
                  <a:pt x="144" y="1926"/>
                  <a:pt x="132" y="1893"/>
                </a:cubicBezTo>
                <a:cubicBezTo>
                  <a:pt x="125" y="1875"/>
                  <a:pt x="118" y="1852"/>
                  <a:pt x="118" y="1852"/>
                </a:cubicBezTo>
                <a:cubicBezTo>
                  <a:pt x="118" y="1852"/>
                  <a:pt x="121" y="1829"/>
                  <a:pt x="124" y="1815"/>
                </a:cubicBezTo>
                <a:cubicBezTo>
                  <a:pt x="129" y="1789"/>
                  <a:pt x="148" y="1742"/>
                  <a:pt x="159" y="1724"/>
                </a:cubicBezTo>
                <a:cubicBezTo>
                  <a:pt x="174" y="1703"/>
                  <a:pt x="190" y="1671"/>
                  <a:pt x="206" y="1642"/>
                </a:cubicBezTo>
                <a:cubicBezTo>
                  <a:pt x="318" y="1448"/>
                  <a:pt x="541" y="1412"/>
                  <a:pt x="643" y="1436"/>
                </a:cubicBezTo>
                <a:cubicBezTo>
                  <a:pt x="1039" y="1528"/>
                  <a:pt x="1407" y="2081"/>
                  <a:pt x="1780" y="3039"/>
                </a:cubicBezTo>
                <a:cubicBezTo>
                  <a:pt x="2146" y="3979"/>
                  <a:pt x="2561" y="5583"/>
                  <a:pt x="2803" y="7532"/>
                </a:cubicBezTo>
                <a:cubicBezTo>
                  <a:pt x="2894" y="8269"/>
                  <a:pt x="3010" y="9479"/>
                  <a:pt x="3024" y="10500"/>
                </a:cubicBezTo>
                <a:cubicBezTo>
                  <a:pt x="3036" y="11433"/>
                  <a:pt x="2988" y="12328"/>
                  <a:pt x="2897" y="12981"/>
                </a:cubicBezTo>
                <a:cubicBezTo>
                  <a:pt x="2828" y="13475"/>
                  <a:pt x="2736" y="13842"/>
                  <a:pt x="2637" y="14136"/>
                </a:cubicBezTo>
                <a:cubicBezTo>
                  <a:pt x="2410" y="14805"/>
                  <a:pt x="2135" y="14943"/>
                  <a:pt x="1888" y="14902"/>
                </a:cubicBezTo>
                <a:cubicBezTo>
                  <a:pt x="1855" y="14897"/>
                  <a:pt x="1733" y="14826"/>
                  <a:pt x="1704" y="14799"/>
                </a:cubicBezTo>
                <a:cubicBezTo>
                  <a:pt x="1653" y="14748"/>
                  <a:pt x="1590" y="14671"/>
                  <a:pt x="1590" y="14671"/>
                </a:cubicBezTo>
                <a:lnTo>
                  <a:pt x="1574" y="9890"/>
                </a:lnTo>
                <a:cubicBezTo>
                  <a:pt x="1574" y="9890"/>
                  <a:pt x="1651" y="9907"/>
                  <a:pt x="1705" y="9927"/>
                </a:cubicBezTo>
                <a:cubicBezTo>
                  <a:pt x="1844" y="9979"/>
                  <a:pt x="2130" y="10275"/>
                  <a:pt x="2274" y="10632"/>
                </a:cubicBezTo>
                <a:cubicBezTo>
                  <a:pt x="2304" y="10707"/>
                  <a:pt x="2336" y="10822"/>
                  <a:pt x="2339" y="11011"/>
                </a:cubicBezTo>
                <a:cubicBezTo>
                  <a:pt x="2341" y="11157"/>
                  <a:pt x="2323" y="11285"/>
                  <a:pt x="2302" y="11399"/>
                </a:cubicBezTo>
                <a:cubicBezTo>
                  <a:pt x="2292" y="11453"/>
                  <a:pt x="2282" y="11497"/>
                  <a:pt x="2270" y="11539"/>
                </a:cubicBezTo>
                <a:cubicBezTo>
                  <a:pt x="2245" y="11621"/>
                  <a:pt x="2203" y="11758"/>
                  <a:pt x="2200" y="11782"/>
                </a:cubicBezTo>
                <a:cubicBezTo>
                  <a:pt x="2192" y="11847"/>
                  <a:pt x="2192" y="11946"/>
                  <a:pt x="2203" y="12000"/>
                </a:cubicBezTo>
                <a:cubicBezTo>
                  <a:pt x="2230" y="12134"/>
                  <a:pt x="2320" y="12207"/>
                  <a:pt x="2344" y="12198"/>
                </a:cubicBezTo>
                <a:cubicBezTo>
                  <a:pt x="2424" y="12170"/>
                  <a:pt x="2503" y="11831"/>
                  <a:pt x="2545" y="11374"/>
                </a:cubicBezTo>
                <a:cubicBezTo>
                  <a:pt x="2582" y="10969"/>
                  <a:pt x="2585" y="10656"/>
                  <a:pt x="2561" y="10207"/>
                </a:cubicBezTo>
                <a:cubicBezTo>
                  <a:pt x="2535" y="9718"/>
                  <a:pt x="2454" y="9257"/>
                  <a:pt x="2367" y="8983"/>
                </a:cubicBezTo>
                <a:cubicBezTo>
                  <a:pt x="2262" y="8650"/>
                  <a:pt x="2079" y="8401"/>
                  <a:pt x="1985" y="8307"/>
                </a:cubicBezTo>
                <a:cubicBezTo>
                  <a:pt x="1912" y="8234"/>
                  <a:pt x="1833" y="8160"/>
                  <a:pt x="1762" y="8150"/>
                </a:cubicBezTo>
                <a:cubicBezTo>
                  <a:pt x="1690" y="8138"/>
                  <a:pt x="1571" y="8163"/>
                  <a:pt x="1571" y="8163"/>
                </a:cubicBezTo>
                <a:cubicBezTo>
                  <a:pt x="1571" y="8163"/>
                  <a:pt x="1569" y="7514"/>
                  <a:pt x="1565" y="7083"/>
                </a:cubicBezTo>
                <a:cubicBezTo>
                  <a:pt x="1557" y="6375"/>
                  <a:pt x="1526" y="4982"/>
                  <a:pt x="1422" y="4581"/>
                </a:cubicBezTo>
                <a:cubicBezTo>
                  <a:pt x="1404" y="4508"/>
                  <a:pt x="1380" y="4500"/>
                  <a:pt x="1367" y="4610"/>
                </a:cubicBezTo>
                <a:cubicBezTo>
                  <a:pt x="1347" y="4774"/>
                  <a:pt x="1328" y="5395"/>
                  <a:pt x="1324" y="5558"/>
                </a:cubicBezTo>
                <a:cubicBezTo>
                  <a:pt x="1315" y="5857"/>
                  <a:pt x="1289" y="7271"/>
                  <a:pt x="1289" y="7487"/>
                </a:cubicBezTo>
                <a:cubicBezTo>
                  <a:pt x="1290" y="7706"/>
                  <a:pt x="1287" y="8306"/>
                  <a:pt x="1285" y="8324"/>
                </a:cubicBezTo>
                <a:cubicBezTo>
                  <a:pt x="1284" y="8332"/>
                  <a:pt x="1282" y="8337"/>
                  <a:pt x="1281" y="8344"/>
                </a:cubicBezTo>
                <a:cubicBezTo>
                  <a:pt x="1277" y="8361"/>
                  <a:pt x="1211" y="8433"/>
                  <a:pt x="1168" y="8472"/>
                </a:cubicBezTo>
                <a:cubicBezTo>
                  <a:pt x="1078" y="8554"/>
                  <a:pt x="862" y="8997"/>
                  <a:pt x="792" y="9189"/>
                </a:cubicBezTo>
                <a:cubicBezTo>
                  <a:pt x="697" y="9449"/>
                  <a:pt x="558" y="9903"/>
                  <a:pt x="520" y="10508"/>
                </a:cubicBezTo>
                <a:cubicBezTo>
                  <a:pt x="492" y="10942"/>
                  <a:pt x="503" y="11306"/>
                  <a:pt x="539" y="11716"/>
                </a:cubicBezTo>
                <a:cubicBezTo>
                  <a:pt x="587" y="12240"/>
                  <a:pt x="649" y="12649"/>
                  <a:pt x="718" y="13060"/>
                </a:cubicBezTo>
                <a:cubicBezTo>
                  <a:pt x="743" y="13206"/>
                  <a:pt x="854" y="13792"/>
                  <a:pt x="880" y="13913"/>
                </a:cubicBezTo>
                <a:cubicBezTo>
                  <a:pt x="974" y="14347"/>
                  <a:pt x="1081" y="14768"/>
                  <a:pt x="1194" y="15117"/>
                </a:cubicBezTo>
                <a:cubicBezTo>
                  <a:pt x="1231" y="15231"/>
                  <a:pt x="1276" y="15360"/>
                  <a:pt x="1276" y="15360"/>
                </a:cubicBezTo>
                <a:cubicBezTo>
                  <a:pt x="1276" y="15360"/>
                  <a:pt x="1284" y="15915"/>
                  <a:pt x="1293" y="16234"/>
                </a:cubicBezTo>
                <a:cubicBezTo>
                  <a:pt x="1303" y="16631"/>
                  <a:pt x="1324" y="16976"/>
                  <a:pt x="1383" y="17132"/>
                </a:cubicBezTo>
                <a:cubicBezTo>
                  <a:pt x="1419" y="17228"/>
                  <a:pt x="1460" y="17214"/>
                  <a:pt x="1499" y="17169"/>
                </a:cubicBezTo>
                <a:cubicBezTo>
                  <a:pt x="1531" y="17131"/>
                  <a:pt x="1553" y="17038"/>
                  <a:pt x="1567" y="16864"/>
                </a:cubicBezTo>
                <a:cubicBezTo>
                  <a:pt x="1572" y="16799"/>
                  <a:pt x="1581" y="16598"/>
                  <a:pt x="1583" y="16522"/>
                </a:cubicBezTo>
                <a:cubicBezTo>
                  <a:pt x="1586" y="16355"/>
                  <a:pt x="1585" y="16118"/>
                  <a:pt x="1585" y="16118"/>
                </a:cubicBezTo>
                <a:cubicBezTo>
                  <a:pt x="1585" y="16118"/>
                  <a:pt x="1680" y="16255"/>
                  <a:pt x="1744" y="16328"/>
                </a:cubicBezTo>
                <a:cubicBezTo>
                  <a:pt x="1930" y="16543"/>
                  <a:pt x="2131" y="16563"/>
                  <a:pt x="2306" y="16431"/>
                </a:cubicBezTo>
                <a:cubicBezTo>
                  <a:pt x="2564" y="16234"/>
                  <a:pt x="2865" y="15635"/>
                  <a:pt x="3059" y="14585"/>
                </a:cubicBezTo>
                <a:cubicBezTo>
                  <a:pt x="3111" y="14302"/>
                  <a:pt x="3199" y="13642"/>
                  <a:pt x="3236" y="13225"/>
                </a:cubicBezTo>
                <a:cubicBezTo>
                  <a:pt x="3258" y="12981"/>
                  <a:pt x="3278" y="12740"/>
                  <a:pt x="3299" y="12441"/>
                </a:cubicBezTo>
                <a:cubicBezTo>
                  <a:pt x="3303" y="12382"/>
                  <a:pt x="3329" y="11891"/>
                  <a:pt x="3334" y="11679"/>
                </a:cubicBezTo>
                <a:cubicBezTo>
                  <a:pt x="3337" y="11587"/>
                  <a:pt x="3352" y="10886"/>
                  <a:pt x="3345" y="10516"/>
                </a:cubicBezTo>
                <a:cubicBezTo>
                  <a:pt x="3346" y="10362"/>
                  <a:pt x="3332" y="9958"/>
                  <a:pt x="3331" y="9886"/>
                </a:cubicBezTo>
                <a:lnTo>
                  <a:pt x="3330" y="9886"/>
                </a:lnTo>
                <a:cubicBezTo>
                  <a:pt x="3329" y="9878"/>
                  <a:pt x="3322" y="9681"/>
                  <a:pt x="3317" y="9548"/>
                </a:cubicBezTo>
                <a:cubicBezTo>
                  <a:pt x="3312" y="9413"/>
                  <a:pt x="3282" y="8942"/>
                  <a:pt x="3275" y="8864"/>
                </a:cubicBezTo>
                <a:cubicBezTo>
                  <a:pt x="3254" y="8635"/>
                  <a:pt x="3242" y="8439"/>
                  <a:pt x="3226" y="8241"/>
                </a:cubicBezTo>
                <a:cubicBezTo>
                  <a:pt x="3160" y="7417"/>
                  <a:pt x="3024" y="6380"/>
                  <a:pt x="2915" y="5702"/>
                </a:cubicBezTo>
                <a:cubicBezTo>
                  <a:pt x="2858" y="5351"/>
                  <a:pt x="2780" y="4915"/>
                  <a:pt x="2721" y="4610"/>
                </a:cubicBezTo>
                <a:cubicBezTo>
                  <a:pt x="2692" y="4461"/>
                  <a:pt x="2508" y="3615"/>
                  <a:pt x="2477" y="3484"/>
                </a:cubicBezTo>
                <a:cubicBezTo>
                  <a:pt x="2377" y="3076"/>
                  <a:pt x="2199" y="2452"/>
                  <a:pt x="2087" y="2112"/>
                </a:cubicBezTo>
                <a:cubicBezTo>
                  <a:pt x="1930" y="1639"/>
                  <a:pt x="1715" y="1115"/>
                  <a:pt x="1551" y="805"/>
                </a:cubicBezTo>
                <a:cubicBezTo>
                  <a:pt x="1265" y="263"/>
                  <a:pt x="985" y="-60"/>
                  <a:pt x="690" y="10"/>
                </a:cubicBezTo>
                <a:close/>
                <a:moveTo>
                  <a:pt x="3876" y="1370"/>
                </a:moveTo>
                <a:cubicBezTo>
                  <a:pt x="3781" y="1331"/>
                  <a:pt x="3677" y="1487"/>
                  <a:pt x="3600" y="1691"/>
                </a:cubicBezTo>
                <a:cubicBezTo>
                  <a:pt x="3490" y="1981"/>
                  <a:pt x="3390" y="2404"/>
                  <a:pt x="3313" y="2916"/>
                </a:cubicBezTo>
                <a:cubicBezTo>
                  <a:pt x="3237" y="3421"/>
                  <a:pt x="3178" y="4062"/>
                  <a:pt x="3184" y="4758"/>
                </a:cubicBezTo>
                <a:cubicBezTo>
                  <a:pt x="3186" y="4981"/>
                  <a:pt x="3201" y="5326"/>
                  <a:pt x="3219" y="5525"/>
                </a:cubicBezTo>
                <a:cubicBezTo>
                  <a:pt x="3234" y="5693"/>
                  <a:pt x="3262" y="5876"/>
                  <a:pt x="3268" y="6052"/>
                </a:cubicBezTo>
                <a:cubicBezTo>
                  <a:pt x="3272" y="6157"/>
                  <a:pt x="3268" y="6291"/>
                  <a:pt x="3269" y="6415"/>
                </a:cubicBezTo>
                <a:cubicBezTo>
                  <a:pt x="3270" y="6699"/>
                  <a:pt x="3290" y="6990"/>
                  <a:pt x="3324" y="7178"/>
                </a:cubicBezTo>
                <a:cubicBezTo>
                  <a:pt x="3348" y="7311"/>
                  <a:pt x="3370" y="7306"/>
                  <a:pt x="3395" y="7190"/>
                </a:cubicBezTo>
                <a:cubicBezTo>
                  <a:pt x="3402" y="7158"/>
                  <a:pt x="3413" y="7083"/>
                  <a:pt x="3419" y="7021"/>
                </a:cubicBezTo>
                <a:cubicBezTo>
                  <a:pt x="3430" y="6906"/>
                  <a:pt x="3440" y="6745"/>
                  <a:pt x="3450" y="6679"/>
                </a:cubicBezTo>
                <a:cubicBezTo>
                  <a:pt x="3451" y="6670"/>
                  <a:pt x="3458" y="6693"/>
                  <a:pt x="3464" y="6720"/>
                </a:cubicBezTo>
                <a:cubicBezTo>
                  <a:pt x="3468" y="6739"/>
                  <a:pt x="3510" y="6805"/>
                  <a:pt x="3521" y="6811"/>
                </a:cubicBezTo>
                <a:cubicBezTo>
                  <a:pt x="3543" y="6820"/>
                  <a:pt x="3567" y="6860"/>
                  <a:pt x="3590" y="6873"/>
                </a:cubicBezTo>
                <a:cubicBezTo>
                  <a:pt x="3664" y="6914"/>
                  <a:pt x="3764" y="6763"/>
                  <a:pt x="3829" y="6605"/>
                </a:cubicBezTo>
                <a:cubicBezTo>
                  <a:pt x="3977" y="6242"/>
                  <a:pt x="4091" y="5724"/>
                  <a:pt x="4207" y="4985"/>
                </a:cubicBezTo>
                <a:cubicBezTo>
                  <a:pt x="4275" y="4555"/>
                  <a:pt x="4334" y="3852"/>
                  <a:pt x="4312" y="3208"/>
                </a:cubicBezTo>
                <a:cubicBezTo>
                  <a:pt x="4301" y="2889"/>
                  <a:pt x="4277" y="2668"/>
                  <a:pt x="4235" y="2437"/>
                </a:cubicBezTo>
                <a:cubicBezTo>
                  <a:pt x="4213" y="2324"/>
                  <a:pt x="4162" y="2151"/>
                  <a:pt x="4125" y="2112"/>
                </a:cubicBezTo>
                <a:cubicBezTo>
                  <a:pt x="4115" y="2100"/>
                  <a:pt x="4102" y="2091"/>
                  <a:pt x="4097" y="2071"/>
                </a:cubicBezTo>
                <a:cubicBezTo>
                  <a:pt x="4091" y="2048"/>
                  <a:pt x="4087" y="2002"/>
                  <a:pt x="4081" y="1959"/>
                </a:cubicBezTo>
                <a:cubicBezTo>
                  <a:pt x="4055" y="1754"/>
                  <a:pt x="4004" y="1557"/>
                  <a:pt x="3967" y="1477"/>
                </a:cubicBezTo>
                <a:cubicBezTo>
                  <a:pt x="3939" y="1416"/>
                  <a:pt x="3908" y="1383"/>
                  <a:pt x="3876" y="1370"/>
                </a:cubicBezTo>
                <a:close/>
                <a:moveTo>
                  <a:pt x="12088" y="2318"/>
                </a:moveTo>
                <a:lnTo>
                  <a:pt x="12067" y="4004"/>
                </a:lnTo>
                <a:cubicBezTo>
                  <a:pt x="11474" y="4075"/>
                  <a:pt x="10996" y="7104"/>
                  <a:pt x="10996" y="10826"/>
                </a:cubicBezTo>
                <a:cubicBezTo>
                  <a:pt x="10996" y="10845"/>
                  <a:pt x="10997" y="10864"/>
                  <a:pt x="10997" y="10883"/>
                </a:cubicBezTo>
                <a:lnTo>
                  <a:pt x="10704" y="11040"/>
                </a:lnTo>
                <a:lnTo>
                  <a:pt x="10999" y="11172"/>
                </a:lnTo>
                <a:cubicBezTo>
                  <a:pt x="11027" y="14724"/>
                  <a:pt x="11491" y="17566"/>
                  <a:pt x="12063" y="17647"/>
                </a:cubicBezTo>
                <a:lnTo>
                  <a:pt x="12088" y="19630"/>
                </a:lnTo>
                <a:lnTo>
                  <a:pt x="12112" y="17647"/>
                </a:lnTo>
                <a:cubicBezTo>
                  <a:pt x="12690" y="17567"/>
                  <a:pt x="13157" y="14668"/>
                  <a:pt x="13178" y="11065"/>
                </a:cubicBezTo>
                <a:lnTo>
                  <a:pt x="13471" y="10908"/>
                </a:lnTo>
                <a:lnTo>
                  <a:pt x="13179" y="10780"/>
                </a:lnTo>
                <a:cubicBezTo>
                  <a:pt x="13175" y="7080"/>
                  <a:pt x="12699" y="4071"/>
                  <a:pt x="12109" y="4000"/>
                </a:cubicBezTo>
                <a:lnTo>
                  <a:pt x="12088" y="2318"/>
                </a:lnTo>
                <a:close/>
                <a:moveTo>
                  <a:pt x="3663" y="2866"/>
                </a:moveTo>
                <a:cubicBezTo>
                  <a:pt x="3663" y="2866"/>
                  <a:pt x="3640" y="2993"/>
                  <a:pt x="3619" y="3101"/>
                </a:cubicBezTo>
                <a:cubicBezTo>
                  <a:pt x="3553" y="3458"/>
                  <a:pt x="3464" y="4033"/>
                  <a:pt x="3415" y="4449"/>
                </a:cubicBezTo>
                <a:cubicBezTo>
                  <a:pt x="3388" y="4677"/>
                  <a:pt x="3356" y="4977"/>
                  <a:pt x="3356" y="4977"/>
                </a:cubicBezTo>
                <a:cubicBezTo>
                  <a:pt x="3356" y="4977"/>
                  <a:pt x="3350" y="4888"/>
                  <a:pt x="3345" y="4820"/>
                </a:cubicBezTo>
                <a:cubicBezTo>
                  <a:pt x="3315" y="4347"/>
                  <a:pt x="3382" y="3816"/>
                  <a:pt x="3443" y="3489"/>
                </a:cubicBezTo>
                <a:cubicBezTo>
                  <a:pt x="3480" y="3289"/>
                  <a:pt x="3554" y="2981"/>
                  <a:pt x="3605" y="2920"/>
                </a:cubicBezTo>
                <a:cubicBezTo>
                  <a:pt x="3626" y="2893"/>
                  <a:pt x="3663" y="2866"/>
                  <a:pt x="3663" y="2866"/>
                </a:cubicBezTo>
                <a:close/>
                <a:moveTo>
                  <a:pt x="4057" y="3002"/>
                </a:moveTo>
                <a:cubicBezTo>
                  <a:pt x="4072" y="3000"/>
                  <a:pt x="4086" y="3022"/>
                  <a:pt x="4104" y="3072"/>
                </a:cubicBezTo>
                <a:cubicBezTo>
                  <a:pt x="4133" y="3148"/>
                  <a:pt x="4155" y="3311"/>
                  <a:pt x="4159" y="3526"/>
                </a:cubicBezTo>
                <a:cubicBezTo>
                  <a:pt x="4172" y="4190"/>
                  <a:pt x="4050" y="4754"/>
                  <a:pt x="3967" y="5043"/>
                </a:cubicBezTo>
                <a:cubicBezTo>
                  <a:pt x="3883" y="5335"/>
                  <a:pt x="3793" y="5508"/>
                  <a:pt x="3696" y="5550"/>
                </a:cubicBezTo>
                <a:cubicBezTo>
                  <a:pt x="3659" y="5566"/>
                  <a:pt x="3559" y="5571"/>
                  <a:pt x="3556" y="5504"/>
                </a:cubicBezTo>
                <a:cubicBezTo>
                  <a:pt x="3555" y="5488"/>
                  <a:pt x="3561" y="5430"/>
                  <a:pt x="3570" y="5364"/>
                </a:cubicBezTo>
                <a:cubicBezTo>
                  <a:pt x="3583" y="5258"/>
                  <a:pt x="3600" y="5099"/>
                  <a:pt x="3617" y="4960"/>
                </a:cubicBezTo>
                <a:cubicBezTo>
                  <a:pt x="3690" y="4372"/>
                  <a:pt x="3824" y="3635"/>
                  <a:pt x="3919" y="3291"/>
                </a:cubicBezTo>
                <a:lnTo>
                  <a:pt x="3920" y="3291"/>
                </a:lnTo>
                <a:cubicBezTo>
                  <a:pt x="3952" y="3175"/>
                  <a:pt x="3967" y="3139"/>
                  <a:pt x="4001" y="3076"/>
                </a:cubicBezTo>
                <a:cubicBezTo>
                  <a:pt x="4025" y="3033"/>
                  <a:pt x="4042" y="3005"/>
                  <a:pt x="4057" y="3002"/>
                </a:cubicBezTo>
                <a:close/>
                <a:moveTo>
                  <a:pt x="12059" y="4667"/>
                </a:moveTo>
                <a:lnTo>
                  <a:pt x="12034" y="6646"/>
                </a:lnTo>
                <a:lnTo>
                  <a:pt x="11988" y="10352"/>
                </a:lnTo>
                <a:lnTo>
                  <a:pt x="11395" y="10669"/>
                </a:lnTo>
                <a:lnTo>
                  <a:pt x="11101" y="10826"/>
                </a:lnTo>
                <a:cubicBezTo>
                  <a:pt x="11101" y="7483"/>
                  <a:pt x="11528" y="4766"/>
                  <a:pt x="12059" y="4667"/>
                </a:cubicBezTo>
                <a:close/>
                <a:moveTo>
                  <a:pt x="12117" y="4667"/>
                </a:moveTo>
                <a:cubicBezTo>
                  <a:pt x="12642" y="4765"/>
                  <a:pt x="13065" y="7433"/>
                  <a:pt x="13073" y="10731"/>
                </a:cubicBezTo>
                <a:lnTo>
                  <a:pt x="12779" y="10603"/>
                </a:lnTo>
                <a:lnTo>
                  <a:pt x="12187" y="10343"/>
                </a:lnTo>
                <a:lnTo>
                  <a:pt x="12141" y="6646"/>
                </a:lnTo>
                <a:lnTo>
                  <a:pt x="12117" y="4667"/>
                </a:lnTo>
                <a:close/>
                <a:moveTo>
                  <a:pt x="19472" y="5187"/>
                </a:moveTo>
                <a:cubicBezTo>
                  <a:pt x="19408" y="5187"/>
                  <a:pt x="19345" y="5245"/>
                  <a:pt x="19282" y="5364"/>
                </a:cubicBezTo>
                <a:cubicBezTo>
                  <a:pt x="19220" y="5483"/>
                  <a:pt x="19165" y="5663"/>
                  <a:pt x="19116" y="5896"/>
                </a:cubicBezTo>
                <a:cubicBezTo>
                  <a:pt x="19068" y="6129"/>
                  <a:pt x="19029" y="6418"/>
                  <a:pt x="18999" y="6770"/>
                </a:cubicBezTo>
                <a:cubicBezTo>
                  <a:pt x="18970" y="7122"/>
                  <a:pt x="18955" y="7527"/>
                  <a:pt x="18955" y="7981"/>
                </a:cubicBezTo>
                <a:cubicBezTo>
                  <a:pt x="18955" y="8415"/>
                  <a:pt x="18969" y="8785"/>
                  <a:pt x="18995" y="9094"/>
                </a:cubicBezTo>
                <a:cubicBezTo>
                  <a:pt x="19020" y="9403"/>
                  <a:pt x="19056" y="9670"/>
                  <a:pt x="19101" y="9898"/>
                </a:cubicBezTo>
                <a:cubicBezTo>
                  <a:pt x="19146" y="10126"/>
                  <a:pt x="19199" y="10324"/>
                  <a:pt x="19259" y="10492"/>
                </a:cubicBezTo>
                <a:cubicBezTo>
                  <a:pt x="19320" y="10660"/>
                  <a:pt x="19384" y="10817"/>
                  <a:pt x="19454" y="10958"/>
                </a:cubicBezTo>
                <a:cubicBezTo>
                  <a:pt x="19535" y="11131"/>
                  <a:pt x="19607" y="11298"/>
                  <a:pt x="19667" y="11460"/>
                </a:cubicBezTo>
                <a:cubicBezTo>
                  <a:pt x="19728" y="11623"/>
                  <a:pt x="19778" y="11799"/>
                  <a:pt x="19819" y="11988"/>
                </a:cubicBezTo>
                <a:cubicBezTo>
                  <a:pt x="19860" y="12177"/>
                  <a:pt x="19890" y="12390"/>
                  <a:pt x="19911" y="12623"/>
                </a:cubicBezTo>
                <a:cubicBezTo>
                  <a:pt x="19932" y="12856"/>
                  <a:pt x="19943" y="13124"/>
                  <a:pt x="19943" y="13460"/>
                </a:cubicBezTo>
                <a:cubicBezTo>
                  <a:pt x="19943" y="13796"/>
                  <a:pt x="19930" y="14096"/>
                  <a:pt x="19907" y="14366"/>
                </a:cubicBezTo>
                <a:cubicBezTo>
                  <a:pt x="19884" y="14638"/>
                  <a:pt x="19852" y="14866"/>
                  <a:pt x="19814" y="15051"/>
                </a:cubicBezTo>
                <a:cubicBezTo>
                  <a:pt x="19775" y="15234"/>
                  <a:pt x="19730" y="15374"/>
                  <a:pt x="19678" y="15471"/>
                </a:cubicBezTo>
                <a:cubicBezTo>
                  <a:pt x="19627" y="15569"/>
                  <a:pt x="19574" y="15619"/>
                  <a:pt x="19519" y="15619"/>
                </a:cubicBezTo>
                <a:cubicBezTo>
                  <a:pt x="19384" y="15619"/>
                  <a:pt x="19275" y="15444"/>
                  <a:pt x="19193" y="15092"/>
                </a:cubicBezTo>
                <a:cubicBezTo>
                  <a:pt x="19111" y="14740"/>
                  <a:pt x="19042" y="14271"/>
                  <a:pt x="18987" y="13686"/>
                </a:cubicBezTo>
                <a:lnTo>
                  <a:pt x="18898" y="14090"/>
                </a:lnTo>
                <a:cubicBezTo>
                  <a:pt x="18924" y="14383"/>
                  <a:pt x="18957" y="14661"/>
                  <a:pt x="18996" y="14927"/>
                </a:cubicBezTo>
                <a:cubicBezTo>
                  <a:pt x="19035" y="15193"/>
                  <a:pt x="19081" y="15428"/>
                  <a:pt x="19134" y="15628"/>
                </a:cubicBezTo>
                <a:cubicBezTo>
                  <a:pt x="19186" y="15828"/>
                  <a:pt x="19245" y="15987"/>
                  <a:pt x="19310" y="16106"/>
                </a:cubicBezTo>
                <a:cubicBezTo>
                  <a:pt x="19375" y="16225"/>
                  <a:pt x="19445" y="16287"/>
                  <a:pt x="19522" y="16287"/>
                </a:cubicBezTo>
                <a:cubicBezTo>
                  <a:pt x="19587" y="16287"/>
                  <a:pt x="19652" y="16225"/>
                  <a:pt x="19715" y="16106"/>
                </a:cubicBezTo>
                <a:cubicBezTo>
                  <a:pt x="19779" y="15987"/>
                  <a:pt x="19836" y="15811"/>
                  <a:pt x="19887" y="15578"/>
                </a:cubicBezTo>
                <a:cubicBezTo>
                  <a:pt x="19938" y="15345"/>
                  <a:pt x="19979" y="15049"/>
                  <a:pt x="20010" y="14692"/>
                </a:cubicBezTo>
                <a:cubicBezTo>
                  <a:pt x="20041" y="14335"/>
                  <a:pt x="20057" y="13920"/>
                  <a:pt x="20057" y="13443"/>
                </a:cubicBezTo>
                <a:cubicBezTo>
                  <a:pt x="20057" y="13053"/>
                  <a:pt x="20045" y="12703"/>
                  <a:pt x="20022" y="12400"/>
                </a:cubicBezTo>
                <a:cubicBezTo>
                  <a:pt x="19998" y="12097"/>
                  <a:pt x="19962" y="11821"/>
                  <a:pt x="19914" y="11572"/>
                </a:cubicBezTo>
                <a:cubicBezTo>
                  <a:pt x="19865" y="11323"/>
                  <a:pt x="19804" y="11092"/>
                  <a:pt x="19729" y="10875"/>
                </a:cubicBezTo>
                <a:cubicBezTo>
                  <a:pt x="19655" y="10659"/>
                  <a:pt x="19567" y="10446"/>
                  <a:pt x="19464" y="10240"/>
                </a:cubicBezTo>
                <a:cubicBezTo>
                  <a:pt x="19411" y="10121"/>
                  <a:pt x="19360" y="9996"/>
                  <a:pt x="19311" y="9865"/>
                </a:cubicBezTo>
                <a:cubicBezTo>
                  <a:pt x="19263" y="9736"/>
                  <a:pt x="19220" y="9588"/>
                  <a:pt x="19185" y="9420"/>
                </a:cubicBezTo>
                <a:cubicBezTo>
                  <a:pt x="19149" y="9253"/>
                  <a:pt x="19121" y="9048"/>
                  <a:pt x="19101" y="8810"/>
                </a:cubicBezTo>
                <a:cubicBezTo>
                  <a:pt x="19080" y="8571"/>
                  <a:pt x="19070" y="8290"/>
                  <a:pt x="19070" y="7965"/>
                </a:cubicBezTo>
                <a:cubicBezTo>
                  <a:pt x="19070" y="7618"/>
                  <a:pt x="19081" y="7318"/>
                  <a:pt x="19103" y="7058"/>
                </a:cubicBezTo>
                <a:cubicBezTo>
                  <a:pt x="19126" y="6798"/>
                  <a:pt x="19156" y="6577"/>
                  <a:pt x="19193" y="6399"/>
                </a:cubicBezTo>
                <a:cubicBezTo>
                  <a:pt x="19230" y="6220"/>
                  <a:pt x="19273" y="6082"/>
                  <a:pt x="19321" y="5991"/>
                </a:cubicBezTo>
                <a:cubicBezTo>
                  <a:pt x="19370" y="5898"/>
                  <a:pt x="19420" y="5855"/>
                  <a:pt x="19472" y="5855"/>
                </a:cubicBezTo>
                <a:cubicBezTo>
                  <a:pt x="19576" y="5855"/>
                  <a:pt x="19667" y="6013"/>
                  <a:pt x="19745" y="6333"/>
                </a:cubicBezTo>
                <a:cubicBezTo>
                  <a:pt x="19823" y="6652"/>
                  <a:pt x="19883" y="7018"/>
                  <a:pt x="19924" y="7429"/>
                </a:cubicBezTo>
                <a:lnTo>
                  <a:pt x="20013" y="7009"/>
                </a:lnTo>
                <a:cubicBezTo>
                  <a:pt x="19990" y="6781"/>
                  <a:pt x="19961" y="6555"/>
                  <a:pt x="19927" y="6333"/>
                </a:cubicBezTo>
                <a:cubicBezTo>
                  <a:pt x="19892" y="6111"/>
                  <a:pt x="19853" y="5915"/>
                  <a:pt x="19808" y="5747"/>
                </a:cubicBezTo>
                <a:cubicBezTo>
                  <a:pt x="19763" y="5579"/>
                  <a:pt x="19712" y="5447"/>
                  <a:pt x="19655" y="5343"/>
                </a:cubicBezTo>
                <a:cubicBezTo>
                  <a:pt x="19599" y="5241"/>
                  <a:pt x="19536" y="5187"/>
                  <a:pt x="19472" y="5187"/>
                </a:cubicBezTo>
                <a:close/>
                <a:moveTo>
                  <a:pt x="21008" y="5187"/>
                </a:moveTo>
                <a:cubicBezTo>
                  <a:pt x="20943" y="5187"/>
                  <a:pt x="20880" y="5245"/>
                  <a:pt x="20818" y="5364"/>
                </a:cubicBezTo>
                <a:cubicBezTo>
                  <a:pt x="20755" y="5483"/>
                  <a:pt x="20700" y="5663"/>
                  <a:pt x="20652" y="5896"/>
                </a:cubicBezTo>
                <a:cubicBezTo>
                  <a:pt x="20603" y="6129"/>
                  <a:pt x="20564" y="6418"/>
                  <a:pt x="20534" y="6770"/>
                </a:cubicBezTo>
                <a:cubicBezTo>
                  <a:pt x="20505" y="7122"/>
                  <a:pt x="20490" y="7527"/>
                  <a:pt x="20490" y="7981"/>
                </a:cubicBezTo>
                <a:cubicBezTo>
                  <a:pt x="20490" y="8415"/>
                  <a:pt x="20503" y="8785"/>
                  <a:pt x="20529" y="9094"/>
                </a:cubicBezTo>
                <a:cubicBezTo>
                  <a:pt x="20555" y="9403"/>
                  <a:pt x="20591" y="9670"/>
                  <a:pt x="20636" y="9898"/>
                </a:cubicBezTo>
                <a:cubicBezTo>
                  <a:pt x="20681" y="10126"/>
                  <a:pt x="20733" y="10324"/>
                  <a:pt x="20794" y="10492"/>
                </a:cubicBezTo>
                <a:cubicBezTo>
                  <a:pt x="20855" y="10660"/>
                  <a:pt x="20920" y="10817"/>
                  <a:pt x="20989" y="10958"/>
                </a:cubicBezTo>
                <a:cubicBezTo>
                  <a:pt x="21070" y="11131"/>
                  <a:pt x="21141" y="11298"/>
                  <a:pt x="21202" y="11460"/>
                </a:cubicBezTo>
                <a:cubicBezTo>
                  <a:pt x="21263" y="11623"/>
                  <a:pt x="21313" y="11799"/>
                  <a:pt x="21354" y="11988"/>
                </a:cubicBezTo>
                <a:cubicBezTo>
                  <a:pt x="21395" y="12177"/>
                  <a:pt x="21426" y="12390"/>
                  <a:pt x="21446" y="12623"/>
                </a:cubicBezTo>
                <a:cubicBezTo>
                  <a:pt x="21467" y="12856"/>
                  <a:pt x="21477" y="13124"/>
                  <a:pt x="21477" y="13460"/>
                </a:cubicBezTo>
                <a:cubicBezTo>
                  <a:pt x="21477" y="13796"/>
                  <a:pt x="21466" y="14096"/>
                  <a:pt x="21442" y="14366"/>
                </a:cubicBezTo>
                <a:cubicBezTo>
                  <a:pt x="21419" y="14638"/>
                  <a:pt x="21388" y="14866"/>
                  <a:pt x="21349" y="15051"/>
                </a:cubicBezTo>
                <a:cubicBezTo>
                  <a:pt x="21310" y="15234"/>
                  <a:pt x="21265" y="15374"/>
                  <a:pt x="21214" y="15471"/>
                </a:cubicBezTo>
                <a:cubicBezTo>
                  <a:pt x="21163" y="15569"/>
                  <a:pt x="21110" y="15619"/>
                  <a:pt x="21054" y="15619"/>
                </a:cubicBezTo>
                <a:cubicBezTo>
                  <a:pt x="20919" y="15619"/>
                  <a:pt x="20810" y="15444"/>
                  <a:pt x="20728" y="15092"/>
                </a:cubicBezTo>
                <a:cubicBezTo>
                  <a:pt x="20646" y="14740"/>
                  <a:pt x="20577" y="14271"/>
                  <a:pt x="20522" y="13686"/>
                </a:cubicBezTo>
                <a:lnTo>
                  <a:pt x="20434" y="14090"/>
                </a:lnTo>
                <a:cubicBezTo>
                  <a:pt x="20460" y="14383"/>
                  <a:pt x="20492" y="14661"/>
                  <a:pt x="20530" y="14927"/>
                </a:cubicBezTo>
                <a:cubicBezTo>
                  <a:pt x="20570" y="15193"/>
                  <a:pt x="20615" y="15428"/>
                  <a:pt x="20668" y="15628"/>
                </a:cubicBezTo>
                <a:cubicBezTo>
                  <a:pt x="20721" y="15828"/>
                  <a:pt x="20780" y="15987"/>
                  <a:pt x="20845" y="16106"/>
                </a:cubicBezTo>
                <a:cubicBezTo>
                  <a:pt x="20910" y="16225"/>
                  <a:pt x="20981" y="16287"/>
                  <a:pt x="21057" y="16287"/>
                </a:cubicBezTo>
                <a:cubicBezTo>
                  <a:pt x="21123" y="16287"/>
                  <a:pt x="21187" y="16225"/>
                  <a:pt x="21251" y="16106"/>
                </a:cubicBezTo>
                <a:cubicBezTo>
                  <a:pt x="21314" y="15987"/>
                  <a:pt x="21371" y="15811"/>
                  <a:pt x="21422" y="15578"/>
                </a:cubicBezTo>
                <a:cubicBezTo>
                  <a:pt x="21473" y="15345"/>
                  <a:pt x="21514" y="15049"/>
                  <a:pt x="21545" y="14692"/>
                </a:cubicBezTo>
                <a:cubicBezTo>
                  <a:pt x="21576" y="14335"/>
                  <a:pt x="21592" y="13920"/>
                  <a:pt x="21592" y="13443"/>
                </a:cubicBezTo>
                <a:cubicBezTo>
                  <a:pt x="21592" y="13053"/>
                  <a:pt x="21580" y="12703"/>
                  <a:pt x="21557" y="12400"/>
                </a:cubicBezTo>
                <a:cubicBezTo>
                  <a:pt x="21534" y="12097"/>
                  <a:pt x="21497" y="11821"/>
                  <a:pt x="21449" y="11572"/>
                </a:cubicBezTo>
                <a:cubicBezTo>
                  <a:pt x="21400" y="11323"/>
                  <a:pt x="21339" y="11092"/>
                  <a:pt x="21265" y="10875"/>
                </a:cubicBezTo>
                <a:cubicBezTo>
                  <a:pt x="21190" y="10659"/>
                  <a:pt x="21102" y="10446"/>
                  <a:pt x="21000" y="10240"/>
                </a:cubicBezTo>
                <a:cubicBezTo>
                  <a:pt x="20946" y="10121"/>
                  <a:pt x="20895" y="9996"/>
                  <a:pt x="20846" y="9865"/>
                </a:cubicBezTo>
                <a:cubicBezTo>
                  <a:pt x="20797" y="9736"/>
                  <a:pt x="20756" y="9588"/>
                  <a:pt x="20720" y="9420"/>
                </a:cubicBezTo>
                <a:cubicBezTo>
                  <a:pt x="20685" y="9253"/>
                  <a:pt x="20657" y="9048"/>
                  <a:pt x="20636" y="8810"/>
                </a:cubicBezTo>
                <a:cubicBezTo>
                  <a:pt x="20615" y="8571"/>
                  <a:pt x="20605" y="8290"/>
                  <a:pt x="20605" y="7965"/>
                </a:cubicBezTo>
                <a:cubicBezTo>
                  <a:pt x="20605" y="7618"/>
                  <a:pt x="20616" y="7318"/>
                  <a:pt x="20639" y="7058"/>
                </a:cubicBezTo>
                <a:cubicBezTo>
                  <a:pt x="20661" y="6798"/>
                  <a:pt x="20691" y="6577"/>
                  <a:pt x="20728" y="6399"/>
                </a:cubicBezTo>
                <a:cubicBezTo>
                  <a:pt x="20765" y="6220"/>
                  <a:pt x="20808" y="6082"/>
                  <a:pt x="20857" y="5991"/>
                </a:cubicBezTo>
                <a:cubicBezTo>
                  <a:pt x="20905" y="5898"/>
                  <a:pt x="20956" y="5855"/>
                  <a:pt x="21008" y="5855"/>
                </a:cubicBezTo>
                <a:cubicBezTo>
                  <a:pt x="21111" y="5855"/>
                  <a:pt x="21202" y="6013"/>
                  <a:pt x="21280" y="6333"/>
                </a:cubicBezTo>
                <a:cubicBezTo>
                  <a:pt x="21358" y="6652"/>
                  <a:pt x="21418" y="7018"/>
                  <a:pt x="21460" y="7429"/>
                </a:cubicBezTo>
                <a:lnTo>
                  <a:pt x="21548" y="7009"/>
                </a:lnTo>
                <a:cubicBezTo>
                  <a:pt x="21525" y="6781"/>
                  <a:pt x="21497" y="6555"/>
                  <a:pt x="21462" y="6333"/>
                </a:cubicBezTo>
                <a:cubicBezTo>
                  <a:pt x="21427" y="6111"/>
                  <a:pt x="21387" y="5915"/>
                  <a:pt x="21342" y="5747"/>
                </a:cubicBezTo>
                <a:cubicBezTo>
                  <a:pt x="21297" y="5579"/>
                  <a:pt x="21247" y="5447"/>
                  <a:pt x="21191" y="5343"/>
                </a:cubicBezTo>
                <a:cubicBezTo>
                  <a:pt x="21134" y="5241"/>
                  <a:pt x="21072" y="5187"/>
                  <a:pt x="21008" y="5187"/>
                </a:cubicBezTo>
                <a:close/>
                <a:moveTo>
                  <a:pt x="9921" y="5348"/>
                </a:moveTo>
                <a:cubicBezTo>
                  <a:pt x="9803" y="5348"/>
                  <a:pt x="9694" y="5490"/>
                  <a:pt x="9594" y="5772"/>
                </a:cubicBezTo>
                <a:cubicBezTo>
                  <a:pt x="9493" y="6053"/>
                  <a:pt x="9407" y="6444"/>
                  <a:pt x="9334" y="6943"/>
                </a:cubicBezTo>
                <a:cubicBezTo>
                  <a:pt x="9261" y="7441"/>
                  <a:pt x="9204" y="8026"/>
                  <a:pt x="9163" y="8703"/>
                </a:cubicBezTo>
                <a:cubicBezTo>
                  <a:pt x="9121" y="9380"/>
                  <a:pt x="9100" y="10113"/>
                  <a:pt x="9100" y="10904"/>
                </a:cubicBezTo>
                <a:cubicBezTo>
                  <a:pt x="9100" y="11695"/>
                  <a:pt x="9121" y="12426"/>
                  <a:pt x="9163" y="13097"/>
                </a:cubicBezTo>
                <a:cubicBezTo>
                  <a:pt x="9204" y="13768"/>
                  <a:pt x="9261" y="14354"/>
                  <a:pt x="9334" y="14853"/>
                </a:cubicBezTo>
                <a:cubicBezTo>
                  <a:pt x="9407" y="15352"/>
                  <a:pt x="9493" y="15741"/>
                  <a:pt x="9594" y="16023"/>
                </a:cubicBezTo>
                <a:cubicBezTo>
                  <a:pt x="9694" y="16304"/>
                  <a:pt x="9802" y="16448"/>
                  <a:pt x="9919" y="16448"/>
                </a:cubicBezTo>
                <a:cubicBezTo>
                  <a:pt x="9993" y="16448"/>
                  <a:pt x="10065" y="16385"/>
                  <a:pt x="10134" y="16267"/>
                </a:cubicBezTo>
                <a:cubicBezTo>
                  <a:pt x="10203" y="16147"/>
                  <a:pt x="10268" y="15983"/>
                  <a:pt x="10329" y="15772"/>
                </a:cubicBezTo>
                <a:cubicBezTo>
                  <a:pt x="10390" y="15560"/>
                  <a:pt x="10445" y="15308"/>
                  <a:pt x="10496" y="15009"/>
                </a:cubicBezTo>
                <a:cubicBezTo>
                  <a:pt x="10548" y="14711"/>
                  <a:pt x="10592" y="14382"/>
                  <a:pt x="10630" y="14024"/>
                </a:cubicBezTo>
                <a:lnTo>
                  <a:pt x="10550" y="13600"/>
                </a:lnTo>
                <a:cubicBezTo>
                  <a:pt x="10470" y="14305"/>
                  <a:pt x="10376" y="14846"/>
                  <a:pt x="10269" y="15220"/>
                </a:cubicBezTo>
                <a:cubicBezTo>
                  <a:pt x="10162" y="15593"/>
                  <a:pt x="10047" y="15780"/>
                  <a:pt x="9924" y="15780"/>
                </a:cubicBezTo>
                <a:cubicBezTo>
                  <a:pt x="9823" y="15780"/>
                  <a:pt x="9730" y="15657"/>
                  <a:pt x="9644" y="15413"/>
                </a:cubicBezTo>
                <a:cubicBezTo>
                  <a:pt x="9559" y="15170"/>
                  <a:pt x="9484" y="14830"/>
                  <a:pt x="9421" y="14391"/>
                </a:cubicBezTo>
                <a:cubicBezTo>
                  <a:pt x="9358" y="13953"/>
                  <a:pt x="9309" y="13433"/>
                  <a:pt x="9272" y="12837"/>
                </a:cubicBezTo>
                <a:cubicBezTo>
                  <a:pt x="9236" y="12241"/>
                  <a:pt x="9217" y="11580"/>
                  <a:pt x="9217" y="10887"/>
                </a:cubicBezTo>
                <a:cubicBezTo>
                  <a:pt x="9217" y="10195"/>
                  <a:pt x="9235" y="9550"/>
                  <a:pt x="9271" y="8954"/>
                </a:cubicBezTo>
                <a:cubicBezTo>
                  <a:pt x="9306" y="8359"/>
                  <a:pt x="9355" y="7846"/>
                  <a:pt x="9418" y="7413"/>
                </a:cubicBezTo>
                <a:cubicBezTo>
                  <a:pt x="9482" y="6980"/>
                  <a:pt x="9557" y="6635"/>
                  <a:pt x="9643" y="6386"/>
                </a:cubicBezTo>
                <a:cubicBezTo>
                  <a:pt x="9730" y="6137"/>
                  <a:pt x="9825" y="6015"/>
                  <a:pt x="9929" y="6015"/>
                </a:cubicBezTo>
                <a:cubicBezTo>
                  <a:pt x="10049" y="6015"/>
                  <a:pt x="10160" y="6194"/>
                  <a:pt x="10263" y="6551"/>
                </a:cubicBezTo>
                <a:cubicBezTo>
                  <a:pt x="10366" y="6909"/>
                  <a:pt x="10456" y="7444"/>
                  <a:pt x="10534" y="8159"/>
                </a:cubicBezTo>
                <a:lnTo>
                  <a:pt x="10620" y="7722"/>
                </a:lnTo>
                <a:cubicBezTo>
                  <a:pt x="10580" y="7354"/>
                  <a:pt x="10535" y="7021"/>
                  <a:pt x="10485" y="6728"/>
                </a:cubicBezTo>
                <a:cubicBezTo>
                  <a:pt x="10435" y="6436"/>
                  <a:pt x="10380" y="6188"/>
                  <a:pt x="10320" y="5982"/>
                </a:cubicBezTo>
                <a:cubicBezTo>
                  <a:pt x="10260" y="5777"/>
                  <a:pt x="10197" y="5621"/>
                  <a:pt x="10130" y="5512"/>
                </a:cubicBezTo>
                <a:cubicBezTo>
                  <a:pt x="10063" y="5404"/>
                  <a:pt x="9994" y="5348"/>
                  <a:pt x="9921" y="5348"/>
                </a:cubicBezTo>
                <a:close/>
                <a:moveTo>
                  <a:pt x="13594" y="5348"/>
                </a:moveTo>
                <a:lnTo>
                  <a:pt x="13594" y="16122"/>
                </a:lnTo>
                <a:lnTo>
                  <a:pt x="13708" y="16122"/>
                </a:lnTo>
                <a:lnTo>
                  <a:pt x="13708" y="6551"/>
                </a:lnTo>
                <a:lnTo>
                  <a:pt x="14378" y="15051"/>
                </a:lnTo>
                <a:lnTo>
                  <a:pt x="14480" y="15051"/>
                </a:lnTo>
                <a:lnTo>
                  <a:pt x="15150" y="6559"/>
                </a:lnTo>
                <a:lnTo>
                  <a:pt x="15150" y="16122"/>
                </a:lnTo>
                <a:lnTo>
                  <a:pt x="15264" y="16122"/>
                </a:lnTo>
                <a:lnTo>
                  <a:pt x="15264" y="5348"/>
                </a:lnTo>
                <a:lnTo>
                  <a:pt x="15116" y="5348"/>
                </a:lnTo>
                <a:lnTo>
                  <a:pt x="14429" y="14164"/>
                </a:lnTo>
                <a:lnTo>
                  <a:pt x="13742" y="5348"/>
                </a:lnTo>
                <a:lnTo>
                  <a:pt x="13594" y="5348"/>
                </a:lnTo>
                <a:close/>
                <a:moveTo>
                  <a:pt x="15841" y="5348"/>
                </a:moveTo>
                <a:lnTo>
                  <a:pt x="15841" y="16122"/>
                </a:lnTo>
                <a:lnTo>
                  <a:pt x="15955" y="16122"/>
                </a:lnTo>
                <a:lnTo>
                  <a:pt x="15955" y="11378"/>
                </a:lnTo>
                <a:lnTo>
                  <a:pt x="16503" y="11378"/>
                </a:lnTo>
                <a:cubicBezTo>
                  <a:pt x="16579" y="11378"/>
                  <a:pt x="16648" y="11305"/>
                  <a:pt x="16711" y="11159"/>
                </a:cubicBezTo>
                <a:cubicBezTo>
                  <a:pt x="16773" y="11013"/>
                  <a:pt x="16827" y="10809"/>
                  <a:pt x="16871" y="10549"/>
                </a:cubicBezTo>
                <a:cubicBezTo>
                  <a:pt x="16915" y="10290"/>
                  <a:pt x="16949" y="9971"/>
                  <a:pt x="16973" y="9597"/>
                </a:cubicBezTo>
                <a:cubicBezTo>
                  <a:pt x="16997" y="9224"/>
                  <a:pt x="17010" y="8811"/>
                  <a:pt x="17010" y="8357"/>
                </a:cubicBezTo>
                <a:cubicBezTo>
                  <a:pt x="17010" y="7902"/>
                  <a:pt x="16997" y="7489"/>
                  <a:pt x="16973" y="7120"/>
                </a:cubicBezTo>
                <a:cubicBezTo>
                  <a:pt x="16949" y="6752"/>
                  <a:pt x="16915" y="6437"/>
                  <a:pt x="16871" y="6172"/>
                </a:cubicBezTo>
                <a:cubicBezTo>
                  <a:pt x="16827" y="5906"/>
                  <a:pt x="16773" y="5703"/>
                  <a:pt x="16711" y="5562"/>
                </a:cubicBezTo>
                <a:cubicBezTo>
                  <a:pt x="16648" y="5421"/>
                  <a:pt x="16579" y="5348"/>
                  <a:pt x="16503" y="5348"/>
                </a:cubicBezTo>
                <a:lnTo>
                  <a:pt x="15841" y="5348"/>
                </a:lnTo>
                <a:close/>
                <a:moveTo>
                  <a:pt x="17818" y="5348"/>
                </a:moveTo>
                <a:lnTo>
                  <a:pt x="17114" y="16122"/>
                </a:lnTo>
                <a:lnTo>
                  <a:pt x="17233" y="16122"/>
                </a:lnTo>
                <a:lnTo>
                  <a:pt x="17414" y="13377"/>
                </a:lnTo>
                <a:lnTo>
                  <a:pt x="18359" y="13377"/>
                </a:lnTo>
                <a:lnTo>
                  <a:pt x="18537" y="16122"/>
                </a:lnTo>
                <a:lnTo>
                  <a:pt x="18657" y="16122"/>
                </a:lnTo>
                <a:lnTo>
                  <a:pt x="17955" y="5348"/>
                </a:lnTo>
                <a:lnTo>
                  <a:pt x="17818" y="5348"/>
                </a:lnTo>
                <a:close/>
                <a:moveTo>
                  <a:pt x="15955" y="5986"/>
                </a:moveTo>
                <a:lnTo>
                  <a:pt x="16495" y="5986"/>
                </a:lnTo>
                <a:cubicBezTo>
                  <a:pt x="16625" y="5986"/>
                  <a:pt x="16724" y="6198"/>
                  <a:pt x="16790" y="6625"/>
                </a:cubicBezTo>
                <a:cubicBezTo>
                  <a:pt x="16857" y="7053"/>
                  <a:pt x="16890" y="7631"/>
                  <a:pt x="16890" y="8357"/>
                </a:cubicBezTo>
                <a:cubicBezTo>
                  <a:pt x="16890" y="9082"/>
                  <a:pt x="16857" y="9662"/>
                  <a:pt x="16790" y="10096"/>
                </a:cubicBezTo>
                <a:cubicBezTo>
                  <a:pt x="16724" y="10530"/>
                  <a:pt x="16625" y="10747"/>
                  <a:pt x="16495" y="10747"/>
                </a:cubicBezTo>
                <a:lnTo>
                  <a:pt x="15955" y="10747"/>
                </a:lnTo>
                <a:lnTo>
                  <a:pt x="15955" y="5986"/>
                </a:lnTo>
                <a:close/>
                <a:moveTo>
                  <a:pt x="17886" y="6147"/>
                </a:moveTo>
                <a:lnTo>
                  <a:pt x="18318" y="12742"/>
                </a:lnTo>
                <a:lnTo>
                  <a:pt x="17452" y="12742"/>
                </a:lnTo>
                <a:lnTo>
                  <a:pt x="17886" y="6147"/>
                </a:lnTo>
                <a:close/>
                <a:moveTo>
                  <a:pt x="5671" y="6848"/>
                </a:moveTo>
                <a:cubicBezTo>
                  <a:pt x="5657" y="6850"/>
                  <a:pt x="5641" y="6892"/>
                  <a:pt x="5635" y="7050"/>
                </a:cubicBezTo>
                <a:cubicBezTo>
                  <a:pt x="5622" y="7363"/>
                  <a:pt x="5641" y="7697"/>
                  <a:pt x="5641" y="7697"/>
                </a:cubicBezTo>
                <a:cubicBezTo>
                  <a:pt x="5767" y="10375"/>
                  <a:pt x="5796" y="11955"/>
                  <a:pt x="5796" y="11955"/>
                </a:cubicBezTo>
                <a:cubicBezTo>
                  <a:pt x="5796" y="11955"/>
                  <a:pt x="5802" y="12420"/>
                  <a:pt x="5787" y="12446"/>
                </a:cubicBezTo>
                <a:cubicBezTo>
                  <a:pt x="5777" y="12494"/>
                  <a:pt x="5766" y="12429"/>
                  <a:pt x="5766" y="12429"/>
                </a:cubicBezTo>
                <a:cubicBezTo>
                  <a:pt x="5752" y="12432"/>
                  <a:pt x="5613" y="10978"/>
                  <a:pt x="5613" y="10978"/>
                </a:cubicBezTo>
                <a:lnTo>
                  <a:pt x="5586" y="10694"/>
                </a:lnTo>
                <a:cubicBezTo>
                  <a:pt x="5434" y="9157"/>
                  <a:pt x="5342" y="8637"/>
                  <a:pt x="5342" y="8637"/>
                </a:cubicBezTo>
                <a:cubicBezTo>
                  <a:pt x="5320" y="8511"/>
                  <a:pt x="5265" y="8162"/>
                  <a:pt x="5196" y="8641"/>
                </a:cubicBezTo>
                <a:cubicBezTo>
                  <a:pt x="5127" y="9124"/>
                  <a:pt x="5073" y="10672"/>
                  <a:pt x="5051" y="12128"/>
                </a:cubicBezTo>
                <a:cubicBezTo>
                  <a:pt x="5033" y="13581"/>
                  <a:pt x="5046" y="14409"/>
                  <a:pt x="5080" y="14758"/>
                </a:cubicBezTo>
                <a:cubicBezTo>
                  <a:pt x="5117" y="15111"/>
                  <a:pt x="5189" y="15229"/>
                  <a:pt x="5249" y="14927"/>
                </a:cubicBezTo>
                <a:cubicBezTo>
                  <a:pt x="5312" y="14625"/>
                  <a:pt x="5300" y="12711"/>
                  <a:pt x="5310" y="11728"/>
                </a:cubicBezTo>
                <a:cubicBezTo>
                  <a:pt x="5320" y="10741"/>
                  <a:pt x="5334" y="10916"/>
                  <a:pt x="5334" y="10916"/>
                </a:cubicBezTo>
                <a:cubicBezTo>
                  <a:pt x="5348" y="10893"/>
                  <a:pt x="5421" y="11794"/>
                  <a:pt x="5421" y="11794"/>
                </a:cubicBezTo>
                <a:cubicBezTo>
                  <a:pt x="5421" y="11794"/>
                  <a:pt x="5610" y="14218"/>
                  <a:pt x="5728" y="14577"/>
                </a:cubicBezTo>
                <a:cubicBezTo>
                  <a:pt x="5849" y="14935"/>
                  <a:pt x="5945" y="14358"/>
                  <a:pt x="5982" y="13818"/>
                </a:cubicBezTo>
                <a:cubicBezTo>
                  <a:pt x="6019" y="13275"/>
                  <a:pt x="6083" y="11478"/>
                  <a:pt x="5989" y="9486"/>
                </a:cubicBezTo>
                <a:cubicBezTo>
                  <a:pt x="5894" y="7494"/>
                  <a:pt x="5698" y="6881"/>
                  <a:pt x="5698" y="6881"/>
                </a:cubicBezTo>
                <a:cubicBezTo>
                  <a:pt x="5698" y="6881"/>
                  <a:pt x="5685" y="6845"/>
                  <a:pt x="5671" y="6848"/>
                </a:cubicBezTo>
                <a:close/>
                <a:moveTo>
                  <a:pt x="7479" y="7656"/>
                </a:moveTo>
                <a:cubicBezTo>
                  <a:pt x="7458" y="7687"/>
                  <a:pt x="7437" y="7804"/>
                  <a:pt x="7437" y="7804"/>
                </a:cubicBezTo>
                <a:cubicBezTo>
                  <a:pt x="7117" y="9603"/>
                  <a:pt x="7071" y="11596"/>
                  <a:pt x="7071" y="11596"/>
                </a:cubicBezTo>
                <a:cubicBezTo>
                  <a:pt x="7041" y="12671"/>
                  <a:pt x="7077" y="13426"/>
                  <a:pt x="7129" y="13954"/>
                </a:cubicBezTo>
                <a:cubicBezTo>
                  <a:pt x="6951" y="16328"/>
                  <a:pt x="6864" y="18397"/>
                  <a:pt x="6887" y="19622"/>
                </a:cubicBezTo>
                <a:cubicBezTo>
                  <a:pt x="6908" y="20554"/>
                  <a:pt x="7015" y="21227"/>
                  <a:pt x="7080" y="21370"/>
                </a:cubicBezTo>
                <a:cubicBezTo>
                  <a:pt x="7145" y="21540"/>
                  <a:pt x="7157" y="21048"/>
                  <a:pt x="7157" y="21048"/>
                </a:cubicBezTo>
                <a:cubicBezTo>
                  <a:pt x="7210" y="18516"/>
                  <a:pt x="7302" y="16826"/>
                  <a:pt x="7413" y="15154"/>
                </a:cubicBezTo>
                <a:cubicBezTo>
                  <a:pt x="7747" y="15634"/>
                  <a:pt x="7998" y="13598"/>
                  <a:pt x="8087" y="12627"/>
                </a:cubicBezTo>
                <a:cubicBezTo>
                  <a:pt x="8139" y="12043"/>
                  <a:pt x="8168" y="11266"/>
                  <a:pt x="8168" y="10533"/>
                </a:cubicBezTo>
                <a:cubicBezTo>
                  <a:pt x="8168" y="9699"/>
                  <a:pt x="8131" y="8922"/>
                  <a:pt x="8051" y="8567"/>
                </a:cubicBezTo>
                <a:cubicBezTo>
                  <a:pt x="7814" y="7539"/>
                  <a:pt x="7432" y="10796"/>
                  <a:pt x="7264" y="12413"/>
                </a:cubicBezTo>
                <a:cubicBezTo>
                  <a:pt x="7239" y="11590"/>
                  <a:pt x="7328" y="10549"/>
                  <a:pt x="7328" y="10549"/>
                </a:cubicBezTo>
                <a:cubicBezTo>
                  <a:pt x="7328" y="10549"/>
                  <a:pt x="7471" y="9004"/>
                  <a:pt x="7491" y="8690"/>
                </a:cubicBezTo>
                <a:cubicBezTo>
                  <a:pt x="7511" y="8375"/>
                  <a:pt x="7522" y="7725"/>
                  <a:pt x="7498" y="7660"/>
                </a:cubicBezTo>
                <a:cubicBezTo>
                  <a:pt x="7492" y="7644"/>
                  <a:pt x="7485" y="7645"/>
                  <a:pt x="7479" y="7656"/>
                </a:cubicBezTo>
                <a:close/>
                <a:moveTo>
                  <a:pt x="4498" y="7825"/>
                </a:moveTo>
                <a:cubicBezTo>
                  <a:pt x="4446" y="7834"/>
                  <a:pt x="4398" y="7858"/>
                  <a:pt x="4357" y="7891"/>
                </a:cubicBezTo>
                <a:cubicBezTo>
                  <a:pt x="4185" y="8024"/>
                  <a:pt x="3954" y="8358"/>
                  <a:pt x="3856" y="9243"/>
                </a:cubicBezTo>
                <a:cubicBezTo>
                  <a:pt x="3818" y="9580"/>
                  <a:pt x="3797" y="10099"/>
                  <a:pt x="3814" y="10521"/>
                </a:cubicBezTo>
                <a:cubicBezTo>
                  <a:pt x="3823" y="10755"/>
                  <a:pt x="3856" y="10970"/>
                  <a:pt x="3889" y="11065"/>
                </a:cubicBezTo>
                <a:cubicBezTo>
                  <a:pt x="3923" y="11159"/>
                  <a:pt x="3965" y="11208"/>
                  <a:pt x="4003" y="11242"/>
                </a:cubicBezTo>
                <a:cubicBezTo>
                  <a:pt x="4041" y="11276"/>
                  <a:pt x="4196" y="11353"/>
                  <a:pt x="4295" y="11407"/>
                </a:cubicBezTo>
                <a:cubicBezTo>
                  <a:pt x="4390" y="11455"/>
                  <a:pt x="4573" y="11581"/>
                  <a:pt x="4672" y="11840"/>
                </a:cubicBezTo>
                <a:cubicBezTo>
                  <a:pt x="4672" y="11840"/>
                  <a:pt x="4766" y="12049"/>
                  <a:pt x="4766" y="12384"/>
                </a:cubicBezTo>
                <a:cubicBezTo>
                  <a:pt x="4766" y="12549"/>
                  <a:pt x="4746" y="12681"/>
                  <a:pt x="4726" y="12771"/>
                </a:cubicBezTo>
                <a:cubicBezTo>
                  <a:pt x="4578" y="13424"/>
                  <a:pt x="4376" y="13606"/>
                  <a:pt x="4197" y="13587"/>
                </a:cubicBezTo>
                <a:cubicBezTo>
                  <a:pt x="4136" y="13582"/>
                  <a:pt x="4085" y="13522"/>
                  <a:pt x="4023" y="13356"/>
                </a:cubicBezTo>
                <a:cubicBezTo>
                  <a:pt x="3997" y="13284"/>
                  <a:pt x="3962" y="13112"/>
                  <a:pt x="3967" y="12928"/>
                </a:cubicBezTo>
                <a:cubicBezTo>
                  <a:pt x="3977" y="12570"/>
                  <a:pt x="4041" y="12480"/>
                  <a:pt x="4093" y="12511"/>
                </a:cubicBezTo>
                <a:cubicBezTo>
                  <a:pt x="4122" y="12528"/>
                  <a:pt x="4160" y="12606"/>
                  <a:pt x="4189" y="12676"/>
                </a:cubicBezTo>
                <a:cubicBezTo>
                  <a:pt x="4304" y="12962"/>
                  <a:pt x="4357" y="13198"/>
                  <a:pt x="4458" y="13101"/>
                </a:cubicBezTo>
                <a:cubicBezTo>
                  <a:pt x="4496" y="13065"/>
                  <a:pt x="4627" y="12887"/>
                  <a:pt x="4645" y="12549"/>
                </a:cubicBezTo>
                <a:cubicBezTo>
                  <a:pt x="4649" y="12466"/>
                  <a:pt x="4643" y="12379"/>
                  <a:pt x="4633" y="12318"/>
                </a:cubicBezTo>
                <a:cubicBezTo>
                  <a:pt x="4619" y="12229"/>
                  <a:pt x="4540" y="12036"/>
                  <a:pt x="4519" y="11988"/>
                </a:cubicBezTo>
                <a:cubicBezTo>
                  <a:pt x="4441" y="11816"/>
                  <a:pt x="4295" y="11657"/>
                  <a:pt x="4214" y="11638"/>
                </a:cubicBezTo>
                <a:cubicBezTo>
                  <a:pt x="4107" y="11614"/>
                  <a:pt x="3965" y="11738"/>
                  <a:pt x="3899" y="12305"/>
                </a:cubicBezTo>
                <a:cubicBezTo>
                  <a:pt x="3857" y="12661"/>
                  <a:pt x="3857" y="13148"/>
                  <a:pt x="3891" y="13521"/>
                </a:cubicBezTo>
                <a:cubicBezTo>
                  <a:pt x="3937" y="14032"/>
                  <a:pt x="4029" y="14429"/>
                  <a:pt x="4104" y="14659"/>
                </a:cubicBezTo>
                <a:cubicBezTo>
                  <a:pt x="4232" y="15044"/>
                  <a:pt x="4384" y="15231"/>
                  <a:pt x="4526" y="15133"/>
                </a:cubicBezTo>
                <a:cubicBezTo>
                  <a:pt x="4607" y="15075"/>
                  <a:pt x="4677" y="14971"/>
                  <a:pt x="4749" y="14754"/>
                </a:cubicBezTo>
                <a:cubicBezTo>
                  <a:pt x="4818" y="14546"/>
                  <a:pt x="4894" y="14153"/>
                  <a:pt x="4928" y="13686"/>
                </a:cubicBezTo>
                <a:cubicBezTo>
                  <a:pt x="4974" y="13058"/>
                  <a:pt x="4970" y="12229"/>
                  <a:pt x="4919" y="11638"/>
                </a:cubicBezTo>
                <a:cubicBezTo>
                  <a:pt x="4886" y="11248"/>
                  <a:pt x="4850" y="11032"/>
                  <a:pt x="4787" y="10859"/>
                </a:cubicBezTo>
                <a:cubicBezTo>
                  <a:pt x="4719" y="10669"/>
                  <a:pt x="4631" y="10568"/>
                  <a:pt x="4541" y="10492"/>
                </a:cubicBezTo>
                <a:cubicBezTo>
                  <a:pt x="4536" y="10488"/>
                  <a:pt x="4534" y="10484"/>
                  <a:pt x="4529" y="10479"/>
                </a:cubicBezTo>
                <a:lnTo>
                  <a:pt x="4114" y="10174"/>
                </a:lnTo>
                <a:cubicBezTo>
                  <a:pt x="4109" y="10171"/>
                  <a:pt x="4107" y="10169"/>
                  <a:pt x="4102" y="10162"/>
                </a:cubicBezTo>
                <a:cubicBezTo>
                  <a:pt x="4084" y="10139"/>
                  <a:pt x="4000" y="10082"/>
                  <a:pt x="4029" y="9882"/>
                </a:cubicBezTo>
                <a:cubicBezTo>
                  <a:pt x="4037" y="9824"/>
                  <a:pt x="4063" y="9780"/>
                  <a:pt x="4078" y="9754"/>
                </a:cubicBezTo>
                <a:cubicBezTo>
                  <a:pt x="4266" y="9433"/>
                  <a:pt x="4504" y="9472"/>
                  <a:pt x="4701" y="9404"/>
                </a:cubicBezTo>
                <a:cubicBezTo>
                  <a:pt x="4745" y="9386"/>
                  <a:pt x="4845" y="9347"/>
                  <a:pt x="4894" y="9251"/>
                </a:cubicBezTo>
                <a:cubicBezTo>
                  <a:pt x="4940" y="9161"/>
                  <a:pt x="4978" y="8958"/>
                  <a:pt x="4989" y="8641"/>
                </a:cubicBezTo>
                <a:cubicBezTo>
                  <a:pt x="4994" y="8473"/>
                  <a:pt x="4981" y="8392"/>
                  <a:pt x="4956" y="8307"/>
                </a:cubicBezTo>
                <a:cubicBezTo>
                  <a:pt x="4833" y="7899"/>
                  <a:pt x="4651" y="7796"/>
                  <a:pt x="4498" y="7825"/>
                </a:cubicBezTo>
                <a:close/>
                <a:moveTo>
                  <a:pt x="6902" y="7899"/>
                </a:moveTo>
                <a:cubicBezTo>
                  <a:pt x="6616" y="7839"/>
                  <a:pt x="6200" y="8311"/>
                  <a:pt x="6155" y="8451"/>
                </a:cubicBezTo>
                <a:cubicBezTo>
                  <a:pt x="6112" y="8572"/>
                  <a:pt x="6117" y="8774"/>
                  <a:pt x="6173" y="9210"/>
                </a:cubicBezTo>
                <a:cubicBezTo>
                  <a:pt x="6232" y="9670"/>
                  <a:pt x="6331" y="9626"/>
                  <a:pt x="6331" y="9626"/>
                </a:cubicBezTo>
                <a:lnTo>
                  <a:pt x="6244" y="10760"/>
                </a:lnTo>
                <a:cubicBezTo>
                  <a:pt x="6172" y="10792"/>
                  <a:pt x="6148" y="10933"/>
                  <a:pt x="6148" y="10933"/>
                </a:cubicBezTo>
                <a:cubicBezTo>
                  <a:pt x="6106" y="11208"/>
                  <a:pt x="6163" y="12021"/>
                  <a:pt x="6163" y="12021"/>
                </a:cubicBezTo>
                <a:cubicBezTo>
                  <a:pt x="6163" y="12021"/>
                  <a:pt x="6039" y="13763"/>
                  <a:pt x="6129" y="14684"/>
                </a:cubicBezTo>
                <a:cubicBezTo>
                  <a:pt x="6226" y="15650"/>
                  <a:pt x="6341" y="15607"/>
                  <a:pt x="6341" y="15607"/>
                </a:cubicBezTo>
                <a:cubicBezTo>
                  <a:pt x="6558" y="15706"/>
                  <a:pt x="6916" y="14278"/>
                  <a:pt x="6935" y="13806"/>
                </a:cubicBezTo>
                <a:cubicBezTo>
                  <a:pt x="6951" y="13425"/>
                  <a:pt x="6896" y="13010"/>
                  <a:pt x="6846" y="12932"/>
                </a:cubicBezTo>
                <a:cubicBezTo>
                  <a:pt x="6799" y="12871"/>
                  <a:pt x="6441" y="13293"/>
                  <a:pt x="6398" y="13365"/>
                </a:cubicBezTo>
                <a:cubicBezTo>
                  <a:pt x="6352" y="13442"/>
                  <a:pt x="6372" y="13171"/>
                  <a:pt x="6372" y="13171"/>
                </a:cubicBezTo>
                <a:lnTo>
                  <a:pt x="6428" y="12000"/>
                </a:lnTo>
                <a:cubicBezTo>
                  <a:pt x="6428" y="12000"/>
                  <a:pt x="6770" y="11916"/>
                  <a:pt x="6820" y="11864"/>
                </a:cubicBezTo>
                <a:cubicBezTo>
                  <a:pt x="6866" y="11813"/>
                  <a:pt x="6868" y="11609"/>
                  <a:pt x="6868" y="11609"/>
                </a:cubicBezTo>
                <a:cubicBezTo>
                  <a:pt x="6868" y="11609"/>
                  <a:pt x="6874" y="11275"/>
                  <a:pt x="6872" y="10962"/>
                </a:cubicBezTo>
                <a:cubicBezTo>
                  <a:pt x="6867" y="10626"/>
                  <a:pt x="6825" y="10657"/>
                  <a:pt x="6825" y="10657"/>
                </a:cubicBezTo>
                <a:cubicBezTo>
                  <a:pt x="6693" y="10570"/>
                  <a:pt x="6511" y="10669"/>
                  <a:pt x="6511" y="10669"/>
                </a:cubicBezTo>
                <a:lnTo>
                  <a:pt x="6557" y="9770"/>
                </a:lnTo>
                <a:cubicBezTo>
                  <a:pt x="6557" y="9770"/>
                  <a:pt x="6920" y="9657"/>
                  <a:pt x="7059" y="9457"/>
                </a:cubicBezTo>
                <a:cubicBezTo>
                  <a:pt x="7130" y="9352"/>
                  <a:pt x="7088" y="8917"/>
                  <a:pt x="7088" y="8917"/>
                </a:cubicBezTo>
                <a:cubicBezTo>
                  <a:pt x="7002" y="7838"/>
                  <a:pt x="6902" y="7899"/>
                  <a:pt x="6902" y="7899"/>
                </a:cubicBezTo>
                <a:close/>
                <a:moveTo>
                  <a:pt x="3582" y="8105"/>
                </a:moveTo>
                <a:cubicBezTo>
                  <a:pt x="3550" y="8066"/>
                  <a:pt x="3531" y="8346"/>
                  <a:pt x="3522" y="8484"/>
                </a:cubicBezTo>
                <a:cubicBezTo>
                  <a:pt x="3497" y="8896"/>
                  <a:pt x="3478" y="9877"/>
                  <a:pt x="3473" y="10183"/>
                </a:cubicBezTo>
                <a:cubicBezTo>
                  <a:pt x="3458" y="11110"/>
                  <a:pt x="3446" y="13305"/>
                  <a:pt x="3472" y="14424"/>
                </a:cubicBezTo>
                <a:cubicBezTo>
                  <a:pt x="3483" y="14893"/>
                  <a:pt x="3507" y="15200"/>
                  <a:pt x="3582" y="15298"/>
                </a:cubicBezTo>
                <a:cubicBezTo>
                  <a:pt x="3613" y="15338"/>
                  <a:pt x="3669" y="15330"/>
                  <a:pt x="3694" y="15232"/>
                </a:cubicBezTo>
                <a:cubicBezTo>
                  <a:pt x="3715" y="15148"/>
                  <a:pt x="3730" y="14985"/>
                  <a:pt x="3735" y="14845"/>
                </a:cubicBezTo>
                <a:cubicBezTo>
                  <a:pt x="3749" y="14454"/>
                  <a:pt x="3744" y="13901"/>
                  <a:pt x="3741" y="13484"/>
                </a:cubicBezTo>
                <a:cubicBezTo>
                  <a:pt x="3738" y="12993"/>
                  <a:pt x="3736" y="12505"/>
                  <a:pt x="3733" y="12009"/>
                </a:cubicBezTo>
                <a:cubicBezTo>
                  <a:pt x="3728" y="11346"/>
                  <a:pt x="3715" y="9653"/>
                  <a:pt x="3685" y="8888"/>
                </a:cubicBezTo>
                <a:cubicBezTo>
                  <a:pt x="3672" y="8559"/>
                  <a:pt x="3651" y="8261"/>
                  <a:pt x="3600" y="8138"/>
                </a:cubicBezTo>
                <a:cubicBezTo>
                  <a:pt x="3593" y="8124"/>
                  <a:pt x="3587" y="8110"/>
                  <a:pt x="3582" y="8105"/>
                </a:cubicBezTo>
                <a:close/>
                <a:moveTo>
                  <a:pt x="11631" y="8171"/>
                </a:moveTo>
                <a:lnTo>
                  <a:pt x="11867" y="10302"/>
                </a:lnTo>
                <a:lnTo>
                  <a:pt x="11969" y="10249"/>
                </a:lnTo>
                <a:lnTo>
                  <a:pt x="11978" y="9540"/>
                </a:lnTo>
                <a:lnTo>
                  <a:pt x="11631" y="8171"/>
                </a:lnTo>
                <a:close/>
                <a:moveTo>
                  <a:pt x="12543" y="8196"/>
                </a:moveTo>
                <a:lnTo>
                  <a:pt x="12196" y="9560"/>
                </a:lnTo>
                <a:lnTo>
                  <a:pt x="12204" y="10236"/>
                </a:lnTo>
                <a:lnTo>
                  <a:pt x="12311" y="10282"/>
                </a:lnTo>
                <a:lnTo>
                  <a:pt x="12543" y="8196"/>
                </a:lnTo>
                <a:close/>
                <a:moveTo>
                  <a:pt x="7984" y="9803"/>
                </a:moveTo>
                <a:cubicBezTo>
                  <a:pt x="8012" y="9819"/>
                  <a:pt x="8018" y="10067"/>
                  <a:pt x="8018" y="10067"/>
                </a:cubicBezTo>
                <a:cubicBezTo>
                  <a:pt x="8041" y="11316"/>
                  <a:pt x="7896" y="12255"/>
                  <a:pt x="7833" y="12602"/>
                </a:cubicBezTo>
                <a:cubicBezTo>
                  <a:pt x="7795" y="12830"/>
                  <a:pt x="7668" y="13277"/>
                  <a:pt x="7537" y="13369"/>
                </a:cubicBezTo>
                <a:cubicBezTo>
                  <a:pt x="7662" y="11849"/>
                  <a:pt x="7818" y="10731"/>
                  <a:pt x="7904" y="10133"/>
                </a:cubicBezTo>
                <a:cubicBezTo>
                  <a:pt x="7942" y="9868"/>
                  <a:pt x="7967" y="9794"/>
                  <a:pt x="7984" y="9803"/>
                </a:cubicBezTo>
                <a:close/>
                <a:moveTo>
                  <a:pt x="1275" y="9968"/>
                </a:moveTo>
                <a:cubicBezTo>
                  <a:pt x="1275" y="9968"/>
                  <a:pt x="1273" y="10675"/>
                  <a:pt x="1272" y="11390"/>
                </a:cubicBezTo>
                <a:cubicBezTo>
                  <a:pt x="1271" y="12745"/>
                  <a:pt x="1277" y="14119"/>
                  <a:pt x="1277" y="14119"/>
                </a:cubicBezTo>
                <a:cubicBezTo>
                  <a:pt x="1277" y="14119"/>
                  <a:pt x="1200" y="13947"/>
                  <a:pt x="1153" y="13826"/>
                </a:cubicBezTo>
                <a:cubicBezTo>
                  <a:pt x="1017" y="13471"/>
                  <a:pt x="833" y="12739"/>
                  <a:pt x="742" y="12264"/>
                </a:cubicBezTo>
                <a:cubicBezTo>
                  <a:pt x="720" y="12150"/>
                  <a:pt x="642" y="11685"/>
                  <a:pt x="628" y="11584"/>
                </a:cubicBezTo>
                <a:cubicBezTo>
                  <a:pt x="605" y="11410"/>
                  <a:pt x="584" y="11242"/>
                  <a:pt x="590" y="11028"/>
                </a:cubicBezTo>
                <a:cubicBezTo>
                  <a:pt x="595" y="10821"/>
                  <a:pt x="661" y="10650"/>
                  <a:pt x="693" y="10578"/>
                </a:cubicBezTo>
                <a:cubicBezTo>
                  <a:pt x="800" y="10339"/>
                  <a:pt x="986" y="10139"/>
                  <a:pt x="1084" y="10071"/>
                </a:cubicBezTo>
                <a:cubicBezTo>
                  <a:pt x="1162" y="10017"/>
                  <a:pt x="1275" y="9968"/>
                  <a:pt x="1275" y="9968"/>
                </a:cubicBezTo>
                <a:close/>
                <a:moveTo>
                  <a:pt x="13070" y="11122"/>
                </a:moveTo>
                <a:cubicBezTo>
                  <a:pt x="13045" y="14317"/>
                  <a:pt x="12633" y="16871"/>
                  <a:pt x="12121" y="16980"/>
                </a:cubicBezTo>
                <a:lnTo>
                  <a:pt x="12141" y="15302"/>
                </a:lnTo>
                <a:lnTo>
                  <a:pt x="12188" y="11592"/>
                </a:lnTo>
                <a:lnTo>
                  <a:pt x="12780" y="11279"/>
                </a:lnTo>
                <a:lnTo>
                  <a:pt x="13070" y="11122"/>
                </a:lnTo>
                <a:close/>
                <a:moveTo>
                  <a:pt x="11107" y="11217"/>
                </a:moveTo>
                <a:lnTo>
                  <a:pt x="11396" y="11345"/>
                </a:lnTo>
                <a:lnTo>
                  <a:pt x="11988" y="11605"/>
                </a:lnTo>
                <a:lnTo>
                  <a:pt x="12034" y="15302"/>
                </a:lnTo>
                <a:lnTo>
                  <a:pt x="12055" y="16980"/>
                </a:lnTo>
                <a:cubicBezTo>
                  <a:pt x="11547" y="16873"/>
                  <a:pt x="11139" y="14367"/>
                  <a:pt x="11107" y="11217"/>
                </a:cubicBezTo>
                <a:close/>
                <a:moveTo>
                  <a:pt x="12311" y="11654"/>
                </a:moveTo>
                <a:lnTo>
                  <a:pt x="12205" y="11712"/>
                </a:lnTo>
                <a:lnTo>
                  <a:pt x="12197" y="12338"/>
                </a:lnTo>
                <a:lnTo>
                  <a:pt x="12521" y="13752"/>
                </a:lnTo>
                <a:lnTo>
                  <a:pt x="12311" y="11654"/>
                </a:lnTo>
                <a:close/>
                <a:moveTo>
                  <a:pt x="11862" y="11675"/>
                </a:moveTo>
                <a:lnTo>
                  <a:pt x="11652" y="13773"/>
                </a:lnTo>
                <a:lnTo>
                  <a:pt x="11977" y="12359"/>
                </a:lnTo>
                <a:lnTo>
                  <a:pt x="11969" y="11720"/>
                </a:lnTo>
                <a:lnTo>
                  <a:pt x="11862" y="11675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881" name="Shape"/>
          <p:cNvSpPr/>
          <p:nvPr/>
        </p:nvSpPr>
        <p:spPr>
          <a:xfrm>
            <a:off x="7039260" y="4015520"/>
            <a:ext cx="4415404" cy="9825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2" h="21558" fill="norm" stroke="1" extrusionOk="0">
                <a:moveTo>
                  <a:pt x="669" y="6"/>
                </a:moveTo>
                <a:cubicBezTo>
                  <a:pt x="542" y="28"/>
                  <a:pt x="373" y="143"/>
                  <a:pt x="239" y="309"/>
                </a:cubicBezTo>
                <a:cubicBezTo>
                  <a:pt x="145" y="424"/>
                  <a:pt x="80" y="609"/>
                  <a:pt x="35" y="965"/>
                </a:cubicBezTo>
                <a:cubicBezTo>
                  <a:pt x="13" y="1142"/>
                  <a:pt x="-8" y="1335"/>
                  <a:pt x="3" y="1531"/>
                </a:cubicBezTo>
                <a:cubicBezTo>
                  <a:pt x="13" y="1697"/>
                  <a:pt x="66" y="1754"/>
                  <a:pt x="108" y="1785"/>
                </a:cubicBezTo>
                <a:cubicBezTo>
                  <a:pt x="149" y="1814"/>
                  <a:pt x="242" y="1837"/>
                  <a:pt x="267" y="1702"/>
                </a:cubicBezTo>
                <a:cubicBezTo>
                  <a:pt x="278" y="1643"/>
                  <a:pt x="277" y="1589"/>
                  <a:pt x="268" y="1519"/>
                </a:cubicBezTo>
                <a:cubicBezTo>
                  <a:pt x="259" y="1445"/>
                  <a:pt x="235" y="1391"/>
                  <a:pt x="213" y="1372"/>
                </a:cubicBezTo>
                <a:cubicBezTo>
                  <a:pt x="188" y="1352"/>
                  <a:pt x="139" y="1338"/>
                  <a:pt x="127" y="1315"/>
                </a:cubicBezTo>
                <a:cubicBezTo>
                  <a:pt x="121" y="1303"/>
                  <a:pt x="114" y="1286"/>
                  <a:pt x="114" y="1286"/>
                </a:cubicBezTo>
                <a:cubicBezTo>
                  <a:pt x="114" y="1286"/>
                  <a:pt x="117" y="1273"/>
                  <a:pt x="120" y="1263"/>
                </a:cubicBezTo>
                <a:cubicBezTo>
                  <a:pt x="125" y="1245"/>
                  <a:pt x="143" y="1210"/>
                  <a:pt x="154" y="1198"/>
                </a:cubicBezTo>
                <a:cubicBezTo>
                  <a:pt x="168" y="1183"/>
                  <a:pt x="184" y="1161"/>
                  <a:pt x="200" y="1141"/>
                </a:cubicBezTo>
                <a:cubicBezTo>
                  <a:pt x="309" y="1006"/>
                  <a:pt x="524" y="983"/>
                  <a:pt x="623" y="999"/>
                </a:cubicBezTo>
                <a:cubicBezTo>
                  <a:pt x="1007" y="1064"/>
                  <a:pt x="1365" y="1446"/>
                  <a:pt x="1726" y="2113"/>
                </a:cubicBezTo>
                <a:cubicBezTo>
                  <a:pt x="2080" y="2766"/>
                  <a:pt x="2483" y="3882"/>
                  <a:pt x="2718" y="5238"/>
                </a:cubicBezTo>
                <a:cubicBezTo>
                  <a:pt x="2807" y="5750"/>
                  <a:pt x="2918" y="6592"/>
                  <a:pt x="2932" y="7303"/>
                </a:cubicBezTo>
                <a:cubicBezTo>
                  <a:pt x="2944" y="7952"/>
                  <a:pt x="2898" y="8575"/>
                  <a:pt x="2809" y="9029"/>
                </a:cubicBezTo>
                <a:cubicBezTo>
                  <a:pt x="2742" y="9372"/>
                  <a:pt x="2654" y="9626"/>
                  <a:pt x="2557" y="9830"/>
                </a:cubicBezTo>
                <a:cubicBezTo>
                  <a:pt x="2337" y="10296"/>
                  <a:pt x="2070" y="10392"/>
                  <a:pt x="1830" y="10364"/>
                </a:cubicBezTo>
                <a:cubicBezTo>
                  <a:pt x="1799" y="10360"/>
                  <a:pt x="1680" y="10313"/>
                  <a:pt x="1652" y="10295"/>
                </a:cubicBezTo>
                <a:cubicBezTo>
                  <a:pt x="1604" y="10259"/>
                  <a:pt x="1542" y="10205"/>
                  <a:pt x="1542" y="10205"/>
                </a:cubicBezTo>
                <a:lnTo>
                  <a:pt x="1526" y="6878"/>
                </a:lnTo>
                <a:cubicBezTo>
                  <a:pt x="1526" y="6878"/>
                  <a:pt x="1601" y="6889"/>
                  <a:pt x="1653" y="6904"/>
                </a:cubicBezTo>
                <a:cubicBezTo>
                  <a:pt x="1788" y="6940"/>
                  <a:pt x="2066" y="7146"/>
                  <a:pt x="2205" y="7394"/>
                </a:cubicBezTo>
                <a:cubicBezTo>
                  <a:pt x="2235" y="7446"/>
                  <a:pt x="2266" y="7528"/>
                  <a:pt x="2268" y="7660"/>
                </a:cubicBezTo>
                <a:cubicBezTo>
                  <a:pt x="2270" y="7761"/>
                  <a:pt x="2252" y="7848"/>
                  <a:pt x="2232" y="7928"/>
                </a:cubicBezTo>
                <a:cubicBezTo>
                  <a:pt x="2223" y="7966"/>
                  <a:pt x="2213" y="7997"/>
                  <a:pt x="2201" y="8026"/>
                </a:cubicBezTo>
                <a:cubicBezTo>
                  <a:pt x="2177" y="8083"/>
                  <a:pt x="2136" y="8179"/>
                  <a:pt x="2133" y="8195"/>
                </a:cubicBezTo>
                <a:cubicBezTo>
                  <a:pt x="2126" y="8240"/>
                  <a:pt x="2125" y="8308"/>
                  <a:pt x="2136" y="8345"/>
                </a:cubicBezTo>
                <a:cubicBezTo>
                  <a:pt x="2162" y="8438"/>
                  <a:pt x="2249" y="8490"/>
                  <a:pt x="2273" y="8483"/>
                </a:cubicBezTo>
                <a:cubicBezTo>
                  <a:pt x="2350" y="8464"/>
                  <a:pt x="2427" y="8228"/>
                  <a:pt x="2467" y="7910"/>
                </a:cubicBezTo>
                <a:cubicBezTo>
                  <a:pt x="2503" y="7629"/>
                  <a:pt x="2507" y="7412"/>
                  <a:pt x="2483" y="7101"/>
                </a:cubicBezTo>
                <a:cubicBezTo>
                  <a:pt x="2458" y="6760"/>
                  <a:pt x="2379" y="6438"/>
                  <a:pt x="2295" y="6248"/>
                </a:cubicBezTo>
                <a:cubicBezTo>
                  <a:pt x="2193" y="6016"/>
                  <a:pt x="2016" y="5841"/>
                  <a:pt x="1925" y="5776"/>
                </a:cubicBezTo>
                <a:cubicBezTo>
                  <a:pt x="1853" y="5726"/>
                  <a:pt x="1778" y="5676"/>
                  <a:pt x="1709" y="5669"/>
                </a:cubicBezTo>
                <a:cubicBezTo>
                  <a:pt x="1639" y="5661"/>
                  <a:pt x="1524" y="5676"/>
                  <a:pt x="1524" y="5676"/>
                </a:cubicBezTo>
                <a:cubicBezTo>
                  <a:pt x="1524" y="5676"/>
                  <a:pt x="1521" y="5225"/>
                  <a:pt x="1517" y="4925"/>
                </a:cubicBezTo>
                <a:cubicBezTo>
                  <a:pt x="1509" y="4433"/>
                  <a:pt x="1479" y="3464"/>
                  <a:pt x="1379" y="3185"/>
                </a:cubicBezTo>
                <a:cubicBezTo>
                  <a:pt x="1361" y="3134"/>
                  <a:pt x="1338" y="3127"/>
                  <a:pt x="1326" y="3204"/>
                </a:cubicBezTo>
                <a:cubicBezTo>
                  <a:pt x="1306" y="3318"/>
                  <a:pt x="1288" y="3751"/>
                  <a:pt x="1283" y="3863"/>
                </a:cubicBezTo>
                <a:cubicBezTo>
                  <a:pt x="1275" y="4071"/>
                  <a:pt x="1249" y="5057"/>
                  <a:pt x="1250" y="5207"/>
                </a:cubicBezTo>
                <a:cubicBezTo>
                  <a:pt x="1251" y="5359"/>
                  <a:pt x="1248" y="5776"/>
                  <a:pt x="1246" y="5788"/>
                </a:cubicBezTo>
                <a:cubicBezTo>
                  <a:pt x="1244" y="5794"/>
                  <a:pt x="1243" y="5799"/>
                  <a:pt x="1242" y="5804"/>
                </a:cubicBezTo>
                <a:cubicBezTo>
                  <a:pt x="1238" y="5815"/>
                  <a:pt x="1174" y="5867"/>
                  <a:pt x="1132" y="5894"/>
                </a:cubicBezTo>
                <a:cubicBezTo>
                  <a:pt x="1045" y="5951"/>
                  <a:pt x="835" y="6258"/>
                  <a:pt x="768" y="6391"/>
                </a:cubicBezTo>
                <a:cubicBezTo>
                  <a:pt x="676" y="6572"/>
                  <a:pt x="541" y="6889"/>
                  <a:pt x="504" y="7309"/>
                </a:cubicBezTo>
                <a:cubicBezTo>
                  <a:pt x="477" y="7611"/>
                  <a:pt x="487" y="7863"/>
                  <a:pt x="523" y="8148"/>
                </a:cubicBezTo>
                <a:cubicBezTo>
                  <a:pt x="568" y="8513"/>
                  <a:pt x="629" y="8799"/>
                  <a:pt x="696" y="9084"/>
                </a:cubicBezTo>
                <a:cubicBezTo>
                  <a:pt x="720" y="9186"/>
                  <a:pt x="828" y="9592"/>
                  <a:pt x="853" y="9676"/>
                </a:cubicBezTo>
                <a:cubicBezTo>
                  <a:pt x="945" y="9978"/>
                  <a:pt x="1049" y="10271"/>
                  <a:pt x="1158" y="10514"/>
                </a:cubicBezTo>
                <a:cubicBezTo>
                  <a:pt x="1194" y="10594"/>
                  <a:pt x="1237" y="10685"/>
                  <a:pt x="1237" y="10685"/>
                </a:cubicBezTo>
                <a:cubicBezTo>
                  <a:pt x="1237" y="10685"/>
                  <a:pt x="1245" y="11069"/>
                  <a:pt x="1253" y="11291"/>
                </a:cubicBezTo>
                <a:cubicBezTo>
                  <a:pt x="1263" y="11567"/>
                  <a:pt x="1283" y="11807"/>
                  <a:pt x="1341" y="11916"/>
                </a:cubicBezTo>
                <a:cubicBezTo>
                  <a:pt x="1375" y="11982"/>
                  <a:pt x="1416" y="11973"/>
                  <a:pt x="1453" y="11942"/>
                </a:cubicBezTo>
                <a:cubicBezTo>
                  <a:pt x="1485" y="11915"/>
                  <a:pt x="1506" y="11852"/>
                  <a:pt x="1519" y="11731"/>
                </a:cubicBezTo>
                <a:cubicBezTo>
                  <a:pt x="1524" y="11685"/>
                  <a:pt x="1533" y="11546"/>
                  <a:pt x="1535" y="11493"/>
                </a:cubicBezTo>
                <a:cubicBezTo>
                  <a:pt x="1537" y="11376"/>
                  <a:pt x="1537" y="11211"/>
                  <a:pt x="1537" y="11211"/>
                </a:cubicBezTo>
                <a:cubicBezTo>
                  <a:pt x="1537" y="11211"/>
                  <a:pt x="1629" y="11306"/>
                  <a:pt x="1691" y="11356"/>
                </a:cubicBezTo>
                <a:cubicBezTo>
                  <a:pt x="1871" y="11506"/>
                  <a:pt x="2066" y="11521"/>
                  <a:pt x="2236" y="11429"/>
                </a:cubicBezTo>
                <a:cubicBezTo>
                  <a:pt x="2486" y="11291"/>
                  <a:pt x="2778" y="10875"/>
                  <a:pt x="2966" y="10144"/>
                </a:cubicBezTo>
                <a:cubicBezTo>
                  <a:pt x="3017" y="9948"/>
                  <a:pt x="3102" y="9488"/>
                  <a:pt x="3138" y="9198"/>
                </a:cubicBezTo>
                <a:cubicBezTo>
                  <a:pt x="3159" y="9029"/>
                  <a:pt x="3179" y="8860"/>
                  <a:pt x="3199" y="8653"/>
                </a:cubicBezTo>
                <a:cubicBezTo>
                  <a:pt x="3203" y="8611"/>
                  <a:pt x="3228" y="8270"/>
                  <a:pt x="3233" y="8123"/>
                </a:cubicBezTo>
                <a:cubicBezTo>
                  <a:pt x="3235" y="8059"/>
                  <a:pt x="3250" y="7572"/>
                  <a:pt x="3244" y="7315"/>
                </a:cubicBezTo>
                <a:cubicBezTo>
                  <a:pt x="3245" y="7207"/>
                  <a:pt x="3231" y="6926"/>
                  <a:pt x="3230" y="6876"/>
                </a:cubicBezTo>
                <a:lnTo>
                  <a:pt x="3230" y="6874"/>
                </a:lnTo>
                <a:cubicBezTo>
                  <a:pt x="3229" y="6869"/>
                  <a:pt x="3221" y="6732"/>
                  <a:pt x="3217" y="6640"/>
                </a:cubicBezTo>
                <a:cubicBezTo>
                  <a:pt x="3212" y="6545"/>
                  <a:pt x="3183" y="6220"/>
                  <a:pt x="3176" y="6165"/>
                </a:cubicBezTo>
                <a:cubicBezTo>
                  <a:pt x="3156" y="6006"/>
                  <a:pt x="3144" y="5871"/>
                  <a:pt x="3128" y="5733"/>
                </a:cubicBezTo>
                <a:cubicBezTo>
                  <a:pt x="3064" y="5160"/>
                  <a:pt x="2932" y="4437"/>
                  <a:pt x="2826" y="3965"/>
                </a:cubicBezTo>
                <a:cubicBezTo>
                  <a:pt x="2772" y="3721"/>
                  <a:pt x="2696" y="3417"/>
                  <a:pt x="2638" y="3204"/>
                </a:cubicBezTo>
                <a:cubicBezTo>
                  <a:pt x="2610" y="3100"/>
                  <a:pt x="2432" y="2512"/>
                  <a:pt x="2402" y="2422"/>
                </a:cubicBezTo>
                <a:cubicBezTo>
                  <a:pt x="2305" y="2138"/>
                  <a:pt x="2133" y="1704"/>
                  <a:pt x="2023" y="1467"/>
                </a:cubicBezTo>
                <a:cubicBezTo>
                  <a:pt x="1871" y="1138"/>
                  <a:pt x="1663" y="776"/>
                  <a:pt x="1504" y="561"/>
                </a:cubicBezTo>
                <a:cubicBezTo>
                  <a:pt x="1227" y="183"/>
                  <a:pt x="955" y="-42"/>
                  <a:pt x="669" y="6"/>
                </a:cubicBezTo>
                <a:close/>
                <a:moveTo>
                  <a:pt x="8258" y="390"/>
                </a:moveTo>
                <a:lnTo>
                  <a:pt x="8258" y="14683"/>
                </a:lnTo>
                <a:lnTo>
                  <a:pt x="7346" y="14683"/>
                </a:lnTo>
                <a:lnTo>
                  <a:pt x="7346" y="14890"/>
                </a:lnTo>
                <a:lnTo>
                  <a:pt x="8258" y="14890"/>
                </a:lnTo>
                <a:lnTo>
                  <a:pt x="8258" y="21558"/>
                </a:lnTo>
                <a:lnTo>
                  <a:pt x="8304" y="21558"/>
                </a:lnTo>
                <a:lnTo>
                  <a:pt x="8304" y="14890"/>
                </a:lnTo>
                <a:lnTo>
                  <a:pt x="21592" y="14890"/>
                </a:lnTo>
                <a:lnTo>
                  <a:pt x="21592" y="14683"/>
                </a:lnTo>
                <a:lnTo>
                  <a:pt x="8304" y="14683"/>
                </a:lnTo>
                <a:lnTo>
                  <a:pt x="8304" y="390"/>
                </a:lnTo>
                <a:lnTo>
                  <a:pt x="8258" y="390"/>
                </a:lnTo>
                <a:close/>
                <a:moveTo>
                  <a:pt x="3759" y="953"/>
                </a:moveTo>
                <a:cubicBezTo>
                  <a:pt x="3667" y="926"/>
                  <a:pt x="3566" y="1033"/>
                  <a:pt x="3491" y="1175"/>
                </a:cubicBezTo>
                <a:cubicBezTo>
                  <a:pt x="3385" y="1377"/>
                  <a:pt x="3287" y="1672"/>
                  <a:pt x="3213" y="2028"/>
                </a:cubicBezTo>
                <a:cubicBezTo>
                  <a:pt x="3139" y="2380"/>
                  <a:pt x="3082" y="2825"/>
                  <a:pt x="3088" y="3309"/>
                </a:cubicBezTo>
                <a:cubicBezTo>
                  <a:pt x="3090" y="3464"/>
                  <a:pt x="3104" y="3704"/>
                  <a:pt x="3121" y="3843"/>
                </a:cubicBezTo>
                <a:cubicBezTo>
                  <a:pt x="3136" y="3960"/>
                  <a:pt x="3163" y="4086"/>
                  <a:pt x="3169" y="4209"/>
                </a:cubicBezTo>
                <a:cubicBezTo>
                  <a:pt x="3173" y="4282"/>
                  <a:pt x="3169" y="4376"/>
                  <a:pt x="3170" y="4462"/>
                </a:cubicBezTo>
                <a:cubicBezTo>
                  <a:pt x="3171" y="4660"/>
                  <a:pt x="3190" y="4862"/>
                  <a:pt x="3223" y="4993"/>
                </a:cubicBezTo>
                <a:cubicBezTo>
                  <a:pt x="3247" y="5085"/>
                  <a:pt x="3268" y="5082"/>
                  <a:pt x="3292" y="5001"/>
                </a:cubicBezTo>
                <a:cubicBezTo>
                  <a:pt x="3299" y="4979"/>
                  <a:pt x="3310" y="4925"/>
                  <a:pt x="3315" y="4882"/>
                </a:cubicBezTo>
                <a:cubicBezTo>
                  <a:pt x="3326" y="4802"/>
                  <a:pt x="3336" y="4691"/>
                  <a:pt x="3346" y="4645"/>
                </a:cubicBezTo>
                <a:cubicBezTo>
                  <a:pt x="3347" y="4639"/>
                  <a:pt x="3354" y="4654"/>
                  <a:pt x="3359" y="4673"/>
                </a:cubicBezTo>
                <a:cubicBezTo>
                  <a:pt x="3364" y="4686"/>
                  <a:pt x="3404" y="4733"/>
                  <a:pt x="3415" y="4737"/>
                </a:cubicBezTo>
                <a:cubicBezTo>
                  <a:pt x="3436" y="4743"/>
                  <a:pt x="3459" y="4770"/>
                  <a:pt x="3481" y="4778"/>
                </a:cubicBezTo>
                <a:cubicBezTo>
                  <a:pt x="3553" y="4808"/>
                  <a:pt x="3651" y="4704"/>
                  <a:pt x="3714" y="4594"/>
                </a:cubicBezTo>
                <a:cubicBezTo>
                  <a:pt x="3857" y="4342"/>
                  <a:pt x="3968" y="3981"/>
                  <a:pt x="4080" y="3466"/>
                </a:cubicBezTo>
                <a:cubicBezTo>
                  <a:pt x="4145" y="3168"/>
                  <a:pt x="4203" y="2676"/>
                  <a:pt x="4182" y="2228"/>
                </a:cubicBezTo>
                <a:cubicBezTo>
                  <a:pt x="4171" y="2006"/>
                  <a:pt x="4148" y="1853"/>
                  <a:pt x="4107" y="1693"/>
                </a:cubicBezTo>
                <a:cubicBezTo>
                  <a:pt x="4086" y="1614"/>
                  <a:pt x="4036" y="1494"/>
                  <a:pt x="4001" y="1467"/>
                </a:cubicBezTo>
                <a:cubicBezTo>
                  <a:pt x="3991" y="1459"/>
                  <a:pt x="3978" y="1454"/>
                  <a:pt x="3973" y="1439"/>
                </a:cubicBezTo>
                <a:cubicBezTo>
                  <a:pt x="3968" y="1424"/>
                  <a:pt x="3963" y="1391"/>
                  <a:pt x="3958" y="1362"/>
                </a:cubicBezTo>
                <a:cubicBezTo>
                  <a:pt x="3933" y="1219"/>
                  <a:pt x="3883" y="1082"/>
                  <a:pt x="3847" y="1027"/>
                </a:cubicBezTo>
                <a:cubicBezTo>
                  <a:pt x="3820" y="984"/>
                  <a:pt x="3790" y="962"/>
                  <a:pt x="3759" y="953"/>
                </a:cubicBezTo>
                <a:close/>
                <a:moveTo>
                  <a:pt x="11723" y="1610"/>
                </a:moveTo>
                <a:lnTo>
                  <a:pt x="11703" y="2783"/>
                </a:lnTo>
                <a:cubicBezTo>
                  <a:pt x="11128" y="2832"/>
                  <a:pt x="10664" y="4940"/>
                  <a:pt x="10664" y="7529"/>
                </a:cubicBezTo>
                <a:cubicBezTo>
                  <a:pt x="10664" y="7542"/>
                  <a:pt x="10664" y="7555"/>
                  <a:pt x="10664" y="7568"/>
                </a:cubicBezTo>
                <a:lnTo>
                  <a:pt x="10381" y="7677"/>
                </a:lnTo>
                <a:lnTo>
                  <a:pt x="10667" y="7767"/>
                </a:lnTo>
                <a:cubicBezTo>
                  <a:pt x="10694" y="10240"/>
                  <a:pt x="11144" y="12219"/>
                  <a:pt x="11699" y="12275"/>
                </a:cubicBezTo>
                <a:lnTo>
                  <a:pt x="11723" y="13654"/>
                </a:lnTo>
                <a:lnTo>
                  <a:pt x="11747" y="12275"/>
                </a:lnTo>
                <a:cubicBezTo>
                  <a:pt x="12307" y="12218"/>
                  <a:pt x="12760" y="10202"/>
                  <a:pt x="12780" y="7696"/>
                </a:cubicBezTo>
                <a:lnTo>
                  <a:pt x="13065" y="7587"/>
                </a:lnTo>
                <a:lnTo>
                  <a:pt x="12782" y="7498"/>
                </a:lnTo>
                <a:cubicBezTo>
                  <a:pt x="12778" y="4923"/>
                  <a:pt x="12315" y="2832"/>
                  <a:pt x="11743" y="2783"/>
                </a:cubicBezTo>
                <a:lnTo>
                  <a:pt x="11723" y="1610"/>
                </a:lnTo>
                <a:close/>
                <a:moveTo>
                  <a:pt x="3553" y="1994"/>
                </a:moveTo>
                <a:cubicBezTo>
                  <a:pt x="3553" y="1994"/>
                  <a:pt x="3529" y="2081"/>
                  <a:pt x="3510" y="2156"/>
                </a:cubicBezTo>
                <a:cubicBezTo>
                  <a:pt x="3445" y="2404"/>
                  <a:pt x="3359" y="2804"/>
                  <a:pt x="3312" y="3093"/>
                </a:cubicBezTo>
                <a:cubicBezTo>
                  <a:pt x="3286" y="3252"/>
                  <a:pt x="3255" y="3461"/>
                  <a:pt x="3255" y="3461"/>
                </a:cubicBezTo>
                <a:cubicBezTo>
                  <a:pt x="3255" y="3461"/>
                  <a:pt x="3248" y="3400"/>
                  <a:pt x="3244" y="3352"/>
                </a:cubicBezTo>
                <a:cubicBezTo>
                  <a:pt x="3214" y="3023"/>
                  <a:pt x="3280" y="2653"/>
                  <a:pt x="3339" y="2425"/>
                </a:cubicBezTo>
                <a:cubicBezTo>
                  <a:pt x="3375" y="2287"/>
                  <a:pt x="3446" y="2073"/>
                  <a:pt x="3496" y="2030"/>
                </a:cubicBezTo>
                <a:cubicBezTo>
                  <a:pt x="3516" y="2011"/>
                  <a:pt x="3553" y="1994"/>
                  <a:pt x="3553" y="1994"/>
                </a:cubicBezTo>
                <a:close/>
                <a:moveTo>
                  <a:pt x="3934" y="2089"/>
                </a:moveTo>
                <a:cubicBezTo>
                  <a:pt x="3949" y="2087"/>
                  <a:pt x="3963" y="2100"/>
                  <a:pt x="3980" y="2135"/>
                </a:cubicBezTo>
                <a:cubicBezTo>
                  <a:pt x="4008" y="2188"/>
                  <a:pt x="4030" y="2302"/>
                  <a:pt x="4033" y="2451"/>
                </a:cubicBezTo>
                <a:cubicBezTo>
                  <a:pt x="4046" y="2913"/>
                  <a:pt x="3928" y="3305"/>
                  <a:pt x="3848" y="3506"/>
                </a:cubicBezTo>
                <a:cubicBezTo>
                  <a:pt x="3766" y="3710"/>
                  <a:pt x="3678" y="3829"/>
                  <a:pt x="3584" y="3858"/>
                </a:cubicBezTo>
                <a:cubicBezTo>
                  <a:pt x="3548" y="3870"/>
                  <a:pt x="3451" y="3873"/>
                  <a:pt x="3448" y="3827"/>
                </a:cubicBezTo>
                <a:cubicBezTo>
                  <a:pt x="3447" y="3816"/>
                  <a:pt x="3454" y="3774"/>
                  <a:pt x="3462" y="3729"/>
                </a:cubicBezTo>
                <a:cubicBezTo>
                  <a:pt x="3475" y="3655"/>
                  <a:pt x="3491" y="3548"/>
                  <a:pt x="3508" y="3451"/>
                </a:cubicBezTo>
                <a:cubicBezTo>
                  <a:pt x="3579" y="3041"/>
                  <a:pt x="3709" y="2528"/>
                  <a:pt x="3801" y="2289"/>
                </a:cubicBezTo>
                <a:cubicBezTo>
                  <a:pt x="3832" y="2208"/>
                  <a:pt x="3847" y="2183"/>
                  <a:pt x="3880" y="2139"/>
                </a:cubicBezTo>
                <a:cubicBezTo>
                  <a:pt x="3903" y="2108"/>
                  <a:pt x="3919" y="2090"/>
                  <a:pt x="3934" y="2089"/>
                </a:cubicBezTo>
                <a:close/>
                <a:moveTo>
                  <a:pt x="11694" y="3240"/>
                </a:moveTo>
                <a:lnTo>
                  <a:pt x="11671" y="4621"/>
                </a:lnTo>
                <a:lnTo>
                  <a:pt x="11626" y="7201"/>
                </a:lnTo>
                <a:lnTo>
                  <a:pt x="11051" y="7420"/>
                </a:lnTo>
                <a:lnTo>
                  <a:pt x="10766" y="7529"/>
                </a:lnTo>
                <a:cubicBezTo>
                  <a:pt x="10766" y="5204"/>
                  <a:pt x="11180" y="3309"/>
                  <a:pt x="11694" y="3240"/>
                </a:cubicBezTo>
                <a:close/>
                <a:moveTo>
                  <a:pt x="11751" y="3240"/>
                </a:moveTo>
                <a:cubicBezTo>
                  <a:pt x="12261" y="3307"/>
                  <a:pt x="12672" y="5169"/>
                  <a:pt x="12680" y="7465"/>
                </a:cubicBezTo>
                <a:lnTo>
                  <a:pt x="12394" y="7375"/>
                </a:lnTo>
                <a:lnTo>
                  <a:pt x="11820" y="7194"/>
                </a:lnTo>
                <a:lnTo>
                  <a:pt x="11775" y="4621"/>
                </a:lnTo>
                <a:lnTo>
                  <a:pt x="11751" y="3240"/>
                </a:lnTo>
                <a:close/>
                <a:moveTo>
                  <a:pt x="18885" y="3608"/>
                </a:moveTo>
                <a:cubicBezTo>
                  <a:pt x="18823" y="3608"/>
                  <a:pt x="18761" y="3650"/>
                  <a:pt x="18701" y="3732"/>
                </a:cubicBezTo>
                <a:cubicBezTo>
                  <a:pt x="18640" y="3815"/>
                  <a:pt x="18587" y="3936"/>
                  <a:pt x="18540" y="4098"/>
                </a:cubicBezTo>
                <a:cubicBezTo>
                  <a:pt x="18493" y="4261"/>
                  <a:pt x="18455" y="4465"/>
                  <a:pt x="18427" y="4709"/>
                </a:cubicBezTo>
                <a:cubicBezTo>
                  <a:pt x="18398" y="4955"/>
                  <a:pt x="18384" y="5235"/>
                  <a:pt x="18384" y="5552"/>
                </a:cubicBezTo>
                <a:cubicBezTo>
                  <a:pt x="18384" y="5853"/>
                  <a:pt x="18396" y="6110"/>
                  <a:pt x="18421" y="6325"/>
                </a:cubicBezTo>
                <a:cubicBezTo>
                  <a:pt x="18446" y="6540"/>
                  <a:pt x="18481" y="6726"/>
                  <a:pt x="18525" y="6885"/>
                </a:cubicBezTo>
                <a:cubicBezTo>
                  <a:pt x="18568" y="7043"/>
                  <a:pt x="18619" y="7180"/>
                  <a:pt x="18678" y="7297"/>
                </a:cubicBezTo>
                <a:cubicBezTo>
                  <a:pt x="18737" y="7414"/>
                  <a:pt x="18800" y="7522"/>
                  <a:pt x="18867" y="7620"/>
                </a:cubicBezTo>
                <a:cubicBezTo>
                  <a:pt x="18946" y="7741"/>
                  <a:pt x="19015" y="7858"/>
                  <a:pt x="19074" y="7971"/>
                </a:cubicBezTo>
                <a:cubicBezTo>
                  <a:pt x="19133" y="8084"/>
                  <a:pt x="19182" y="8205"/>
                  <a:pt x="19221" y="8337"/>
                </a:cubicBezTo>
                <a:cubicBezTo>
                  <a:pt x="19261" y="8468"/>
                  <a:pt x="19291" y="8617"/>
                  <a:pt x="19311" y="8779"/>
                </a:cubicBezTo>
                <a:cubicBezTo>
                  <a:pt x="19331" y="8941"/>
                  <a:pt x="19341" y="9127"/>
                  <a:pt x="19341" y="9360"/>
                </a:cubicBezTo>
                <a:cubicBezTo>
                  <a:pt x="19341" y="9594"/>
                  <a:pt x="19330" y="9804"/>
                  <a:pt x="19307" y="9992"/>
                </a:cubicBezTo>
                <a:cubicBezTo>
                  <a:pt x="19284" y="10181"/>
                  <a:pt x="19254" y="10339"/>
                  <a:pt x="19216" y="10467"/>
                </a:cubicBezTo>
                <a:cubicBezTo>
                  <a:pt x="19178" y="10595"/>
                  <a:pt x="19135" y="10695"/>
                  <a:pt x="19085" y="10762"/>
                </a:cubicBezTo>
                <a:cubicBezTo>
                  <a:pt x="19035" y="10830"/>
                  <a:pt x="18984" y="10863"/>
                  <a:pt x="18930" y="10863"/>
                </a:cubicBezTo>
                <a:cubicBezTo>
                  <a:pt x="18799" y="10863"/>
                  <a:pt x="18694" y="10742"/>
                  <a:pt x="18614" y="10496"/>
                </a:cubicBezTo>
                <a:cubicBezTo>
                  <a:pt x="18534" y="10252"/>
                  <a:pt x="18468" y="9926"/>
                  <a:pt x="18414" y="9519"/>
                </a:cubicBezTo>
                <a:lnTo>
                  <a:pt x="18328" y="9801"/>
                </a:lnTo>
                <a:cubicBezTo>
                  <a:pt x="18354" y="10004"/>
                  <a:pt x="18385" y="10200"/>
                  <a:pt x="18423" y="10384"/>
                </a:cubicBezTo>
                <a:cubicBezTo>
                  <a:pt x="18461" y="10569"/>
                  <a:pt x="18505" y="10730"/>
                  <a:pt x="18556" y="10869"/>
                </a:cubicBezTo>
                <a:cubicBezTo>
                  <a:pt x="18608" y="11009"/>
                  <a:pt x="18665" y="11120"/>
                  <a:pt x="18728" y="11203"/>
                </a:cubicBezTo>
                <a:cubicBezTo>
                  <a:pt x="18791" y="11285"/>
                  <a:pt x="18859" y="11327"/>
                  <a:pt x="18933" y="11327"/>
                </a:cubicBezTo>
                <a:cubicBezTo>
                  <a:pt x="18997" y="11327"/>
                  <a:pt x="19059" y="11285"/>
                  <a:pt x="19121" y="11203"/>
                </a:cubicBezTo>
                <a:cubicBezTo>
                  <a:pt x="19182" y="11120"/>
                  <a:pt x="19237" y="10999"/>
                  <a:pt x="19287" y="10837"/>
                </a:cubicBezTo>
                <a:cubicBezTo>
                  <a:pt x="19337" y="10674"/>
                  <a:pt x="19376" y="10469"/>
                  <a:pt x="19407" y="10220"/>
                </a:cubicBezTo>
                <a:cubicBezTo>
                  <a:pt x="19437" y="9971"/>
                  <a:pt x="19452" y="9682"/>
                  <a:pt x="19452" y="9350"/>
                </a:cubicBezTo>
                <a:cubicBezTo>
                  <a:pt x="19452" y="9079"/>
                  <a:pt x="19440" y="8838"/>
                  <a:pt x="19418" y="8627"/>
                </a:cubicBezTo>
                <a:cubicBezTo>
                  <a:pt x="19395" y="8416"/>
                  <a:pt x="19360" y="8223"/>
                  <a:pt x="19313" y="8050"/>
                </a:cubicBezTo>
                <a:cubicBezTo>
                  <a:pt x="19266" y="7877"/>
                  <a:pt x="19206" y="7714"/>
                  <a:pt x="19134" y="7563"/>
                </a:cubicBezTo>
                <a:cubicBezTo>
                  <a:pt x="19062" y="7413"/>
                  <a:pt x="18977" y="7266"/>
                  <a:pt x="18878" y="7123"/>
                </a:cubicBezTo>
                <a:cubicBezTo>
                  <a:pt x="18826" y="7040"/>
                  <a:pt x="18776" y="6953"/>
                  <a:pt x="18729" y="6862"/>
                </a:cubicBezTo>
                <a:cubicBezTo>
                  <a:pt x="18682" y="6772"/>
                  <a:pt x="18641" y="6668"/>
                  <a:pt x="18607" y="6552"/>
                </a:cubicBezTo>
                <a:cubicBezTo>
                  <a:pt x="18572" y="6435"/>
                  <a:pt x="18545" y="6294"/>
                  <a:pt x="18525" y="6129"/>
                </a:cubicBezTo>
                <a:cubicBezTo>
                  <a:pt x="18505" y="5963"/>
                  <a:pt x="18494" y="5766"/>
                  <a:pt x="18494" y="5540"/>
                </a:cubicBezTo>
                <a:cubicBezTo>
                  <a:pt x="18494" y="5299"/>
                  <a:pt x="18505" y="5089"/>
                  <a:pt x="18527" y="4908"/>
                </a:cubicBezTo>
                <a:cubicBezTo>
                  <a:pt x="18549" y="4727"/>
                  <a:pt x="18578" y="4575"/>
                  <a:pt x="18614" y="4450"/>
                </a:cubicBezTo>
                <a:cubicBezTo>
                  <a:pt x="18650" y="4326"/>
                  <a:pt x="18692" y="4231"/>
                  <a:pt x="18739" y="4167"/>
                </a:cubicBezTo>
                <a:cubicBezTo>
                  <a:pt x="18786" y="4103"/>
                  <a:pt x="18834" y="4071"/>
                  <a:pt x="18885" y="4071"/>
                </a:cubicBezTo>
                <a:cubicBezTo>
                  <a:pt x="18986" y="4071"/>
                  <a:pt x="19074" y="4181"/>
                  <a:pt x="19150" y="4404"/>
                </a:cubicBezTo>
                <a:cubicBezTo>
                  <a:pt x="19225" y="4626"/>
                  <a:pt x="19283" y="4881"/>
                  <a:pt x="19323" y="5167"/>
                </a:cubicBezTo>
                <a:lnTo>
                  <a:pt x="19409" y="4873"/>
                </a:lnTo>
                <a:cubicBezTo>
                  <a:pt x="19387" y="4715"/>
                  <a:pt x="19359" y="4558"/>
                  <a:pt x="19326" y="4404"/>
                </a:cubicBezTo>
                <a:cubicBezTo>
                  <a:pt x="19292" y="4249"/>
                  <a:pt x="19254" y="4113"/>
                  <a:pt x="19210" y="3996"/>
                </a:cubicBezTo>
                <a:cubicBezTo>
                  <a:pt x="19166" y="3879"/>
                  <a:pt x="19117" y="3787"/>
                  <a:pt x="19063" y="3715"/>
                </a:cubicBezTo>
                <a:cubicBezTo>
                  <a:pt x="19008" y="3644"/>
                  <a:pt x="18947" y="3608"/>
                  <a:pt x="18885" y="3608"/>
                </a:cubicBezTo>
                <a:close/>
                <a:moveTo>
                  <a:pt x="20374" y="3608"/>
                </a:moveTo>
                <a:cubicBezTo>
                  <a:pt x="20312" y="3608"/>
                  <a:pt x="20250" y="3650"/>
                  <a:pt x="20190" y="3732"/>
                </a:cubicBezTo>
                <a:cubicBezTo>
                  <a:pt x="20129" y="3815"/>
                  <a:pt x="20076" y="3936"/>
                  <a:pt x="20029" y="4098"/>
                </a:cubicBezTo>
                <a:cubicBezTo>
                  <a:pt x="19982" y="4261"/>
                  <a:pt x="19944" y="4465"/>
                  <a:pt x="19915" y="4709"/>
                </a:cubicBezTo>
                <a:cubicBezTo>
                  <a:pt x="19887" y="4955"/>
                  <a:pt x="19872" y="5235"/>
                  <a:pt x="19872" y="5552"/>
                </a:cubicBezTo>
                <a:cubicBezTo>
                  <a:pt x="19872" y="5853"/>
                  <a:pt x="19885" y="6110"/>
                  <a:pt x="19910" y="6325"/>
                </a:cubicBezTo>
                <a:cubicBezTo>
                  <a:pt x="19936" y="6540"/>
                  <a:pt x="19970" y="6726"/>
                  <a:pt x="20014" y="6885"/>
                </a:cubicBezTo>
                <a:cubicBezTo>
                  <a:pt x="20057" y="7043"/>
                  <a:pt x="20108" y="7180"/>
                  <a:pt x="20167" y="7297"/>
                </a:cubicBezTo>
                <a:cubicBezTo>
                  <a:pt x="20226" y="7414"/>
                  <a:pt x="20289" y="7522"/>
                  <a:pt x="20356" y="7620"/>
                </a:cubicBezTo>
                <a:cubicBezTo>
                  <a:pt x="20435" y="7741"/>
                  <a:pt x="20504" y="7858"/>
                  <a:pt x="20563" y="7971"/>
                </a:cubicBezTo>
                <a:cubicBezTo>
                  <a:pt x="20621" y="8084"/>
                  <a:pt x="20671" y="8205"/>
                  <a:pt x="20710" y="8337"/>
                </a:cubicBezTo>
                <a:cubicBezTo>
                  <a:pt x="20750" y="8468"/>
                  <a:pt x="20779" y="8617"/>
                  <a:pt x="20800" y="8779"/>
                </a:cubicBezTo>
                <a:cubicBezTo>
                  <a:pt x="20820" y="8941"/>
                  <a:pt x="20830" y="9127"/>
                  <a:pt x="20830" y="9360"/>
                </a:cubicBezTo>
                <a:cubicBezTo>
                  <a:pt x="20830" y="9594"/>
                  <a:pt x="20818" y="9804"/>
                  <a:pt x="20796" y="9992"/>
                </a:cubicBezTo>
                <a:cubicBezTo>
                  <a:pt x="20773" y="10181"/>
                  <a:pt x="20743" y="10339"/>
                  <a:pt x="20705" y="10467"/>
                </a:cubicBezTo>
                <a:cubicBezTo>
                  <a:pt x="20667" y="10595"/>
                  <a:pt x="20624" y="10695"/>
                  <a:pt x="20574" y="10762"/>
                </a:cubicBezTo>
                <a:cubicBezTo>
                  <a:pt x="20525" y="10830"/>
                  <a:pt x="20473" y="10863"/>
                  <a:pt x="20419" y="10863"/>
                </a:cubicBezTo>
                <a:cubicBezTo>
                  <a:pt x="20288" y="10863"/>
                  <a:pt x="20183" y="10742"/>
                  <a:pt x="20103" y="10496"/>
                </a:cubicBezTo>
                <a:cubicBezTo>
                  <a:pt x="20023" y="10252"/>
                  <a:pt x="19956" y="9926"/>
                  <a:pt x="19903" y="9519"/>
                </a:cubicBezTo>
                <a:lnTo>
                  <a:pt x="19817" y="9801"/>
                </a:lnTo>
                <a:cubicBezTo>
                  <a:pt x="19842" y="10004"/>
                  <a:pt x="19874" y="10200"/>
                  <a:pt x="19912" y="10384"/>
                </a:cubicBezTo>
                <a:cubicBezTo>
                  <a:pt x="19949" y="10569"/>
                  <a:pt x="19994" y="10730"/>
                  <a:pt x="20045" y="10869"/>
                </a:cubicBezTo>
                <a:cubicBezTo>
                  <a:pt x="20096" y="11009"/>
                  <a:pt x="20153" y="11120"/>
                  <a:pt x="20216" y="11203"/>
                </a:cubicBezTo>
                <a:cubicBezTo>
                  <a:pt x="20279" y="11285"/>
                  <a:pt x="20348" y="11327"/>
                  <a:pt x="20422" y="11327"/>
                </a:cubicBezTo>
                <a:cubicBezTo>
                  <a:pt x="20486" y="11327"/>
                  <a:pt x="20548" y="11285"/>
                  <a:pt x="20610" y="11203"/>
                </a:cubicBezTo>
                <a:cubicBezTo>
                  <a:pt x="20671" y="11120"/>
                  <a:pt x="20726" y="10999"/>
                  <a:pt x="20776" y="10837"/>
                </a:cubicBezTo>
                <a:cubicBezTo>
                  <a:pt x="20825" y="10674"/>
                  <a:pt x="20865" y="10469"/>
                  <a:pt x="20896" y="10220"/>
                </a:cubicBezTo>
                <a:cubicBezTo>
                  <a:pt x="20926" y="9971"/>
                  <a:pt x="20941" y="9682"/>
                  <a:pt x="20941" y="9350"/>
                </a:cubicBezTo>
                <a:cubicBezTo>
                  <a:pt x="20941" y="9079"/>
                  <a:pt x="20929" y="8838"/>
                  <a:pt x="20907" y="8627"/>
                </a:cubicBezTo>
                <a:cubicBezTo>
                  <a:pt x="20884" y="8416"/>
                  <a:pt x="20849" y="8223"/>
                  <a:pt x="20802" y="8050"/>
                </a:cubicBezTo>
                <a:cubicBezTo>
                  <a:pt x="20755" y="7877"/>
                  <a:pt x="20695" y="7714"/>
                  <a:pt x="20623" y="7563"/>
                </a:cubicBezTo>
                <a:cubicBezTo>
                  <a:pt x="20551" y="7413"/>
                  <a:pt x="20466" y="7266"/>
                  <a:pt x="20366" y="7123"/>
                </a:cubicBezTo>
                <a:cubicBezTo>
                  <a:pt x="20314" y="7040"/>
                  <a:pt x="20265" y="6953"/>
                  <a:pt x="20217" y="6862"/>
                </a:cubicBezTo>
                <a:cubicBezTo>
                  <a:pt x="20170" y="6772"/>
                  <a:pt x="20130" y="6668"/>
                  <a:pt x="20096" y="6552"/>
                </a:cubicBezTo>
                <a:cubicBezTo>
                  <a:pt x="20061" y="6435"/>
                  <a:pt x="20034" y="6294"/>
                  <a:pt x="20014" y="6129"/>
                </a:cubicBezTo>
                <a:cubicBezTo>
                  <a:pt x="19993" y="5963"/>
                  <a:pt x="19983" y="5766"/>
                  <a:pt x="19983" y="5540"/>
                </a:cubicBezTo>
                <a:cubicBezTo>
                  <a:pt x="19983" y="5299"/>
                  <a:pt x="19994" y="5089"/>
                  <a:pt x="20016" y="4908"/>
                </a:cubicBezTo>
                <a:cubicBezTo>
                  <a:pt x="20038" y="4727"/>
                  <a:pt x="20067" y="4575"/>
                  <a:pt x="20103" y="4450"/>
                </a:cubicBezTo>
                <a:cubicBezTo>
                  <a:pt x="20139" y="4326"/>
                  <a:pt x="20180" y="4231"/>
                  <a:pt x="20227" y="4167"/>
                </a:cubicBezTo>
                <a:cubicBezTo>
                  <a:pt x="20275" y="4103"/>
                  <a:pt x="20323" y="4071"/>
                  <a:pt x="20374" y="4071"/>
                </a:cubicBezTo>
                <a:cubicBezTo>
                  <a:pt x="20474" y="4071"/>
                  <a:pt x="20563" y="4181"/>
                  <a:pt x="20638" y="4404"/>
                </a:cubicBezTo>
                <a:cubicBezTo>
                  <a:pt x="20714" y="4626"/>
                  <a:pt x="20772" y="4881"/>
                  <a:pt x="20812" y="5167"/>
                </a:cubicBezTo>
                <a:lnTo>
                  <a:pt x="20898" y="4873"/>
                </a:lnTo>
                <a:cubicBezTo>
                  <a:pt x="20876" y="4715"/>
                  <a:pt x="20848" y="4558"/>
                  <a:pt x="20815" y="4404"/>
                </a:cubicBezTo>
                <a:cubicBezTo>
                  <a:pt x="20781" y="4249"/>
                  <a:pt x="20743" y="4113"/>
                  <a:pt x="20699" y="3996"/>
                </a:cubicBezTo>
                <a:cubicBezTo>
                  <a:pt x="20655" y="3879"/>
                  <a:pt x="20606" y="3787"/>
                  <a:pt x="20551" y="3715"/>
                </a:cubicBezTo>
                <a:cubicBezTo>
                  <a:pt x="20497" y="3644"/>
                  <a:pt x="20436" y="3608"/>
                  <a:pt x="20374" y="3608"/>
                </a:cubicBezTo>
                <a:close/>
                <a:moveTo>
                  <a:pt x="9622" y="3720"/>
                </a:moveTo>
                <a:cubicBezTo>
                  <a:pt x="9508" y="3720"/>
                  <a:pt x="9402" y="3817"/>
                  <a:pt x="9304" y="4014"/>
                </a:cubicBezTo>
                <a:cubicBezTo>
                  <a:pt x="9207" y="4209"/>
                  <a:pt x="9123" y="4480"/>
                  <a:pt x="9052" y="4827"/>
                </a:cubicBezTo>
                <a:cubicBezTo>
                  <a:pt x="8982" y="5173"/>
                  <a:pt x="8926" y="5583"/>
                  <a:pt x="8886" y="6054"/>
                </a:cubicBezTo>
                <a:cubicBezTo>
                  <a:pt x="8846" y="6525"/>
                  <a:pt x="8826" y="7034"/>
                  <a:pt x="8826" y="7584"/>
                </a:cubicBezTo>
                <a:cubicBezTo>
                  <a:pt x="8826" y="8134"/>
                  <a:pt x="8846" y="8643"/>
                  <a:pt x="8886" y="9110"/>
                </a:cubicBezTo>
                <a:cubicBezTo>
                  <a:pt x="8926" y="9578"/>
                  <a:pt x="8982" y="9984"/>
                  <a:pt x="9052" y="10331"/>
                </a:cubicBezTo>
                <a:cubicBezTo>
                  <a:pt x="9123" y="10678"/>
                  <a:pt x="9207" y="10948"/>
                  <a:pt x="9304" y="11144"/>
                </a:cubicBezTo>
                <a:cubicBezTo>
                  <a:pt x="9402" y="11339"/>
                  <a:pt x="9507" y="11437"/>
                  <a:pt x="9619" y="11437"/>
                </a:cubicBezTo>
                <a:cubicBezTo>
                  <a:pt x="9692" y="11437"/>
                  <a:pt x="9761" y="11398"/>
                  <a:pt x="9828" y="11315"/>
                </a:cubicBezTo>
                <a:cubicBezTo>
                  <a:pt x="9895" y="11232"/>
                  <a:pt x="9959" y="11117"/>
                  <a:pt x="10018" y="10970"/>
                </a:cubicBezTo>
                <a:cubicBezTo>
                  <a:pt x="10076" y="10822"/>
                  <a:pt x="10130" y="10645"/>
                  <a:pt x="10180" y="10438"/>
                </a:cubicBezTo>
                <a:cubicBezTo>
                  <a:pt x="10229" y="10230"/>
                  <a:pt x="10273" y="10003"/>
                  <a:pt x="10310" y="9754"/>
                </a:cubicBezTo>
                <a:lnTo>
                  <a:pt x="10231" y="9461"/>
                </a:lnTo>
                <a:cubicBezTo>
                  <a:pt x="10154" y="9951"/>
                  <a:pt x="10063" y="10325"/>
                  <a:pt x="9959" y="10585"/>
                </a:cubicBezTo>
                <a:cubicBezTo>
                  <a:pt x="9855" y="10845"/>
                  <a:pt x="9743" y="10975"/>
                  <a:pt x="9624" y="10975"/>
                </a:cubicBezTo>
                <a:cubicBezTo>
                  <a:pt x="9527" y="10975"/>
                  <a:pt x="9436" y="10890"/>
                  <a:pt x="9353" y="10721"/>
                </a:cubicBezTo>
                <a:cubicBezTo>
                  <a:pt x="9270" y="10552"/>
                  <a:pt x="9198" y="10313"/>
                  <a:pt x="9137" y="10008"/>
                </a:cubicBezTo>
                <a:cubicBezTo>
                  <a:pt x="9075" y="9703"/>
                  <a:pt x="9027" y="9343"/>
                  <a:pt x="8992" y="8929"/>
                </a:cubicBezTo>
                <a:cubicBezTo>
                  <a:pt x="8957" y="8514"/>
                  <a:pt x="8939" y="8055"/>
                  <a:pt x="8939" y="7574"/>
                </a:cubicBezTo>
                <a:cubicBezTo>
                  <a:pt x="8939" y="7092"/>
                  <a:pt x="8956" y="6643"/>
                  <a:pt x="8991" y="6229"/>
                </a:cubicBezTo>
                <a:cubicBezTo>
                  <a:pt x="9025" y="5815"/>
                  <a:pt x="9073" y="5456"/>
                  <a:pt x="9134" y="5155"/>
                </a:cubicBezTo>
                <a:cubicBezTo>
                  <a:pt x="9196" y="4854"/>
                  <a:pt x="9268" y="4615"/>
                  <a:pt x="9352" y="4442"/>
                </a:cubicBezTo>
                <a:cubicBezTo>
                  <a:pt x="9436" y="4268"/>
                  <a:pt x="9529" y="4183"/>
                  <a:pt x="9629" y="4183"/>
                </a:cubicBezTo>
                <a:cubicBezTo>
                  <a:pt x="9745" y="4183"/>
                  <a:pt x="9853" y="4307"/>
                  <a:pt x="9953" y="4556"/>
                </a:cubicBezTo>
                <a:cubicBezTo>
                  <a:pt x="10053" y="4804"/>
                  <a:pt x="10141" y="5177"/>
                  <a:pt x="10216" y="5674"/>
                </a:cubicBezTo>
                <a:lnTo>
                  <a:pt x="10300" y="5369"/>
                </a:lnTo>
                <a:cubicBezTo>
                  <a:pt x="10261" y="5113"/>
                  <a:pt x="10217" y="4884"/>
                  <a:pt x="10168" y="4680"/>
                </a:cubicBezTo>
                <a:cubicBezTo>
                  <a:pt x="10120" y="4476"/>
                  <a:pt x="10067" y="4303"/>
                  <a:pt x="10009" y="4160"/>
                </a:cubicBezTo>
                <a:cubicBezTo>
                  <a:pt x="9951" y="4017"/>
                  <a:pt x="9889" y="3908"/>
                  <a:pt x="9825" y="3832"/>
                </a:cubicBezTo>
                <a:cubicBezTo>
                  <a:pt x="9760" y="3757"/>
                  <a:pt x="9692" y="3720"/>
                  <a:pt x="9622" y="3720"/>
                </a:cubicBezTo>
                <a:close/>
                <a:moveTo>
                  <a:pt x="13184" y="3720"/>
                </a:moveTo>
                <a:lnTo>
                  <a:pt x="13184" y="11213"/>
                </a:lnTo>
                <a:lnTo>
                  <a:pt x="13295" y="11213"/>
                </a:lnTo>
                <a:lnTo>
                  <a:pt x="13295" y="4556"/>
                </a:lnTo>
                <a:lnTo>
                  <a:pt x="13945" y="10467"/>
                </a:lnTo>
                <a:lnTo>
                  <a:pt x="14043" y="10467"/>
                </a:lnTo>
                <a:lnTo>
                  <a:pt x="14693" y="4559"/>
                </a:lnTo>
                <a:lnTo>
                  <a:pt x="14693" y="11213"/>
                </a:lnTo>
                <a:lnTo>
                  <a:pt x="14804" y="11213"/>
                </a:lnTo>
                <a:lnTo>
                  <a:pt x="14804" y="3720"/>
                </a:lnTo>
                <a:lnTo>
                  <a:pt x="14660" y="3720"/>
                </a:lnTo>
                <a:lnTo>
                  <a:pt x="13994" y="9853"/>
                </a:lnTo>
                <a:lnTo>
                  <a:pt x="13327" y="3720"/>
                </a:lnTo>
                <a:lnTo>
                  <a:pt x="13184" y="3720"/>
                </a:lnTo>
                <a:close/>
                <a:moveTo>
                  <a:pt x="15363" y="3720"/>
                </a:moveTo>
                <a:lnTo>
                  <a:pt x="15363" y="11213"/>
                </a:lnTo>
                <a:lnTo>
                  <a:pt x="15474" y="11213"/>
                </a:lnTo>
                <a:lnTo>
                  <a:pt x="15474" y="7914"/>
                </a:lnTo>
                <a:lnTo>
                  <a:pt x="16005" y="7914"/>
                </a:lnTo>
                <a:cubicBezTo>
                  <a:pt x="16079" y="7914"/>
                  <a:pt x="16147" y="7863"/>
                  <a:pt x="16207" y="7762"/>
                </a:cubicBezTo>
                <a:cubicBezTo>
                  <a:pt x="16267" y="7660"/>
                  <a:pt x="16319" y="7518"/>
                  <a:pt x="16362" y="7337"/>
                </a:cubicBezTo>
                <a:cubicBezTo>
                  <a:pt x="16405" y="7156"/>
                  <a:pt x="16438" y="6936"/>
                  <a:pt x="16461" y="6676"/>
                </a:cubicBezTo>
                <a:cubicBezTo>
                  <a:pt x="16485" y="6416"/>
                  <a:pt x="16497" y="6127"/>
                  <a:pt x="16497" y="5811"/>
                </a:cubicBezTo>
                <a:cubicBezTo>
                  <a:pt x="16497" y="5494"/>
                  <a:pt x="16485" y="5208"/>
                  <a:pt x="16461" y="4951"/>
                </a:cubicBezTo>
                <a:cubicBezTo>
                  <a:pt x="16438" y="4695"/>
                  <a:pt x="16405" y="4475"/>
                  <a:pt x="16362" y="4290"/>
                </a:cubicBezTo>
                <a:cubicBezTo>
                  <a:pt x="16319" y="4106"/>
                  <a:pt x="16268" y="3965"/>
                  <a:pt x="16207" y="3867"/>
                </a:cubicBezTo>
                <a:cubicBezTo>
                  <a:pt x="16147" y="3769"/>
                  <a:pt x="16079" y="3720"/>
                  <a:pt x="16005" y="3720"/>
                </a:cubicBezTo>
                <a:lnTo>
                  <a:pt x="15363" y="3720"/>
                </a:lnTo>
                <a:close/>
                <a:moveTo>
                  <a:pt x="17280" y="3720"/>
                </a:moveTo>
                <a:lnTo>
                  <a:pt x="16598" y="11213"/>
                </a:lnTo>
                <a:lnTo>
                  <a:pt x="16713" y="11213"/>
                </a:lnTo>
                <a:lnTo>
                  <a:pt x="16889" y="9304"/>
                </a:lnTo>
                <a:lnTo>
                  <a:pt x="17805" y="9304"/>
                </a:lnTo>
                <a:lnTo>
                  <a:pt x="17978" y="11213"/>
                </a:lnTo>
                <a:lnTo>
                  <a:pt x="18094" y="11213"/>
                </a:lnTo>
                <a:lnTo>
                  <a:pt x="17414" y="3720"/>
                </a:lnTo>
                <a:lnTo>
                  <a:pt x="17280" y="3720"/>
                </a:lnTo>
                <a:close/>
                <a:moveTo>
                  <a:pt x="15474" y="4162"/>
                </a:moveTo>
                <a:lnTo>
                  <a:pt x="15998" y="4162"/>
                </a:lnTo>
                <a:cubicBezTo>
                  <a:pt x="16124" y="4162"/>
                  <a:pt x="16219" y="4310"/>
                  <a:pt x="16284" y="4608"/>
                </a:cubicBezTo>
                <a:cubicBezTo>
                  <a:pt x="16348" y="4905"/>
                  <a:pt x="16381" y="5308"/>
                  <a:pt x="16381" y="5813"/>
                </a:cubicBezTo>
                <a:cubicBezTo>
                  <a:pt x="16381" y="6317"/>
                  <a:pt x="16348" y="6720"/>
                  <a:pt x="16284" y="7021"/>
                </a:cubicBezTo>
                <a:cubicBezTo>
                  <a:pt x="16219" y="7323"/>
                  <a:pt x="16124" y="7473"/>
                  <a:pt x="15998" y="7473"/>
                </a:cubicBezTo>
                <a:lnTo>
                  <a:pt x="15474" y="7473"/>
                </a:lnTo>
                <a:lnTo>
                  <a:pt x="15474" y="4162"/>
                </a:lnTo>
                <a:close/>
                <a:moveTo>
                  <a:pt x="17347" y="4278"/>
                </a:moveTo>
                <a:lnTo>
                  <a:pt x="17766" y="8863"/>
                </a:lnTo>
                <a:lnTo>
                  <a:pt x="16926" y="8863"/>
                </a:lnTo>
                <a:lnTo>
                  <a:pt x="17347" y="4278"/>
                </a:lnTo>
                <a:close/>
                <a:moveTo>
                  <a:pt x="5500" y="4761"/>
                </a:moveTo>
                <a:cubicBezTo>
                  <a:pt x="5486" y="4763"/>
                  <a:pt x="5471" y="4793"/>
                  <a:pt x="5465" y="4903"/>
                </a:cubicBezTo>
                <a:cubicBezTo>
                  <a:pt x="5452" y="5121"/>
                  <a:pt x="5471" y="5352"/>
                  <a:pt x="5471" y="5352"/>
                </a:cubicBezTo>
                <a:cubicBezTo>
                  <a:pt x="5593" y="7214"/>
                  <a:pt x="5621" y="8314"/>
                  <a:pt x="5621" y="8314"/>
                </a:cubicBezTo>
                <a:cubicBezTo>
                  <a:pt x="5621" y="8314"/>
                  <a:pt x="5626" y="8638"/>
                  <a:pt x="5612" y="8656"/>
                </a:cubicBezTo>
                <a:cubicBezTo>
                  <a:pt x="5603" y="8690"/>
                  <a:pt x="5592" y="8644"/>
                  <a:pt x="5592" y="8644"/>
                </a:cubicBezTo>
                <a:cubicBezTo>
                  <a:pt x="5577" y="8646"/>
                  <a:pt x="5443" y="7636"/>
                  <a:pt x="5443" y="7636"/>
                </a:cubicBezTo>
                <a:lnTo>
                  <a:pt x="5418" y="7439"/>
                </a:lnTo>
                <a:cubicBezTo>
                  <a:pt x="5270" y="6370"/>
                  <a:pt x="5180" y="6006"/>
                  <a:pt x="5180" y="6006"/>
                </a:cubicBezTo>
                <a:cubicBezTo>
                  <a:pt x="5159" y="5918"/>
                  <a:pt x="5106" y="5676"/>
                  <a:pt x="5039" y="6009"/>
                </a:cubicBezTo>
                <a:cubicBezTo>
                  <a:pt x="4972" y="6345"/>
                  <a:pt x="4919" y="7422"/>
                  <a:pt x="4898" y="8435"/>
                </a:cubicBezTo>
                <a:cubicBezTo>
                  <a:pt x="4880" y="9446"/>
                  <a:pt x="4894" y="10021"/>
                  <a:pt x="4927" y="10263"/>
                </a:cubicBezTo>
                <a:cubicBezTo>
                  <a:pt x="4963" y="10509"/>
                  <a:pt x="5033" y="10593"/>
                  <a:pt x="5091" y="10383"/>
                </a:cubicBezTo>
                <a:cubicBezTo>
                  <a:pt x="5151" y="10173"/>
                  <a:pt x="5140" y="8839"/>
                  <a:pt x="5149" y="8155"/>
                </a:cubicBezTo>
                <a:cubicBezTo>
                  <a:pt x="5159" y="7468"/>
                  <a:pt x="5174" y="7593"/>
                  <a:pt x="5174" y="7593"/>
                </a:cubicBezTo>
                <a:cubicBezTo>
                  <a:pt x="5187" y="7577"/>
                  <a:pt x="5257" y="8204"/>
                  <a:pt x="5257" y="8204"/>
                </a:cubicBezTo>
                <a:cubicBezTo>
                  <a:pt x="5257" y="8204"/>
                  <a:pt x="5440" y="9889"/>
                  <a:pt x="5555" y="10139"/>
                </a:cubicBezTo>
                <a:cubicBezTo>
                  <a:pt x="5672" y="10388"/>
                  <a:pt x="5766" y="9987"/>
                  <a:pt x="5802" y="9611"/>
                </a:cubicBezTo>
                <a:cubicBezTo>
                  <a:pt x="5838" y="9233"/>
                  <a:pt x="5899" y="7983"/>
                  <a:pt x="5808" y="6598"/>
                </a:cubicBezTo>
                <a:cubicBezTo>
                  <a:pt x="5716" y="5213"/>
                  <a:pt x="5526" y="4785"/>
                  <a:pt x="5526" y="4785"/>
                </a:cubicBezTo>
                <a:cubicBezTo>
                  <a:pt x="5526" y="4785"/>
                  <a:pt x="5514" y="4759"/>
                  <a:pt x="5500" y="4761"/>
                </a:cubicBezTo>
                <a:close/>
                <a:moveTo>
                  <a:pt x="7253" y="5324"/>
                </a:moveTo>
                <a:cubicBezTo>
                  <a:pt x="7233" y="5346"/>
                  <a:pt x="7212" y="5428"/>
                  <a:pt x="7212" y="5428"/>
                </a:cubicBezTo>
                <a:cubicBezTo>
                  <a:pt x="6902" y="6679"/>
                  <a:pt x="6858" y="8066"/>
                  <a:pt x="6858" y="8066"/>
                </a:cubicBezTo>
                <a:cubicBezTo>
                  <a:pt x="6829" y="8813"/>
                  <a:pt x="6863" y="9339"/>
                  <a:pt x="6914" y="9706"/>
                </a:cubicBezTo>
                <a:cubicBezTo>
                  <a:pt x="6741" y="11357"/>
                  <a:pt x="6656" y="12797"/>
                  <a:pt x="6679" y="13649"/>
                </a:cubicBezTo>
                <a:cubicBezTo>
                  <a:pt x="6700" y="14297"/>
                  <a:pt x="6803" y="14765"/>
                  <a:pt x="6866" y="14864"/>
                </a:cubicBezTo>
                <a:cubicBezTo>
                  <a:pt x="6929" y="14983"/>
                  <a:pt x="6941" y="14642"/>
                  <a:pt x="6941" y="14642"/>
                </a:cubicBezTo>
                <a:cubicBezTo>
                  <a:pt x="6992" y="12881"/>
                  <a:pt x="7082" y="11703"/>
                  <a:pt x="7189" y="10540"/>
                </a:cubicBezTo>
                <a:cubicBezTo>
                  <a:pt x="7513" y="10874"/>
                  <a:pt x="7757" y="9458"/>
                  <a:pt x="7843" y="8782"/>
                </a:cubicBezTo>
                <a:cubicBezTo>
                  <a:pt x="7894" y="8376"/>
                  <a:pt x="7921" y="7835"/>
                  <a:pt x="7921" y="7325"/>
                </a:cubicBezTo>
                <a:cubicBezTo>
                  <a:pt x="7921" y="6745"/>
                  <a:pt x="7886" y="6207"/>
                  <a:pt x="7808" y="5959"/>
                </a:cubicBezTo>
                <a:lnTo>
                  <a:pt x="7808" y="5958"/>
                </a:lnTo>
                <a:cubicBezTo>
                  <a:pt x="7578" y="5243"/>
                  <a:pt x="7208" y="7509"/>
                  <a:pt x="7045" y="8634"/>
                </a:cubicBezTo>
                <a:cubicBezTo>
                  <a:pt x="7021" y="8061"/>
                  <a:pt x="7107" y="7337"/>
                  <a:pt x="7107" y="7337"/>
                </a:cubicBezTo>
                <a:cubicBezTo>
                  <a:pt x="7107" y="7337"/>
                  <a:pt x="7245" y="6262"/>
                  <a:pt x="7265" y="6044"/>
                </a:cubicBezTo>
                <a:cubicBezTo>
                  <a:pt x="7284" y="5824"/>
                  <a:pt x="7295" y="5372"/>
                  <a:pt x="7271" y="5327"/>
                </a:cubicBezTo>
                <a:cubicBezTo>
                  <a:pt x="7266" y="5316"/>
                  <a:pt x="7259" y="5317"/>
                  <a:pt x="7253" y="5324"/>
                </a:cubicBezTo>
                <a:close/>
                <a:moveTo>
                  <a:pt x="4362" y="5441"/>
                </a:moveTo>
                <a:cubicBezTo>
                  <a:pt x="4312" y="5448"/>
                  <a:pt x="4265" y="5465"/>
                  <a:pt x="4225" y="5488"/>
                </a:cubicBezTo>
                <a:cubicBezTo>
                  <a:pt x="4058" y="5581"/>
                  <a:pt x="3835" y="5814"/>
                  <a:pt x="3739" y="6429"/>
                </a:cubicBezTo>
                <a:cubicBezTo>
                  <a:pt x="3703" y="6664"/>
                  <a:pt x="3682" y="7024"/>
                  <a:pt x="3698" y="7318"/>
                </a:cubicBezTo>
                <a:cubicBezTo>
                  <a:pt x="3708" y="7481"/>
                  <a:pt x="3740" y="7629"/>
                  <a:pt x="3772" y="7694"/>
                </a:cubicBezTo>
                <a:cubicBezTo>
                  <a:pt x="3804" y="7760"/>
                  <a:pt x="3845" y="7793"/>
                  <a:pt x="3882" y="7817"/>
                </a:cubicBezTo>
                <a:cubicBezTo>
                  <a:pt x="3919" y="7841"/>
                  <a:pt x="4070" y="7897"/>
                  <a:pt x="4166" y="7934"/>
                </a:cubicBezTo>
                <a:cubicBezTo>
                  <a:pt x="4257" y="7968"/>
                  <a:pt x="4435" y="8057"/>
                  <a:pt x="4531" y="8237"/>
                </a:cubicBezTo>
                <a:cubicBezTo>
                  <a:pt x="4531" y="8237"/>
                  <a:pt x="4622" y="8378"/>
                  <a:pt x="4621" y="8611"/>
                </a:cubicBezTo>
                <a:cubicBezTo>
                  <a:pt x="4621" y="8726"/>
                  <a:pt x="4602" y="8818"/>
                  <a:pt x="4583" y="8881"/>
                </a:cubicBezTo>
                <a:cubicBezTo>
                  <a:pt x="4440" y="9334"/>
                  <a:pt x="4244" y="9463"/>
                  <a:pt x="4069" y="9450"/>
                </a:cubicBezTo>
                <a:cubicBezTo>
                  <a:pt x="4010" y="9447"/>
                  <a:pt x="3961" y="9405"/>
                  <a:pt x="3901" y="9290"/>
                </a:cubicBezTo>
                <a:cubicBezTo>
                  <a:pt x="3876" y="9240"/>
                  <a:pt x="3842" y="9121"/>
                  <a:pt x="3847" y="8993"/>
                </a:cubicBezTo>
                <a:cubicBezTo>
                  <a:pt x="3857" y="8744"/>
                  <a:pt x="3918" y="8679"/>
                  <a:pt x="3969" y="8701"/>
                </a:cubicBezTo>
                <a:cubicBezTo>
                  <a:pt x="3997" y="8712"/>
                  <a:pt x="4034" y="8766"/>
                  <a:pt x="4062" y="8815"/>
                </a:cubicBezTo>
                <a:cubicBezTo>
                  <a:pt x="4174" y="9013"/>
                  <a:pt x="4225" y="9181"/>
                  <a:pt x="4323" y="9114"/>
                </a:cubicBezTo>
                <a:cubicBezTo>
                  <a:pt x="4360" y="9089"/>
                  <a:pt x="4487" y="8964"/>
                  <a:pt x="4504" y="8729"/>
                </a:cubicBezTo>
                <a:cubicBezTo>
                  <a:pt x="4509" y="8671"/>
                  <a:pt x="4503" y="8611"/>
                  <a:pt x="4493" y="8568"/>
                </a:cubicBezTo>
                <a:cubicBezTo>
                  <a:pt x="4480" y="8506"/>
                  <a:pt x="4403" y="8372"/>
                  <a:pt x="4382" y="8338"/>
                </a:cubicBezTo>
                <a:cubicBezTo>
                  <a:pt x="4308" y="8219"/>
                  <a:pt x="4165" y="8109"/>
                  <a:pt x="4086" y="8095"/>
                </a:cubicBezTo>
                <a:cubicBezTo>
                  <a:pt x="3983" y="8078"/>
                  <a:pt x="3845" y="8165"/>
                  <a:pt x="3781" y="8559"/>
                </a:cubicBezTo>
                <a:cubicBezTo>
                  <a:pt x="3741" y="8807"/>
                  <a:pt x="3740" y="9145"/>
                  <a:pt x="3773" y="9405"/>
                </a:cubicBezTo>
                <a:cubicBezTo>
                  <a:pt x="3818" y="9761"/>
                  <a:pt x="3907" y="10038"/>
                  <a:pt x="3980" y="10198"/>
                </a:cubicBezTo>
                <a:cubicBezTo>
                  <a:pt x="4103" y="10466"/>
                  <a:pt x="4252" y="10592"/>
                  <a:pt x="4389" y="10524"/>
                </a:cubicBezTo>
                <a:cubicBezTo>
                  <a:pt x="4468" y="10484"/>
                  <a:pt x="4536" y="10413"/>
                  <a:pt x="4605" y="10262"/>
                </a:cubicBezTo>
                <a:cubicBezTo>
                  <a:pt x="4672" y="10117"/>
                  <a:pt x="4746" y="9844"/>
                  <a:pt x="4779" y="9519"/>
                </a:cubicBezTo>
                <a:cubicBezTo>
                  <a:pt x="4823" y="9083"/>
                  <a:pt x="4820" y="8507"/>
                  <a:pt x="4771" y="8095"/>
                </a:cubicBezTo>
                <a:cubicBezTo>
                  <a:pt x="4738" y="7824"/>
                  <a:pt x="4703" y="7671"/>
                  <a:pt x="4642" y="7551"/>
                </a:cubicBezTo>
                <a:cubicBezTo>
                  <a:pt x="4576" y="7419"/>
                  <a:pt x="4491" y="7349"/>
                  <a:pt x="4404" y="7296"/>
                </a:cubicBezTo>
                <a:cubicBezTo>
                  <a:pt x="4398" y="7293"/>
                  <a:pt x="4397" y="7292"/>
                  <a:pt x="4392" y="7289"/>
                </a:cubicBezTo>
                <a:lnTo>
                  <a:pt x="3990" y="7076"/>
                </a:lnTo>
                <a:cubicBezTo>
                  <a:pt x="3984" y="7074"/>
                  <a:pt x="3983" y="7073"/>
                  <a:pt x="3978" y="7068"/>
                </a:cubicBezTo>
                <a:cubicBezTo>
                  <a:pt x="3961" y="7052"/>
                  <a:pt x="3879" y="7012"/>
                  <a:pt x="3908" y="6873"/>
                </a:cubicBezTo>
                <a:cubicBezTo>
                  <a:pt x="3916" y="6833"/>
                  <a:pt x="3940" y="6803"/>
                  <a:pt x="3955" y="6785"/>
                </a:cubicBezTo>
                <a:cubicBezTo>
                  <a:pt x="4137" y="6562"/>
                  <a:pt x="4367" y="6587"/>
                  <a:pt x="4559" y="6539"/>
                </a:cubicBezTo>
                <a:cubicBezTo>
                  <a:pt x="4601" y="6527"/>
                  <a:pt x="4699" y="6501"/>
                  <a:pt x="4746" y="6434"/>
                </a:cubicBezTo>
                <a:cubicBezTo>
                  <a:pt x="4790" y="6371"/>
                  <a:pt x="4827" y="6230"/>
                  <a:pt x="4838" y="6009"/>
                </a:cubicBezTo>
                <a:cubicBezTo>
                  <a:pt x="4843" y="5893"/>
                  <a:pt x="4830" y="5837"/>
                  <a:pt x="4806" y="5778"/>
                </a:cubicBezTo>
                <a:lnTo>
                  <a:pt x="4806" y="5776"/>
                </a:lnTo>
                <a:cubicBezTo>
                  <a:pt x="4687" y="5492"/>
                  <a:pt x="4511" y="5421"/>
                  <a:pt x="4362" y="5441"/>
                </a:cubicBezTo>
                <a:close/>
                <a:moveTo>
                  <a:pt x="6585" y="5493"/>
                </a:moveTo>
                <a:cubicBezTo>
                  <a:pt x="6321" y="5530"/>
                  <a:pt x="6007" y="5793"/>
                  <a:pt x="5969" y="5878"/>
                </a:cubicBezTo>
                <a:cubicBezTo>
                  <a:pt x="5928" y="5962"/>
                  <a:pt x="5932" y="6101"/>
                  <a:pt x="5986" y="6405"/>
                </a:cubicBezTo>
                <a:cubicBezTo>
                  <a:pt x="6044" y="6725"/>
                  <a:pt x="6141" y="6695"/>
                  <a:pt x="6141" y="6695"/>
                </a:cubicBezTo>
                <a:lnTo>
                  <a:pt x="6056" y="7484"/>
                </a:lnTo>
                <a:cubicBezTo>
                  <a:pt x="5986" y="7506"/>
                  <a:pt x="5962" y="7603"/>
                  <a:pt x="5962" y="7603"/>
                </a:cubicBezTo>
                <a:cubicBezTo>
                  <a:pt x="5922" y="7794"/>
                  <a:pt x="5977" y="8361"/>
                  <a:pt x="5977" y="8361"/>
                </a:cubicBezTo>
                <a:cubicBezTo>
                  <a:pt x="5977" y="8361"/>
                  <a:pt x="5857" y="9574"/>
                  <a:pt x="5944" y="10215"/>
                </a:cubicBezTo>
                <a:cubicBezTo>
                  <a:pt x="6038" y="10887"/>
                  <a:pt x="6149" y="10854"/>
                  <a:pt x="6149" y="10854"/>
                </a:cubicBezTo>
                <a:cubicBezTo>
                  <a:pt x="6360" y="10923"/>
                  <a:pt x="6708" y="9932"/>
                  <a:pt x="6726" y="9604"/>
                </a:cubicBezTo>
                <a:cubicBezTo>
                  <a:pt x="6741" y="9339"/>
                  <a:pt x="6688" y="9049"/>
                  <a:pt x="6639" y="8994"/>
                </a:cubicBezTo>
                <a:cubicBezTo>
                  <a:pt x="6594" y="8952"/>
                  <a:pt x="6247" y="9245"/>
                  <a:pt x="6205" y="9295"/>
                </a:cubicBezTo>
                <a:cubicBezTo>
                  <a:pt x="6160" y="9348"/>
                  <a:pt x="6180" y="9160"/>
                  <a:pt x="6180" y="9160"/>
                </a:cubicBezTo>
                <a:lnTo>
                  <a:pt x="6234" y="8345"/>
                </a:lnTo>
                <a:cubicBezTo>
                  <a:pt x="6234" y="8345"/>
                  <a:pt x="6566" y="8288"/>
                  <a:pt x="6614" y="8252"/>
                </a:cubicBezTo>
                <a:cubicBezTo>
                  <a:pt x="6659" y="8216"/>
                  <a:pt x="6661" y="8074"/>
                  <a:pt x="6661" y="8074"/>
                </a:cubicBezTo>
                <a:cubicBezTo>
                  <a:pt x="6661" y="8074"/>
                  <a:pt x="6667" y="7841"/>
                  <a:pt x="6665" y="7624"/>
                </a:cubicBezTo>
                <a:cubicBezTo>
                  <a:pt x="6660" y="7390"/>
                  <a:pt x="6619" y="7411"/>
                  <a:pt x="6619" y="7411"/>
                </a:cubicBezTo>
                <a:cubicBezTo>
                  <a:pt x="6490" y="7351"/>
                  <a:pt x="6314" y="7420"/>
                  <a:pt x="6314" y="7420"/>
                </a:cubicBezTo>
                <a:lnTo>
                  <a:pt x="6358" y="6795"/>
                </a:lnTo>
                <a:cubicBezTo>
                  <a:pt x="6358" y="6795"/>
                  <a:pt x="6711" y="6717"/>
                  <a:pt x="6846" y="6577"/>
                </a:cubicBezTo>
                <a:cubicBezTo>
                  <a:pt x="6914" y="6504"/>
                  <a:pt x="6874" y="6201"/>
                  <a:pt x="6874" y="6201"/>
                </a:cubicBezTo>
                <a:cubicBezTo>
                  <a:pt x="6790" y="5450"/>
                  <a:pt x="6694" y="5493"/>
                  <a:pt x="6694" y="5493"/>
                </a:cubicBezTo>
                <a:cubicBezTo>
                  <a:pt x="6659" y="5488"/>
                  <a:pt x="6622" y="5488"/>
                  <a:pt x="6585" y="5493"/>
                </a:cubicBezTo>
                <a:close/>
                <a:moveTo>
                  <a:pt x="3474" y="5636"/>
                </a:moveTo>
                <a:cubicBezTo>
                  <a:pt x="3443" y="5609"/>
                  <a:pt x="3424" y="5804"/>
                  <a:pt x="3416" y="5901"/>
                </a:cubicBezTo>
                <a:cubicBezTo>
                  <a:pt x="3391" y="6187"/>
                  <a:pt x="3373" y="6869"/>
                  <a:pt x="3368" y="7082"/>
                </a:cubicBezTo>
                <a:cubicBezTo>
                  <a:pt x="3353" y="7726"/>
                  <a:pt x="3342" y="9255"/>
                  <a:pt x="3367" y="10034"/>
                </a:cubicBezTo>
                <a:cubicBezTo>
                  <a:pt x="3377" y="10360"/>
                  <a:pt x="3401" y="10571"/>
                  <a:pt x="3474" y="10640"/>
                </a:cubicBezTo>
                <a:cubicBezTo>
                  <a:pt x="3504" y="10668"/>
                  <a:pt x="3559" y="10662"/>
                  <a:pt x="3582" y="10593"/>
                </a:cubicBezTo>
                <a:cubicBezTo>
                  <a:pt x="3603" y="10535"/>
                  <a:pt x="3618" y="10423"/>
                  <a:pt x="3623" y="10326"/>
                </a:cubicBezTo>
                <a:cubicBezTo>
                  <a:pt x="3636" y="10054"/>
                  <a:pt x="3631" y="9669"/>
                  <a:pt x="3628" y="9379"/>
                </a:cubicBezTo>
                <a:cubicBezTo>
                  <a:pt x="3625" y="9038"/>
                  <a:pt x="3623" y="8698"/>
                  <a:pt x="3619" y="8352"/>
                </a:cubicBezTo>
                <a:cubicBezTo>
                  <a:pt x="3615" y="7891"/>
                  <a:pt x="3603" y="6714"/>
                  <a:pt x="3574" y="6182"/>
                </a:cubicBezTo>
                <a:cubicBezTo>
                  <a:pt x="3562" y="5953"/>
                  <a:pt x="3541" y="5744"/>
                  <a:pt x="3491" y="5659"/>
                </a:cubicBezTo>
                <a:cubicBezTo>
                  <a:pt x="3485" y="5649"/>
                  <a:pt x="3478" y="5640"/>
                  <a:pt x="3474" y="5636"/>
                </a:cubicBezTo>
                <a:close/>
                <a:moveTo>
                  <a:pt x="11280" y="5683"/>
                </a:moveTo>
                <a:lnTo>
                  <a:pt x="11509" y="7164"/>
                </a:lnTo>
                <a:lnTo>
                  <a:pt x="11608" y="7126"/>
                </a:lnTo>
                <a:lnTo>
                  <a:pt x="11616" y="6633"/>
                </a:lnTo>
                <a:lnTo>
                  <a:pt x="11280" y="5683"/>
                </a:lnTo>
                <a:close/>
                <a:moveTo>
                  <a:pt x="12165" y="5700"/>
                </a:moveTo>
                <a:lnTo>
                  <a:pt x="11828" y="6648"/>
                </a:lnTo>
                <a:lnTo>
                  <a:pt x="11836" y="7120"/>
                </a:lnTo>
                <a:lnTo>
                  <a:pt x="11940" y="7152"/>
                </a:lnTo>
                <a:lnTo>
                  <a:pt x="12165" y="5700"/>
                </a:lnTo>
                <a:close/>
                <a:moveTo>
                  <a:pt x="7743" y="6817"/>
                </a:moveTo>
                <a:cubicBezTo>
                  <a:pt x="7770" y="6828"/>
                  <a:pt x="7776" y="7002"/>
                  <a:pt x="7776" y="7002"/>
                </a:cubicBezTo>
                <a:cubicBezTo>
                  <a:pt x="7798" y="7871"/>
                  <a:pt x="7657" y="8524"/>
                  <a:pt x="7597" y="8765"/>
                </a:cubicBezTo>
                <a:cubicBezTo>
                  <a:pt x="7559" y="8924"/>
                  <a:pt x="7436" y="9235"/>
                  <a:pt x="7309" y="9298"/>
                </a:cubicBezTo>
                <a:cubicBezTo>
                  <a:pt x="7431" y="8241"/>
                  <a:pt x="7582" y="7463"/>
                  <a:pt x="7666" y="7047"/>
                </a:cubicBezTo>
                <a:cubicBezTo>
                  <a:pt x="7702" y="6863"/>
                  <a:pt x="7726" y="6811"/>
                  <a:pt x="7743" y="6817"/>
                </a:cubicBezTo>
                <a:close/>
                <a:moveTo>
                  <a:pt x="1236" y="6931"/>
                </a:moveTo>
                <a:cubicBezTo>
                  <a:pt x="1236" y="6931"/>
                  <a:pt x="1234" y="7425"/>
                  <a:pt x="1233" y="7922"/>
                </a:cubicBezTo>
                <a:cubicBezTo>
                  <a:pt x="1232" y="8865"/>
                  <a:pt x="1238" y="9821"/>
                  <a:pt x="1238" y="9821"/>
                </a:cubicBezTo>
                <a:cubicBezTo>
                  <a:pt x="1238" y="9821"/>
                  <a:pt x="1163" y="9702"/>
                  <a:pt x="1118" y="9618"/>
                </a:cubicBezTo>
                <a:cubicBezTo>
                  <a:pt x="986" y="9370"/>
                  <a:pt x="807" y="8860"/>
                  <a:pt x="719" y="8530"/>
                </a:cubicBezTo>
                <a:cubicBezTo>
                  <a:pt x="698" y="8451"/>
                  <a:pt x="623" y="8125"/>
                  <a:pt x="609" y="8055"/>
                </a:cubicBezTo>
                <a:cubicBezTo>
                  <a:pt x="587" y="7934"/>
                  <a:pt x="566" y="7820"/>
                  <a:pt x="572" y="7670"/>
                </a:cubicBezTo>
                <a:cubicBezTo>
                  <a:pt x="577" y="7527"/>
                  <a:pt x="641" y="7408"/>
                  <a:pt x="672" y="7358"/>
                </a:cubicBezTo>
                <a:cubicBezTo>
                  <a:pt x="776" y="7191"/>
                  <a:pt x="956" y="7051"/>
                  <a:pt x="1052" y="7004"/>
                </a:cubicBezTo>
                <a:cubicBezTo>
                  <a:pt x="1127" y="6966"/>
                  <a:pt x="1236" y="6931"/>
                  <a:pt x="1236" y="6931"/>
                </a:cubicBezTo>
                <a:close/>
                <a:moveTo>
                  <a:pt x="12678" y="7734"/>
                </a:moveTo>
                <a:cubicBezTo>
                  <a:pt x="12654" y="9959"/>
                  <a:pt x="12252" y="11742"/>
                  <a:pt x="11755" y="11816"/>
                </a:cubicBezTo>
                <a:lnTo>
                  <a:pt x="11775" y="10643"/>
                </a:lnTo>
                <a:lnTo>
                  <a:pt x="11820" y="8064"/>
                </a:lnTo>
                <a:lnTo>
                  <a:pt x="12394" y="7843"/>
                </a:lnTo>
                <a:lnTo>
                  <a:pt x="12678" y="7734"/>
                </a:lnTo>
                <a:close/>
                <a:moveTo>
                  <a:pt x="10769" y="7800"/>
                </a:moveTo>
                <a:lnTo>
                  <a:pt x="11052" y="7890"/>
                </a:lnTo>
                <a:lnTo>
                  <a:pt x="11626" y="8071"/>
                </a:lnTo>
                <a:lnTo>
                  <a:pt x="11671" y="10643"/>
                </a:lnTo>
                <a:lnTo>
                  <a:pt x="11691" y="11816"/>
                </a:lnTo>
                <a:cubicBezTo>
                  <a:pt x="11198" y="11742"/>
                  <a:pt x="10799" y="9994"/>
                  <a:pt x="10769" y="7800"/>
                </a:cubicBezTo>
                <a:close/>
                <a:moveTo>
                  <a:pt x="11940" y="8105"/>
                </a:moveTo>
                <a:lnTo>
                  <a:pt x="11836" y="8145"/>
                </a:lnTo>
                <a:lnTo>
                  <a:pt x="11829" y="8580"/>
                </a:lnTo>
                <a:lnTo>
                  <a:pt x="12144" y="9564"/>
                </a:lnTo>
                <a:lnTo>
                  <a:pt x="11940" y="8105"/>
                </a:lnTo>
                <a:close/>
                <a:moveTo>
                  <a:pt x="11505" y="8119"/>
                </a:moveTo>
                <a:lnTo>
                  <a:pt x="11300" y="9580"/>
                </a:lnTo>
                <a:lnTo>
                  <a:pt x="11616" y="8596"/>
                </a:lnTo>
                <a:lnTo>
                  <a:pt x="11608" y="8152"/>
                </a:lnTo>
                <a:lnTo>
                  <a:pt x="11505" y="8119"/>
                </a:lnTo>
                <a:close/>
                <a:moveTo>
                  <a:pt x="12899" y="17017"/>
                </a:moveTo>
                <a:cubicBezTo>
                  <a:pt x="12866" y="17017"/>
                  <a:pt x="12836" y="17046"/>
                  <a:pt x="12809" y="17102"/>
                </a:cubicBezTo>
                <a:cubicBezTo>
                  <a:pt x="12781" y="17158"/>
                  <a:pt x="12757" y="17235"/>
                  <a:pt x="12737" y="17333"/>
                </a:cubicBezTo>
                <a:cubicBezTo>
                  <a:pt x="12717" y="17432"/>
                  <a:pt x="12701" y="17548"/>
                  <a:pt x="12690" y="17682"/>
                </a:cubicBezTo>
                <a:lnTo>
                  <a:pt x="12689" y="17680"/>
                </a:lnTo>
                <a:cubicBezTo>
                  <a:pt x="12678" y="17815"/>
                  <a:pt x="12672" y="17960"/>
                  <a:pt x="12672" y="18117"/>
                </a:cubicBezTo>
                <a:cubicBezTo>
                  <a:pt x="12672" y="18274"/>
                  <a:pt x="12678" y="18419"/>
                  <a:pt x="12689" y="18552"/>
                </a:cubicBezTo>
                <a:cubicBezTo>
                  <a:pt x="12701" y="18685"/>
                  <a:pt x="12716" y="18801"/>
                  <a:pt x="12737" y="18899"/>
                </a:cubicBezTo>
                <a:cubicBezTo>
                  <a:pt x="12757" y="18998"/>
                  <a:pt x="12780" y="19075"/>
                  <a:pt x="12808" y="19131"/>
                </a:cubicBezTo>
                <a:cubicBezTo>
                  <a:pt x="12836" y="19186"/>
                  <a:pt x="12866" y="19213"/>
                  <a:pt x="12898" y="19213"/>
                </a:cubicBezTo>
                <a:cubicBezTo>
                  <a:pt x="12918" y="19213"/>
                  <a:pt x="12938" y="19202"/>
                  <a:pt x="12957" y="19179"/>
                </a:cubicBezTo>
                <a:cubicBezTo>
                  <a:pt x="12976" y="19156"/>
                  <a:pt x="12994" y="19122"/>
                  <a:pt x="13011" y="19081"/>
                </a:cubicBezTo>
                <a:cubicBezTo>
                  <a:pt x="13028" y="19039"/>
                  <a:pt x="13043" y="18990"/>
                  <a:pt x="13057" y="18930"/>
                </a:cubicBezTo>
                <a:cubicBezTo>
                  <a:pt x="13072" y="18872"/>
                  <a:pt x="13084" y="18806"/>
                  <a:pt x="13094" y="18735"/>
                </a:cubicBezTo>
                <a:lnTo>
                  <a:pt x="13072" y="18651"/>
                </a:lnTo>
                <a:cubicBezTo>
                  <a:pt x="13050" y="18790"/>
                  <a:pt x="13024" y="18898"/>
                  <a:pt x="12995" y="18972"/>
                </a:cubicBezTo>
                <a:cubicBezTo>
                  <a:pt x="12965" y="19046"/>
                  <a:pt x="12933" y="19082"/>
                  <a:pt x="12899" y="19082"/>
                </a:cubicBezTo>
                <a:cubicBezTo>
                  <a:pt x="12871" y="19082"/>
                  <a:pt x="12846" y="19058"/>
                  <a:pt x="12822" y="19010"/>
                </a:cubicBezTo>
                <a:cubicBezTo>
                  <a:pt x="12799" y="18961"/>
                  <a:pt x="12778" y="18894"/>
                  <a:pt x="12761" y="18808"/>
                </a:cubicBezTo>
                <a:cubicBezTo>
                  <a:pt x="12743" y="18721"/>
                  <a:pt x="12730" y="18618"/>
                  <a:pt x="12720" y="18500"/>
                </a:cubicBezTo>
                <a:cubicBezTo>
                  <a:pt x="12710" y="18382"/>
                  <a:pt x="12704" y="18251"/>
                  <a:pt x="12704" y="18114"/>
                </a:cubicBezTo>
                <a:cubicBezTo>
                  <a:pt x="12704" y="17977"/>
                  <a:pt x="12709" y="17848"/>
                  <a:pt x="12719" y="17730"/>
                </a:cubicBezTo>
                <a:cubicBezTo>
                  <a:pt x="12729" y="17612"/>
                  <a:pt x="12743" y="17511"/>
                  <a:pt x="12760" y="17425"/>
                </a:cubicBezTo>
                <a:cubicBezTo>
                  <a:pt x="12777" y="17339"/>
                  <a:pt x="12798" y="17272"/>
                  <a:pt x="12822" y="17223"/>
                </a:cubicBezTo>
                <a:cubicBezTo>
                  <a:pt x="12846" y="17173"/>
                  <a:pt x="12872" y="17149"/>
                  <a:pt x="12901" y="17149"/>
                </a:cubicBezTo>
                <a:cubicBezTo>
                  <a:pt x="12934" y="17149"/>
                  <a:pt x="12965" y="17185"/>
                  <a:pt x="12993" y="17256"/>
                </a:cubicBezTo>
                <a:cubicBezTo>
                  <a:pt x="13022" y="17327"/>
                  <a:pt x="13046" y="17432"/>
                  <a:pt x="13068" y="17573"/>
                </a:cubicBezTo>
                <a:lnTo>
                  <a:pt x="13092" y="17487"/>
                </a:lnTo>
                <a:cubicBezTo>
                  <a:pt x="13081" y="17414"/>
                  <a:pt x="13068" y="17350"/>
                  <a:pt x="13054" y="17292"/>
                </a:cubicBezTo>
                <a:cubicBezTo>
                  <a:pt x="13041" y="17234"/>
                  <a:pt x="13026" y="17184"/>
                  <a:pt x="13009" y="17143"/>
                </a:cubicBezTo>
                <a:cubicBezTo>
                  <a:pt x="12992" y="17102"/>
                  <a:pt x="12975" y="17070"/>
                  <a:pt x="12957" y="17048"/>
                </a:cubicBezTo>
                <a:cubicBezTo>
                  <a:pt x="12938" y="17027"/>
                  <a:pt x="12919" y="17017"/>
                  <a:pt x="12899" y="17017"/>
                </a:cubicBezTo>
                <a:close/>
                <a:moveTo>
                  <a:pt x="18975" y="17017"/>
                </a:moveTo>
                <a:cubicBezTo>
                  <a:pt x="18957" y="17017"/>
                  <a:pt x="18940" y="17029"/>
                  <a:pt x="18923" y="17052"/>
                </a:cubicBezTo>
                <a:cubicBezTo>
                  <a:pt x="18905" y="17075"/>
                  <a:pt x="18890" y="17111"/>
                  <a:pt x="18877" y="17157"/>
                </a:cubicBezTo>
                <a:cubicBezTo>
                  <a:pt x="18863" y="17203"/>
                  <a:pt x="18853" y="17260"/>
                  <a:pt x="18845" y="17330"/>
                </a:cubicBezTo>
                <a:cubicBezTo>
                  <a:pt x="18836" y="17399"/>
                  <a:pt x="18832" y="17480"/>
                  <a:pt x="18832" y="17570"/>
                </a:cubicBezTo>
                <a:cubicBezTo>
                  <a:pt x="18832" y="17656"/>
                  <a:pt x="18836" y="17730"/>
                  <a:pt x="18843" y="17791"/>
                </a:cubicBezTo>
                <a:cubicBezTo>
                  <a:pt x="18850" y="17852"/>
                  <a:pt x="18860" y="17905"/>
                  <a:pt x="18873" y="17950"/>
                </a:cubicBezTo>
                <a:cubicBezTo>
                  <a:pt x="18885" y="17995"/>
                  <a:pt x="18899" y="18034"/>
                  <a:pt x="18916" y="18067"/>
                </a:cubicBezTo>
                <a:cubicBezTo>
                  <a:pt x="18933" y="18101"/>
                  <a:pt x="18951" y="18131"/>
                  <a:pt x="18970" y="18159"/>
                </a:cubicBezTo>
                <a:cubicBezTo>
                  <a:pt x="18992" y="18193"/>
                  <a:pt x="19012" y="18227"/>
                  <a:pt x="19029" y="18259"/>
                </a:cubicBezTo>
                <a:cubicBezTo>
                  <a:pt x="19046" y="18291"/>
                  <a:pt x="19060" y="18325"/>
                  <a:pt x="19071" y="18362"/>
                </a:cubicBezTo>
                <a:cubicBezTo>
                  <a:pt x="19082" y="18400"/>
                  <a:pt x="19090" y="18442"/>
                  <a:pt x="19096" y="18488"/>
                </a:cubicBezTo>
                <a:cubicBezTo>
                  <a:pt x="19102" y="18535"/>
                  <a:pt x="19105" y="18587"/>
                  <a:pt x="19105" y="18654"/>
                </a:cubicBezTo>
                <a:cubicBezTo>
                  <a:pt x="19105" y="18721"/>
                  <a:pt x="19101" y="18780"/>
                  <a:pt x="19095" y="18834"/>
                </a:cubicBezTo>
                <a:cubicBezTo>
                  <a:pt x="19089" y="18887"/>
                  <a:pt x="19080" y="18934"/>
                  <a:pt x="19069" y="18970"/>
                </a:cubicBezTo>
                <a:cubicBezTo>
                  <a:pt x="19059" y="19007"/>
                  <a:pt x="19046" y="19034"/>
                  <a:pt x="19032" y="19053"/>
                </a:cubicBezTo>
                <a:cubicBezTo>
                  <a:pt x="19018" y="19072"/>
                  <a:pt x="19003" y="19082"/>
                  <a:pt x="18988" y="19082"/>
                </a:cubicBezTo>
                <a:cubicBezTo>
                  <a:pt x="18951" y="19082"/>
                  <a:pt x="18921" y="19048"/>
                  <a:pt x="18898" y="18979"/>
                </a:cubicBezTo>
                <a:cubicBezTo>
                  <a:pt x="18875" y="18909"/>
                  <a:pt x="18856" y="18815"/>
                  <a:pt x="18841" y="18699"/>
                </a:cubicBezTo>
                <a:lnTo>
                  <a:pt x="18817" y="18780"/>
                </a:lnTo>
                <a:cubicBezTo>
                  <a:pt x="18824" y="18838"/>
                  <a:pt x="18833" y="18893"/>
                  <a:pt x="18844" y="18946"/>
                </a:cubicBezTo>
                <a:cubicBezTo>
                  <a:pt x="18855" y="18999"/>
                  <a:pt x="18867" y="19044"/>
                  <a:pt x="18882" y="19084"/>
                </a:cubicBezTo>
                <a:cubicBezTo>
                  <a:pt x="18896" y="19123"/>
                  <a:pt x="18913" y="19156"/>
                  <a:pt x="18931" y="19179"/>
                </a:cubicBezTo>
                <a:cubicBezTo>
                  <a:pt x="18949" y="19202"/>
                  <a:pt x="18968" y="19213"/>
                  <a:pt x="18989" y="19213"/>
                </a:cubicBezTo>
                <a:cubicBezTo>
                  <a:pt x="19007" y="19213"/>
                  <a:pt x="19025" y="19202"/>
                  <a:pt x="19042" y="19179"/>
                </a:cubicBezTo>
                <a:cubicBezTo>
                  <a:pt x="19060" y="19156"/>
                  <a:pt x="19076" y="19120"/>
                  <a:pt x="19090" y="19074"/>
                </a:cubicBezTo>
                <a:cubicBezTo>
                  <a:pt x="19104" y="19027"/>
                  <a:pt x="19115" y="18970"/>
                  <a:pt x="19124" y="18899"/>
                </a:cubicBezTo>
                <a:cubicBezTo>
                  <a:pt x="19133" y="18829"/>
                  <a:pt x="19137" y="18745"/>
                  <a:pt x="19137" y="18651"/>
                </a:cubicBezTo>
                <a:cubicBezTo>
                  <a:pt x="19137" y="18574"/>
                  <a:pt x="19133" y="18505"/>
                  <a:pt x="19127" y="18445"/>
                </a:cubicBezTo>
                <a:cubicBezTo>
                  <a:pt x="19120" y="18385"/>
                  <a:pt x="19111" y="18331"/>
                  <a:pt x="19097" y="18281"/>
                </a:cubicBezTo>
                <a:cubicBezTo>
                  <a:pt x="19084" y="18232"/>
                  <a:pt x="19067" y="18186"/>
                  <a:pt x="19046" y="18143"/>
                </a:cubicBezTo>
                <a:cubicBezTo>
                  <a:pt x="19026" y="18100"/>
                  <a:pt x="19001" y="18058"/>
                  <a:pt x="18973" y="18017"/>
                </a:cubicBezTo>
                <a:cubicBezTo>
                  <a:pt x="18958" y="17993"/>
                  <a:pt x="18944" y="17968"/>
                  <a:pt x="18931" y="17943"/>
                </a:cubicBezTo>
                <a:cubicBezTo>
                  <a:pt x="18917" y="17917"/>
                  <a:pt x="18906" y="17888"/>
                  <a:pt x="18896" y="17855"/>
                </a:cubicBezTo>
                <a:cubicBezTo>
                  <a:pt x="18886" y="17821"/>
                  <a:pt x="18878" y="17781"/>
                  <a:pt x="18873" y="17734"/>
                </a:cubicBezTo>
                <a:cubicBezTo>
                  <a:pt x="18867" y="17687"/>
                  <a:pt x="18864" y="17631"/>
                  <a:pt x="18864" y="17566"/>
                </a:cubicBezTo>
                <a:cubicBezTo>
                  <a:pt x="18864" y="17498"/>
                  <a:pt x="18867" y="17438"/>
                  <a:pt x="18873" y="17387"/>
                </a:cubicBezTo>
                <a:cubicBezTo>
                  <a:pt x="18880" y="17335"/>
                  <a:pt x="18888" y="17291"/>
                  <a:pt x="18898" y="17256"/>
                </a:cubicBezTo>
                <a:cubicBezTo>
                  <a:pt x="18908" y="17220"/>
                  <a:pt x="18920" y="17194"/>
                  <a:pt x="18934" y="17176"/>
                </a:cubicBezTo>
                <a:cubicBezTo>
                  <a:pt x="18947" y="17158"/>
                  <a:pt x="18961" y="17149"/>
                  <a:pt x="18975" y="17149"/>
                </a:cubicBezTo>
                <a:cubicBezTo>
                  <a:pt x="19004" y="17149"/>
                  <a:pt x="19029" y="17180"/>
                  <a:pt x="19050" y="17244"/>
                </a:cubicBezTo>
                <a:cubicBezTo>
                  <a:pt x="19072" y="17307"/>
                  <a:pt x="19088" y="17380"/>
                  <a:pt x="19100" y="17461"/>
                </a:cubicBezTo>
                <a:lnTo>
                  <a:pt x="19124" y="17376"/>
                </a:lnTo>
                <a:cubicBezTo>
                  <a:pt x="19118" y="17331"/>
                  <a:pt x="19110" y="17287"/>
                  <a:pt x="19100" y="17244"/>
                </a:cubicBezTo>
                <a:cubicBezTo>
                  <a:pt x="19091" y="17200"/>
                  <a:pt x="19080" y="17161"/>
                  <a:pt x="19068" y="17128"/>
                </a:cubicBezTo>
                <a:cubicBezTo>
                  <a:pt x="19055" y="17095"/>
                  <a:pt x="19041" y="17067"/>
                  <a:pt x="19026" y="17047"/>
                </a:cubicBezTo>
                <a:cubicBezTo>
                  <a:pt x="19010" y="17026"/>
                  <a:pt x="18993" y="17017"/>
                  <a:pt x="18975" y="17017"/>
                </a:cubicBezTo>
                <a:close/>
                <a:moveTo>
                  <a:pt x="8877" y="17048"/>
                </a:moveTo>
                <a:lnTo>
                  <a:pt x="8877" y="19182"/>
                </a:lnTo>
                <a:lnTo>
                  <a:pt x="8908" y="19182"/>
                </a:lnTo>
                <a:lnTo>
                  <a:pt x="8908" y="18243"/>
                </a:lnTo>
                <a:lnTo>
                  <a:pt x="9059" y="18243"/>
                </a:lnTo>
                <a:cubicBezTo>
                  <a:pt x="9080" y="18243"/>
                  <a:pt x="9100" y="18229"/>
                  <a:pt x="9117" y="18200"/>
                </a:cubicBezTo>
                <a:cubicBezTo>
                  <a:pt x="9134" y="18171"/>
                  <a:pt x="9149" y="18130"/>
                  <a:pt x="9161" y="18079"/>
                </a:cubicBezTo>
                <a:cubicBezTo>
                  <a:pt x="9173" y="18028"/>
                  <a:pt x="9182" y="17965"/>
                  <a:pt x="9189" y="17891"/>
                </a:cubicBezTo>
                <a:cubicBezTo>
                  <a:pt x="9196" y="17817"/>
                  <a:pt x="9199" y="17734"/>
                  <a:pt x="9199" y="17644"/>
                </a:cubicBezTo>
                <a:cubicBezTo>
                  <a:pt x="9199" y="17554"/>
                  <a:pt x="9196" y="17474"/>
                  <a:pt x="9189" y="17401"/>
                </a:cubicBezTo>
                <a:cubicBezTo>
                  <a:pt x="9182" y="17328"/>
                  <a:pt x="9173" y="17265"/>
                  <a:pt x="9161" y="17212"/>
                </a:cubicBezTo>
                <a:cubicBezTo>
                  <a:pt x="9149" y="17159"/>
                  <a:pt x="9134" y="17120"/>
                  <a:pt x="9117" y="17092"/>
                </a:cubicBezTo>
                <a:cubicBezTo>
                  <a:pt x="9100" y="17064"/>
                  <a:pt x="9080" y="17048"/>
                  <a:pt x="9059" y="17048"/>
                </a:cubicBezTo>
                <a:lnTo>
                  <a:pt x="8877" y="17048"/>
                </a:lnTo>
                <a:close/>
                <a:moveTo>
                  <a:pt x="9391" y="17048"/>
                </a:moveTo>
                <a:lnTo>
                  <a:pt x="9391" y="17050"/>
                </a:lnTo>
                <a:lnTo>
                  <a:pt x="9391" y="19182"/>
                </a:lnTo>
                <a:lnTo>
                  <a:pt x="9698" y="19182"/>
                </a:lnTo>
                <a:lnTo>
                  <a:pt x="9698" y="19055"/>
                </a:lnTo>
                <a:lnTo>
                  <a:pt x="9422" y="19055"/>
                </a:lnTo>
                <a:lnTo>
                  <a:pt x="9422" y="17048"/>
                </a:lnTo>
                <a:lnTo>
                  <a:pt x="9391" y="17048"/>
                </a:lnTo>
                <a:close/>
                <a:moveTo>
                  <a:pt x="10022" y="17048"/>
                </a:moveTo>
                <a:lnTo>
                  <a:pt x="9828" y="19182"/>
                </a:lnTo>
                <a:lnTo>
                  <a:pt x="9861" y="19182"/>
                </a:lnTo>
                <a:lnTo>
                  <a:pt x="9911" y="18639"/>
                </a:lnTo>
                <a:lnTo>
                  <a:pt x="10171" y="18639"/>
                </a:lnTo>
                <a:lnTo>
                  <a:pt x="10221" y="19182"/>
                </a:lnTo>
                <a:lnTo>
                  <a:pt x="10254" y="19182"/>
                </a:lnTo>
                <a:lnTo>
                  <a:pt x="10060" y="17048"/>
                </a:lnTo>
                <a:lnTo>
                  <a:pt x="10022" y="17048"/>
                </a:lnTo>
                <a:close/>
                <a:moveTo>
                  <a:pt x="10430" y="17048"/>
                </a:moveTo>
                <a:lnTo>
                  <a:pt x="10430" y="19182"/>
                </a:lnTo>
                <a:lnTo>
                  <a:pt x="10462" y="19182"/>
                </a:lnTo>
                <a:lnTo>
                  <a:pt x="10462" y="17259"/>
                </a:lnTo>
                <a:lnTo>
                  <a:pt x="10792" y="19182"/>
                </a:lnTo>
                <a:lnTo>
                  <a:pt x="10828" y="19182"/>
                </a:lnTo>
                <a:lnTo>
                  <a:pt x="10828" y="17048"/>
                </a:lnTo>
                <a:lnTo>
                  <a:pt x="10796" y="17048"/>
                </a:lnTo>
                <a:lnTo>
                  <a:pt x="10796" y="18968"/>
                </a:lnTo>
                <a:lnTo>
                  <a:pt x="10466" y="17048"/>
                </a:lnTo>
                <a:lnTo>
                  <a:pt x="10430" y="17048"/>
                </a:lnTo>
                <a:close/>
                <a:moveTo>
                  <a:pt x="12306" y="17048"/>
                </a:moveTo>
                <a:lnTo>
                  <a:pt x="12112" y="19182"/>
                </a:lnTo>
                <a:lnTo>
                  <a:pt x="12145" y="19182"/>
                </a:lnTo>
                <a:lnTo>
                  <a:pt x="12194" y="18639"/>
                </a:lnTo>
                <a:lnTo>
                  <a:pt x="12455" y="18639"/>
                </a:lnTo>
                <a:lnTo>
                  <a:pt x="12505" y="19182"/>
                </a:lnTo>
                <a:lnTo>
                  <a:pt x="12538" y="19182"/>
                </a:lnTo>
                <a:lnTo>
                  <a:pt x="12344" y="17048"/>
                </a:lnTo>
                <a:lnTo>
                  <a:pt x="12306" y="17048"/>
                </a:lnTo>
                <a:close/>
                <a:moveTo>
                  <a:pt x="13233" y="17048"/>
                </a:moveTo>
                <a:lnTo>
                  <a:pt x="13233" y="17174"/>
                </a:lnTo>
                <a:lnTo>
                  <a:pt x="13391" y="17174"/>
                </a:lnTo>
                <a:lnTo>
                  <a:pt x="13391" y="19182"/>
                </a:lnTo>
                <a:lnTo>
                  <a:pt x="13422" y="19182"/>
                </a:lnTo>
                <a:lnTo>
                  <a:pt x="13422" y="17174"/>
                </a:lnTo>
                <a:lnTo>
                  <a:pt x="13581" y="17174"/>
                </a:lnTo>
                <a:lnTo>
                  <a:pt x="13581" y="17048"/>
                </a:lnTo>
                <a:lnTo>
                  <a:pt x="13233" y="17048"/>
                </a:lnTo>
                <a:close/>
                <a:moveTo>
                  <a:pt x="13763" y="17048"/>
                </a:moveTo>
                <a:lnTo>
                  <a:pt x="13763" y="19182"/>
                </a:lnTo>
                <a:lnTo>
                  <a:pt x="13795" y="19182"/>
                </a:lnTo>
                <a:lnTo>
                  <a:pt x="13795" y="17048"/>
                </a:lnTo>
                <a:lnTo>
                  <a:pt x="13763" y="17048"/>
                </a:lnTo>
                <a:close/>
                <a:moveTo>
                  <a:pt x="13974" y="17048"/>
                </a:moveTo>
                <a:lnTo>
                  <a:pt x="14160" y="19182"/>
                </a:lnTo>
                <a:lnTo>
                  <a:pt x="14196" y="19182"/>
                </a:lnTo>
                <a:lnTo>
                  <a:pt x="14382" y="17048"/>
                </a:lnTo>
                <a:lnTo>
                  <a:pt x="14349" y="17048"/>
                </a:lnTo>
                <a:lnTo>
                  <a:pt x="14178" y="19022"/>
                </a:lnTo>
                <a:lnTo>
                  <a:pt x="14007" y="17048"/>
                </a:lnTo>
                <a:lnTo>
                  <a:pt x="13974" y="17048"/>
                </a:lnTo>
                <a:close/>
                <a:moveTo>
                  <a:pt x="14661" y="17048"/>
                </a:moveTo>
                <a:lnTo>
                  <a:pt x="14467" y="19182"/>
                </a:lnTo>
                <a:lnTo>
                  <a:pt x="14500" y="19182"/>
                </a:lnTo>
                <a:lnTo>
                  <a:pt x="14550" y="18639"/>
                </a:lnTo>
                <a:lnTo>
                  <a:pt x="14811" y="18639"/>
                </a:lnTo>
                <a:lnTo>
                  <a:pt x="14860" y="19182"/>
                </a:lnTo>
                <a:lnTo>
                  <a:pt x="14893" y="19182"/>
                </a:lnTo>
                <a:lnTo>
                  <a:pt x="14699" y="17048"/>
                </a:lnTo>
                <a:lnTo>
                  <a:pt x="14661" y="17048"/>
                </a:lnTo>
                <a:close/>
                <a:moveTo>
                  <a:pt x="14960" y="17048"/>
                </a:moveTo>
                <a:lnTo>
                  <a:pt x="14960" y="17174"/>
                </a:lnTo>
                <a:lnTo>
                  <a:pt x="15119" y="17174"/>
                </a:lnTo>
                <a:lnTo>
                  <a:pt x="15119" y="19182"/>
                </a:lnTo>
                <a:lnTo>
                  <a:pt x="15150" y="19182"/>
                </a:lnTo>
                <a:lnTo>
                  <a:pt x="15150" y="17174"/>
                </a:lnTo>
                <a:lnTo>
                  <a:pt x="15309" y="17174"/>
                </a:lnTo>
                <a:lnTo>
                  <a:pt x="15309" y="17048"/>
                </a:lnTo>
                <a:lnTo>
                  <a:pt x="14960" y="17048"/>
                </a:lnTo>
                <a:close/>
                <a:moveTo>
                  <a:pt x="17117" y="17048"/>
                </a:moveTo>
                <a:lnTo>
                  <a:pt x="17117" y="19182"/>
                </a:lnTo>
                <a:lnTo>
                  <a:pt x="17148" y="19182"/>
                </a:lnTo>
                <a:lnTo>
                  <a:pt x="17148" y="17287"/>
                </a:lnTo>
                <a:lnTo>
                  <a:pt x="17333" y="18970"/>
                </a:lnTo>
                <a:lnTo>
                  <a:pt x="17361" y="18970"/>
                </a:lnTo>
                <a:lnTo>
                  <a:pt x="17546" y="17287"/>
                </a:lnTo>
                <a:lnTo>
                  <a:pt x="17546" y="19182"/>
                </a:lnTo>
                <a:lnTo>
                  <a:pt x="17578" y="19182"/>
                </a:lnTo>
                <a:lnTo>
                  <a:pt x="17578" y="17048"/>
                </a:lnTo>
                <a:lnTo>
                  <a:pt x="17537" y="17048"/>
                </a:lnTo>
                <a:lnTo>
                  <a:pt x="17347" y="18794"/>
                </a:lnTo>
                <a:lnTo>
                  <a:pt x="17158" y="17048"/>
                </a:lnTo>
                <a:lnTo>
                  <a:pt x="17117" y="17048"/>
                </a:lnTo>
                <a:close/>
                <a:moveTo>
                  <a:pt x="18446" y="17048"/>
                </a:moveTo>
                <a:lnTo>
                  <a:pt x="18252" y="19182"/>
                </a:lnTo>
                <a:lnTo>
                  <a:pt x="18285" y="19182"/>
                </a:lnTo>
                <a:lnTo>
                  <a:pt x="18335" y="18639"/>
                </a:lnTo>
                <a:lnTo>
                  <a:pt x="18596" y="18639"/>
                </a:lnTo>
                <a:lnTo>
                  <a:pt x="18645" y="19182"/>
                </a:lnTo>
                <a:lnTo>
                  <a:pt x="18678" y="19182"/>
                </a:lnTo>
                <a:lnTo>
                  <a:pt x="18485" y="17048"/>
                </a:lnTo>
                <a:lnTo>
                  <a:pt x="18447" y="17048"/>
                </a:lnTo>
                <a:lnTo>
                  <a:pt x="18446" y="17048"/>
                </a:lnTo>
                <a:close/>
                <a:moveTo>
                  <a:pt x="19334" y="17048"/>
                </a:moveTo>
                <a:lnTo>
                  <a:pt x="19334" y="18419"/>
                </a:lnTo>
                <a:cubicBezTo>
                  <a:pt x="19334" y="18540"/>
                  <a:pt x="19339" y="18650"/>
                  <a:pt x="19347" y="18747"/>
                </a:cubicBezTo>
                <a:cubicBezTo>
                  <a:pt x="19356" y="18845"/>
                  <a:pt x="19369" y="18928"/>
                  <a:pt x="19386" y="18998"/>
                </a:cubicBezTo>
                <a:cubicBezTo>
                  <a:pt x="19402" y="19067"/>
                  <a:pt x="19422" y="19121"/>
                  <a:pt x="19445" y="19158"/>
                </a:cubicBezTo>
                <a:cubicBezTo>
                  <a:pt x="19469" y="19196"/>
                  <a:pt x="19495" y="19215"/>
                  <a:pt x="19523" y="19215"/>
                </a:cubicBezTo>
                <a:cubicBezTo>
                  <a:pt x="19552" y="19215"/>
                  <a:pt x="19578" y="19196"/>
                  <a:pt x="19601" y="19158"/>
                </a:cubicBezTo>
                <a:cubicBezTo>
                  <a:pt x="19625" y="19121"/>
                  <a:pt x="19645" y="19067"/>
                  <a:pt x="19661" y="18998"/>
                </a:cubicBezTo>
                <a:cubicBezTo>
                  <a:pt x="19678" y="18928"/>
                  <a:pt x="19691" y="18845"/>
                  <a:pt x="19700" y="18747"/>
                </a:cubicBezTo>
                <a:cubicBezTo>
                  <a:pt x="19708" y="18650"/>
                  <a:pt x="19713" y="18540"/>
                  <a:pt x="19713" y="18419"/>
                </a:cubicBezTo>
                <a:lnTo>
                  <a:pt x="19713" y="17048"/>
                </a:lnTo>
                <a:lnTo>
                  <a:pt x="19681" y="17048"/>
                </a:lnTo>
                <a:lnTo>
                  <a:pt x="19681" y="18419"/>
                </a:lnTo>
                <a:cubicBezTo>
                  <a:pt x="19681" y="18518"/>
                  <a:pt x="19677" y="18609"/>
                  <a:pt x="19670" y="18690"/>
                </a:cubicBezTo>
                <a:cubicBezTo>
                  <a:pt x="19663" y="18772"/>
                  <a:pt x="19652" y="18841"/>
                  <a:pt x="19639" y="18899"/>
                </a:cubicBezTo>
                <a:cubicBezTo>
                  <a:pt x="19625" y="18957"/>
                  <a:pt x="19608" y="19002"/>
                  <a:pt x="19589" y="19034"/>
                </a:cubicBezTo>
                <a:cubicBezTo>
                  <a:pt x="19569" y="19066"/>
                  <a:pt x="19548" y="19082"/>
                  <a:pt x="19523" y="19082"/>
                </a:cubicBezTo>
                <a:cubicBezTo>
                  <a:pt x="19499" y="19082"/>
                  <a:pt x="19477" y="19066"/>
                  <a:pt x="19458" y="19034"/>
                </a:cubicBezTo>
                <a:cubicBezTo>
                  <a:pt x="19439" y="19002"/>
                  <a:pt x="19422" y="18957"/>
                  <a:pt x="19409" y="18899"/>
                </a:cubicBezTo>
                <a:cubicBezTo>
                  <a:pt x="19395" y="18841"/>
                  <a:pt x="19385" y="18772"/>
                  <a:pt x="19377" y="18690"/>
                </a:cubicBezTo>
                <a:cubicBezTo>
                  <a:pt x="19370" y="18609"/>
                  <a:pt x="19367" y="18518"/>
                  <a:pt x="19367" y="18419"/>
                </a:cubicBezTo>
                <a:lnTo>
                  <a:pt x="19367" y="17048"/>
                </a:lnTo>
                <a:lnTo>
                  <a:pt x="19334" y="17048"/>
                </a:lnTo>
                <a:close/>
                <a:moveTo>
                  <a:pt x="19939" y="17048"/>
                </a:moveTo>
                <a:lnTo>
                  <a:pt x="19939" y="19182"/>
                </a:lnTo>
                <a:lnTo>
                  <a:pt x="19970" y="19182"/>
                </a:lnTo>
                <a:lnTo>
                  <a:pt x="19970" y="18228"/>
                </a:lnTo>
                <a:lnTo>
                  <a:pt x="20125" y="18228"/>
                </a:lnTo>
                <a:lnTo>
                  <a:pt x="20239" y="19182"/>
                </a:lnTo>
                <a:lnTo>
                  <a:pt x="20277" y="19182"/>
                </a:lnTo>
                <a:lnTo>
                  <a:pt x="20158" y="18210"/>
                </a:lnTo>
                <a:cubicBezTo>
                  <a:pt x="20190" y="18180"/>
                  <a:pt x="20216" y="18123"/>
                  <a:pt x="20236" y="18029"/>
                </a:cubicBezTo>
                <a:cubicBezTo>
                  <a:pt x="20257" y="17925"/>
                  <a:pt x="20268" y="17793"/>
                  <a:pt x="20268" y="17632"/>
                </a:cubicBezTo>
                <a:cubicBezTo>
                  <a:pt x="20268" y="17540"/>
                  <a:pt x="20265" y="17457"/>
                  <a:pt x="20258" y="17385"/>
                </a:cubicBezTo>
                <a:cubicBezTo>
                  <a:pt x="20251" y="17313"/>
                  <a:pt x="20241" y="17252"/>
                  <a:pt x="20229" y="17202"/>
                </a:cubicBezTo>
                <a:cubicBezTo>
                  <a:pt x="20216" y="17152"/>
                  <a:pt x="20201" y="17114"/>
                  <a:pt x="20184" y="17088"/>
                </a:cubicBezTo>
                <a:cubicBezTo>
                  <a:pt x="20166" y="17063"/>
                  <a:pt x="20147" y="17048"/>
                  <a:pt x="20125" y="17048"/>
                </a:cubicBezTo>
                <a:lnTo>
                  <a:pt x="19939" y="17048"/>
                </a:lnTo>
                <a:close/>
                <a:moveTo>
                  <a:pt x="15491" y="17050"/>
                </a:moveTo>
                <a:lnTo>
                  <a:pt x="15491" y="19182"/>
                </a:lnTo>
                <a:lnTo>
                  <a:pt x="15787" y="19182"/>
                </a:lnTo>
                <a:lnTo>
                  <a:pt x="15787" y="19055"/>
                </a:lnTo>
                <a:lnTo>
                  <a:pt x="15523" y="19055"/>
                </a:lnTo>
                <a:lnTo>
                  <a:pt x="15523" y="18146"/>
                </a:lnTo>
                <a:lnTo>
                  <a:pt x="15745" y="18146"/>
                </a:lnTo>
                <a:lnTo>
                  <a:pt x="15745" y="18019"/>
                </a:lnTo>
                <a:lnTo>
                  <a:pt x="15523" y="18019"/>
                </a:lnTo>
                <a:lnTo>
                  <a:pt x="15523" y="17178"/>
                </a:lnTo>
                <a:lnTo>
                  <a:pt x="15780" y="17178"/>
                </a:lnTo>
                <a:lnTo>
                  <a:pt x="15780" y="17050"/>
                </a:lnTo>
                <a:lnTo>
                  <a:pt x="15491" y="17050"/>
                </a:lnTo>
                <a:close/>
                <a:moveTo>
                  <a:pt x="17809" y="17050"/>
                </a:moveTo>
                <a:lnTo>
                  <a:pt x="17809" y="19182"/>
                </a:lnTo>
                <a:lnTo>
                  <a:pt x="18105" y="19182"/>
                </a:lnTo>
                <a:lnTo>
                  <a:pt x="18105" y="19055"/>
                </a:lnTo>
                <a:lnTo>
                  <a:pt x="17841" y="19055"/>
                </a:lnTo>
                <a:lnTo>
                  <a:pt x="17841" y="18146"/>
                </a:lnTo>
                <a:lnTo>
                  <a:pt x="18063" y="18146"/>
                </a:lnTo>
                <a:lnTo>
                  <a:pt x="18063" y="18019"/>
                </a:lnTo>
                <a:lnTo>
                  <a:pt x="17841" y="18019"/>
                </a:lnTo>
                <a:lnTo>
                  <a:pt x="17841" y="17178"/>
                </a:lnTo>
                <a:lnTo>
                  <a:pt x="18098" y="17178"/>
                </a:lnTo>
                <a:lnTo>
                  <a:pt x="18098" y="17050"/>
                </a:lnTo>
                <a:lnTo>
                  <a:pt x="17809" y="17050"/>
                </a:lnTo>
                <a:close/>
                <a:moveTo>
                  <a:pt x="20468" y="17050"/>
                </a:moveTo>
                <a:lnTo>
                  <a:pt x="20468" y="19182"/>
                </a:lnTo>
                <a:lnTo>
                  <a:pt x="20764" y="19182"/>
                </a:lnTo>
                <a:lnTo>
                  <a:pt x="20764" y="19055"/>
                </a:lnTo>
                <a:lnTo>
                  <a:pt x="20499" y="19055"/>
                </a:lnTo>
                <a:lnTo>
                  <a:pt x="20499" y="18146"/>
                </a:lnTo>
                <a:lnTo>
                  <a:pt x="20722" y="18146"/>
                </a:lnTo>
                <a:lnTo>
                  <a:pt x="20722" y="18019"/>
                </a:lnTo>
                <a:lnTo>
                  <a:pt x="20499" y="18019"/>
                </a:lnTo>
                <a:lnTo>
                  <a:pt x="20499" y="17178"/>
                </a:lnTo>
                <a:lnTo>
                  <a:pt x="20757" y="17178"/>
                </a:lnTo>
                <a:lnTo>
                  <a:pt x="20757" y="17050"/>
                </a:lnTo>
                <a:lnTo>
                  <a:pt x="20468" y="17050"/>
                </a:lnTo>
                <a:close/>
                <a:moveTo>
                  <a:pt x="8908" y="17174"/>
                </a:moveTo>
                <a:lnTo>
                  <a:pt x="9057" y="17174"/>
                </a:lnTo>
                <a:cubicBezTo>
                  <a:pt x="9093" y="17174"/>
                  <a:pt x="9120" y="17217"/>
                  <a:pt x="9139" y="17302"/>
                </a:cubicBezTo>
                <a:cubicBezTo>
                  <a:pt x="9157" y="17387"/>
                  <a:pt x="9166" y="17500"/>
                  <a:pt x="9166" y="17644"/>
                </a:cubicBezTo>
                <a:cubicBezTo>
                  <a:pt x="9166" y="17788"/>
                  <a:pt x="9157" y="17904"/>
                  <a:pt x="9139" y="17989"/>
                </a:cubicBezTo>
                <a:cubicBezTo>
                  <a:pt x="9120" y="18075"/>
                  <a:pt x="9093" y="18117"/>
                  <a:pt x="9057" y="18117"/>
                </a:cubicBezTo>
                <a:lnTo>
                  <a:pt x="8908" y="18117"/>
                </a:lnTo>
                <a:lnTo>
                  <a:pt x="8908" y="17174"/>
                </a:lnTo>
                <a:close/>
                <a:moveTo>
                  <a:pt x="19970" y="17174"/>
                </a:moveTo>
                <a:lnTo>
                  <a:pt x="20123" y="17174"/>
                </a:lnTo>
                <a:cubicBezTo>
                  <a:pt x="20160" y="17174"/>
                  <a:pt x="20187" y="17216"/>
                  <a:pt x="20206" y="17299"/>
                </a:cubicBezTo>
                <a:cubicBezTo>
                  <a:pt x="20226" y="17381"/>
                  <a:pt x="20235" y="17498"/>
                  <a:pt x="20235" y="17635"/>
                </a:cubicBezTo>
                <a:cubicBezTo>
                  <a:pt x="20235" y="17773"/>
                  <a:pt x="20225" y="17883"/>
                  <a:pt x="20206" y="17969"/>
                </a:cubicBezTo>
                <a:cubicBezTo>
                  <a:pt x="20187" y="18055"/>
                  <a:pt x="20160" y="18098"/>
                  <a:pt x="20123" y="18098"/>
                </a:cubicBezTo>
                <a:lnTo>
                  <a:pt x="19970" y="18098"/>
                </a:lnTo>
                <a:lnTo>
                  <a:pt x="19970" y="17174"/>
                </a:lnTo>
                <a:close/>
                <a:moveTo>
                  <a:pt x="10041" y="17207"/>
                </a:moveTo>
                <a:lnTo>
                  <a:pt x="10161" y="18513"/>
                </a:lnTo>
                <a:lnTo>
                  <a:pt x="9922" y="18513"/>
                </a:lnTo>
                <a:lnTo>
                  <a:pt x="10041" y="17207"/>
                </a:lnTo>
                <a:close/>
                <a:moveTo>
                  <a:pt x="14681" y="17207"/>
                </a:moveTo>
                <a:lnTo>
                  <a:pt x="14799" y="18513"/>
                </a:lnTo>
                <a:lnTo>
                  <a:pt x="14561" y="18513"/>
                </a:lnTo>
                <a:lnTo>
                  <a:pt x="14681" y="17207"/>
                </a:lnTo>
                <a:close/>
                <a:moveTo>
                  <a:pt x="12325" y="17211"/>
                </a:moveTo>
                <a:lnTo>
                  <a:pt x="12444" y="18513"/>
                </a:lnTo>
                <a:lnTo>
                  <a:pt x="12205" y="18513"/>
                </a:lnTo>
                <a:lnTo>
                  <a:pt x="12325" y="17211"/>
                </a:lnTo>
                <a:close/>
                <a:moveTo>
                  <a:pt x="18465" y="17211"/>
                </a:moveTo>
                <a:lnTo>
                  <a:pt x="18585" y="18513"/>
                </a:lnTo>
                <a:lnTo>
                  <a:pt x="18346" y="18513"/>
                </a:lnTo>
                <a:lnTo>
                  <a:pt x="18465" y="17211"/>
                </a:lnTo>
                <a:close/>
                <a:moveTo>
                  <a:pt x="11061" y="18958"/>
                </a:moveTo>
                <a:cubicBezTo>
                  <a:pt x="11053" y="18958"/>
                  <a:pt x="11046" y="18969"/>
                  <a:pt x="11041" y="18992"/>
                </a:cubicBezTo>
                <a:cubicBezTo>
                  <a:pt x="11037" y="19016"/>
                  <a:pt x="11034" y="19046"/>
                  <a:pt x="11034" y="19082"/>
                </a:cubicBezTo>
                <a:cubicBezTo>
                  <a:pt x="11034" y="19119"/>
                  <a:pt x="11036" y="19150"/>
                  <a:pt x="11041" y="19174"/>
                </a:cubicBezTo>
                <a:cubicBezTo>
                  <a:pt x="11046" y="19197"/>
                  <a:pt x="11053" y="19208"/>
                  <a:pt x="11061" y="19208"/>
                </a:cubicBezTo>
                <a:cubicBezTo>
                  <a:pt x="11069" y="19208"/>
                  <a:pt x="11076" y="19197"/>
                  <a:pt x="11082" y="19174"/>
                </a:cubicBezTo>
                <a:cubicBezTo>
                  <a:pt x="11087" y="19150"/>
                  <a:pt x="11090" y="19119"/>
                  <a:pt x="11090" y="19082"/>
                </a:cubicBezTo>
                <a:cubicBezTo>
                  <a:pt x="11090" y="19046"/>
                  <a:pt x="11087" y="19016"/>
                  <a:pt x="11082" y="18992"/>
                </a:cubicBezTo>
                <a:cubicBezTo>
                  <a:pt x="11076" y="18969"/>
                  <a:pt x="11069" y="18958"/>
                  <a:pt x="11061" y="18958"/>
                </a:cubicBezTo>
                <a:close/>
                <a:moveTo>
                  <a:pt x="15992" y="18958"/>
                </a:moveTo>
                <a:cubicBezTo>
                  <a:pt x="15983" y="18958"/>
                  <a:pt x="15977" y="18969"/>
                  <a:pt x="15972" y="18992"/>
                </a:cubicBezTo>
                <a:cubicBezTo>
                  <a:pt x="15967" y="19016"/>
                  <a:pt x="15964" y="19046"/>
                  <a:pt x="15964" y="19082"/>
                </a:cubicBezTo>
                <a:cubicBezTo>
                  <a:pt x="15964" y="19119"/>
                  <a:pt x="15966" y="19150"/>
                  <a:pt x="15972" y="19174"/>
                </a:cubicBezTo>
                <a:cubicBezTo>
                  <a:pt x="15977" y="19197"/>
                  <a:pt x="15983" y="19208"/>
                  <a:pt x="15992" y="19208"/>
                </a:cubicBezTo>
                <a:cubicBezTo>
                  <a:pt x="16000" y="19208"/>
                  <a:pt x="16007" y="19197"/>
                  <a:pt x="16012" y="19174"/>
                </a:cubicBezTo>
                <a:cubicBezTo>
                  <a:pt x="16017" y="19150"/>
                  <a:pt x="16020" y="19119"/>
                  <a:pt x="16020" y="19082"/>
                </a:cubicBezTo>
                <a:cubicBezTo>
                  <a:pt x="16020" y="19046"/>
                  <a:pt x="16017" y="19016"/>
                  <a:pt x="16012" y="18992"/>
                </a:cubicBezTo>
                <a:cubicBezTo>
                  <a:pt x="16007" y="18969"/>
                  <a:pt x="16000" y="18958"/>
                  <a:pt x="15992" y="18958"/>
                </a:cubicBezTo>
                <a:close/>
                <a:moveTo>
                  <a:pt x="20968" y="18958"/>
                </a:moveTo>
                <a:cubicBezTo>
                  <a:pt x="20960" y="18958"/>
                  <a:pt x="20954" y="18969"/>
                  <a:pt x="20949" y="18992"/>
                </a:cubicBezTo>
                <a:cubicBezTo>
                  <a:pt x="20944" y="19016"/>
                  <a:pt x="20941" y="19046"/>
                  <a:pt x="20941" y="19082"/>
                </a:cubicBezTo>
                <a:cubicBezTo>
                  <a:pt x="20941" y="19119"/>
                  <a:pt x="20944" y="19150"/>
                  <a:pt x="20949" y="19174"/>
                </a:cubicBezTo>
                <a:cubicBezTo>
                  <a:pt x="20954" y="19197"/>
                  <a:pt x="20960" y="19208"/>
                  <a:pt x="20968" y="19208"/>
                </a:cubicBezTo>
                <a:cubicBezTo>
                  <a:pt x="20976" y="19208"/>
                  <a:pt x="20983" y="19197"/>
                  <a:pt x="20989" y="19174"/>
                </a:cubicBezTo>
                <a:cubicBezTo>
                  <a:pt x="20994" y="19150"/>
                  <a:pt x="20997" y="19119"/>
                  <a:pt x="20997" y="19082"/>
                </a:cubicBezTo>
                <a:cubicBezTo>
                  <a:pt x="20997" y="19046"/>
                  <a:pt x="20994" y="19016"/>
                  <a:pt x="20989" y="18992"/>
                </a:cubicBezTo>
                <a:cubicBezTo>
                  <a:pt x="20983" y="18969"/>
                  <a:pt x="20976" y="18958"/>
                  <a:pt x="20968" y="18958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882" name="Shape"/>
          <p:cNvSpPr/>
          <p:nvPr/>
        </p:nvSpPr>
        <p:spPr>
          <a:xfrm>
            <a:off x="10753049" y="10805094"/>
            <a:ext cx="2675076" cy="10174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9" h="21535" fill="norm" stroke="1" extrusionOk="0">
                <a:moveTo>
                  <a:pt x="1760" y="10"/>
                </a:moveTo>
                <a:cubicBezTo>
                  <a:pt x="1378" y="61"/>
                  <a:pt x="999" y="217"/>
                  <a:pt x="629" y="475"/>
                </a:cubicBezTo>
                <a:cubicBezTo>
                  <a:pt x="380" y="653"/>
                  <a:pt x="210" y="936"/>
                  <a:pt x="92" y="1484"/>
                </a:cubicBezTo>
                <a:cubicBezTo>
                  <a:pt x="33" y="1758"/>
                  <a:pt x="-21" y="2053"/>
                  <a:pt x="9" y="2354"/>
                </a:cubicBezTo>
                <a:cubicBezTo>
                  <a:pt x="34" y="2610"/>
                  <a:pt x="173" y="2700"/>
                  <a:pt x="285" y="2748"/>
                </a:cubicBezTo>
                <a:cubicBezTo>
                  <a:pt x="393" y="2793"/>
                  <a:pt x="637" y="2829"/>
                  <a:pt x="702" y="2621"/>
                </a:cubicBezTo>
                <a:cubicBezTo>
                  <a:pt x="730" y="2531"/>
                  <a:pt x="727" y="2445"/>
                  <a:pt x="703" y="2337"/>
                </a:cubicBezTo>
                <a:cubicBezTo>
                  <a:pt x="679" y="2222"/>
                  <a:pt x="618" y="2140"/>
                  <a:pt x="559" y="2111"/>
                </a:cubicBezTo>
                <a:cubicBezTo>
                  <a:pt x="492" y="2079"/>
                  <a:pt x="364" y="2059"/>
                  <a:pt x="334" y="2026"/>
                </a:cubicBezTo>
                <a:cubicBezTo>
                  <a:pt x="317" y="2005"/>
                  <a:pt x="299" y="1980"/>
                  <a:pt x="299" y="1980"/>
                </a:cubicBezTo>
                <a:cubicBezTo>
                  <a:pt x="304" y="1968"/>
                  <a:pt x="308" y="1954"/>
                  <a:pt x="313" y="1943"/>
                </a:cubicBezTo>
                <a:cubicBezTo>
                  <a:pt x="341" y="1899"/>
                  <a:pt x="372" y="1866"/>
                  <a:pt x="404" y="1847"/>
                </a:cubicBezTo>
                <a:cubicBezTo>
                  <a:pt x="442" y="1825"/>
                  <a:pt x="484" y="1786"/>
                  <a:pt x="525" y="1756"/>
                </a:cubicBezTo>
                <a:cubicBezTo>
                  <a:pt x="812" y="1549"/>
                  <a:pt x="1379" y="1515"/>
                  <a:pt x="1639" y="1541"/>
                </a:cubicBezTo>
                <a:cubicBezTo>
                  <a:pt x="2649" y="1639"/>
                  <a:pt x="3590" y="2230"/>
                  <a:pt x="4541" y="3256"/>
                </a:cubicBezTo>
                <a:cubicBezTo>
                  <a:pt x="5472" y="4262"/>
                  <a:pt x="6533" y="5975"/>
                  <a:pt x="7151" y="8061"/>
                </a:cubicBezTo>
                <a:cubicBezTo>
                  <a:pt x="7384" y="8851"/>
                  <a:pt x="7677" y="10147"/>
                  <a:pt x="7713" y="11239"/>
                </a:cubicBezTo>
                <a:cubicBezTo>
                  <a:pt x="7745" y="12239"/>
                  <a:pt x="7623" y="13199"/>
                  <a:pt x="7391" y="13898"/>
                </a:cubicBezTo>
                <a:cubicBezTo>
                  <a:pt x="7214" y="14427"/>
                  <a:pt x="6981" y="14817"/>
                  <a:pt x="6727" y="15131"/>
                </a:cubicBezTo>
                <a:cubicBezTo>
                  <a:pt x="6149" y="15850"/>
                  <a:pt x="5444" y="15996"/>
                  <a:pt x="4814" y="15953"/>
                </a:cubicBezTo>
                <a:cubicBezTo>
                  <a:pt x="4731" y="15947"/>
                  <a:pt x="4420" y="15872"/>
                  <a:pt x="4346" y="15843"/>
                </a:cubicBezTo>
                <a:cubicBezTo>
                  <a:pt x="4218" y="15788"/>
                  <a:pt x="4056" y="15707"/>
                  <a:pt x="4056" y="15707"/>
                </a:cubicBezTo>
                <a:lnTo>
                  <a:pt x="4014" y="10590"/>
                </a:lnTo>
                <a:cubicBezTo>
                  <a:pt x="4014" y="10590"/>
                  <a:pt x="4211" y="10605"/>
                  <a:pt x="4350" y="10627"/>
                </a:cubicBezTo>
                <a:cubicBezTo>
                  <a:pt x="4703" y="10681"/>
                  <a:pt x="5433" y="10999"/>
                  <a:pt x="5799" y="11381"/>
                </a:cubicBezTo>
                <a:cubicBezTo>
                  <a:pt x="5878" y="11462"/>
                  <a:pt x="5960" y="11588"/>
                  <a:pt x="5967" y="11792"/>
                </a:cubicBezTo>
                <a:cubicBezTo>
                  <a:pt x="5972" y="11948"/>
                  <a:pt x="5925" y="12081"/>
                  <a:pt x="5872" y="12203"/>
                </a:cubicBezTo>
                <a:cubicBezTo>
                  <a:pt x="5847" y="12263"/>
                  <a:pt x="5819" y="12314"/>
                  <a:pt x="5790" y="12356"/>
                </a:cubicBezTo>
                <a:cubicBezTo>
                  <a:pt x="5726" y="12444"/>
                  <a:pt x="5620" y="12590"/>
                  <a:pt x="5612" y="12617"/>
                </a:cubicBezTo>
                <a:cubicBezTo>
                  <a:pt x="5590" y="12685"/>
                  <a:pt x="5593" y="12787"/>
                  <a:pt x="5619" y="12846"/>
                </a:cubicBezTo>
                <a:cubicBezTo>
                  <a:pt x="5689" y="12989"/>
                  <a:pt x="5918" y="13068"/>
                  <a:pt x="5979" y="13059"/>
                </a:cubicBezTo>
                <a:cubicBezTo>
                  <a:pt x="6183" y="13028"/>
                  <a:pt x="6384" y="12666"/>
                  <a:pt x="6491" y="12177"/>
                </a:cubicBezTo>
                <a:cubicBezTo>
                  <a:pt x="6586" y="11743"/>
                  <a:pt x="6595" y="11414"/>
                  <a:pt x="6533" y="10930"/>
                </a:cubicBezTo>
                <a:cubicBezTo>
                  <a:pt x="6466" y="10406"/>
                  <a:pt x="6259" y="9911"/>
                  <a:pt x="6038" y="9617"/>
                </a:cubicBezTo>
                <a:cubicBezTo>
                  <a:pt x="5770" y="9260"/>
                  <a:pt x="5302" y="8992"/>
                  <a:pt x="5063" y="8892"/>
                </a:cubicBezTo>
                <a:cubicBezTo>
                  <a:pt x="4875" y="8813"/>
                  <a:pt x="4676" y="8738"/>
                  <a:pt x="4495" y="8727"/>
                </a:cubicBezTo>
                <a:cubicBezTo>
                  <a:pt x="4310" y="8714"/>
                  <a:pt x="4008" y="8736"/>
                  <a:pt x="4008" y="8736"/>
                </a:cubicBezTo>
                <a:cubicBezTo>
                  <a:pt x="4008" y="8736"/>
                  <a:pt x="4003" y="8041"/>
                  <a:pt x="3991" y="7579"/>
                </a:cubicBezTo>
                <a:cubicBezTo>
                  <a:pt x="3971" y="6821"/>
                  <a:pt x="3891" y="5333"/>
                  <a:pt x="3628" y="4903"/>
                </a:cubicBezTo>
                <a:cubicBezTo>
                  <a:pt x="3579" y="4825"/>
                  <a:pt x="3521" y="4817"/>
                  <a:pt x="3487" y="4934"/>
                </a:cubicBezTo>
                <a:cubicBezTo>
                  <a:pt x="3437" y="5111"/>
                  <a:pt x="3386" y="5777"/>
                  <a:pt x="3375" y="5949"/>
                </a:cubicBezTo>
                <a:cubicBezTo>
                  <a:pt x="3353" y="6272"/>
                  <a:pt x="3287" y="7779"/>
                  <a:pt x="3289" y="8013"/>
                </a:cubicBezTo>
                <a:cubicBezTo>
                  <a:pt x="3290" y="8247"/>
                  <a:pt x="3281" y="8890"/>
                  <a:pt x="3276" y="8909"/>
                </a:cubicBezTo>
                <a:cubicBezTo>
                  <a:pt x="3273" y="8919"/>
                  <a:pt x="3270" y="8927"/>
                  <a:pt x="3266" y="8934"/>
                </a:cubicBezTo>
                <a:cubicBezTo>
                  <a:pt x="3256" y="8952"/>
                  <a:pt x="3087" y="9029"/>
                  <a:pt x="2979" y="9070"/>
                </a:cubicBezTo>
                <a:cubicBezTo>
                  <a:pt x="2750" y="9157"/>
                  <a:pt x="2198" y="9633"/>
                  <a:pt x="2020" y="9838"/>
                </a:cubicBezTo>
                <a:cubicBezTo>
                  <a:pt x="1778" y="10117"/>
                  <a:pt x="1424" y="10603"/>
                  <a:pt x="1326" y="11250"/>
                </a:cubicBezTo>
                <a:cubicBezTo>
                  <a:pt x="1254" y="11714"/>
                  <a:pt x="1281" y="12104"/>
                  <a:pt x="1375" y="12543"/>
                </a:cubicBezTo>
                <a:cubicBezTo>
                  <a:pt x="1496" y="13103"/>
                  <a:pt x="1655" y="13542"/>
                  <a:pt x="1831" y="13980"/>
                </a:cubicBezTo>
                <a:cubicBezTo>
                  <a:pt x="1894" y="14137"/>
                  <a:pt x="2179" y="14765"/>
                  <a:pt x="2245" y="14893"/>
                </a:cubicBezTo>
                <a:cubicBezTo>
                  <a:pt x="2497" y="15384"/>
                  <a:pt x="2766" y="15816"/>
                  <a:pt x="3047" y="16183"/>
                </a:cubicBezTo>
                <a:cubicBezTo>
                  <a:pt x="3141" y="16305"/>
                  <a:pt x="3254" y="16444"/>
                  <a:pt x="3254" y="16444"/>
                </a:cubicBezTo>
                <a:cubicBezTo>
                  <a:pt x="3254" y="16444"/>
                  <a:pt x="3276" y="17038"/>
                  <a:pt x="3297" y="17379"/>
                </a:cubicBezTo>
                <a:cubicBezTo>
                  <a:pt x="3323" y="17804"/>
                  <a:pt x="3378" y="18173"/>
                  <a:pt x="3528" y="18340"/>
                </a:cubicBezTo>
                <a:cubicBezTo>
                  <a:pt x="3620" y="18443"/>
                  <a:pt x="3725" y="18425"/>
                  <a:pt x="3824" y="18377"/>
                </a:cubicBezTo>
                <a:cubicBezTo>
                  <a:pt x="3907" y="18335"/>
                  <a:pt x="3963" y="18241"/>
                  <a:pt x="3997" y="18054"/>
                </a:cubicBezTo>
                <a:cubicBezTo>
                  <a:pt x="4016" y="17936"/>
                  <a:pt x="4029" y="17813"/>
                  <a:pt x="4037" y="17688"/>
                </a:cubicBezTo>
                <a:cubicBezTo>
                  <a:pt x="4043" y="17543"/>
                  <a:pt x="4045" y="17397"/>
                  <a:pt x="4045" y="17252"/>
                </a:cubicBezTo>
                <a:cubicBezTo>
                  <a:pt x="4045" y="17252"/>
                  <a:pt x="4287" y="17400"/>
                  <a:pt x="4450" y="17478"/>
                </a:cubicBezTo>
                <a:cubicBezTo>
                  <a:pt x="4923" y="17699"/>
                  <a:pt x="5406" y="17734"/>
                  <a:pt x="5884" y="17586"/>
                </a:cubicBezTo>
                <a:cubicBezTo>
                  <a:pt x="6543" y="17375"/>
                  <a:pt x="7309" y="16736"/>
                  <a:pt x="7805" y="15610"/>
                </a:cubicBezTo>
                <a:cubicBezTo>
                  <a:pt x="7938" y="15309"/>
                  <a:pt x="8162" y="14602"/>
                  <a:pt x="8257" y="14156"/>
                </a:cubicBezTo>
                <a:cubicBezTo>
                  <a:pt x="8312" y="13896"/>
                  <a:pt x="8364" y="13632"/>
                  <a:pt x="8417" y="13314"/>
                </a:cubicBezTo>
                <a:cubicBezTo>
                  <a:pt x="8428" y="13250"/>
                  <a:pt x="8493" y="12727"/>
                  <a:pt x="8506" y="12500"/>
                </a:cubicBezTo>
                <a:cubicBezTo>
                  <a:pt x="8512" y="12402"/>
                  <a:pt x="8551" y="11652"/>
                  <a:pt x="8534" y="11256"/>
                </a:cubicBezTo>
                <a:lnTo>
                  <a:pt x="8535" y="11253"/>
                </a:lnTo>
                <a:cubicBezTo>
                  <a:pt x="8537" y="11087"/>
                  <a:pt x="8501" y="10655"/>
                  <a:pt x="8498" y="10578"/>
                </a:cubicBezTo>
                <a:cubicBezTo>
                  <a:pt x="8495" y="10569"/>
                  <a:pt x="8477" y="10361"/>
                  <a:pt x="8464" y="10215"/>
                </a:cubicBezTo>
                <a:cubicBezTo>
                  <a:pt x="8434" y="9966"/>
                  <a:pt x="8398" y="9721"/>
                  <a:pt x="8355" y="9484"/>
                </a:cubicBezTo>
                <a:cubicBezTo>
                  <a:pt x="8303" y="9239"/>
                  <a:pt x="8273" y="9032"/>
                  <a:pt x="8232" y="8821"/>
                </a:cubicBezTo>
                <a:cubicBezTo>
                  <a:pt x="8064" y="7939"/>
                  <a:pt x="7716" y="6828"/>
                  <a:pt x="7437" y="6102"/>
                </a:cubicBezTo>
                <a:cubicBezTo>
                  <a:pt x="7292" y="5727"/>
                  <a:pt x="7094" y="5258"/>
                  <a:pt x="6942" y="4931"/>
                </a:cubicBezTo>
                <a:cubicBezTo>
                  <a:pt x="6869" y="4773"/>
                  <a:pt x="6399" y="3866"/>
                  <a:pt x="6319" y="3726"/>
                </a:cubicBezTo>
                <a:cubicBezTo>
                  <a:pt x="5997" y="3190"/>
                  <a:pt x="5665" y="2701"/>
                  <a:pt x="5323" y="2258"/>
                </a:cubicBezTo>
                <a:cubicBezTo>
                  <a:pt x="4881" y="1710"/>
                  <a:pt x="4425" y="1244"/>
                  <a:pt x="3957" y="863"/>
                </a:cubicBezTo>
                <a:cubicBezTo>
                  <a:pt x="3227" y="281"/>
                  <a:pt x="2514" y="-65"/>
                  <a:pt x="1760" y="10"/>
                </a:cubicBezTo>
                <a:close/>
                <a:moveTo>
                  <a:pt x="20547" y="1731"/>
                </a:moveTo>
                <a:lnTo>
                  <a:pt x="18824" y="8492"/>
                </a:lnTo>
                <a:lnTo>
                  <a:pt x="19338" y="10519"/>
                </a:lnTo>
                <a:lnTo>
                  <a:pt x="21579" y="1731"/>
                </a:lnTo>
                <a:lnTo>
                  <a:pt x="20547" y="1731"/>
                </a:lnTo>
                <a:close/>
                <a:moveTo>
                  <a:pt x="16622" y="6397"/>
                </a:moveTo>
                <a:lnTo>
                  <a:pt x="17987" y="11775"/>
                </a:lnTo>
                <a:lnTo>
                  <a:pt x="15499" y="21535"/>
                </a:lnTo>
                <a:lnTo>
                  <a:pt x="16531" y="21535"/>
                </a:lnTo>
                <a:lnTo>
                  <a:pt x="19040" y="11692"/>
                </a:lnTo>
                <a:lnTo>
                  <a:pt x="17696" y="6397"/>
                </a:lnTo>
                <a:lnTo>
                  <a:pt x="16622" y="6397"/>
                </a:lnTo>
                <a:close/>
                <a:moveTo>
                  <a:pt x="9077" y="6533"/>
                </a:moveTo>
                <a:lnTo>
                  <a:pt x="9077" y="16469"/>
                </a:lnTo>
                <a:lnTo>
                  <a:pt x="10044" y="16469"/>
                </a:lnTo>
                <a:lnTo>
                  <a:pt x="10044" y="13711"/>
                </a:lnTo>
                <a:lnTo>
                  <a:pt x="10631" y="13711"/>
                </a:lnTo>
                <a:lnTo>
                  <a:pt x="11417" y="16469"/>
                </a:lnTo>
                <a:lnTo>
                  <a:pt x="12485" y="16469"/>
                </a:lnTo>
                <a:lnTo>
                  <a:pt x="11537" y="13192"/>
                </a:lnTo>
                <a:cubicBezTo>
                  <a:pt x="12035" y="12688"/>
                  <a:pt x="12300" y="11476"/>
                  <a:pt x="12300" y="10091"/>
                </a:cubicBezTo>
                <a:cubicBezTo>
                  <a:pt x="12300" y="8091"/>
                  <a:pt x="11760" y="6533"/>
                  <a:pt x="10698" y="6533"/>
                </a:cubicBezTo>
                <a:lnTo>
                  <a:pt x="9077" y="6533"/>
                </a:lnTo>
                <a:close/>
                <a:moveTo>
                  <a:pt x="14643" y="6533"/>
                </a:moveTo>
                <a:cubicBezTo>
                  <a:pt x="13515" y="6533"/>
                  <a:pt x="13026" y="7951"/>
                  <a:pt x="13026" y="10249"/>
                </a:cubicBezTo>
                <a:lnTo>
                  <a:pt x="13026" y="16469"/>
                </a:lnTo>
                <a:lnTo>
                  <a:pt x="13932" y="16469"/>
                </a:lnTo>
                <a:lnTo>
                  <a:pt x="13932" y="13994"/>
                </a:lnTo>
                <a:lnTo>
                  <a:pt x="15349" y="13994"/>
                </a:lnTo>
                <a:lnTo>
                  <a:pt x="15349" y="16469"/>
                </a:lnTo>
                <a:lnTo>
                  <a:pt x="16260" y="16469"/>
                </a:lnTo>
                <a:lnTo>
                  <a:pt x="16260" y="10249"/>
                </a:lnTo>
                <a:cubicBezTo>
                  <a:pt x="16260" y="7951"/>
                  <a:pt x="15771" y="6533"/>
                  <a:pt x="14643" y="6533"/>
                </a:cubicBezTo>
                <a:close/>
                <a:moveTo>
                  <a:pt x="10044" y="8407"/>
                </a:moveTo>
                <a:lnTo>
                  <a:pt x="10446" y="8407"/>
                </a:lnTo>
                <a:cubicBezTo>
                  <a:pt x="10998" y="8407"/>
                  <a:pt x="11328" y="8863"/>
                  <a:pt x="11328" y="10091"/>
                </a:cubicBezTo>
                <a:cubicBezTo>
                  <a:pt x="11328" y="11319"/>
                  <a:pt x="10998" y="11837"/>
                  <a:pt x="10446" y="11837"/>
                </a:cubicBezTo>
                <a:lnTo>
                  <a:pt x="10044" y="11837"/>
                </a:lnTo>
                <a:lnTo>
                  <a:pt x="10044" y="8407"/>
                </a:lnTo>
                <a:close/>
                <a:moveTo>
                  <a:pt x="14634" y="8563"/>
                </a:moveTo>
                <a:cubicBezTo>
                  <a:pt x="15139" y="8563"/>
                  <a:pt x="15349" y="9302"/>
                  <a:pt x="15349" y="10814"/>
                </a:cubicBezTo>
                <a:lnTo>
                  <a:pt x="15349" y="11965"/>
                </a:lnTo>
                <a:lnTo>
                  <a:pt x="13932" y="11965"/>
                </a:lnTo>
                <a:lnTo>
                  <a:pt x="13932" y="10814"/>
                </a:lnTo>
                <a:cubicBezTo>
                  <a:pt x="13932" y="9334"/>
                  <a:pt x="14143" y="8563"/>
                  <a:pt x="14634" y="8563"/>
                </a:cubicBezTo>
                <a:close/>
                <a:moveTo>
                  <a:pt x="19985" y="10142"/>
                </a:moveTo>
                <a:lnTo>
                  <a:pt x="19591" y="11692"/>
                </a:lnTo>
                <a:lnTo>
                  <a:pt x="19961" y="13141"/>
                </a:lnTo>
                <a:lnTo>
                  <a:pt x="20347" y="13141"/>
                </a:lnTo>
                <a:lnTo>
                  <a:pt x="20000" y="11775"/>
                </a:lnTo>
                <a:lnTo>
                  <a:pt x="20413" y="10142"/>
                </a:lnTo>
                <a:lnTo>
                  <a:pt x="19985" y="10142"/>
                </a:lnTo>
                <a:close/>
                <a:moveTo>
                  <a:pt x="3254" y="10672"/>
                </a:moveTo>
                <a:lnTo>
                  <a:pt x="3247" y="12194"/>
                </a:lnTo>
                <a:cubicBezTo>
                  <a:pt x="3244" y="13645"/>
                  <a:pt x="3258" y="15117"/>
                  <a:pt x="3258" y="15117"/>
                </a:cubicBezTo>
                <a:cubicBezTo>
                  <a:pt x="3258" y="15117"/>
                  <a:pt x="3061" y="14932"/>
                  <a:pt x="2942" y="14802"/>
                </a:cubicBezTo>
                <a:cubicBezTo>
                  <a:pt x="2594" y="14422"/>
                  <a:pt x="2123" y="13638"/>
                  <a:pt x="1891" y="13130"/>
                </a:cubicBezTo>
                <a:cubicBezTo>
                  <a:pt x="1836" y="13010"/>
                  <a:pt x="1638" y="12511"/>
                  <a:pt x="1603" y="12404"/>
                </a:cubicBezTo>
                <a:cubicBezTo>
                  <a:pt x="1543" y="12218"/>
                  <a:pt x="1489" y="12038"/>
                  <a:pt x="1504" y="11809"/>
                </a:cubicBezTo>
                <a:cubicBezTo>
                  <a:pt x="1519" y="11587"/>
                  <a:pt x="1686" y="11404"/>
                  <a:pt x="1767" y="11327"/>
                </a:cubicBezTo>
                <a:cubicBezTo>
                  <a:pt x="2041" y="11069"/>
                  <a:pt x="2515" y="10856"/>
                  <a:pt x="2767" y="10785"/>
                </a:cubicBezTo>
                <a:cubicBezTo>
                  <a:pt x="2965" y="10728"/>
                  <a:pt x="3253" y="10675"/>
                  <a:pt x="3253" y="10675"/>
                </a:cubicBezTo>
                <a:lnTo>
                  <a:pt x="3254" y="10672"/>
                </a:lnTo>
                <a:close/>
                <a:moveTo>
                  <a:pt x="19337" y="12866"/>
                </a:moveTo>
                <a:lnTo>
                  <a:pt x="18799" y="14978"/>
                </a:lnTo>
                <a:lnTo>
                  <a:pt x="19418" y="17419"/>
                </a:lnTo>
                <a:lnTo>
                  <a:pt x="20492" y="17419"/>
                </a:lnTo>
                <a:lnTo>
                  <a:pt x="19337" y="12866"/>
                </a:lnTo>
                <a:close/>
                <a:moveTo>
                  <a:pt x="9841" y="19029"/>
                </a:moveTo>
                <a:cubicBezTo>
                  <a:pt x="9755" y="19029"/>
                  <a:pt x="9705" y="19184"/>
                  <a:pt x="9705" y="19426"/>
                </a:cubicBezTo>
                <a:cubicBezTo>
                  <a:pt x="9705" y="19833"/>
                  <a:pt x="9860" y="19935"/>
                  <a:pt x="9860" y="20203"/>
                </a:cubicBezTo>
                <a:cubicBezTo>
                  <a:pt x="9860" y="20316"/>
                  <a:pt x="9840" y="20384"/>
                  <a:pt x="9802" y="20384"/>
                </a:cubicBezTo>
                <a:cubicBezTo>
                  <a:pt x="9765" y="20382"/>
                  <a:pt x="9730" y="20348"/>
                  <a:pt x="9702" y="20285"/>
                </a:cubicBezTo>
                <a:lnTo>
                  <a:pt x="9702" y="20514"/>
                </a:lnTo>
                <a:cubicBezTo>
                  <a:pt x="9731" y="20576"/>
                  <a:pt x="9768" y="20611"/>
                  <a:pt x="9805" y="20611"/>
                </a:cubicBezTo>
                <a:cubicBezTo>
                  <a:pt x="9893" y="20611"/>
                  <a:pt x="9949" y="20443"/>
                  <a:pt x="9949" y="20180"/>
                </a:cubicBezTo>
                <a:cubicBezTo>
                  <a:pt x="9949" y="19753"/>
                  <a:pt x="9792" y="19659"/>
                  <a:pt x="9792" y="19400"/>
                </a:cubicBezTo>
                <a:cubicBezTo>
                  <a:pt x="9792" y="19300"/>
                  <a:pt x="9810" y="19247"/>
                  <a:pt x="9849" y="19247"/>
                </a:cubicBezTo>
                <a:cubicBezTo>
                  <a:pt x="9879" y="19250"/>
                  <a:pt x="9908" y="19281"/>
                  <a:pt x="9931" y="19332"/>
                </a:cubicBezTo>
                <a:lnTo>
                  <a:pt x="9931" y="19097"/>
                </a:lnTo>
                <a:cubicBezTo>
                  <a:pt x="9904" y="19051"/>
                  <a:pt x="9873" y="19029"/>
                  <a:pt x="9841" y="19029"/>
                </a:cubicBezTo>
                <a:close/>
                <a:moveTo>
                  <a:pt x="18306" y="19029"/>
                </a:moveTo>
                <a:cubicBezTo>
                  <a:pt x="18182" y="19029"/>
                  <a:pt x="18105" y="19352"/>
                  <a:pt x="18105" y="19820"/>
                </a:cubicBezTo>
                <a:cubicBezTo>
                  <a:pt x="18105" y="20293"/>
                  <a:pt x="18176" y="20613"/>
                  <a:pt x="18308" y="20614"/>
                </a:cubicBezTo>
                <a:cubicBezTo>
                  <a:pt x="18347" y="20615"/>
                  <a:pt x="18385" y="20580"/>
                  <a:pt x="18416" y="20514"/>
                </a:cubicBezTo>
                <a:lnTo>
                  <a:pt x="18416" y="20271"/>
                </a:lnTo>
                <a:cubicBezTo>
                  <a:pt x="18391" y="20344"/>
                  <a:pt x="18356" y="20386"/>
                  <a:pt x="18318" y="20387"/>
                </a:cubicBezTo>
                <a:cubicBezTo>
                  <a:pt x="18245" y="20387"/>
                  <a:pt x="18196" y="20175"/>
                  <a:pt x="18196" y="19820"/>
                </a:cubicBezTo>
                <a:cubicBezTo>
                  <a:pt x="18196" y="19474"/>
                  <a:pt x="18242" y="19247"/>
                  <a:pt x="18315" y="19247"/>
                </a:cubicBezTo>
                <a:cubicBezTo>
                  <a:pt x="18353" y="19248"/>
                  <a:pt x="18390" y="19289"/>
                  <a:pt x="18416" y="19364"/>
                </a:cubicBezTo>
                <a:lnTo>
                  <a:pt x="18416" y="19123"/>
                </a:lnTo>
                <a:cubicBezTo>
                  <a:pt x="18384" y="19060"/>
                  <a:pt x="18345" y="19028"/>
                  <a:pt x="18306" y="19029"/>
                </a:cubicBezTo>
                <a:close/>
                <a:moveTo>
                  <a:pt x="20022" y="19029"/>
                </a:moveTo>
                <a:cubicBezTo>
                  <a:pt x="19881" y="19029"/>
                  <a:pt x="19801" y="19350"/>
                  <a:pt x="19801" y="19820"/>
                </a:cubicBezTo>
                <a:cubicBezTo>
                  <a:pt x="19801" y="20301"/>
                  <a:pt x="19879" y="20615"/>
                  <a:pt x="20025" y="20614"/>
                </a:cubicBezTo>
                <a:cubicBezTo>
                  <a:pt x="20072" y="20615"/>
                  <a:pt x="20117" y="20579"/>
                  <a:pt x="20156" y="20514"/>
                </a:cubicBezTo>
                <a:lnTo>
                  <a:pt x="20156" y="19848"/>
                </a:lnTo>
                <a:lnTo>
                  <a:pt x="20009" y="19848"/>
                </a:lnTo>
                <a:lnTo>
                  <a:pt x="20009" y="20050"/>
                </a:lnTo>
                <a:lnTo>
                  <a:pt x="20072" y="20050"/>
                </a:lnTo>
                <a:lnTo>
                  <a:pt x="20072" y="20373"/>
                </a:lnTo>
                <a:cubicBezTo>
                  <a:pt x="20056" y="20391"/>
                  <a:pt x="20039" y="20400"/>
                  <a:pt x="20021" y="20398"/>
                </a:cubicBezTo>
                <a:cubicBezTo>
                  <a:pt x="19941" y="20398"/>
                  <a:pt x="19893" y="20182"/>
                  <a:pt x="19893" y="19823"/>
                </a:cubicBezTo>
                <a:cubicBezTo>
                  <a:pt x="19893" y="19464"/>
                  <a:pt x="19944" y="19250"/>
                  <a:pt x="20030" y="19250"/>
                </a:cubicBezTo>
                <a:cubicBezTo>
                  <a:pt x="20073" y="19251"/>
                  <a:pt x="20116" y="19294"/>
                  <a:pt x="20148" y="19372"/>
                </a:cubicBezTo>
                <a:lnTo>
                  <a:pt x="20148" y="19125"/>
                </a:lnTo>
                <a:cubicBezTo>
                  <a:pt x="20110" y="19062"/>
                  <a:pt x="20067" y="19028"/>
                  <a:pt x="20022" y="19029"/>
                </a:cubicBezTo>
                <a:close/>
                <a:moveTo>
                  <a:pt x="10040" y="19055"/>
                </a:moveTo>
                <a:lnTo>
                  <a:pt x="10040" y="20582"/>
                </a:lnTo>
                <a:lnTo>
                  <a:pt x="10119" y="20582"/>
                </a:lnTo>
                <a:lnTo>
                  <a:pt x="10119" y="19570"/>
                </a:lnTo>
                <a:lnTo>
                  <a:pt x="10320" y="20588"/>
                </a:lnTo>
                <a:lnTo>
                  <a:pt x="10392" y="20588"/>
                </a:lnTo>
                <a:lnTo>
                  <a:pt x="10392" y="19060"/>
                </a:lnTo>
                <a:lnTo>
                  <a:pt x="10313" y="19060"/>
                </a:lnTo>
                <a:lnTo>
                  <a:pt x="10313" y="20075"/>
                </a:lnTo>
                <a:lnTo>
                  <a:pt x="10112" y="19055"/>
                </a:lnTo>
                <a:lnTo>
                  <a:pt x="10040" y="19055"/>
                </a:lnTo>
                <a:close/>
                <a:moveTo>
                  <a:pt x="12262" y="19055"/>
                </a:moveTo>
                <a:lnTo>
                  <a:pt x="12097" y="20582"/>
                </a:lnTo>
                <a:lnTo>
                  <a:pt x="12184" y="20582"/>
                </a:lnTo>
                <a:lnTo>
                  <a:pt x="12212" y="20305"/>
                </a:lnTo>
                <a:lnTo>
                  <a:pt x="12365" y="20305"/>
                </a:lnTo>
                <a:lnTo>
                  <a:pt x="12392" y="20582"/>
                </a:lnTo>
                <a:lnTo>
                  <a:pt x="12486" y="20582"/>
                </a:lnTo>
                <a:lnTo>
                  <a:pt x="12324" y="19055"/>
                </a:lnTo>
                <a:lnTo>
                  <a:pt x="12262" y="19055"/>
                </a:lnTo>
                <a:close/>
                <a:moveTo>
                  <a:pt x="13422" y="19055"/>
                </a:moveTo>
                <a:lnTo>
                  <a:pt x="13422" y="20582"/>
                </a:lnTo>
                <a:lnTo>
                  <a:pt x="13502" y="20582"/>
                </a:lnTo>
                <a:lnTo>
                  <a:pt x="13502" y="19621"/>
                </a:lnTo>
                <a:lnTo>
                  <a:pt x="13617" y="20251"/>
                </a:lnTo>
                <a:lnTo>
                  <a:pt x="13661" y="20251"/>
                </a:lnTo>
                <a:lnTo>
                  <a:pt x="13777" y="19621"/>
                </a:lnTo>
                <a:lnTo>
                  <a:pt x="13777" y="20582"/>
                </a:lnTo>
                <a:lnTo>
                  <a:pt x="13856" y="20582"/>
                </a:lnTo>
                <a:lnTo>
                  <a:pt x="13856" y="19055"/>
                </a:lnTo>
                <a:lnTo>
                  <a:pt x="13790" y="19055"/>
                </a:lnTo>
                <a:lnTo>
                  <a:pt x="13639" y="19882"/>
                </a:lnTo>
                <a:lnTo>
                  <a:pt x="13489" y="19055"/>
                </a:lnTo>
                <a:lnTo>
                  <a:pt x="13422" y="19055"/>
                </a:lnTo>
                <a:close/>
                <a:moveTo>
                  <a:pt x="14614" y="19055"/>
                </a:moveTo>
                <a:lnTo>
                  <a:pt x="14449" y="20582"/>
                </a:lnTo>
                <a:lnTo>
                  <a:pt x="14536" y="20582"/>
                </a:lnTo>
                <a:lnTo>
                  <a:pt x="14564" y="20305"/>
                </a:lnTo>
                <a:lnTo>
                  <a:pt x="14717" y="20305"/>
                </a:lnTo>
                <a:lnTo>
                  <a:pt x="14744" y="20582"/>
                </a:lnTo>
                <a:lnTo>
                  <a:pt x="14838" y="20582"/>
                </a:lnTo>
                <a:lnTo>
                  <a:pt x="14676" y="19055"/>
                </a:lnTo>
                <a:lnTo>
                  <a:pt x="14614" y="19055"/>
                </a:lnTo>
                <a:close/>
                <a:moveTo>
                  <a:pt x="19074" y="19055"/>
                </a:moveTo>
                <a:lnTo>
                  <a:pt x="18907" y="20582"/>
                </a:lnTo>
                <a:lnTo>
                  <a:pt x="18996" y="20582"/>
                </a:lnTo>
                <a:lnTo>
                  <a:pt x="19024" y="20305"/>
                </a:lnTo>
                <a:lnTo>
                  <a:pt x="19176" y="20305"/>
                </a:lnTo>
                <a:lnTo>
                  <a:pt x="19203" y="20582"/>
                </a:lnTo>
                <a:lnTo>
                  <a:pt x="19297" y="20582"/>
                </a:lnTo>
                <a:lnTo>
                  <a:pt x="19135" y="19055"/>
                </a:lnTo>
                <a:lnTo>
                  <a:pt x="19074" y="19055"/>
                </a:lnTo>
                <a:close/>
                <a:moveTo>
                  <a:pt x="19363" y="19055"/>
                </a:moveTo>
                <a:lnTo>
                  <a:pt x="19363" y="20582"/>
                </a:lnTo>
                <a:lnTo>
                  <a:pt x="19442" y="20582"/>
                </a:lnTo>
                <a:lnTo>
                  <a:pt x="19442" y="19570"/>
                </a:lnTo>
                <a:lnTo>
                  <a:pt x="19643" y="20588"/>
                </a:lnTo>
                <a:lnTo>
                  <a:pt x="19715" y="20588"/>
                </a:lnTo>
                <a:lnTo>
                  <a:pt x="19715" y="19060"/>
                </a:lnTo>
                <a:lnTo>
                  <a:pt x="19637" y="19060"/>
                </a:lnTo>
                <a:lnTo>
                  <a:pt x="19637" y="20075"/>
                </a:lnTo>
                <a:lnTo>
                  <a:pt x="19436" y="19055"/>
                </a:lnTo>
                <a:lnTo>
                  <a:pt x="19363" y="19055"/>
                </a:lnTo>
                <a:close/>
                <a:moveTo>
                  <a:pt x="10784" y="19057"/>
                </a:moveTo>
                <a:lnTo>
                  <a:pt x="10915" y="19979"/>
                </a:lnTo>
                <a:lnTo>
                  <a:pt x="10916" y="20582"/>
                </a:lnTo>
                <a:lnTo>
                  <a:pt x="11006" y="20582"/>
                </a:lnTo>
                <a:lnTo>
                  <a:pt x="11006" y="19979"/>
                </a:lnTo>
                <a:lnTo>
                  <a:pt x="11136" y="19057"/>
                </a:lnTo>
                <a:lnTo>
                  <a:pt x="11043" y="19057"/>
                </a:lnTo>
                <a:lnTo>
                  <a:pt x="10961" y="19701"/>
                </a:lnTo>
                <a:lnTo>
                  <a:pt x="10878" y="19057"/>
                </a:lnTo>
                <a:lnTo>
                  <a:pt x="10784" y="19057"/>
                </a:lnTo>
                <a:close/>
                <a:moveTo>
                  <a:pt x="9077" y="19060"/>
                </a:moveTo>
                <a:lnTo>
                  <a:pt x="9077" y="20582"/>
                </a:lnTo>
                <a:lnTo>
                  <a:pt x="9200" y="20582"/>
                </a:lnTo>
                <a:cubicBezTo>
                  <a:pt x="9356" y="20582"/>
                  <a:pt x="9429" y="20278"/>
                  <a:pt x="9429" y="19823"/>
                </a:cubicBezTo>
                <a:cubicBezTo>
                  <a:pt x="9429" y="19367"/>
                  <a:pt x="9350" y="19060"/>
                  <a:pt x="9184" y="19060"/>
                </a:cubicBezTo>
                <a:lnTo>
                  <a:pt x="9077" y="19060"/>
                </a:lnTo>
                <a:close/>
                <a:moveTo>
                  <a:pt x="9518" y="19060"/>
                </a:moveTo>
                <a:lnTo>
                  <a:pt x="9518" y="20582"/>
                </a:lnTo>
                <a:lnTo>
                  <a:pt x="9607" y="20582"/>
                </a:lnTo>
                <a:lnTo>
                  <a:pt x="9608" y="19060"/>
                </a:lnTo>
                <a:lnTo>
                  <a:pt x="9518" y="19060"/>
                </a:lnTo>
                <a:close/>
                <a:moveTo>
                  <a:pt x="10498" y="19060"/>
                </a:moveTo>
                <a:lnTo>
                  <a:pt x="10498" y="20582"/>
                </a:lnTo>
                <a:lnTo>
                  <a:pt x="10743" y="20582"/>
                </a:lnTo>
                <a:lnTo>
                  <a:pt x="10743" y="20373"/>
                </a:lnTo>
                <a:lnTo>
                  <a:pt x="10587" y="20373"/>
                </a:lnTo>
                <a:lnTo>
                  <a:pt x="10587" y="19879"/>
                </a:lnTo>
                <a:lnTo>
                  <a:pt x="10723" y="19879"/>
                </a:lnTo>
                <a:lnTo>
                  <a:pt x="10723" y="19670"/>
                </a:lnTo>
                <a:lnTo>
                  <a:pt x="10587" y="19670"/>
                </a:lnTo>
                <a:lnTo>
                  <a:pt x="10587" y="19270"/>
                </a:lnTo>
                <a:lnTo>
                  <a:pt x="10743" y="19270"/>
                </a:lnTo>
                <a:lnTo>
                  <a:pt x="10743" y="19060"/>
                </a:lnTo>
                <a:lnTo>
                  <a:pt x="10498" y="19060"/>
                </a:lnTo>
                <a:close/>
                <a:moveTo>
                  <a:pt x="11406" y="19060"/>
                </a:moveTo>
                <a:lnTo>
                  <a:pt x="11406" y="20582"/>
                </a:lnTo>
                <a:lnTo>
                  <a:pt x="11497" y="20582"/>
                </a:lnTo>
                <a:lnTo>
                  <a:pt x="11497" y="20016"/>
                </a:lnTo>
                <a:lnTo>
                  <a:pt x="11539" y="20016"/>
                </a:lnTo>
                <a:lnTo>
                  <a:pt x="11642" y="20582"/>
                </a:lnTo>
                <a:lnTo>
                  <a:pt x="11741" y="20582"/>
                </a:lnTo>
                <a:lnTo>
                  <a:pt x="11626" y="19959"/>
                </a:lnTo>
                <a:cubicBezTo>
                  <a:pt x="11675" y="19887"/>
                  <a:pt x="11699" y="19727"/>
                  <a:pt x="11699" y="19534"/>
                </a:cubicBezTo>
                <a:cubicBezTo>
                  <a:pt x="11699" y="19253"/>
                  <a:pt x="11643" y="19060"/>
                  <a:pt x="11538" y="19060"/>
                </a:cubicBezTo>
                <a:lnTo>
                  <a:pt x="11406" y="19060"/>
                </a:lnTo>
                <a:close/>
                <a:moveTo>
                  <a:pt x="11804" y="19060"/>
                </a:moveTo>
                <a:lnTo>
                  <a:pt x="11804" y="20582"/>
                </a:lnTo>
                <a:lnTo>
                  <a:pt x="12049" y="20582"/>
                </a:lnTo>
                <a:lnTo>
                  <a:pt x="12049" y="20373"/>
                </a:lnTo>
                <a:lnTo>
                  <a:pt x="11894" y="20373"/>
                </a:lnTo>
                <a:lnTo>
                  <a:pt x="11894" y="19879"/>
                </a:lnTo>
                <a:lnTo>
                  <a:pt x="12029" y="19879"/>
                </a:lnTo>
                <a:lnTo>
                  <a:pt x="12029" y="19670"/>
                </a:lnTo>
                <a:lnTo>
                  <a:pt x="11894" y="19670"/>
                </a:lnTo>
                <a:lnTo>
                  <a:pt x="11894" y="19270"/>
                </a:lnTo>
                <a:lnTo>
                  <a:pt x="12049" y="19270"/>
                </a:lnTo>
                <a:lnTo>
                  <a:pt x="12049" y="19060"/>
                </a:lnTo>
                <a:lnTo>
                  <a:pt x="11804" y="19060"/>
                </a:lnTo>
                <a:close/>
                <a:moveTo>
                  <a:pt x="12552" y="19060"/>
                </a:moveTo>
                <a:lnTo>
                  <a:pt x="12552" y="20582"/>
                </a:lnTo>
                <a:lnTo>
                  <a:pt x="12795" y="20582"/>
                </a:lnTo>
                <a:lnTo>
                  <a:pt x="12795" y="20370"/>
                </a:lnTo>
                <a:lnTo>
                  <a:pt x="12641" y="20370"/>
                </a:lnTo>
                <a:lnTo>
                  <a:pt x="12641" y="19060"/>
                </a:lnTo>
                <a:lnTo>
                  <a:pt x="12552" y="19060"/>
                </a:lnTo>
                <a:close/>
                <a:moveTo>
                  <a:pt x="12827" y="19060"/>
                </a:moveTo>
                <a:lnTo>
                  <a:pt x="12827" y="19270"/>
                </a:lnTo>
                <a:lnTo>
                  <a:pt x="12946" y="19270"/>
                </a:lnTo>
                <a:lnTo>
                  <a:pt x="12946" y="20582"/>
                </a:lnTo>
                <a:lnTo>
                  <a:pt x="13036" y="20582"/>
                </a:lnTo>
                <a:lnTo>
                  <a:pt x="13036" y="19270"/>
                </a:lnTo>
                <a:lnTo>
                  <a:pt x="13154" y="19270"/>
                </a:lnTo>
                <a:lnTo>
                  <a:pt x="13154" y="19060"/>
                </a:lnTo>
                <a:lnTo>
                  <a:pt x="12827" y="19060"/>
                </a:lnTo>
                <a:close/>
                <a:moveTo>
                  <a:pt x="13224" y="19060"/>
                </a:moveTo>
                <a:lnTo>
                  <a:pt x="13224" y="20582"/>
                </a:lnTo>
                <a:lnTo>
                  <a:pt x="13313" y="20582"/>
                </a:lnTo>
                <a:lnTo>
                  <a:pt x="13313" y="19060"/>
                </a:lnTo>
                <a:lnTo>
                  <a:pt x="13224" y="19060"/>
                </a:lnTo>
                <a:close/>
                <a:moveTo>
                  <a:pt x="13963" y="19060"/>
                </a:moveTo>
                <a:lnTo>
                  <a:pt x="13963" y="20582"/>
                </a:lnTo>
                <a:lnTo>
                  <a:pt x="14208" y="20582"/>
                </a:lnTo>
                <a:lnTo>
                  <a:pt x="14208" y="20373"/>
                </a:lnTo>
                <a:lnTo>
                  <a:pt x="14052" y="20373"/>
                </a:lnTo>
                <a:lnTo>
                  <a:pt x="14052" y="19879"/>
                </a:lnTo>
                <a:lnTo>
                  <a:pt x="14187" y="19879"/>
                </a:lnTo>
                <a:lnTo>
                  <a:pt x="14187" y="19670"/>
                </a:lnTo>
                <a:lnTo>
                  <a:pt x="14052" y="19670"/>
                </a:lnTo>
                <a:lnTo>
                  <a:pt x="14052" y="19270"/>
                </a:lnTo>
                <a:lnTo>
                  <a:pt x="14208" y="19270"/>
                </a:lnTo>
                <a:lnTo>
                  <a:pt x="14208" y="19060"/>
                </a:lnTo>
                <a:lnTo>
                  <a:pt x="13963" y="19060"/>
                </a:lnTo>
                <a:close/>
                <a:moveTo>
                  <a:pt x="14904" y="19060"/>
                </a:moveTo>
                <a:lnTo>
                  <a:pt x="14904" y="20582"/>
                </a:lnTo>
                <a:lnTo>
                  <a:pt x="15026" y="20582"/>
                </a:lnTo>
                <a:cubicBezTo>
                  <a:pt x="15181" y="20582"/>
                  <a:pt x="15255" y="20278"/>
                  <a:pt x="15255" y="19823"/>
                </a:cubicBezTo>
                <a:cubicBezTo>
                  <a:pt x="15255" y="19367"/>
                  <a:pt x="15176" y="19060"/>
                  <a:pt x="15010" y="19060"/>
                </a:cubicBezTo>
                <a:lnTo>
                  <a:pt x="14904" y="19060"/>
                </a:lnTo>
                <a:close/>
                <a:moveTo>
                  <a:pt x="17399" y="19060"/>
                </a:moveTo>
                <a:lnTo>
                  <a:pt x="17399" y="20582"/>
                </a:lnTo>
                <a:lnTo>
                  <a:pt x="17644" y="20582"/>
                </a:lnTo>
                <a:lnTo>
                  <a:pt x="17644" y="20373"/>
                </a:lnTo>
                <a:lnTo>
                  <a:pt x="17489" y="20373"/>
                </a:lnTo>
                <a:lnTo>
                  <a:pt x="17489" y="19879"/>
                </a:lnTo>
                <a:lnTo>
                  <a:pt x="17624" y="19879"/>
                </a:lnTo>
                <a:lnTo>
                  <a:pt x="17624" y="19670"/>
                </a:lnTo>
                <a:lnTo>
                  <a:pt x="17489" y="19670"/>
                </a:lnTo>
                <a:lnTo>
                  <a:pt x="17489" y="19270"/>
                </a:lnTo>
                <a:lnTo>
                  <a:pt x="17644" y="19270"/>
                </a:lnTo>
                <a:lnTo>
                  <a:pt x="17644" y="19060"/>
                </a:lnTo>
                <a:lnTo>
                  <a:pt x="17399" y="19060"/>
                </a:lnTo>
                <a:close/>
                <a:moveTo>
                  <a:pt x="17705" y="19060"/>
                </a:moveTo>
                <a:lnTo>
                  <a:pt x="17830" y="19786"/>
                </a:lnTo>
                <a:lnTo>
                  <a:pt x="17697" y="20582"/>
                </a:lnTo>
                <a:lnTo>
                  <a:pt x="17789" y="20582"/>
                </a:lnTo>
                <a:lnTo>
                  <a:pt x="17873" y="20038"/>
                </a:lnTo>
                <a:lnTo>
                  <a:pt x="17959" y="20585"/>
                </a:lnTo>
                <a:lnTo>
                  <a:pt x="18055" y="20585"/>
                </a:lnTo>
                <a:lnTo>
                  <a:pt x="17922" y="19803"/>
                </a:lnTo>
                <a:lnTo>
                  <a:pt x="18045" y="19060"/>
                </a:lnTo>
                <a:lnTo>
                  <a:pt x="17953" y="19060"/>
                </a:lnTo>
                <a:lnTo>
                  <a:pt x="17878" y="19551"/>
                </a:lnTo>
                <a:lnTo>
                  <a:pt x="17799" y="19060"/>
                </a:lnTo>
                <a:lnTo>
                  <a:pt x="17705" y="19060"/>
                </a:lnTo>
                <a:close/>
                <a:moveTo>
                  <a:pt x="18503" y="19060"/>
                </a:moveTo>
                <a:lnTo>
                  <a:pt x="18503" y="20582"/>
                </a:lnTo>
                <a:lnTo>
                  <a:pt x="18593" y="20582"/>
                </a:lnTo>
                <a:lnTo>
                  <a:pt x="18593" y="19888"/>
                </a:lnTo>
                <a:lnTo>
                  <a:pt x="18752" y="19888"/>
                </a:lnTo>
                <a:lnTo>
                  <a:pt x="18752" y="20582"/>
                </a:lnTo>
                <a:lnTo>
                  <a:pt x="18842" y="20582"/>
                </a:lnTo>
                <a:lnTo>
                  <a:pt x="18842" y="19060"/>
                </a:lnTo>
                <a:lnTo>
                  <a:pt x="18752" y="19060"/>
                </a:lnTo>
                <a:lnTo>
                  <a:pt x="18752" y="19667"/>
                </a:lnTo>
                <a:lnTo>
                  <a:pt x="18593" y="19667"/>
                </a:lnTo>
                <a:lnTo>
                  <a:pt x="18593" y="19060"/>
                </a:lnTo>
                <a:lnTo>
                  <a:pt x="18503" y="19060"/>
                </a:lnTo>
                <a:close/>
                <a:moveTo>
                  <a:pt x="20247" y="19060"/>
                </a:moveTo>
                <a:lnTo>
                  <a:pt x="20247" y="20582"/>
                </a:lnTo>
                <a:lnTo>
                  <a:pt x="20492" y="20582"/>
                </a:lnTo>
                <a:lnTo>
                  <a:pt x="20492" y="20373"/>
                </a:lnTo>
                <a:lnTo>
                  <a:pt x="20337" y="20373"/>
                </a:lnTo>
                <a:lnTo>
                  <a:pt x="20337" y="19879"/>
                </a:lnTo>
                <a:lnTo>
                  <a:pt x="20472" y="19879"/>
                </a:lnTo>
                <a:lnTo>
                  <a:pt x="20472" y="19670"/>
                </a:lnTo>
                <a:lnTo>
                  <a:pt x="20337" y="19670"/>
                </a:lnTo>
                <a:lnTo>
                  <a:pt x="20337" y="19270"/>
                </a:lnTo>
                <a:lnTo>
                  <a:pt x="20492" y="19270"/>
                </a:lnTo>
                <a:lnTo>
                  <a:pt x="20492" y="19060"/>
                </a:lnTo>
                <a:lnTo>
                  <a:pt x="20247" y="19060"/>
                </a:lnTo>
                <a:close/>
                <a:moveTo>
                  <a:pt x="11497" y="19267"/>
                </a:moveTo>
                <a:lnTo>
                  <a:pt x="11523" y="19267"/>
                </a:lnTo>
                <a:cubicBezTo>
                  <a:pt x="11577" y="19267"/>
                  <a:pt x="11608" y="19351"/>
                  <a:pt x="11608" y="19534"/>
                </a:cubicBezTo>
                <a:cubicBezTo>
                  <a:pt x="11608" y="19725"/>
                  <a:pt x="11577" y="19806"/>
                  <a:pt x="11523" y="19806"/>
                </a:cubicBezTo>
                <a:lnTo>
                  <a:pt x="11497" y="19806"/>
                </a:lnTo>
                <a:lnTo>
                  <a:pt x="11497" y="19267"/>
                </a:lnTo>
                <a:close/>
                <a:moveTo>
                  <a:pt x="9167" y="19270"/>
                </a:moveTo>
                <a:lnTo>
                  <a:pt x="9193" y="19270"/>
                </a:lnTo>
                <a:cubicBezTo>
                  <a:pt x="9288" y="19270"/>
                  <a:pt x="9336" y="19457"/>
                  <a:pt x="9336" y="19823"/>
                </a:cubicBezTo>
                <a:cubicBezTo>
                  <a:pt x="9336" y="20173"/>
                  <a:pt x="9288" y="20373"/>
                  <a:pt x="9193" y="20373"/>
                </a:cubicBezTo>
                <a:lnTo>
                  <a:pt x="9167" y="20373"/>
                </a:lnTo>
                <a:lnTo>
                  <a:pt x="9167" y="19270"/>
                </a:lnTo>
                <a:close/>
                <a:moveTo>
                  <a:pt x="14993" y="19270"/>
                </a:moveTo>
                <a:lnTo>
                  <a:pt x="15019" y="19270"/>
                </a:lnTo>
                <a:cubicBezTo>
                  <a:pt x="15114" y="19270"/>
                  <a:pt x="15162" y="19457"/>
                  <a:pt x="15162" y="19823"/>
                </a:cubicBezTo>
                <a:cubicBezTo>
                  <a:pt x="15162" y="20173"/>
                  <a:pt x="15114" y="20373"/>
                  <a:pt x="15019" y="20373"/>
                </a:cubicBezTo>
                <a:lnTo>
                  <a:pt x="14993" y="20373"/>
                </a:lnTo>
                <a:lnTo>
                  <a:pt x="14993" y="19270"/>
                </a:lnTo>
                <a:close/>
                <a:moveTo>
                  <a:pt x="12289" y="19531"/>
                </a:moveTo>
                <a:lnTo>
                  <a:pt x="12344" y="20092"/>
                </a:lnTo>
                <a:lnTo>
                  <a:pt x="12233" y="20092"/>
                </a:lnTo>
                <a:lnTo>
                  <a:pt x="12289" y="19531"/>
                </a:lnTo>
                <a:close/>
                <a:moveTo>
                  <a:pt x="14641" y="19531"/>
                </a:moveTo>
                <a:lnTo>
                  <a:pt x="14696" y="20092"/>
                </a:lnTo>
                <a:lnTo>
                  <a:pt x="14585" y="20092"/>
                </a:lnTo>
                <a:lnTo>
                  <a:pt x="14641" y="19531"/>
                </a:lnTo>
                <a:close/>
                <a:moveTo>
                  <a:pt x="19101" y="19531"/>
                </a:moveTo>
                <a:lnTo>
                  <a:pt x="19156" y="20092"/>
                </a:lnTo>
                <a:lnTo>
                  <a:pt x="19043" y="20092"/>
                </a:lnTo>
                <a:lnTo>
                  <a:pt x="19101" y="19531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883" name="Shape"/>
          <p:cNvSpPr/>
          <p:nvPr/>
        </p:nvSpPr>
        <p:spPr>
          <a:xfrm>
            <a:off x="1480958" y="6285788"/>
            <a:ext cx="4048968" cy="5686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3" h="21404" fill="norm" stroke="1" extrusionOk="0">
                <a:moveTo>
                  <a:pt x="612" y="9"/>
                </a:moveTo>
                <a:cubicBezTo>
                  <a:pt x="496" y="41"/>
                  <a:pt x="341" y="209"/>
                  <a:pt x="219" y="446"/>
                </a:cubicBezTo>
                <a:cubicBezTo>
                  <a:pt x="133" y="612"/>
                  <a:pt x="74" y="876"/>
                  <a:pt x="33" y="1386"/>
                </a:cubicBezTo>
                <a:cubicBezTo>
                  <a:pt x="12" y="1641"/>
                  <a:pt x="-7" y="1918"/>
                  <a:pt x="3" y="2200"/>
                </a:cubicBezTo>
                <a:cubicBezTo>
                  <a:pt x="12" y="2439"/>
                  <a:pt x="61" y="2524"/>
                  <a:pt x="100" y="2567"/>
                </a:cubicBezTo>
                <a:cubicBezTo>
                  <a:pt x="137" y="2609"/>
                  <a:pt x="222" y="2640"/>
                  <a:pt x="245" y="2446"/>
                </a:cubicBezTo>
                <a:cubicBezTo>
                  <a:pt x="254" y="2362"/>
                  <a:pt x="253" y="2282"/>
                  <a:pt x="245" y="2181"/>
                </a:cubicBezTo>
                <a:cubicBezTo>
                  <a:pt x="237" y="2075"/>
                  <a:pt x="216" y="2000"/>
                  <a:pt x="195" y="1972"/>
                </a:cubicBezTo>
                <a:cubicBezTo>
                  <a:pt x="172" y="1942"/>
                  <a:pt x="127" y="1921"/>
                  <a:pt x="117" y="1888"/>
                </a:cubicBezTo>
                <a:cubicBezTo>
                  <a:pt x="111" y="1871"/>
                  <a:pt x="105" y="1851"/>
                  <a:pt x="105" y="1851"/>
                </a:cubicBezTo>
                <a:cubicBezTo>
                  <a:pt x="105" y="1851"/>
                  <a:pt x="107" y="1828"/>
                  <a:pt x="109" y="1814"/>
                </a:cubicBezTo>
                <a:cubicBezTo>
                  <a:pt x="114" y="1788"/>
                  <a:pt x="131" y="1739"/>
                  <a:pt x="141" y="1721"/>
                </a:cubicBezTo>
                <a:cubicBezTo>
                  <a:pt x="154" y="1700"/>
                  <a:pt x="169" y="1665"/>
                  <a:pt x="183" y="1637"/>
                </a:cubicBezTo>
                <a:cubicBezTo>
                  <a:pt x="283" y="1442"/>
                  <a:pt x="480" y="1412"/>
                  <a:pt x="570" y="1437"/>
                </a:cubicBezTo>
                <a:cubicBezTo>
                  <a:pt x="921" y="1529"/>
                  <a:pt x="1248" y="2078"/>
                  <a:pt x="1578" y="3037"/>
                </a:cubicBezTo>
                <a:cubicBezTo>
                  <a:pt x="1902" y="3977"/>
                  <a:pt x="2270" y="5582"/>
                  <a:pt x="2484" y="7530"/>
                </a:cubicBezTo>
                <a:cubicBezTo>
                  <a:pt x="2566" y="8268"/>
                  <a:pt x="2667" y="9477"/>
                  <a:pt x="2679" y="10498"/>
                </a:cubicBezTo>
                <a:cubicBezTo>
                  <a:pt x="2691" y="11432"/>
                  <a:pt x="2649" y="12328"/>
                  <a:pt x="2568" y="12982"/>
                </a:cubicBezTo>
                <a:cubicBezTo>
                  <a:pt x="2507" y="13476"/>
                  <a:pt x="2426" y="13842"/>
                  <a:pt x="2337" y="14135"/>
                </a:cubicBezTo>
                <a:cubicBezTo>
                  <a:pt x="2136" y="14805"/>
                  <a:pt x="1892" y="14939"/>
                  <a:pt x="1673" y="14898"/>
                </a:cubicBezTo>
                <a:cubicBezTo>
                  <a:pt x="1644" y="14893"/>
                  <a:pt x="1536" y="14828"/>
                  <a:pt x="1510" y="14800"/>
                </a:cubicBezTo>
                <a:cubicBezTo>
                  <a:pt x="1466" y="14750"/>
                  <a:pt x="1410" y="14670"/>
                  <a:pt x="1410" y="14670"/>
                </a:cubicBezTo>
                <a:lnTo>
                  <a:pt x="1395" y="9889"/>
                </a:lnTo>
                <a:cubicBezTo>
                  <a:pt x="1395" y="9889"/>
                  <a:pt x="1464" y="9906"/>
                  <a:pt x="1512" y="9926"/>
                </a:cubicBezTo>
                <a:cubicBezTo>
                  <a:pt x="1634" y="9977"/>
                  <a:pt x="1888" y="10272"/>
                  <a:pt x="2015" y="10628"/>
                </a:cubicBezTo>
                <a:cubicBezTo>
                  <a:pt x="2042" y="10703"/>
                  <a:pt x="2071" y="10820"/>
                  <a:pt x="2073" y="11010"/>
                </a:cubicBezTo>
                <a:cubicBezTo>
                  <a:pt x="2075" y="11156"/>
                  <a:pt x="2059" y="11282"/>
                  <a:pt x="2041" y="11396"/>
                </a:cubicBezTo>
                <a:cubicBezTo>
                  <a:pt x="2032" y="11451"/>
                  <a:pt x="2023" y="11498"/>
                  <a:pt x="2012" y="11540"/>
                </a:cubicBezTo>
                <a:cubicBezTo>
                  <a:pt x="1990" y="11622"/>
                  <a:pt x="1953" y="11758"/>
                  <a:pt x="1950" y="11782"/>
                </a:cubicBezTo>
                <a:cubicBezTo>
                  <a:pt x="1943" y="11847"/>
                  <a:pt x="1943" y="11942"/>
                  <a:pt x="1953" y="11996"/>
                </a:cubicBezTo>
                <a:cubicBezTo>
                  <a:pt x="1977" y="12129"/>
                  <a:pt x="2056" y="12204"/>
                  <a:pt x="2077" y="12196"/>
                </a:cubicBezTo>
                <a:cubicBezTo>
                  <a:pt x="2148" y="12168"/>
                  <a:pt x="2218" y="11830"/>
                  <a:pt x="2255" y="11372"/>
                </a:cubicBezTo>
                <a:cubicBezTo>
                  <a:pt x="2288" y="10967"/>
                  <a:pt x="2292" y="10657"/>
                  <a:pt x="2270" y="10210"/>
                </a:cubicBezTo>
                <a:cubicBezTo>
                  <a:pt x="2247" y="9720"/>
                  <a:pt x="2175" y="9256"/>
                  <a:pt x="2098" y="8982"/>
                </a:cubicBezTo>
                <a:cubicBezTo>
                  <a:pt x="2005" y="8648"/>
                  <a:pt x="1843" y="8396"/>
                  <a:pt x="1760" y="8302"/>
                </a:cubicBezTo>
                <a:cubicBezTo>
                  <a:pt x="1694" y="8229"/>
                  <a:pt x="1625" y="8159"/>
                  <a:pt x="1562" y="8149"/>
                </a:cubicBezTo>
                <a:cubicBezTo>
                  <a:pt x="1498" y="8136"/>
                  <a:pt x="1393" y="8158"/>
                  <a:pt x="1393" y="8158"/>
                </a:cubicBezTo>
                <a:cubicBezTo>
                  <a:pt x="1393" y="8158"/>
                  <a:pt x="1391" y="7511"/>
                  <a:pt x="1387" y="7079"/>
                </a:cubicBezTo>
                <a:cubicBezTo>
                  <a:pt x="1380" y="6370"/>
                  <a:pt x="1352" y="4978"/>
                  <a:pt x="1261" y="4577"/>
                </a:cubicBezTo>
                <a:cubicBezTo>
                  <a:pt x="1244" y="4505"/>
                  <a:pt x="1223" y="4495"/>
                  <a:pt x="1212" y="4605"/>
                </a:cubicBezTo>
                <a:cubicBezTo>
                  <a:pt x="1194" y="4769"/>
                  <a:pt x="1177" y="5392"/>
                  <a:pt x="1173" y="5554"/>
                </a:cubicBezTo>
                <a:cubicBezTo>
                  <a:pt x="1165" y="5853"/>
                  <a:pt x="1142" y="7267"/>
                  <a:pt x="1143" y="7484"/>
                </a:cubicBezTo>
                <a:cubicBezTo>
                  <a:pt x="1143" y="7702"/>
                  <a:pt x="1141" y="8302"/>
                  <a:pt x="1139" y="8321"/>
                </a:cubicBezTo>
                <a:cubicBezTo>
                  <a:pt x="1138" y="8330"/>
                  <a:pt x="1136" y="8336"/>
                  <a:pt x="1135" y="8344"/>
                </a:cubicBezTo>
                <a:cubicBezTo>
                  <a:pt x="1131" y="8360"/>
                  <a:pt x="1073" y="8436"/>
                  <a:pt x="1035" y="8475"/>
                </a:cubicBezTo>
                <a:cubicBezTo>
                  <a:pt x="956" y="8557"/>
                  <a:pt x="764" y="8998"/>
                  <a:pt x="702" y="9191"/>
                </a:cubicBezTo>
                <a:cubicBezTo>
                  <a:pt x="618" y="9450"/>
                  <a:pt x="495" y="9902"/>
                  <a:pt x="461" y="10507"/>
                </a:cubicBezTo>
                <a:cubicBezTo>
                  <a:pt x="436" y="10941"/>
                  <a:pt x="445" y="11307"/>
                  <a:pt x="478" y="11717"/>
                </a:cubicBezTo>
                <a:cubicBezTo>
                  <a:pt x="520" y="12240"/>
                  <a:pt x="575" y="12651"/>
                  <a:pt x="637" y="13061"/>
                </a:cubicBezTo>
                <a:cubicBezTo>
                  <a:pt x="658" y="13206"/>
                  <a:pt x="757" y="13790"/>
                  <a:pt x="780" y="13912"/>
                </a:cubicBezTo>
                <a:cubicBezTo>
                  <a:pt x="863" y="14346"/>
                  <a:pt x="959" y="14768"/>
                  <a:pt x="1059" y="15117"/>
                </a:cubicBezTo>
                <a:cubicBezTo>
                  <a:pt x="1092" y="15231"/>
                  <a:pt x="1130" y="15363"/>
                  <a:pt x="1130" y="15363"/>
                </a:cubicBezTo>
                <a:cubicBezTo>
                  <a:pt x="1130" y="15363"/>
                  <a:pt x="1138" y="15915"/>
                  <a:pt x="1145" y="16233"/>
                </a:cubicBezTo>
                <a:cubicBezTo>
                  <a:pt x="1154" y="16630"/>
                  <a:pt x="1174" y="16974"/>
                  <a:pt x="1226" y="17131"/>
                </a:cubicBezTo>
                <a:cubicBezTo>
                  <a:pt x="1258" y="17227"/>
                  <a:pt x="1294" y="17213"/>
                  <a:pt x="1329" y="17168"/>
                </a:cubicBezTo>
                <a:cubicBezTo>
                  <a:pt x="1357" y="17129"/>
                  <a:pt x="1377" y="17040"/>
                  <a:pt x="1389" y="16866"/>
                </a:cubicBezTo>
                <a:cubicBezTo>
                  <a:pt x="1393" y="16800"/>
                  <a:pt x="1401" y="16597"/>
                  <a:pt x="1402" y="16521"/>
                </a:cubicBezTo>
                <a:cubicBezTo>
                  <a:pt x="1405" y="16354"/>
                  <a:pt x="1405" y="16117"/>
                  <a:pt x="1405" y="16117"/>
                </a:cubicBezTo>
                <a:cubicBezTo>
                  <a:pt x="1405" y="16117"/>
                  <a:pt x="1489" y="16254"/>
                  <a:pt x="1546" y="16326"/>
                </a:cubicBezTo>
                <a:cubicBezTo>
                  <a:pt x="1710" y="16540"/>
                  <a:pt x="1888" y="16561"/>
                  <a:pt x="2044" y="16428"/>
                </a:cubicBezTo>
                <a:cubicBezTo>
                  <a:pt x="2272" y="16231"/>
                  <a:pt x="2539" y="15632"/>
                  <a:pt x="2711" y="14582"/>
                </a:cubicBezTo>
                <a:cubicBezTo>
                  <a:pt x="2757" y="14299"/>
                  <a:pt x="2835" y="13641"/>
                  <a:pt x="2868" y="13224"/>
                </a:cubicBezTo>
                <a:cubicBezTo>
                  <a:pt x="2887" y="12980"/>
                  <a:pt x="2906" y="12735"/>
                  <a:pt x="2924" y="12437"/>
                </a:cubicBezTo>
                <a:cubicBezTo>
                  <a:pt x="2928" y="12377"/>
                  <a:pt x="2950" y="11887"/>
                  <a:pt x="2954" y="11675"/>
                </a:cubicBezTo>
                <a:cubicBezTo>
                  <a:pt x="2956" y="11583"/>
                  <a:pt x="2970" y="10886"/>
                  <a:pt x="2964" y="10516"/>
                </a:cubicBezTo>
                <a:cubicBezTo>
                  <a:pt x="2965" y="10361"/>
                  <a:pt x="2953" y="9955"/>
                  <a:pt x="2952" y="9884"/>
                </a:cubicBezTo>
                <a:cubicBezTo>
                  <a:pt x="2951" y="9876"/>
                  <a:pt x="2945" y="9679"/>
                  <a:pt x="2940" y="9544"/>
                </a:cubicBezTo>
                <a:cubicBezTo>
                  <a:pt x="2936" y="9409"/>
                  <a:pt x="2909" y="8940"/>
                  <a:pt x="2903" y="8861"/>
                </a:cubicBezTo>
                <a:cubicBezTo>
                  <a:pt x="2885" y="8632"/>
                  <a:pt x="2873" y="8439"/>
                  <a:pt x="2859" y="8242"/>
                </a:cubicBezTo>
                <a:cubicBezTo>
                  <a:pt x="2801" y="7418"/>
                  <a:pt x="2681" y="6381"/>
                  <a:pt x="2584" y="5702"/>
                </a:cubicBezTo>
                <a:cubicBezTo>
                  <a:pt x="2534" y="5351"/>
                  <a:pt x="2464" y="4915"/>
                  <a:pt x="2411" y="4609"/>
                </a:cubicBezTo>
                <a:cubicBezTo>
                  <a:pt x="2386" y="4460"/>
                  <a:pt x="2223" y="3613"/>
                  <a:pt x="2195" y="3484"/>
                </a:cubicBezTo>
                <a:cubicBezTo>
                  <a:pt x="2107" y="3075"/>
                  <a:pt x="1950" y="2452"/>
                  <a:pt x="1850" y="2112"/>
                </a:cubicBezTo>
                <a:cubicBezTo>
                  <a:pt x="1711" y="1638"/>
                  <a:pt x="1521" y="1119"/>
                  <a:pt x="1375" y="809"/>
                </a:cubicBezTo>
                <a:cubicBezTo>
                  <a:pt x="1122" y="266"/>
                  <a:pt x="873" y="-61"/>
                  <a:pt x="612" y="9"/>
                </a:cubicBezTo>
                <a:close/>
                <a:moveTo>
                  <a:pt x="3436" y="1372"/>
                </a:moveTo>
                <a:cubicBezTo>
                  <a:pt x="3352" y="1333"/>
                  <a:pt x="3259" y="1484"/>
                  <a:pt x="3190" y="1688"/>
                </a:cubicBezTo>
                <a:cubicBezTo>
                  <a:pt x="3093" y="1977"/>
                  <a:pt x="3004" y="2405"/>
                  <a:pt x="2936" y="2916"/>
                </a:cubicBezTo>
                <a:cubicBezTo>
                  <a:pt x="2869" y="3422"/>
                  <a:pt x="2817" y="4062"/>
                  <a:pt x="2822" y="4758"/>
                </a:cubicBezTo>
                <a:cubicBezTo>
                  <a:pt x="2824" y="4982"/>
                  <a:pt x="2837" y="5327"/>
                  <a:pt x="2853" y="5526"/>
                </a:cubicBezTo>
                <a:cubicBezTo>
                  <a:pt x="2866" y="5694"/>
                  <a:pt x="2891" y="5875"/>
                  <a:pt x="2897" y="6051"/>
                </a:cubicBezTo>
                <a:cubicBezTo>
                  <a:pt x="2900" y="6156"/>
                  <a:pt x="2897" y="6295"/>
                  <a:pt x="2898" y="6419"/>
                </a:cubicBezTo>
                <a:cubicBezTo>
                  <a:pt x="2899" y="6702"/>
                  <a:pt x="2916" y="6994"/>
                  <a:pt x="2946" y="7182"/>
                </a:cubicBezTo>
                <a:cubicBezTo>
                  <a:pt x="2968" y="7316"/>
                  <a:pt x="2987" y="7306"/>
                  <a:pt x="3009" y="7191"/>
                </a:cubicBezTo>
                <a:cubicBezTo>
                  <a:pt x="3015" y="7159"/>
                  <a:pt x="3025" y="7081"/>
                  <a:pt x="3031" y="7019"/>
                </a:cubicBezTo>
                <a:cubicBezTo>
                  <a:pt x="3040" y="6904"/>
                  <a:pt x="3049" y="6745"/>
                  <a:pt x="3058" y="6679"/>
                </a:cubicBezTo>
                <a:cubicBezTo>
                  <a:pt x="3059" y="6670"/>
                  <a:pt x="3066" y="6694"/>
                  <a:pt x="3071" y="6721"/>
                </a:cubicBezTo>
                <a:cubicBezTo>
                  <a:pt x="3075" y="6740"/>
                  <a:pt x="3111" y="6808"/>
                  <a:pt x="3122" y="6814"/>
                </a:cubicBezTo>
                <a:lnTo>
                  <a:pt x="3122" y="6809"/>
                </a:lnTo>
                <a:cubicBezTo>
                  <a:pt x="3141" y="6818"/>
                  <a:pt x="3162" y="6857"/>
                  <a:pt x="3182" y="6870"/>
                </a:cubicBezTo>
                <a:cubicBezTo>
                  <a:pt x="3247" y="6911"/>
                  <a:pt x="3337" y="6763"/>
                  <a:pt x="3394" y="6605"/>
                </a:cubicBezTo>
                <a:cubicBezTo>
                  <a:pt x="3525" y="6243"/>
                  <a:pt x="3626" y="5725"/>
                  <a:pt x="3728" y="4986"/>
                </a:cubicBezTo>
                <a:cubicBezTo>
                  <a:pt x="3788" y="4557"/>
                  <a:pt x="3841" y="3848"/>
                  <a:pt x="3822" y="3205"/>
                </a:cubicBezTo>
                <a:cubicBezTo>
                  <a:pt x="3812" y="2885"/>
                  <a:pt x="3791" y="2668"/>
                  <a:pt x="3754" y="2437"/>
                </a:cubicBezTo>
                <a:cubicBezTo>
                  <a:pt x="3735" y="2323"/>
                  <a:pt x="3689" y="2150"/>
                  <a:pt x="3657" y="2112"/>
                </a:cubicBezTo>
                <a:cubicBezTo>
                  <a:pt x="3647" y="2100"/>
                  <a:pt x="3635" y="2089"/>
                  <a:pt x="3631" y="2070"/>
                </a:cubicBezTo>
                <a:cubicBezTo>
                  <a:pt x="3626" y="2047"/>
                  <a:pt x="3622" y="2001"/>
                  <a:pt x="3617" y="1958"/>
                </a:cubicBezTo>
                <a:cubicBezTo>
                  <a:pt x="3594" y="1752"/>
                  <a:pt x="3549" y="1558"/>
                  <a:pt x="3516" y="1479"/>
                </a:cubicBezTo>
                <a:cubicBezTo>
                  <a:pt x="3491" y="1418"/>
                  <a:pt x="3464" y="1385"/>
                  <a:pt x="3436" y="1372"/>
                </a:cubicBezTo>
                <a:close/>
                <a:moveTo>
                  <a:pt x="3247" y="2870"/>
                </a:moveTo>
                <a:cubicBezTo>
                  <a:pt x="3247" y="2870"/>
                  <a:pt x="3226" y="2989"/>
                  <a:pt x="3208" y="3098"/>
                </a:cubicBezTo>
                <a:cubicBezTo>
                  <a:pt x="3149" y="3455"/>
                  <a:pt x="3070" y="4036"/>
                  <a:pt x="3027" y="4451"/>
                </a:cubicBezTo>
                <a:cubicBezTo>
                  <a:pt x="3003" y="4680"/>
                  <a:pt x="2975" y="4977"/>
                  <a:pt x="2975" y="4977"/>
                </a:cubicBezTo>
                <a:cubicBezTo>
                  <a:pt x="2975" y="4977"/>
                  <a:pt x="2969" y="4886"/>
                  <a:pt x="2965" y="4819"/>
                </a:cubicBezTo>
                <a:cubicBezTo>
                  <a:pt x="2938" y="4346"/>
                  <a:pt x="2998" y="3816"/>
                  <a:pt x="3052" y="3488"/>
                </a:cubicBezTo>
                <a:cubicBezTo>
                  <a:pt x="3085" y="3289"/>
                  <a:pt x="3151" y="2982"/>
                  <a:pt x="3195" y="2921"/>
                </a:cubicBezTo>
                <a:cubicBezTo>
                  <a:pt x="3214" y="2893"/>
                  <a:pt x="3247" y="2870"/>
                  <a:pt x="3247" y="2870"/>
                </a:cubicBezTo>
                <a:close/>
                <a:moveTo>
                  <a:pt x="3595" y="3005"/>
                </a:moveTo>
                <a:cubicBezTo>
                  <a:pt x="3609" y="3002"/>
                  <a:pt x="3622" y="3020"/>
                  <a:pt x="3638" y="3070"/>
                </a:cubicBezTo>
                <a:cubicBezTo>
                  <a:pt x="3663" y="3146"/>
                  <a:pt x="3683" y="3306"/>
                  <a:pt x="3686" y="3521"/>
                </a:cubicBezTo>
                <a:cubicBezTo>
                  <a:pt x="3698" y="4184"/>
                  <a:pt x="3590" y="4749"/>
                  <a:pt x="3516" y="5037"/>
                </a:cubicBezTo>
                <a:cubicBezTo>
                  <a:pt x="3442" y="5330"/>
                  <a:pt x="3362" y="5507"/>
                  <a:pt x="3276" y="5549"/>
                </a:cubicBezTo>
                <a:cubicBezTo>
                  <a:pt x="3243" y="5565"/>
                  <a:pt x="3154" y="5570"/>
                  <a:pt x="3152" y="5502"/>
                </a:cubicBezTo>
                <a:cubicBezTo>
                  <a:pt x="3151" y="5487"/>
                  <a:pt x="3157" y="5428"/>
                  <a:pt x="3164" y="5363"/>
                </a:cubicBezTo>
                <a:cubicBezTo>
                  <a:pt x="3176" y="5256"/>
                  <a:pt x="3192" y="5101"/>
                  <a:pt x="3207" y="4963"/>
                </a:cubicBezTo>
                <a:cubicBezTo>
                  <a:pt x="3271" y="4375"/>
                  <a:pt x="3390" y="3638"/>
                  <a:pt x="3474" y="3293"/>
                </a:cubicBezTo>
                <a:cubicBezTo>
                  <a:pt x="3503" y="3177"/>
                  <a:pt x="3516" y="3138"/>
                  <a:pt x="3547" y="3074"/>
                </a:cubicBezTo>
                <a:cubicBezTo>
                  <a:pt x="3567" y="3031"/>
                  <a:pt x="3582" y="3007"/>
                  <a:pt x="3595" y="3005"/>
                </a:cubicBezTo>
                <a:close/>
                <a:moveTo>
                  <a:pt x="11516" y="5944"/>
                </a:moveTo>
                <a:cubicBezTo>
                  <a:pt x="11380" y="5944"/>
                  <a:pt x="11261" y="6155"/>
                  <a:pt x="11161" y="6581"/>
                </a:cubicBezTo>
                <a:cubicBezTo>
                  <a:pt x="11061" y="7008"/>
                  <a:pt x="10983" y="7604"/>
                  <a:pt x="10929" y="8363"/>
                </a:cubicBezTo>
                <a:cubicBezTo>
                  <a:pt x="10875" y="9122"/>
                  <a:pt x="10847" y="9986"/>
                  <a:pt x="10847" y="10986"/>
                </a:cubicBezTo>
                <a:cubicBezTo>
                  <a:pt x="10847" y="11987"/>
                  <a:pt x="10874" y="12864"/>
                  <a:pt x="10928" y="13614"/>
                </a:cubicBezTo>
                <a:cubicBezTo>
                  <a:pt x="10981" y="14365"/>
                  <a:pt x="11057" y="14951"/>
                  <a:pt x="11154" y="15372"/>
                </a:cubicBezTo>
                <a:cubicBezTo>
                  <a:pt x="11251" y="15794"/>
                  <a:pt x="11364" y="16000"/>
                  <a:pt x="11492" y="16000"/>
                </a:cubicBezTo>
                <a:lnTo>
                  <a:pt x="11493" y="16000"/>
                </a:lnTo>
                <a:cubicBezTo>
                  <a:pt x="11573" y="16000"/>
                  <a:pt x="11642" y="15935"/>
                  <a:pt x="11699" y="15800"/>
                </a:cubicBezTo>
                <a:cubicBezTo>
                  <a:pt x="11757" y="15667"/>
                  <a:pt x="11808" y="15464"/>
                  <a:pt x="11850" y="15200"/>
                </a:cubicBezTo>
                <a:cubicBezTo>
                  <a:pt x="11893" y="14936"/>
                  <a:pt x="11931" y="14617"/>
                  <a:pt x="11964" y="14238"/>
                </a:cubicBezTo>
                <a:lnTo>
                  <a:pt x="11977" y="15833"/>
                </a:lnTo>
                <a:lnTo>
                  <a:pt x="12128" y="15833"/>
                </a:lnTo>
                <a:lnTo>
                  <a:pt x="12128" y="10637"/>
                </a:lnTo>
                <a:lnTo>
                  <a:pt x="11562" y="10637"/>
                </a:lnTo>
                <a:lnTo>
                  <a:pt x="11562" y="11554"/>
                </a:lnTo>
                <a:lnTo>
                  <a:pt x="11959" y="11554"/>
                </a:lnTo>
                <a:cubicBezTo>
                  <a:pt x="11948" y="12601"/>
                  <a:pt x="11906" y="13431"/>
                  <a:pt x="11831" y="14042"/>
                </a:cubicBezTo>
                <a:cubicBezTo>
                  <a:pt x="11756" y="14654"/>
                  <a:pt x="11645" y="14958"/>
                  <a:pt x="11498" y="14958"/>
                </a:cubicBezTo>
                <a:cubicBezTo>
                  <a:pt x="11404" y="14958"/>
                  <a:pt x="11321" y="14804"/>
                  <a:pt x="11248" y="14489"/>
                </a:cubicBezTo>
                <a:cubicBezTo>
                  <a:pt x="11175" y="14174"/>
                  <a:pt x="11118" y="13718"/>
                  <a:pt x="11077" y="13121"/>
                </a:cubicBezTo>
                <a:cubicBezTo>
                  <a:pt x="11036" y="12524"/>
                  <a:pt x="11017" y="11810"/>
                  <a:pt x="11017" y="10986"/>
                </a:cubicBezTo>
                <a:cubicBezTo>
                  <a:pt x="11017" y="10163"/>
                  <a:pt x="11036" y="9454"/>
                  <a:pt x="11077" y="8861"/>
                </a:cubicBezTo>
                <a:cubicBezTo>
                  <a:pt x="11118" y="8268"/>
                  <a:pt x="11176" y="7812"/>
                  <a:pt x="11252" y="7493"/>
                </a:cubicBezTo>
                <a:cubicBezTo>
                  <a:pt x="11327" y="7174"/>
                  <a:pt x="11415" y="7014"/>
                  <a:pt x="11516" y="7014"/>
                </a:cubicBezTo>
                <a:cubicBezTo>
                  <a:pt x="11625" y="7014"/>
                  <a:pt x="11713" y="7187"/>
                  <a:pt x="11782" y="7530"/>
                </a:cubicBezTo>
                <a:cubicBezTo>
                  <a:pt x="11850" y="7872"/>
                  <a:pt x="11894" y="8333"/>
                  <a:pt x="11912" y="8916"/>
                </a:cubicBezTo>
                <a:lnTo>
                  <a:pt x="12103" y="8916"/>
                </a:lnTo>
                <a:cubicBezTo>
                  <a:pt x="12074" y="7980"/>
                  <a:pt x="12008" y="7253"/>
                  <a:pt x="11904" y="6730"/>
                </a:cubicBezTo>
                <a:cubicBezTo>
                  <a:pt x="11800" y="6207"/>
                  <a:pt x="11671" y="5944"/>
                  <a:pt x="11516" y="5944"/>
                </a:cubicBezTo>
                <a:close/>
                <a:moveTo>
                  <a:pt x="13451" y="5944"/>
                </a:moveTo>
                <a:cubicBezTo>
                  <a:pt x="13317" y="5944"/>
                  <a:pt x="13201" y="6156"/>
                  <a:pt x="13104" y="6577"/>
                </a:cubicBezTo>
                <a:cubicBezTo>
                  <a:pt x="13006" y="6998"/>
                  <a:pt x="12931" y="7584"/>
                  <a:pt x="12878" y="8340"/>
                </a:cubicBezTo>
                <a:cubicBezTo>
                  <a:pt x="12826" y="9094"/>
                  <a:pt x="12799" y="9972"/>
                  <a:pt x="12799" y="10972"/>
                </a:cubicBezTo>
                <a:cubicBezTo>
                  <a:pt x="12799" y="11973"/>
                  <a:pt x="12826" y="12850"/>
                  <a:pt x="12878" y="13605"/>
                </a:cubicBezTo>
                <a:cubicBezTo>
                  <a:pt x="12931" y="14360"/>
                  <a:pt x="13006" y="14951"/>
                  <a:pt x="13104" y="15372"/>
                </a:cubicBezTo>
                <a:cubicBezTo>
                  <a:pt x="13201" y="15794"/>
                  <a:pt x="13317" y="16000"/>
                  <a:pt x="13451" y="16000"/>
                </a:cubicBezTo>
                <a:cubicBezTo>
                  <a:pt x="13608" y="16000"/>
                  <a:pt x="13737" y="15738"/>
                  <a:pt x="13835" y="15210"/>
                </a:cubicBezTo>
                <a:cubicBezTo>
                  <a:pt x="13933" y="14682"/>
                  <a:pt x="13996" y="13950"/>
                  <a:pt x="14023" y="13014"/>
                </a:cubicBezTo>
                <a:lnTo>
                  <a:pt x="13841" y="13014"/>
                </a:lnTo>
                <a:cubicBezTo>
                  <a:pt x="13820" y="13607"/>
                  <a:pt x="13777" y="14081"/>
                  <a:pt x="13712" y="14438"/>
                </a:cubicBezTo>
                <a:cubicBezTo>
                  <a:pt x="13648" y="14794"/>
                  <a:pt x="13561" y="14972"/>
                  <a:pt x="13451" y="14972"/>
                </a:cubicBezTo>
                <a:cubicBezTo>
                  <a:pt x="13352" y="14972"/>
                  <a:pt x="13267" y="14813"/>
                  <a:pt x="13195" y="14493"/>
                </a:cubicBezTo>
                <a:cubicBezTo>
                  <a:pt x="13123" y="14174"/>
                  <a:pt x="13067" y="13718"/>
                  <a:pt x="13028" y="13121"/>
                </a:cubicBezTo>
                <a:cubicBezTo>
                  <a:pt x="12988" y="12524"/>
                  <a:pt x="12968" y="11806"/>
                  <a:pt x="12968" y="10972"/>
                </a:cubicBezTo>
                <a:cubicBezTo>
                  <a:pt x="12968" y="10139"/>
                  <a:pt x="12988" y="9425"/>
                  <a:pt x="13028" y="8828"/>
                </a:cubicBezTo>
                <a:cubicBezTo>
                  <a:pt x="13067" y="8231"/>
                  <a:pt x="13123" y="7771"/>
                  <a:pt x="13195" y="7451"/>
                </a:cubicBezTo>
                <a:cubicBezTo>
                  <a:pt x="13267" y="7132"/>
                  <a:pt x="13352" y="6972"/>
                  <a:pt x="13451" y="6972"/>
                </a:cubicBezTo>
                <a:cubicBezTo>
                  <a:pt x="13561" y="6972"/>
                  <a:pt x="13648" y="7155"/>
                  <a:pt x="13712" y="7521"/>
                </a:cubicBezTo>
                <a:cubicBezTo>
                  <a:pt x="13777" y="7888"/>
                  <a:pt x="13820" y="8370"/>
                  <a:pt x="13841" y="8972"/>
                </a:cubicBezTo>
                <a:lnTo>
                  <a:pt x="14023" y="8972"/>
                </a:lnTo>
                <a:cubicBezTo>
                  <a:pt x="13996" y="8008"/>
                  <a:pt x="13933" y="7263"/>
                  <a:pt x="13835" y="6735"/>
                </a:cubicBezTo>
                <a:cubicBezTo>
                  <a:pt x="13737" y="6207"/>
                  <a:pt x="13608" y="5944"/>
                  <a:pt x="13451" y="5944"/>
                </a:cubicBezTo>
                <a:close/>
                <a:moveTo>
                  <a:pt x="17258" y="5944"/>
                </a:moveTo>
                <a:cubicBezTo>
                  <a:pt x="17125" y="5944"/>
                  <a:pt x="17009" y="6155"/>
                  <a:pt x="16909" y="6581"/>
                </a:cubicBezTo>
                <a:cubicBezTo>
                  <a:pt x="16809" y="7008"/>
                  <a:pt x="16732" y="7598"/>
                  <a:pt x="16675" y="8354"/>
                </a:cubicBezTo>
                <a:cubicBezTo>
                  <a:pt x="16619" y="9108"/>
                  <a:pt x="16590" y="9972"/>
                  <a:pt x="16590" y="10972"/>
                </a:cubicBezTo>
                <a:cubicBezTo>
                  <a:pt x="16590" y="11973"/>
                  <a:pt x="16619" y="12850"/>
                  <a:pt x="16675" y="13605"/>
                </a:cubicBezTo>
                <a:cubicBezTo>
                  <a:pt x="16731" y="14360"/>
                  <a:pt x="16809" y="14951"/>
                  <a:pt x="16909" y="15372"/>
                </a:cubicBezTo>
                <a:cubicBezTo>
                  <a:pt x="17009" y="15794"/>
                  <a:pt x="17125" y="16000"/>
                  <a:pt x="17258" y="16000"/>
                </a:cubicBezTo>
                <a:cubicBezTo>
                  <a:pt x="17392" y="16000"/>
                  <a:pt x="17508" y="15795"/>
                  <a:pt x="17609" y="15372"/>
                </a:cubicBezTo>
                <a:cubicBezTo>
                  <a:pt x="17709" y="14951"/>
                  <a:pt x="17787" y="14360"/>
                  <a:pt x="17843" y="13605"/>
                </a:cubicBezTo>
                <a:cubicBezTo>
                  <a:pt x="17899" y="12851"/>
                  <a:pt x="17927" y="11963"/>
                  <a:pt x="17927" y="10972"/>
                </a:cubicBezTo>
                <a:cubicBezTo>
                  <a:pt x="17927" y="9982"/>
                  <a:pt x="17899" y="9109"/>
                  <a:pt x="17843" y="8354"/>
                </a:cubicBezTo>
                <a:cubicBezTo>
                  <a:pt x="17787" y="7598"/>
                  <a:pt x="17709" y="7008"/>
                  <a:pt x="17609" y="6581"/>
                </a:cubicBezTo>
                <a:cubicBezTo>
                  <a:pt x="17508" y="6155"/>
                  <a:pt x="17390" y="5944"/>
                  <a:pt x="17258" y="5944"/>
                </a:cubicBezTo>
                <a:close/>
                <a:moveTo>
                  <a:pt x="21111" y="5944"/>
                </a:moveTo>
                <a:cubicBezTo>
                  <a:pt x="21022" y="5944"/>
                  <a:pt x="20945" y="6057"/>
                  <a:pt x="20880" y="6284"/>
                </a:cubicBezTo>
                <a:cubicBezTo>
                  <a:pt x="20815" y="6511"/>
                  <a:pt x="20765" y="6825"/>
                  <a:pt x="20730" y="7223"/>
                </a:cubicBezTo>
                <a:cubicBezTo>
                  <a:pt x="20696" y="7622"/>
                  <a:pt x="20678" y="8082"/>
                  <a:pt x="20678" y="8609"/>
                </a:cubicBezTo>
                <a:cubicBezTo>
                  <a:pt x="20678" y="9230"/>
                  <a:pt x="20704" y="9737"/>
                  <a:pt x="20755" y="10126"/>
                </a:cubicBezTo>
                <a:cubicBezTo>
                  <a:pt x="20806" y="10515"/>
                  <a:pt x="20886" y="10839"/>
                  <a:pt x="20995" y="11098"/>
                </a:cubicBezTo>
                <a:cubicBezTo>
                  <a:pt x="21052" y="11227"/>
                  <a:pt x="21106" y="11350"/>
                  <a:pt x="21157" y="11465"/>
                </a:cubicBezTo>
                <a:cubicBezTo>
                  <a:pt x="21209" y="11582"/>
                  <a:pt x="21255" y="11712"/>
                  <a:pt x="21294" y="11861"/>
                </a:cubicBezTo>
                <a:cubicBezTo>
                  <a:pt x="21334" y="12009"/>
                  <a:pt x="21365" y="12201"/>
                  <a:pt x="21388" y="12437"/>
                </a:cubicBezTo>
                <a:cubicBezTo>
                  <a:pt x="21411" y="12674"/>
                  <a:pt x="21422" y="12984"/>
                  <a:pt x="21422" y="13363"/>
                </a:cubicBezTo>
                <a:cubicBezTo>
                  <a:pt x="21422" y="13677"/>
                  <a:pt x="21411" y="13960"/>
                  <a:pt x="21388" y="14210"/>
                </a:cubicBezTo>
                <a:cubicBezTo>
                  <a:pt x="21365" y="14460"/>
                  <a:pt x="21331" y="14657"/>
                  <a:pt x="21287" y="14800"/>
                </a:cubicBezTo>
                <a:cubicBezTo>
                  <a:pt x="21243" y="14945"/>
                  <a:pt x="21191" y="15014"/>
                  <a:pt x="21129" y="15014"/>
                </a:cubicBezTo>
                <a:cubicBezTo>
                  <a:pt x="21058" y="15014"/>
                  <a:pt x="20999" y="14920"/>
                  <a:pt x="20951" y="14731"/>
                </a:cubicBezTo>
                <a:cubicBezTo>
                  <a:pt x="20903" y="14541"/>
                  <a:pt x="20867" y="14287"/>
                  <a:pt x="20842" y="13968"/>
                </a:cubicBezTo>
                <a:cubicBezTo>
                  <a:pt x="20817" y="13648"/>
                  <a:pt x="20804" y="13296"/>
                  <a:pt x="20804" y="12917"/>
                </a:cubicBezTo>
                <a:lnTo>
                  <a:pt x="20631" y="12917"/>
                </a:lnTo>
                <a:cubicBezTo>
                  <a:pt x="20631" y="13527"/>
                  <a:pt x="20651" y="14068"/>
                  <a:pt x="20692" y="14531"/>
                </a:cubicBezTo>
                <a:cubicBezTo>
                  <a:pt x="20733" y="14993"/>
                  <a:pt x="20791" y="15355"/>
                  <a:pt x="20866" y="15614"/>
                </a:cubicBezTo>
                <a:cubicBezTo>
                  <a:pt x="20940" y="15874"/>
                  <a:pt x="21028" y="16000"/>
                  <a:pt x="21129" y="16000"/>
                </a:cubicBezTo>
                <a:cubicBezTo>
                  <a:pt x="21233" y="16000"/>
                  <a:pt x="21319" y="15869"/>
                  <a:pt x="21387" y="15610"/>
                </a:cubicBezTo>
                <a:cubicBezTo>
                  <a:pt x="21455" y="15351"/>
                  <a:pt x="21506" y="15017"/>
                  <a:pt x="21541" y="14605"/>
                </a:cubicBezTo>
                <a:cubicBezTo>
                  <a:pt x="21576" y="14193"/>
                  <a:pt x="21593" y="13757"/>
                  <a:pt x="21593" y="13293"/>
                </a:cubicBezTo>
                <a:cubicBezTo>
                  <a:pt x="21593" y="12748"/>
                  <a:pt x="21578" y="12296"/>
                  <a:pt x="21549" y="11944"/>
                </a:cubicBezTo>
                <a:cubicBezTo>
                  <a:pt x="21519" y="11593"/>
                  <a:pt x="21479" y="11302"/>
                  <a:pt x="21427" y="11075"/>
                </a:cubicBezTo>
                <a:cubicBezTo>
                  <a:pt x="21375" y="10848"/>
                  <a:pt x="21316" y="10655"/>
                  <a:pt x="21249" y="10498"/>
                </a:cubicBezTo>
                <a:cubicBezTo>
                  <a:pt x="21190" y="10359"/>
                  <a:pt x="21136" y="10236"/>
                  <a:pt x="21088" y="10126"/>
                </a:cubicBezTo>
                <a:cubicBezTo>
                  <a:pt x="21039" y="10015"/>
                  <a:pt x="20997" y="9893"/>
                  <a:pt x="20960" y="9758"/>
                </a:cubicBezTo>
                <a:cubicBezTo>
                  <a:pt x="20924" y="9624"/>
                  <a:pt x="20897" y="9460"/>
                  <a:pt x="20878" y="9265"/>
                </a:cubicBezTo>
                <a:cubicBezTo>
                  <a:pt x="20859" y="9071"/>
                  <a:pt x="20849" y="8818"/>
                  <a:pt x="20849" y="8502"/>
                </a:cubicBezTo>
                <a:cubicBezTo>
                  <a:pt x="20849" y="8169"/>
                  <a:pt x="20860" y="7883"/>
                  <a:pt x="20882" y="7651"/>
                </a:cubicBezTo>
                <a:cubicBezTo>
                  <a:pt x="20904" y="7420"/>
                  <a:pt x="20934" y="7241"/>
                  <a:pt x="20972" y="7116"/>
                </a:cubicBezTo>
                <a:cubicBezTo>
                  <a:pt x="21011" y="6991"/>
                  <a:pt x="21056" y="6935"/>
                  <a:pt x="21105" y="6944"/>
                </a:cubicBezTo>
                <a:cubicBezTo>
                  <a:pt x="21166" y="6944"/>
                  <a:pt x="21216" y="7029"/>
                  <a:pt x="21256" y="7200"/>
                </a:cubicBezTo>
                <a:cubicBezTo>
                  <a:pt x="21296" y="7372"/>
                  <a:pt x="21325" y="7588"/>
                  <a:pt x="21345" y="7847"/>
                </a:cubicBezTo>
                <a:cubicBezTo>
                  <a:pt x="21365" y="8106"/>
                  <a:pt x="21375" y="8368"/>
                  <a:pt x="21375" y="8637"/>
                </a:cubicBezTo>
                <a:lnTo>
                  <a:pt x="21548" y="8637"/>
                </a:lnTo>
                <a:cubicBezTo>
                  <a:pt x="21548" y="8109"/>
                  <a:pt x="21530" y="7645"/>
                  <a:pt x="21493" y="7242"/>
                </a:cubicBezTo>
                <a:cubicBezTo>
                  <a:pt x="21456" y="6839"/>
                  <a:pt x="21406" y="6524"/>
                  <a:pt x="21341" y="6293"/>
                </a:cubicBezTo>
                <a:cubicBezTo>
                  <a:pt x="21276" y="6062"/>
                  <a:pt x="21201" y="5944"/>
                  <a:pt x="21111" y="5944"/>
                </a:cubicBezTo>
                <a:close/>
                <a:moveTo>
                  <a:pt x="8016" y="6112"/>
                </a:moveTo>
                <a:lnTo>
                  <a:pt x="8016" y="15833"/>
                </a:lnTo>
                <a:lnTo>
                  <a:pt x="8016" y="15838"/>
                </a:lnTo>
                <a:lnTo>
                  <a:pt x="8182" y="15838"/>
                </a:lnTo>
                <a:lnTo>
                  <a:pt x="8182" y="8223"/>
                </a:lnTo>
                <a:lnTo>
                  <a:pt x="8634" y="14475"/>
                </a:lnTo>
                <a:lnTo>
                  <a:pt x="8758" y="14475"/>
                </a:lnTo>
                <a:lnTo>
                  <a:pt x="9213" y="8195"/>
                </a:lnTo>
                <a:lnTo>
                  <a:pt x="9213" y="15833"/>
                </a:lnTo>
                <a:lnTo>
                  <a:pt x="9378" y="15833"/>
                </a:lnTo>
                <a:lnTo>
                  <a:pt x="9378" y="6112"/>
                </a:lnTo>
                <a:lnTo>
                  <a:pt x="9183" y="6112"/>
                </a:lnTo>
                <a:lnTo>
                  <a:pt x="8696" y="12903"/>
                </a:lnTo>
                <a:lnTo>
                  <a:pt x="8209" y="6112"/>
                </a:lnTo>
                <a:lnTo>
                  <a:pt x="8016" y="6112"/>
                </a:lnTo>
                <a:close/>
                <a:moveTo>
                  <a:pt x="10091" y="6112"/>
                </a:moveTo>
                <a:lnTo>
                  <a:pt x="9583" y="15833"/>
                </a:lnTo>
                <a:lnTo>
                  <a:pt x="9756" y="15833"/>
                </a:lnTo>
                <a:lnTo>
                  <a:pt x="9883" y="13335"/>
                </a:lnTo>
                <a:lnTo>
                  <a:pt x="10470" y="13335"/>
                </a:lnTo>
                <a:lnTo>
                  <a:pt x="10597" y="15833"/>
                </a:lnTo>
                <a:lnTo>
                  <a:pt x="10772" y="15833"/>
                </a:lnTo>
                <a:lnTo>
                  <a:pt x="10266" y="6112"/>
                </a:lnTo>
                <a:lnTo>
                  <a:pt x="10091" y="6112"/>
                </a:lnTo>
                <a:close/>
                <a:moveTo>
                  <a:pt x="12392" y="6112"/>
                </a:moveTo>
                <a:lnTo>
                  <a:pt x="12392" y="15833"/>
                </a:lnTo>
                <a:lnTo>
                  <a:pt x="12557" y="15833"/>
                </a:lnTo>
                <a:lnTo>
                  <a:pt x="12557" y="6112"/>
                </a:lnTo>
                <a:lnTo>
                  <a:pt x="12392" y="6112"/>
                </a:lnTo>
                <a:close/>
                <a:moveTo>
                  <a:pt x="14693" y="6112"/>
                </a:moveTo>
                <a:lnTo>
                  <a:pt x="15071" y="15833"/>
                </a:lnTo>
                <a:lnTo>
                  <a:pt x="15256" y="15833"/>
                </a:lnTo>
                <a:lnTo>
                  <a:pt x="15592" y="7791"/>
                </a:lnTo>
                <a:lnTo>
                  <a:pt x="15921" y="15833"/>
                </a:lnTo>
                <a:lnTo>
                  <a:pt x="16110" y="15833"/>
                </a:lnTo>
                <a:lnTo>
                  <a:pt x="16496" y="6112"/>
                </a:lnTo>
                <a:lnTo>
                  <a:pt x="16319" y="6112"/>
                </a:lnTo>
                <a:lnTo>
                  <a:pt x="16018" y="14475"/>
                </a:lnTo>
                <a:lnTo>
                  <a:pt x="15689" y="6112"/>
                </a:lnTo>
                <a:lnTo>
                  <a:pt x="15504" y="6112"/>
                </a:lnTo>
                <a:lnTo>
                  <a:pt x="15167" y="14447"/>
                </a:lnTo>
                <a:lnTo>
                  <a:pt x="14870" y="6112"/>
                </a:lnTo>
                <a:lnTo>
                  <a:pt x="14693" y="6112"/>
                </a:lnTo>
                <a:close/>
                <a:moveTo>
                  <a:pt x="18167" y="6112"/>
                </a:moveTo>
                <a:lnTo>
                  <a:pt x="18167" y="15833"/>
                </a:lnTo>
                <a:lnTo>
                  <a:pt x="18166" y="15838"/>
                </a:lnTo>
                <a:lnTo>
                  <a:pt x="18332" y="15838"/>
                </a:lnTo>
                <a:lnTo>
                  <a:pt x="18332" y="11824"/>
                </a:lnTo>
                <a:lnTo>
                  <a:pt x="18604" y="11824"/>
                </a:lnTo>
                <a:cubicBezTo>
                  <a:pt x="18608" y="11824"/>
                  <a:pt x="18611" y="11815"/>
                  <a:pt x="18615" y="11814"/>
                </a:cubicBezTo>
                <a:lnTo>
                  <a:pt x="18895" y="15833"/>
                </a:lnTo>
                <a:lnTo>
                  <a:pt x="19090" y="15833"/>
                </a:lnTo>
                <a:lnTo>
                  <a:pt x="18788" y="11637"/>
                </a:lnTo>
                <a:cubicBezTo>
                  <a:pt x="18817" y="11578"/>
                  <a:pt x="18847" y="11524"/>
                  <a:pt x="18871" y="11433"/>
                </a:cubicBezTo>
                <a:cubicBezTo>
                  <a:pt x="18941" y="11174"/>
                  <a:pt x="18992" y="10827"/>
                  <a:pt x="19026" y="10391"/>
                </a:cubicBezTo>
                <a:cubicBezTo>
                  <a:pt x="19059" y="9955"/>
                  <a:pt x="19076" y="9496"/>
                  <a:pt x="19076" y="8958"/>
                </a:cubicBezTo>
                <a:cubicBezTo>
                  <a:pt x="19076" y="8421"/>
                  <a:pt x="19060" y="7938"/>
                  <a:pt x="19027" y="7512"/>
                </a:cubicBezTo>
                <a:cubicBezTo>
                  <a:pt x="18994" y="7086"/>
                  <a:pt x="18944" y="6748"/>
                  <a:pt x="18875" y="6493"/>
                </a:cubicBezTo>
                <a:cubicBezTo>
                  <a:pt x="18807" y="6238"/>
                  <a:pt x="18719" y="6112"/>
                  <a:pt x="18612" y="6112"/>
                </a:cubicBezTo>
                <a:lnTo>
                  <a:pt x="18167" y="6112"/>
                </a:lnTo>
                <a:close/>
                <a:moveTo>
                  <a:pt x="19336" y="6112"/>
                </a:moveTo>
                <a:lnTo>
                  <a:pt x="19336" y="15833"/>
                </a:lnTo>
                <a:lnTo>
                  <a:pt x="19741" y="15833"/>
                </a:lnTo>
                <a:cubicBezTo>
                  <a:pt x="19901" y="15833"/>
                  <a:pt x="20034" y="15641"/>
                  <a:pt x="20139" y="15252"/>
                </a:cubicBezTo>
                <a:cubicBezTo>
                  <a:pt x="20244" y="14862"/>
                  <a:pt x="20321" y="14309"/>
                  <a:pt x="20372" y="13586"/>
                </a:cubicBezTo>
                <a:cubicBezTo>
                  <a:pt x="20422" y="12864"/>
                  <a:pt x="20448" y="12018"/>
                  <a:pt x="20448" y="11000"/>
                </a:cubicBezTo>
                <a:cubicBezTo>
                  <a:pt x="20448" y="9982"/>
                  <a:pt x="20422" y="9109"/>
                  <a:pt x="20372" y="8382"/>
                </a:cubicBezTo>
                <a:cubicBezTo>
                  <a:pt x="20322" y="7654"/>
                  <a:pt x="20244" y="7096"/>
                  <a:pt x="20139" y="6702"/>
                </a:cubicBezTo>
                <a:cubicBezTo>
                  <a:pt x="20034" y="6309"/>
                  <a:pt x="19901" y="6112"/>
                  <a:pt x="19741" y="6112"/>
                </a:cubicBezTo>
                <a:lnTo>
                  <a:pt x="19336" y="6112"/>
                </a:lnTo>
                <a:close/>
                <a:moveTo>
                  <a:pt x="5027" y="6847"/>
                </a:moveTo>
                <a:cubicBezTo>
                  <a:pt x="5014" y="6849"/>
                  <a:pt x="5000" y="6888"/>
                  <a:pt x="4994" y="7047"/>
                </a:cubicBezTo>
                <a:cubicBezTo>
                  <a:pt x="4983" y="7360"/>
                  <a:pt x="5000" y="7693"/>
                  <a:pt x="5000" y="7693"/>
                </a:cubicBezTo>
                <a:cubicBezTo>
                  <a:pt x="5111" y="10371"/>
                  <a:pt x="5137" y="11954"/>
                  <a:pt x="5137" y="11954"/>
                </a:cubicBezTo>
                <a:cubicBezTo>
                  <a:pt x="5137" y="11954"/>
                  <a:pt x="5142" y="12421"/>
                  <a:pt x="5129" y="12447"/>
                </a:cubicBezTo>
                <a:cubicBezTo>
                  <a:pt x="5120" y="12495"/>
                  <a:pt x="5110" y="12428"/>
                  <a:pt x="5110" y="12428"/>
                </a:cubicBezTo>
                <a:cubicBezTo>
                  <a:pt x="5097" y="12431"/>
                  <a:pt x="4975" y="10977"/>
                  <a:pt x="4975" y="10977"/>
                </a:cubicBezTo>
                <a:lnTo>
                  <a:pt x="4952" y="10693"/>
                </a:lnTo>
                <a:cubicBezTo>
                  <a:pt x="4817" y="9157"/>
                  <a:pt x="4735" y="8633"/>
                  <a:pt x="4735" y="8633"/>
                </a:cubicBezTo>
                <a:cubicBezTo>
                  <a:pt x="4716" y="8506"/>
                  <a:pt x="4666" y="8158"/>
                  <a:pt x="4605" y="8637"/>
                </a:cubicBezTo>
                <a:cubicBezTo>
                  <a:pt x="4544" y="9120"/>
                  <a:pt x="4496" y="10670"/>
                  <a:pt x="4477" y="12126"/>
                </a:cubicBezTo>
                <a:cubicBezTo>
                  <a:pt x="4461" y="13579"/>
                  <a:pt x="4473" y="14405"/>
                  <a:pt x="4503" y="14754"/>
                </a:cubicBezTo>
                <a:cubicBezTo>
                  <a:pt x="4536" y="15107"/>
                  <a:pt x="4600" y="15228"/>
                  <a:pt x="4652" y="14926"/>
                </a:cubicBezTo>
                <a:cubicBezTo>
                  <a:pt x="4708" y="14624"/>
                  <a:pt x="4698" y="12709"/>
                  <a:pt x="4706" y="11726"/>
                </a:cubicBezTo>
                <a:cubicBezTo>
                  <a:pt x="4715" y="10738"/>
                  <a:pt x="4728" y="10912"/>
                  <a:pt x="4728" y="10912"/>
                </a:cubicBezTo>
                <a:cubicBezTo>
                  <a:pt x="4740" y="10888"/>
                  <a:pt x="4805" y="11796"/>
                  <a:pt x="4805" y="11796"/>
                </a:cubicBezTo>
                <a:cubicBezTo>
                  <a:pt x="4805" y="11796"/>
                  <a:pt x="4972" y="14218"/>
                  <a:pt x="5077" y="14577"/>
                </a:cubicBezTo>
                <a:cubicBezTo>
                  <a:pt x="5184" y="14935"/>
                  <a:pt x="5270" y="14359"/>
                  <a:pt x="5302" y="13819"/>
                </a:cubicBezTo>
                <a:cubicBezTo>
                  <a:pt x="5335" y="13275"/>
                  <a:pt x="5392" y="11476"/>
                  <a:pt x="5308" y="9484"/>
                </a:cubicBezTo>
                <a:cubicBezTo>
                  <a:pt x="5224" y="7492"/>
                  <a:pt x="5050" y="6879"/>
                  <a:pt x="5050" y="6879"/>
                </a:cubicBezTo>
                <a:cubicBezTo>
                  <a:pt x="5050" y="6879"/>
                  <a:pt x="5039" y="6844"/>
                  <a:pt x="5027" y="6847"/>
                </a:cubicBezTo>
                <a:close/>
                <a:moveTo>
                  <a:pt x="17258" y="6986"/>
                </a:moveTo>
                <a:cubicBezTo>
                  <a:pt x="17357" y="6986"/>
                  <a:pt x="17444" y="7146"/>
                  <a:pt x="17520" y="7461"/>
                </a:cubicBezTo>
                <a:cubicBezTo>
                  <a:pt x="17595" y="7775"/>
                  <a:pt x="17654" y="8231"/>
                  <a:pt x="17695" y="8828"/>
                </a:cubicBezTo>
                <a:cubicBezTo>
                  <a:pt x="17737" y="9425"/>
                  <a:pt x="17757" y="10139"/>
                  <a:pt x="17757" y="10972"/>
                </a:cubicBezTo>
                <a:cubicBezTo>
                  <a:pt x="17757" y="11806"/>
                  <a:pt x="17737" y="12524"/>
                  <a:pt x="17695" y="13121"/>
                </a:cubicBezTo>
                <a:cubicBezTo>
                  <a:pt x="17654" y="13718"/>
                  <a:pt x="17595" y="14174"/>
                  <a:pt x="17520" y="14493"/>
                </a:cubicBezTo>
                <a:cubicBezTo>
                  <a:pt x="17444" y="14813"/>
                  <a:pt x="17357" y="14972"/>
                  <a:pt x="17258" y="14972"/>
                </a:cubicBezTo>
                <a:cubicBezTo>
                  <a:pt x="17159" y="14972"/>
                  <a:pt x="17072" y="14813"/>
                  <a:pt x="16997" y="14493"/>
                </a:cubicBezTo>
                <a:cubicBezTo>
                  <a:pt x="16923" y="14174"/>
                  <a:pt x="16865" y="13718"/>
                  <a:pt x="16823" y="13121"/>
                </a:cubicBezTo>
                <a:cubicBezTo>
                  <a:pt x="16781" y="12524"/>
                  <a:pt x="16759" y="11806"/>
                  <a:pt x="16759" y="10972"/>
                </a:cubicBezTo>
                <a:cubicBezTo>
                  <a:pt x="16759" y="10139"/>
                  <a:pt x="16781" y="9425"/>
                  <a:pt x="16823" y="8828"/>
                </a:cubicBezTo>
                <a:cubicBezTo>
                  <a:pt x="16865" y="8231"/>
                  <a:pt x="16923" y="7776"/>
                  <a:pt x="16997" y="7461"/>
                </a:cubicBezTo>
                <a:cubicBezTo>
                  <a:pt x="17072" y="7145"/>
                  <a:pt x="17158" y="6986"/>
                  <a:pt x="17258" y="6986"/>
                </a:cubicBezTo>
                <a:close/>
                <a:moveTo>
                  <a:pt x="19501" y="7084"/>
                </a:moveTo>
                <a:lnTo>
                  <a:pt x="19737" y="7084"/>
                </a:lnTo>
                <a:cubicBezTo>
                  <a:pt x="19870" y="7084"/>
                  <a:pt x="19976" y="7244"/>
                  <a:pt x="20056" y="7558"/>
                </a:cubicBezTo>
                <a:cubicBezTo>
                  <a:pt x="20135" y="7873"/>
                  <a:pt x="20191" y="8319"/>
                  <a:pt x="20226" y="8902"/>
                </a:cubicBezTo>
                <a:cubicBezTo>
                  <a:pt x="20260" y="9486"/>
                  <a:pt x="20277" y="10203"/>
                  <a:pt x="20277" y="11000"/>
                </a:cubicBezTo>
                <a:cubicBezTo>
                  <a:pt x="20277" y="11797"/>
                  <a:pt x="20260" y="12487"/>
                  <a:pt x="20226" y="13065"/>
                </a:cubicBezTo>
                <a:cubicBezTo>
                  <a:pt x="20191" y="13644"/>
                  <a:pt x="20135" y="14085"/>
                  <a:pt x="20056" y="14396"/>
                </a:cubicBezTo>
                <a:cubicBezTo>
                  <a:pt x="19976" y="14706"/>
                  <a:pt x="19870" y="14865"/>
                  <a:pt x="19737" y="14865"/>
                </a:cubicBezTo>
                <a:lnTo>
                  <a:pt x="19501" y="14865"/>
                </a:lnTo>
                <a:lnTo>
                  <a:pt x="19501" y="7084"/>
                </a:lnTo>
                <a:close/>
                <a:moveTo>
                  <a:pt x="18332" y="7098"/>
                </a:moveTo>
                <a:lnTo>
                  <a:pt x="18598" y="7098"/>
                </a:lnTo>
                <a:cubicBezTo>
                  <a:pt x="18707" y="7098"/>
                  <a:pt x="18785" y="7267"/>
                  <a:pt x="18833" y="7605"/>
                </a:cubicBezTo>
                <a:cubicBezTo>
                  <a:pt x="18881" y="7943"/>
                  <a:pt x="18905" y="8408"/>
                  <a:pt x="18905" y="8972"/>
                </a:cubicBezTo>
                <a:cubicBezTo>
                  <a:pt x="18905" y="9537"/>
                  <a:pt x="18880" y="10002"/>
                  <a:pt x="18831" y="10363"/>
                </a:cubicBezTo>
                <a:cubicBezTo>
                  <a:pt x="18782" y="10724"/>
                  <a:pt x="18705" y="10903"/>
                  <a:pt x="18600" y="10903"/>
                </a:cubicBezTo>
                <a:lnTo>
                  <a:pt x="18332" y="10903"/>
                </a:lnTo>
                <a:lnTo>
                  <a:pt x="18332" y="7098"/>
                </a:lnTo>
                <a:close/>
                <a:moveTo>
                  <a:pt x="10178" y="7568"/>
                </a:moveTo>
                <a:lnTo>
                  <a:pt x="10422" y="12391"/>
                </a:lnTo>
                <a:lnTo>
                  <a:pt x="9932" y="12391"/>
                </a:lnTo>
                <a:lnTo>
                  <a:pt x="10178" y="7568"/>
                </a:lnTo>
                <a:close/>
                <a:moveTo>
                  <a:pt x="6645" y="7661"/>
                </a:moveTo>
                <a:cubicBezTo>
                  <a:pt x="6625" y="7596"/>
                  <a:pt x="6592" y="7800"/>
                  <a:pt x="6592" y="7800"/>
                </a:cubicBezTo>
                <a:cubicBezTo>
                  <a:pt x="6308" y="9599"/>
                  <a:pt x="6267" y="11596"/>
                  <a:pt x="6267" y="11596"/>
                </a:cubicBezTo>
                <a:cubicBezTo>
                  <a:pt x="6241" y="12670"/>
                  <a:pt x="6272" y="13426"/>
                  <a:pt x="6318" y="13954"/>
                </a:cubicBezTo>
                <a:cubicBezTo>
                  <a:pt x="6160" y="16327"/>
                  <a:pt x="6084" y="18399"/>
                  <a:pt x="6104" y="19624"/>
                </a:cubicBezTo>
                <a:cubicBezTo>
                  <a:pt x="6123" y="20556"/>
                  <a:pt x="6217" y="21226"/>
                  <a:pt x="6275" y="21368"/>
                </a:cubicBezTo>
                <a:cubicBezTo>
                  <a:pt x="6333" y="21539"/>
                  <a:pt x="6343" y="21047"/>
                  <a:pt x="6343" y="21047"/>
                </a:cubicBezTo>
                <a:cubicBezTo>
                  <a:pt x="6390" y="18515"/>
                  <a:pt x="6472" y="16822"/>
                  <a:pt x="6570" y="15149"/>
                </a:cubicBezTo>
                <a:cubicBezTo>
                  <a:pt x="6866" y="15630"/>
                  <a:pt x="7089" y="13595"/>
                  <a:pt x="7168" y="12624"/>
                </a:cubicBezTo>
                <a:cubicBezTo>
                  <a:pt x="7214" y="12040"/>
                  <a:pt x="7239" y="11263"/>
                  <a:pt x="7239" y="10530"/>
                </a:cubicBezTo>
                <a:cubicBezTo>
                  <a:pt x="7239" y="9696"/>
                  <a:pt x="7206" y="8923"/>
                  <a:pt x="7136" y="8568"/>
                </a:cubicBezTo>
                <a:cubicBezTo>
                  <a:pt x="6926" y="7540"/>
                  <a:pt x="6588" y="10798"/>
                  <a:pt x="6439" y="12414"/>
                </a:cubicBezTo>
                <a:cubicBezTo>
                  <a:pt x="6417" y="11591"/>
                  <a:pt x="6495" y="10549"/>
                  <a:pt x="6495" y="10549"/>
                </a:cubicBezTo>
                <a:cubicBezTo>
                  <a:pt x="6495" y="10549"/>
                  <a:pt x="6622" y="9003"/>
                  <a:pt x="6640" y="8689"/>
                </a:cubicBezTo>
                <a:cubicBezTo>
                  <a:pt x="6657" y="8373"/>
                  <a:pt x="6667" y="7725"/>
                  <a:pt x="6645" y="7661"/>
                </a:cubicBezTo>
                <a:close/>
                <a:moveTo>
                  <a:pt x="3986" y="7823"/>
                </a:moveTo>
                <a:cubicBezTo>
                  <a:pt x="3941" y="7833"/>
                  <a:pt x="3898" y="7856"/>
                  <a:pt x="3862" y="7889"/>
                </a:cubicBezTo>
                <a:cubicBezTo>
                  <a:pt x="3709" y="8022"/>
                  <a:pt x="3505" y="8357"/>
                  <a:pt x="3418" y="9242"/>
                </a:cubicBezTo>
                <a:cubicBezTo>
                  <a:pt x="3385" y="9579"/>
                  <a:pt x="3365" y="10099"/>
                  <a:pt x="3381" y="10521"/>
                </a:cubicBezTo>
                <a:cubicBezTo>
                  <a:pt x="3389" y="10755"/>
                  <a:pt x="3418" y="10967"/>
                  <a:pt x="3448" y="11061"/>
                </a:cubicBezTo>
                <a:cubicBezTo>
                  <a:pt x="3477" y="11155"/>
                  <a:pt x="3515" y="11203"/>
                  <a:pt x="3549" y="11237"/>
                </a:cubicBezTo>
                <a:cubicBezTo>
                  <a:pt x="3582" y="11272"/>
                  <a:pt x="3720" y="11355"/>
                  <a:pt x="3808" y="11410"/>
                </a:cubicBezTo>
                <a:cubicBezTo>
                  <a:pt x="3891" y="11458"/>
                  <a:pt x="4053" y="11583"/>
                  <a:pt x="4141" y="11842"/>
                </a:cubicBezTo>
                <a:cubicBezTo>
                  <a:pt x="4141" y="11842"/>
                  <a:pt x="4224" y="12047"/>
                  <a:pt x="4223" y="12382"/>
                </a:cubicBezTo>
                <a:cubicBezTo>
                  <a:pt x="4223" y="12548"/>
                  <a:pt x="4206" y="12678"/>
                  <a:pt x="4188" y="12768"/>
                </a:cubicBezTo>
                <a:cubicBezTo>
                  <a:pt x="4058" y="13420"/>
                  <a:pt x="3879" y="13604"/>
                  <a:pt x="3719" y="13586"/>
                </a:cubicBezTo>
                <a:cubicBezTo>
                  <a:pt x="3665" y="13581"/>
                  <a:pt x="3620" y="13525"/>
                  <a:pt x="3566" y="13358"/>
                </a:cubicBezTo>
                <a:cubicBezTo>
                  <a:pt x="3542" y="13286"/>
                  <a:pt x="3512" y="13111"/>
                  <a:pt x="3516" y="12926"/>
                </a:cubicBezTo>
                <a:cubicBezTo>
                  <a:pt x="3525" y="12568"/>
                  <a:pt x="3581" y="12480"/>
                  <a:pt x="3628" y="12512"/>
                </a:cubicBezTo>
                <a:cubicBezTo>
                  <a:pt x="3654" y="12529"/>
                  <a:pt x="3687" y="12605"/>
                  <a:pt x="3713" y="12675"/>
                </a:cubicBezTo>
                <a:cubicBezTo>
                  <a:pt x="3815" y="12959"/>
                  <a:pt x="3861" y="13199"/>
                  <a:pt x="3951" y="13103"/>
                </a:cubicBezTo>
                <a:cubicBezTo>
                  <a:pt x="3985" y="13067"/>
                  <a:pt x="4101" y="12888"/>
                  <a:pt x="4117" y="12549"/>
                </a:cubicBezTo>
                <a:cubicBezTo>
                  <a:pt x="4121" y="12467"/>
                  <a:pt x="4115" y="12379"/>
                  <a:pt x="4107" y="12317"/>
                </a:cubicBezTo>
                <a:cubicBezTo>
                  <a:pt x="4094" y="12228"/>
                  <a:pt x="4024" y="12035"/>
                  <a:pt x="4005" y="11986"/>
                </a:cubicBezTo>
                <a:cubicBezTo>
                  <a:pt x="3937" y="11814"/>
                  <a:pt x="3807" y="11657"/>
                  <a:pt x="3735" y="11637"/>
                </a:cubicBezTo>
                <a:cubicBezTo>
                  <a:pt x="3640" y="11614"/>
                  <a:pt x="3514" y="11741"/>
                  <a:pt x="3456" y="12307"/>
                </a:cubicBezTo>
                <a:cubicBezTo>
                  <a:pt x="3419" y="12663"/>
                  <a:pt x="3418" y="13148"/>
                  <a:pt x="3448" y="13521"/>
                </a:cubicBezTo>
                <a:cubicBezTo>
                  <a:pt x="3490" y="14032"/>
                  <a:pt x="3571" y="14430"/>
                  <a:pt x="3638" y="14661"/>
                </a:cubicBezTo>
                <a:cubicBezTo>
                  <a:pt x="3751" y="15046"/>
                  <a:pt x="3886" y="15227"/>
                  <a:pt x="4012" y="15131"/>
                </a:cubicBezTo>
                <a:cubicBezTo>
                  <a:pt x="4084" y="15072"/>
                  <a:pt x="4146" y="14971"/>
                  <a:pt x="4210" y="14754"/>
                </a:cubicBezTo>
                <a:cubicBezTo>
                  <a:pt x="4271" y="14546"/>
                  <a:pt x="4337" y="14155"/>
                  <a:pt x="4368" y="13689"/>
                </a:cubicBezTo>
                <a:cubicBezTo>
                  <a:pt x="4408" y="13061"/>
                  <a:pt x="4406" y="12230"/>
                  <a:pt x="4360" y="11637"/>
                </a:cubicBezTo>
                <a:cubicBezTo>
                  <a:pt x="4331" y="11247"/>
                  <a:pt x="4298" y="11029"/>
                  <a:pt x="4242" y="10856"/>
                </a:cubicBezTo>
                <a:cubicBezTo>
                  <a:pt x="4183" y="10667"/>
                  <a:pt x="4105" y="10565"/>
                  <a:pt x="4025" y="10489"/>
                </a:cubicBezTo>
                <a:cubicBezTo>
                  <a:pt x="4020" y="10484"/>
                  <a:pt x="4019" y="10484"/>
                  <a:pt x="4014" y="10479"/>
                </a:cubicBezTo>
                <a:lnTo>
                  <a:pt x="3646" y="10172"/>
                </a:lnTo>
                <a:cubicBezTo>
                  <a:pt x="3641" y="10168"/>
                  <a:pt x="3640" y="10166"/>
                  <a:pt x="3636" y="10158"/>
                </a:cubicBezTo>
                <a:cubicBezTo>
                  <a:pt x="3620" y="10135"/>
                  <a:pt x="3546" y="10079"/>
                  <a:pt x="3572" y="9879"/>
                </a:cubicBezTo>
                <a:cubicBezTo>
                  <a:pt x="3579" y="9822"/>
                  <a:pt x="3601" y="9779"/>
                  <a:pt x="3614" y="9754"/>
                </a:cubicBezTo>
                <a:cubicBezTo>
                  <a:pt x="3781" y="9432"/>
                  <a:pt x="3992" y="9469"/>
                  <a:pt x="4167" y="9400"/>
                </a:cubicBezTo>
                <a:cubicBezTo>
                  <a:pt x="4206" y="9383"/>
                  <a:pt x="4295" y="9343"/>
                  <a:pt x="4337" y="9247"/>
                </a:cubicBezTo>
                <a:cubicBezTo>
                  <a:pt x="4378" y="9157"/>
                  <a:pt x="4412" y="8955"/>
                  <a:pt x="4422" y="8637"/>
                </a:cubicBezTo>
                <a:cubicBezTo>
                  <a:pt x="4426" y="8471"/>
                  <a:pt x="4415" y="8390"/>
                  <a:pt x="4393" y="8307"/>
                </a:cubicBezTo>
                <a:lnTo>
                  <a:pt x="4392" y="8307"/>
                </a:lnTo>
                <a:cubicBezTo>
                  <a:pt x="4283" y="7901"/>
                  <a:pt x="4122" y="7795"/>
                  <a:pt x="3986" y="7823"/>
                </a:cubicBezTo>
                <a:close/>
                <a:moveTo>
                  <a:pt x="6117" y="7898"/>
                </a:moveTo>
                <a:cubicBezTo>
                  <a:pt x="5864" y="7838"/>
                  <a:pt x="5495" y="8310"/>
                  <a:pt x="5455" y="8451"/>
                </a:cubicBezTo>
                <a:cubicBezTo>
                  <a:pt x="5417" y="8572"/>
                  <a:pt x="5422" y="8774"/>
                  <a:pt x="5471" y="9209"/>
                </a:cubicBezTo>
                <a:cubicBezTo>
                  <a:pt x="5523" y="9669"/>
                  <a:pt x="5612" y="9623"/>
                  <a:pt x="5612" y="9623"/>
                </a:cubicBezTo>
                <a:lnTo>
                  <a:pt x="5534" y="10758"/>
                </a:lnTo>
                <a:cubicBezTo>
                  <a:pt x="5471" y="10790"/>
                  <a:pt x="5449" y="10930"/>
                  <a:pt x="5449" y="10930"/>
                </a:cubicBezTo>
                <a:cubicBezTo>
                  <a:pt x="5412" y="11206"/>
                  <a:pt x="5463" y="12019"/>
                  <a:pt x="5463" y="12019"/>
                </a:cubicBezTo>
                <a:cubicBezTo>
                  <a:pt x="5463" y="12019"/>
                  <a:pt x="5353" y="13764"/>
                  <a:pt x="5433" y="14684"/>
                </a:cubicBezTo>
                <a:cubicBezTo>
                  <a:pt x="5518" y="15651"/>
                  <a:pt x="5620" y="15605"/>
                  <a:pt x="5620" y="15605"/>
                </a:cubicBezTo>
                <a:cubicBezTo>
                  <a:pt x="5813" y="15704"/>
                  <a:pt x="6130" y="14276"/>
                  <a:pt x="6147" y="13805"/>
                </a:cubicBezTo>
                <a:cubicBezTo>
                  <a:pt x="6161" y="13424"/>
                  <a:pt x="6112" y="13008"/>
                  <a:pt x="6068" y="12931"/>
                </a:cubicBezTo>
                <a:cubicBezTo>
                  <a:pt x="6026" y="12870"/>
                  <a:pt x="5709" y="13291"/>
                  <a:pt x="5670" y="13363"/>
                </a:cubicBezTo>
                <a:cubicBezTo>
                  <a:pt x="5630" y="13440"/>
                  <a:pt x="5648" y="13168"/>
                  <a:pt x="5648" y="13168"/>
                </a:cubicBezTo>
                <a:lnTo>
                  <a:pt x="5697" y="11996"/>
                </a:lnTo>
                <a:cubicBezTo>
                  <a:pt x="5697" y="11996"/>
                  <a:pt x="6000" y="11918"/>
                  <a:pt x="6044" y="11865"/>
                </a:cubicBezTo>
                <a:cubicBezTo>
                  <a:pt x="6085" y="11814"/>
                  <a:pt x="6088" y="11610"/>
                  <a:pt x="6088" y="11610"/>
                </a:cubicBezTo>
                <a:cubicBezTo>
                  <a:pt x="6088" y="11610"/>
                  <a:pt x="6093" y="11272"/>
                  <a:pt x="6092" y="10958"/>
                </a:cubicBezTo>
                <a:cubicBezTo>
                  <a:pt x="6087" y="10623"/>
                  <a:pt x="6049" y="10656"/>
                  <a:pt x="6049" y="10656"/>
                </a:cubicBezTo>
                <a:cubicBezTo>
                  <a:pt x="5931" y="10569"/>
                  <a:pt x="5771" y="10665"/>
                  <a:pt x="5771" y="10665"/>
                </a:cubicBezTo>
                <a:lnTo>
                  <a:pt x="5811" y="9768"/>
                </a:lnTo>
                <a:cubicBezTo>
                  <a:pt x="5811" y="9768"/>
                  <a:pt x="6134" y="9656"/>
                  <a:pt x="6256" y="9456"/>
                </a:cubicBezTo>
                <a:cubicBezTo>
                  <a:pt x="6319" y="9351"/>
                  <a:pt x="6282" y="8916"/>
                  <a:pt x="6282" y="8916"/>
                </a:cubicBezTo>
                <a:cubicBezTo>
                  <a:pt x="6206" y="7837"/>
                  <a:pt x="6117" y="7898"/>
                  <a:pt x="6117" y="7898"/>
                </a:cubicBezTo>
                <a:close/>
                <a:moveTo>
                  <a:pt x="3175" y="8107"/>
                </a:moveTo>
                <a:cubicBezTo>
                  <a:pt x="3146" y="8068"/>
                  <a:pt x="3130" y="8345"/>
                  <a:pt x="3122" y="8484"/>
                </a:cubicBezTo>
                <a:cubicBezTo>
                  <a:pt x="3100" y="8895"/>
                  <a:pt x="3083" y="9876"/>
                  <a:pt x="3079" y="10182"/>
                </a:cubicBezTo>
                <a:cubicBezTo>
                  <a:pt x="3065" y="11109"/>
                  <a:pt x="3054" y="13305"/>
                  <a:pt x="3077" y="14424"/>
                </a:cubicBezTo>
                <a:cubicBezTo>
                  <a:pt x="3086" y="14892"/>
                  <a:pt x="3109" y="15200"/>
                  <a:pt x="3176" y="15298"/>
                </a:cubicBezTo>
                <a:cubicBezTo>
                  <a:pt x="3203" y="15338"/>
                  <a:pt x="3253" y="15332"/>
                  <a:pt x="3274" y="15233"/>
                </a:cubicBezTo>
                <a:cubicBezTo>
                  <a:pt x="3294" y="15149"/>
                  <a:pt x="3307" y="14982"/>
                  <a:pt x="3311" y="14842"/>
                </a:cubicBezTo>
                <a:cubicBezTo>
                  <a:pt x="3324" y="14453"/>
                  <a:pt x="3318" y="13900"/>
                  <a:pt x="3316" y="13484"/>
                </a:cubicBezTo>
                <a:cubicBezTo>
                  <a:pt x="3313" y="12993"/>
                  <a:pt x="3311" y="12506"/>
                  <a:pt x="3308" y="12010"/>
                </a:cubicBezTo>
                <a:cubicBezTo>
                  <a:pt x="3304" y="11347"/>
                  <a:pt x="3293" y="9654"/>
                  <a:pt x="3267" y="8889"/>
                </a:cubicBezTo>
                <a:cubicBezTo>
                  <a:pt x="3255" y="8559"/>
                  <a:pt x="3237" y="8258"/>
                  <a:pt x="3191" y="8135"/>
                </a:cubicBezTo>
                <a:cubicBezTo>
                  <a:pt x="3185" y="8121"/>
                  <a:pt x="3179" y="8112"/>
                  <a:pt x="3175" y="8107"/>
                </a:cubicBezTo>
                <a:close/>
                <a:moveTo>
                  <a:pt x="7059" y="9823"/>
                </a:moveTo>
                <a:cubicBezTo>
                  <a:pt x="7100" y="9706"/>
                  <a:pt x="7106" y="10070"/>
                  <a:pt x="7106" y="10070"/>
                </a:cubicBezTo>
                <a:cubicBezTo>
                  <a:pt x="7127" y="11317"/>
                  <a:pt x="6998" y="12252"/>
                  <a:pt x="6943" y="12600"/>
                </a:cubicBezTo>
                <a:cubicBezTo>
                  <a:pt x="6909" y="12828"/>
                  <a:pt x="6797" y="13275"/>
                  <a:pt x="6680" y="13368"/>
                </a:cubicBezTo>
                <a:cubicBezTo>
                  <a:pt x="6791" y="11847"/>
                  <a:pt x="6929" y="10732"/>
                  <a:pt x="7006" y="10135"/>
                </a:cubicBezTo>
                <a:cubicBezTo>
                  <a:pt x="7028" y="9958"/>
                  <a:pt x="7045" y="9863"/>
                  <a:pt x="7059" y="9823"/>
                </a:cubicBezTo>
                <a:close/>
                <a:moveTo>
                  <a:pt x="1130" y="9968"/>
                </a:moveTo>
                <a:cubicBezTo>
                  <a:pt x="1130" y="9968"/>
                  <a:pt x="1128" y="10676"/>
                  <a:pt x="1128" y="11391"/>
                </a:cubicBezTo>
                <a:cubicBezTo>
                  <a:pt x="1127" y="12746"/>
                  <a:pt x="1132" y="14121"/>
                  <a:pt x="1132" y="14121"/>
                </a:cubicBezTo>
                <a:cubicBezTo>
                  <a:pt x="1132" y="14121"/>
                  <a:pt x="1063" y="13944"/>
                  <a:pt x="1022" y="13824"/>
                </a:cubicBezTo>
                <a:lnTo>
                  <a:pt x="1022" y="13828"/>
                </a:lnTo>
                <a:cubicBezTo>
                  <a:pt x="902" y="13472"/>
                  <a:pt x="738" y="12735"/>
                  <a:pt x="658" y="12261"/>
                </a:cubicBezTo>
                <a:cubicBezTo>
                  <a:pt x="639" y="12147"/>
                  <a:pt x="570" y="11682"/>
                  <a:pt x="558" y="11582"/>
                </a:cubicBezTo>
                <a:cubicBezTo>
                  <a:pt x="537" y="11409"/>
                  <a:pt x="518" y="11243"/>
                  <a:pt x="523" y="11028"/>
                </a:cubicBezTo>
                <a:cubicBezTo>
                  <a:pt x="528" y="10822"/>
                  <a:pt x="586" y="10649"/>
                  <a:pt x="614" y="10577"/>
                </a:cubicBezTo>
                <a:cubicBezTo>
                  <a:pt x="709" y="10338"/>
                  <a:pt x="874" y="10137"/>
                  <a:pt x="961" y="10070"/>
                </a:cubicBezTo>
                <a:cubicBezTo>
                  <a:pt x="1030" y="10017"/>
                  <a:pt x="1130" y="9968"/>
                  <a:pt x="1130" y="9968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884" name="Shape"/>
          <p:cNvSpPr/>
          <p:nvPr/>
        </p:nvSpPr>
        <p:spPr>
          <a:xfrm>
            <a:off x="1893279" y="3572436"/>
            <a:ext cx="3224327" cy="122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64" fill="norm" stroke="1" extrusionOk="0">
                <a:moveTo>
                  <a:pt x="6026" y="5"/>
                </a:moveTo>
                <a:cubicBezTo>
                  <a:pt x="5841" y="24"/>
                  <a:pt x="5595" y="122"/>
                  <a:pt x="5400" y="264"/>
                </a:cubicBezTo>
                <a:cubicBezTo>
                  <a:pt x="5263" y="363"/>
                  <a:pt x="5170" y="520"/>
                  <a:pt x="5104" y="824"/>
                </a:cubicBezTo>
                <a:cubicBezTo>
                  <a:pt x="5072" y="976"/>
                  <a:pt x="5042" y="1140"/>
                  <a:pt x="5058" y="1307"/>
                </a:cubicBezTo>
                <a:cubicBezTo>
                  <a:pt x="5072" y="1449"/>
                  <a:pt x="5149" y="1499"/>
                  <a:pt x="5211" y="1525"/>
                </a:cubicBezTo>
                <a:cubicBezTo>
                  <a:pt x="5270" y="1549"/>
                  <a:pt x="5406" y="1570"/>
                  <a:pt x="5442" y="1455"/>
                </a:cubicBezTo>
                <a:cubicBezTo>
                  <a:pt x="5457" y="1405"/>
                  <a:pt x="5456" y="1357"/>
                  <a:pt x="5443" y="1297"/>
                </a:cubicBezTo>
                <a:cubicBezTo>
                  <a:pt x="5429" y="1233"/>
                  <a:pt x="5395" y="1188"/>
                  <a:pt x="5362" y="1171"/>
                </a:cubicBezTo>
                <a:cubicBezTo>
                  <a:pt x="5326" y="1154"/>
                  <a:pt x="5255" y="1142"/>
                  <a:pt x="5238" y="1123"/>
                </a:cubicBezTo>
                <a:cubicBezTo>
                  <a:pt x="5229" y="1112"/>
                  <a:pt x="5219" y="1099"/>
                  <a:pt x="5219" y="1099"/>
                </a:cubicBezTo>
                <a:cubicBezTo>
                  <a:pt x="5219" y="1099"/>
                  <a:pt x="5223" y="1088"/>
                  <a:pt x="5227" y="1079"/>
                </a:cubicBezTo>
                <a:cubicBezTo>
                  <a:pt x="5234" y="1064"/>
                  <a:pt x="5260" y="1034"/>
                  <a:pt x="5277" y="1023"/>
                </a:cubicBezTo>
                <a:cubicBezTo>
                  <a:pt x="5298" y="1011"/>
                  <a:pt x="5321" y="992"/>
                  <a:pt x="5344" y="975"/>
                </a:cubicBezTo>
                <a:cubicBezTo>
                  <a:pt x="5502" y="859"/>
                  <a:pt x="5816" y="840"/>
                  <a:pt x="5960" y="854"/>
                </a:cubicBezTo>
                <a:cubicBezTo>
                  <a:pt x="6518" y="909"/>
                  <a:pt x="7037" y="1237"/>
                  <a:pt x="7563" y="1807"/>
                </a:cubicBezTo>
                <a:cubicBezTo>
                  <a:pt x="8078" y="2366"/>
                  <a:pt x="8664" y="3318"/>
                  <a:pt x="9005" y="4477"/>
                </a:cubicBezTo>
                <a:cubicBezTo>
                  <a:pt x="9134" y="4915"/>
                  <a:pt x="9296" y="5635"/>
                  <a:pt x="9315" y="6243"/>
                </a:cubicBezTo>
                <a:cubicBezTo>
                  <a:pt x="9333" y="6798"/>
                  <a:pt x="9266" y="7331"/>
                  <a:pt x="9137" y="7720"/>
                </a:cubicBezTo>
                <a:cubicBezTo>
                  <a:pt x="9040" y="8014"/>
                  <a:pt x="8911" y="8229"/>
                  <a:pt x="8771" y="8404"/>
                </a:cubicBezTo>
                <a:cubicBezTo>
                  <a:pt x="8451" y="8802"/>
                  <a:pt x="8062" y="8885"/>
                  <a:pt x="7714" y="8860"/>
                </a:cubicBezTo>
                <a:cubicBezTo>
                  <a:pt x="7668" y="8857"/>
                  <a:pt x="7496" y="8816"/>
                  <a:pt x="7455" y="8800"/>
                </a:cubicBezTo>
                <a:cubicBezTo>
                  <a:pt x="7385" y="8769"/>
                  <a:pt x="7295" y="8724"/>
                  <a:pt x="7295" y="8724"/>
                </a:cubicBezTo>
                <a:lnTo>
                  <a:pt x="7272" y="5880"/>
                </a:lnTo>
                <a:cubicBezTo>
                  <a:pt x="7272" y="5880"/>
                  <a:pt x="7380" y="5889"/>
                  <a:pt x="7457" y="5901"/>
                </a:cubicBezTo>
                <a:cubicBezTo>
                  <a:pt x="7652" y="5932"/>
                  <a:pt x="8056" y="6109"/>
                  <a:pt x="8259" y="6321"/>
                </a:cubicBezTo>
                <a:cubicBezTo>
                  <a:pt x="8302" y="6366"/>
                  <a:pt x="8347" y="6435"/>
                  <a:pt x="8351" y="6548"/>
                </a:cubicBezTo>
                <a:cubicBezTo>
                  <a:pt x="8354" y="6634"/>
                  <a:pt x="8328" y="6710"/>
                  <a:pt x="8299" y="6777"/>
                </a:cubicBezTo>
                <a:cubicBezTo>
                  <a:pt x="8285" y="6810"/>
                  <a:pt x="8271" y="6837"/>
                  <a:pt x="8253" y="6862"/>
                </a:cubicBezTo>
                <a:cubicBezTo>
                  <a:pt x="8219" y="6910"/>
                  <a:pt x="8159" y="6993"/>
                  <a:pt x="8155" y="7007"/>
                </a:cubicBezTo>
                <a:cubicBezTo>
                  <a:pt x="8144" y="7046"/>
                  <a:pt x="8143" y="7102"/>
                  <a:pt x="8158" y="7134"/>
                </a:cubicBezTo>
                <a:cubicBezTo>
                  <a:pt x="8197" y="7213"/>
                  <a:pt x="8324" y="7258"/>
                  <a:pt x="8358" y="7253"/>
                </a:cubicBezTo>
                <a:cubicBezTo>
                  <a:pt x="8470" y="7236"/>
                  <a:pt x="8582" y="7034"/>
                  <a:pt x="8640" y="6762"/>
                </a:cubicBezTo>
                <a:cubicBezTo>
                  <a:pt x="8693" y="6521"/>
                  <a:pt x="8698" y="6337"/>
                  <a:pt x="8664" y="6071"/>
                </a:cubicBezTo>
                <a:cubicBezTo>
                  <a:pt x="8627" y="5779"/>
                  <a:pt x="8512" y="5504"/>
                  <a:pt x="8390" y="5341"/>
                </a:cubicBezTo>
                <a:cubicBezTo>
                  <a:pt x="8242" y="5143"/>
                  <a:pt x="7984" y="4994"/>
                  <a:pt x="7852" y="4938"/>
                </a:cubicBezTo>
                <a:cubicBezTo>
                  <a:pt x="7748" y="4895"/>
                  <a:pt x="7638" y="4853"/>
                  <a:pt x="7538" y="4847"/>
                </a:cubicBezTo>
                <a:cubicBezTo>
                  <a:pt x="7435" y="4840"/>
                  <a:pt x="7269" y="4852"/>
                  <a:pt x="7269" y="4852"/>
                </a:cubicBezTo>
                <a:cubicBezTo>
                  <a:pt x="7269" y="4852"/>
                  <a:pt x="7266" y="4466"/>
                  <a:pt x="7259" y="4210"/>
                </a:cubicBezTo>
                <a:cubicBezTo>
                  <a:pt x="7248" y="3789"/>
                  <a:pt x="7204" y="2961"/>
                  <a:pt x="7058" y="2722"/>
                </a:cubicBezTo>
                <a:cubicBezTo>
                  <a:pt x="7032" y="2679"/>
                  <a:pt x="6999" y="2675"/>
                  <a:pt x="6981" y="2740"/>
                </a:cubicBezTo>
                <a:cubicBezTo>
                  <a:pt x="6953" y="2838"/>
                  <a:pt x="6925" y="3207"/>
                  <a:pt x="6919" y="3304"/>
                </a:cubicBezTo>
                <a:cubicBezTo>
                  <a:pt x="6907" y="3482"/>
                  <a:pt x="6869" y="4323"/>
                  <a:pt x="6870" y="4452"/>
                </a:cubicBezTo>
                <a:cubicBezTo>
                  <a:pt x="6872" y="4581"/>
                  <a:pt x="6867" y="4938"/>
                  <a:pt x="6864" y="4948"/>
                </a:cubicBezTo>
                <a:cubicBezTo>
                  <a:pt x="6862" y="4954"/>
                  <a:pt x="6860" y="4957"/>
                  <a:pt x="6858" y="4962"/>
                </a:cubicBezTo>
                <a:cubicBezTo>
                  <a:pt x="6852" y="4972"/>
                  <a:pt x="6760" y="5016"/>
                  <a:pt x="6700" y="5039"/>
                </a:cubicBezTo>
                <a:cubicBezTo>
                  <a:pt x="6573" y="5087"/>
                  <a:pt x="6268" y="5350"/>
                  <a:pt x="6169" y="5465"/>
                </a:cubicBezTo>
                <a:cubicBezTo>
                  <a:pt x="6035" y="5619"/>
                  <a:pt x="5840" y="5889"/>
                  <a:pt x="5786" y="6249"/>
                </a:cubicBezTo>
                <a:cubicBezTo>
                  <a:pt x="5746" y="6507"/>
                  <a:pt x="5761" y="6723"/>
                  <a:pt x="5813" y="6966"/>
                </a:cubicBezTo>
                <a:cubicBezTo>
                  <a:pt x="5880" y="7278"/>
                  <a:pt x="5968" y="7521"/>
                  <a:pt x="6065" y="7765"/>
                </a:cubicBezTo>
                <a:cubicBezTo>
                  <a:pt x="6100" y="7852"/>
                  <a:pt x="6257" y="8200"/>
                  <a:pt x="6294" y="8272"/>
                </a:cubicBezTo>
                <a:cubicBezTo>
                  <a:pt x="6426" y="8530"/>
                  <a:pt x="6578" y="8781"/>
                  <a:pt x="6737" y="8988"/>
                </a:cubicBezTo>
                <a:cubicBezTo>
                  <a:pt x="6789" y="9056"/>
                  <a:pt x="6851" y="9135"/>
                  <a:pt x="6851" y="9135"/>
                </a:cubicBezTo>
                <a:cubicBezTo>
                  <a:pt x="6851" y="9135"/>
                  <a:pt x="6863" y="9464"/>
                  <a:pt x="6875" y="9653"/>
                </a:cubicBezTo>
                <a:cubicBezTo>
                  <a:pt x="6890" y="9889"/>
                  <a:pt x="6919" y="10093"/>
                  <a:pt x="7002" y="10186"/>
                </a:cubicBezTo>
                <a:cubicBezTo>
                  <a:pt x="7053" y="10243"/>
                  <a:pt x="7111" y="10235"/>
                  <a:pt x="7166" y="10209"/>
                </a:cubicBezTo>
                <a:cubicBezTo>
                  <a:pt x="7211" y="10186"/>
                  <a:pt x="7242" y="10131"/>
                  <a:pt x="7261" y="10027"/>
                </a:cubicBezTo>
                <a:cubicBezTo>
                  <a:pt x="7269" y="9989"/>
                  <a:pt x="7282" y="9871"/>
                  <a:pt x="7284" y="9825"/>
                </a:cubicBezTo>
                <a:cubicBezTo>
                  <a:pt x="7288" y="9726"/>
                  <a:pt x="7288" y="9583"/>
                  <a:pt x="7288" y="9583"/>
                </a:cubicBezTo>
                <a:cubicBezTo>
                  <a:pt x="7288" y="9583"/>
                  <a:pt x="7422" y="9665"/>
                  <a:pt x="7512" y="9709"/>
                </a:cubicBezTo>
                <a:cubicBezTo>
                  <a:pt x="7773" y="9836"/>
                  <a:pt x="8057" y="9848"/>
                  <a:pt x="8304" y="9769"/>
                </a:cubicBezTo>
                <a:cubicBezTo>
                  <a:pt x="8668" y="9652"/>
                  <a:pt x="9092" y="9296"/>
                  <a:pt x="9366" y="8671"/>
                </a:cubicBezTo>
                <a:cubicBezTo>
                  <a:pt x="9439" y="8503"/>
                  <a:pt x="9564" y="8111"/>
                  <a:pt x="9616" y="7863"/>
                </a:cubicBezTo>
                <a:cubicBezTo>
                  <a:pt x="9646" y="7718"/>
                  <a:pt x="9675" y="7573"/>
                  <a:pt x="9704" y="7397"/>
                </a:cubicBezTo>
                <a:cubicBezTo>
                  <a:pt x="9710" y="7361"/>
                  <a:pt x="9746" y="7069"/>
                  <a:pt x="9753" y="6942"/>
                </a:cubicBezTo>
                <a:cubicBezTo>
                  <a:pt x="9756" y="6887"/>
                  <a:pt x="9778" y="6472"/>
                  <a:pt x="9769" y="6252"/>
                </a:cubicBezTo>
                <a:cubicBezTo>
                  <a:pt x="9770" y="6160"/>
                  <a:pt x="9751" y="5920"/>
                  <a:pt x="9749" y="5877"/>
                </a:cubicBezTo>
                <a:lnTo>
                  <a:pt x="9748" y="5877"/>
                </a:lnTo>
                <a:cubicBezTo>
                  <a:pt x="9747" y="5873"/>
                  <a:pt x="9737" y="5755"/>
                  <a:pt x="9730" y="5675"/>
                </a:cubicBezTo>
                <a:cubicBezTo>
                  <a:pt x="9723" y="5594"/>
                  <a:pt x="9680" y="5315"/>
                  <a:pt x="9670" y="5269"/>
                </a:cubicBezTo>
                <a:cubicBezTo>
                  <a:pt x="9641" y="5133"/>
                  <a:pt x="9624" y="5017"/>
                  <a:pt x="9602" y="4900"/>
                </a:cubicBezTo>
                <a:cubicBezTo>
                  <a:pt x="9508" y="4410"/>
                  <a:pt x="9317" y="3793"/>
                  <a:pt x="9163" y="3390"/>
                </a:cubicBezTo>
                <a:cubicBezTo>
                  <a:pt x="9083" y="3181"/>
                  <a:pt x="8973" y="2921"/>
                  <a:pt x="8889" y="2739"/>
                </a:cubicBezTo>
                <a:cubicBezTo>
                  <a:pt x="8849" y="2650"/>
                  <a:pt x="8589" y="2147"/>
                  <a:pt x="8545" y="2070"/>
                </a:cubicBezTo>
                <a:cubicBezTo>
                  <a:pt x="8404" y="1827"/>
                  <a:pt x="8154" y="1455"/>
                  <a:pt x="7995" y="1253"/>
                </a:cubicBezTo>
                <a:cubicBezTo>
                  <a:pt x="7773" y="972"/>
                  <a:pt x="7471" y="663"/>
                  <a:pt x="7240" y="478"/>
                </a:cubicBezTo>
                <a:cubicBezTo>
                  <a:pt x="6836" y="155"/>
                  <a:pt x="6442" y="-36"/>
                  <a:pt x="6026" y="5"/>
                </a:cubicBezTo>
                <a:close/>
                <a:moveTo>
                  <a:pt x="10519" y="812"/>
                </a:moveTo>
                <a:cubicBezTo>
                  <a:pt x="10384" y="789"/>
                  <a:pt x="10237" y="882"/>
                  <a:pt x="10128" y="1004"/>
                </a:cubicBezTo>
                <a:cubicBezTo>
                  <a:pt x="9974" y="1176"/>
                  <a:pt x="9832" y="1428"/>
                  <a:pt x="9724" y="1732"/>
                </a:cubicBezTo>
                <a:cubicBezTo>
                  <a:pt x="9617" y="2032"/>
                  <a:pt x="9534" y="2415"/>
                  <a:pt x="9543" y="2828"/>
                </a:cubicBezTo>
                <a:cubicBezTo>
                  <a:pt x="9545" y="2961"/>
                  <a:pt x="9565" y="3166"/>
                  <a:pt x="9591" y="3284"/>
                </a:cubicBezTo>
                <a:cubicBezTo>
                  <a:pt x="9612" y="3384"/>
                  <a:pt x="9652" y="3492"/>
                  <a:pt x="9661" y="3597"/>
                </a:cubicBezTo>
                <a:cubicBezTo>
                  <a:pt x="9666" y="3659"/>
                  <a:pt x="9661" y="3739"/>
                  <a:pt x="9662" y="3813"/>
                </a:cubicBezTo>
                <a:cubicBezTo>
                  <a:pt x="9664" y="3981"/>
                  <a:pt x="9692" y="4156"/>
                  <a:pt x="9740" y="4267"/>
                </a:cubicBezTo>
                <a:cubicBezTo>
                  <a:pt x="9775" y="4347"/>
                  <a:pt x="9804" y="4344"/>
                  <a:pt x="9840" y="4275"/>
                </a:cubicBezTo>
                <a:cubicBezTo>
                  <a:pt x="9850" y="4256"/>
                  <a:pt x="9865" y="4209"/>
                  <a:pt x="9873" y="4172"/>
                </a:cubicBezTo>
                <a:cubicBezTo>
                  <a:pt x="9888" y="4104"/>
                  <a:pt x="9904" y="4009"/>
                  <a:pt x="9918" y="3970"/>
                </a:cubicBezTo>
                <a:cubicBezTo>
                  <a:pt x="9919" y="3964"/>
                  <a:pt x="9929" y="3978"/>
                  <a:pt x="9937" y="3994"/>
                </a:cubicBezTo>
                <a:cubicBezTo>
                  <a:pt x="9943" y="4005"/>
                  <a:pt x="10002" y="4045"/>
                  <a:pt x="10018" y="4048"/>
                </a:cubicBezTo>
                <a:cubicBezTo>
                  <a:pt x="10049" y="4054"/>
                  <a:pt x="10082" y="4076"/>
                  <a:pt x="10114" y="4083"/>
                </a:cubicBezTo>
                <a:cubicBezTo>
                  <a:pt x="10218" y="4108"/>
                  <a:pt x="10361" y="4021"/>
                  <a:pt x="10452" y="3926"/>
                </a:cubicBezTo>
                <a:cubicBezTo>
                  <a:pt x="10661" y="3711"/>
                  <a:pt x="10822" y="3402"/>
                  <a:pt x="10985" y="2962"/>
                </a:cubicBezTo>
                <a:cubicBezTo>
                  <a:pt x="11080" y="2707"/>
                  <a:pt x="11163" y="2287"/>
                  <a:pt x="11132" y="1904"/>
                </a:cubicBezTo>
                <a:cubicBezTo>
                  <a:pt x="11117" y="1714"/>
                  <a:pt x="11084" y="1583"/>
                  <a:pt x="11024" y="1446"/>
                </a:cubicBezTo>
                <a:cubicBezTo>
                  <a:pt x="10994" y="1378"/>
                  <a:pt x="10921" y="1276"/>
                  <a:pt x="10870" y="1253"/>
                </a:cubicBezTo>
                <a:cubicBezTo>
                  <a:pt x="10855" y="1246"/>
                  <a:pt x="10837" y="1241"/>
                  <a:pt x="10829" y="1229"/>
                </a:cubicBezTo>
                <a:cubicBezTo>
                  <a:pt x="10822" y="1215"/>
                  <a:pt x="10815" y="1189"/>
                  <a:pt x="10807" y="1164"/>
                </a:cubicBezTo>
                <a:cubicBezTo>
                  <a:pt x="10771" y="1042"/>
                  <a:pt x="10698" y="924"/>
                  <a:pt x="10646" y="877"/>
                </a:cubicBezTo>
                <a:cubicBezTo>
                  <a:pt x="10606" y="840"/>
                  <a:pt x="10563" y="820"/>
                  <a:pt x="10519" y="812"/>
                </a:cubicBezTo>
                <a:close/>
                <a:moveTo>
                  <a:pt x="10219" y="1704"/>
                </a:moveTo>
                <a:cubicBezTo>
                  <a:pt x="10219" y="1704"/>
                  <a:pt x="10184" y="1778"/>
                  <a:pt x="10156" y="1842"/>
                </a:cubicBezTo>
                <a:cubicBezTo>
                  <a:pt x="10062" y="2054"/>
                  <a:pt x="9937" y="2397"/>
                  <a:pt x="9868" y="2644"/>
                </a:cubicBezTo>
                <a:cubicBezTo>
                  <a:pt x="9830" y="2779"/>
                  <a:pt x="9785" y="2959"/>
                  <a:pt x="9785" y="2959"/>
                </a:cubicBezTo>
                <a:cubicBezTo>
                  <a:pt x="9785" y="2959"/>
                  <a:pt x="9775" y="2906"/>
                  <a:pt x="9769" y="2866"/>
                </a:cubicBezTo>
                <a:cubicBezTo>
                  <a:pt x="9726" y="2585"/>
                  <a:pt x="9821" y="2268"/>
                  <a:pt x="9907" y="2073"/>
                </a:cubicBezTo>
                <a:cubicBezTo>
                  <a:pt x="9960" y="1955"/>
                  <a:pt x="10064" y="1771"/>
                  <a:pt x="10136" y="1735"/>
                </a:cubicBezTo>
                <a:cubicBezTo>
                  <a:pt x="10166" y="1718"/>
                  <a:pt x="10219" y="1704"/>
                  <a:pt x="10219" y="1704"/>
                </a:cubicBezTo>
                <a:close/>
                <a:moveTo>
                  <a:pt x="10773" y="1784"/>
                </a:moveTo>
                <a:cubicBezTo>
                  <a:pt x="10794" y="1783"/>
                  <a:pt x="10814" y="1795"/>
                  <a:pt x="10840" y="1825"/>
                </a:cubicBezTo>
                <a:cubicBezTo>
                  <a:pt x="10880" y="1870"/>
                  <a:pt x="10912" y="1967"/>
                  <a:pt x="10917" y="2094"/>
                </a:cubicBezTo>
                <a:cubicBezTo>
                  <a:pt x="10935" y="2489"/>
                  <a:pt x="10764" y="2824"/>
                  <a:pt x="10647" y="2996"/>
                </a:cubicBezTo>
                <a:cubicBezTo>
                  <a:pt x="10528" y="3170"/>
                  <a:pt x="10401" y="3273"/>
                  <a:pt x="10264" y="3298"/>
                </a:cubicBezTo>
                <a:cubicBezTo>
                  <a:pt x="10211" y="3308"/>
                  <a:pt x="10070" y="3312"/>
                  <a:pt x="10066" y="3272"/>
                </a:cubicBezTo>
                <a:cubicBezTo>
                  <a:pt x="10065" y="3262"/>
                  <a:pt x="10074" y="3226"/>
                  <a:pt x="10086" y="3187"/>
                </a:cubicBezTo>
                <a:cubicBezTo>
                  <a:pt x="10105" y="3124"/>
                  <a:pt x="10129" y="3033"/>
                  <a:pt x="10153" y="2950"/>
                </a:cubicBezTo>
                <a:cubicBezTo>
                  <a:pt x="10256" y="2600"/>
                  <a:pt x="10445" y="2162"/>
                  <a:pt x="10579" y="1957"/>
                </a:cubicBezTo>
                <a:lnTo>
                  <a:pt x="10579" y="1955"/>
                </a:lnTo>
                <a:cubicBezTo>
                  <a:pt x="10625" y="1886"/>
                  <a:pt x="10646" y="1865"/>
                  <a:pt x="10694" y="1827"/>
                </a:cubicBezTo>
                <a:cubicBezTo>
                  <a:pt x="10728" y="1801"/>
                  <a:pt x="10751" y="1786"/>
                  <a:pt x="10773" y="1784"/>
                </a:cubicBezTo>
                <a:close/>
                <a:moveTo>
                  <a:pt x="13049" y="4069"/>
                </a:moveTo>
                <a:cubicBezTo>
                  <a:pt x="13029" y="4071"/>
                  <a:pt x="13007" y="4096"/>
                  <a:pt x="12998" y="4190"/>
                </a:cubicBezTo>
                <a:cubicBezTo>
                  <a:pt x="12980" y="4377"/>
                  <a:pt x="13007" y="4574"/>
                  <a:pt x="13007" y="4574"/>
                </a:cubicBezTo>
                <a:cubicBezTo>
                  <a:pt x="13185" y="6166"/>
                  <a:pt x="13225" y="7107"/>
                  <a:pt x="13225" y="7107"/>
                </a:cubicBezTo>
                <a:cubicBezTo>
                  <a:pt x="13225" y="7107"/>
                  <a:pt x="13234" y="7384"/>
                  <a:pt x="13213" y="7400"/>
                </a:cubicBezTo>
                <a:cubicBezTo>
                  <a:pt x="13199" y="7428"/>
                  <a:pt x="13183" y="7389"/>
                  <a:pt x="13183" y="7389"/>
                </a:cubicBezTo>
                <a:cubicBezTo>
                  <a:pt x="13162" y="7391"/>
                  <a:pt x="12968" y="6528"/>
                  <a:pt x="12968" y="6528"/>
                </a:cubicBezTo>
                <a:lnTo>
                  <a:pt x="12929" y="6359"/>
                </a:lnTo>
                <a:cubicBezTo>
                  <a:pt x="12715" y="5445"/>
                  <a:pt x="12585" y="5134"/>
                  <a:pt x="12585" y="5134"/>
                </a:cubicBezTo>
                <a:cubicBezTo>
                  <a:pt x="12554" y="5059"/>
                  <a:pt x="12476" y="4852"/>
                  <a:pt x="12379" y="5137"/>
                </a:cubicBezTo>
                <a:cubicBezTo>
                  <a:pt x="12282" y="5424"/>
                  <a:pt x="12205" y="6345"/>
                  <a:pt x="12175" y="7211"/>
                </a:cubicBezTo>
                <a:cubicBezTo>
                  <a:pt x="12149" y="8075"/>
                  <a:pt x="12169" y="8567"/>
                  <a:pt x="12217" y="8774"/>
                </a:cubicBezTo>
                <a:cubicBezTo>
                  <a:pt x="12269" y="8984"/>
                  <a:pt x="12370" y="9055"/>
                  <a:pt x="12454" y="8875"/>
                </a:cubicBezTo>
                <a:cubicBezTo>
                  <a:pt x="12543" y="8696"/>
                  <a:pt x="12526" y="7557"/>
                  <a:pt x="12540" y="6972"/>
                </a:cubicBezTo>
                <a:cubicBezTo>
                  <a:pt x="12553" y="6385"/>
                  <a:pt x="12575" y="6490"/>
                  <a:pt x="12575" y="6490"/>
                </a:cubicBezTo>
                <a:cubicBezTo>
                  <a:pt x="12595" y="6476"/>
                  <a:pt x="12696" y="7013"/>
                  <a:pt x="12696" y="7013"/>
                </a:cubicBezTo>
                <a:cubicBezTo>
                  <a:pt x="12696" y="7013"/>
                  <a:pt x="12962" y="8453"/>
                  <a:pt x="13130" y="8667"/>
                </a:cubicBezTo>
                <a:cubicBezTo>
                  <a:pt x="13300" y="8879"/>
                  <a:pt x="13437" y="8537"/>
                  <a:pt x="13488" y="8217"/>
                </a:cubicBezTo>
                <a:cubicBezTo>
                  <a:pt x="13541" y="7893"/>
                  <a:pt x="13630" y="6825"/>
                  <a:pt x="13497" y="5640"/>
                </a:cubicBezTo>
                <a:cubicBezTo>
                  <a:pt x="13363" y="4456"/>
                  <a:pt x="13088" y="4089"/>
                  <a:pt x="13088" y="4089"/>
                </a:cubicBezTo>
                <a:lnTo>
                  <a:pt x="13087" y="4091"/>
                </a:lnTo>
                <a:cubicBezTo>
                  <a:pt x="13087" y="4091"/>
                  <a:pt x="13070" y="4068"/>
                  <a:pt x="13049" y="4069"/>
                </a:cubicBezTo>
                <a:close/>
                <a:moveTo>
                  <a:pt x="15597" y="4551"/>
                </a:moveTo>
                <a:cubicBezTo>
                  <a:pt x="15569" y="4570"/>
                  <a:pt x="15538" y="4639"/>
                  <a:pt x="15538" y="4639"/>
                </a:cubicBezTo>
                <a:cubicBezTo>
                  <a:pt x="15087" y="5708"/>
                  <a:pt x="15024" y="6895"/>
                  <a:pt x="15024" y="6895"/>
                </a:cubicBezTo>
                <a:cubicBezTo>
                  <a:pt x="14981" y="7534"/>
                  <a:pt x="15031" y="7984"/>
                  <a:pt x="15104" y="8298"/>
                </a:cubicBezTo>
                <a:cubicBezTo>
                  <a:pt x="14853" y="9710"/>
                  <a:pt x="14730" y="10940"/>
                  <a:pt x="14763" y="11667"/>
                </a:cubicBezTo>
                <a:cubicBezTo>
                  <a:pt x="14793" y="12222"/>
                  <a:pt x="14944" y="12622"/>
                  <a:pt x="15035" y="12706"/>
                </a:cubicBezTo>
                <a:cubicBezTo>
                  <a:pt x="15128" y="12808"/>
                  <a:pt x="15143" y="12516"/>
                  <a:pt x="15143" y="12516"/>
                </a:cubicBezTo>
                <a:cubicBezTo>
                  <a:pt x="15218" y="11011"/>
                  <a:pt x="15349" y="10004"/>
                  <a:pt x="15504" y="9009"/>
                </a:cubicBezTo>
                <a:cubicBezTo>
                  <a:pt x="15975" y="9295"/>
                  <a:pt x="16329" y="8086"/>
                  <a:pt x="16455" y="7508"/>
                </a:cubicBezTo>
                <a:cubicBezTo>
                  <a:pt x="16529" y="7161"/>
                  <a:pt x="16568" y="6698"/>
                  <a:pt x="16568" y="6262"/>
                </a:cubicBezTo>
                <a:cubicBezTo>
                  <a:pt x="16568" y="5766"/>
                  <a:pt x="16517" y="5305"/>
                  <a:pt x="16405" y="5093"/>
                </a:cubicBezTo>
                <a:cubicBezTo>
                  <a:pt x="16071" y="4482"/>
                  <a:pt x="15532" y="6419"/>
                  <a:pt x="15295" y="7380"/>
                </a:cubicBezTo>
                <a:cubicBezTo>
                  <a:pt x="15260" y="6891"/>
                  <a:pt x="15386" y="6271"/>
                  <a:pt x="15386" y="6271"/>
                </a:cubicBezTo>
                <a:cubicBezTo>
                  <a:pt x="15386" y="6271"/>
                  <a:pt x="15587" y="5353"/>
                  <a:pt x="15615" y="5166"/>
                </a:cubicBezTo>
                <a:cubicBezTo>
                  <a:pt x="15642" y="4978"/>
                  <a:pt x="15658" y="4592"/>
                  <a:pt x="15624" y="4554"/>
                </a:cubicBezTo>
                <a:cubicBezTo>
                  <a:pt x="15616" y="4545"/>
                  <a:pt x="15607" y="4545"/>
                  <a:pt x="15597" y="4551"/>
                </a:cubicBezTo>
                <a:close/>
                <a:moveTo>
                  <a:pt x="11394" y="4651"/>
                </a:moveTo>
                <a:cubicBezTo>
                  <a:pt x="11322" y="4657"/>
                  <a:pt x="11255" y="4672"/>
                  <a:pt x="11196" y="4692"/>
                </a:cubicBezTo>
                <a:cubicBezTo>
                  <a:pt x="10953" y="4771"/>
                  <a:pt x="10629" y="4969"/>
                  <a:pt x="10490" y="5495"/>
                </a:cubicBezTo>
                <a:cubicBezTo>
                  <a:pt x="10437" y="5696"/>
                  <a:pt x="10406" y="6005"/>
                  <a:pt x="10430" y="6256"/>
                </a:cubicBezTo>
                <a:cubicBezTo>
                  <a:pt x="10444" y="6396"/>
                  <a:pt x="10490" y="6522"/>
                  <a:pt x="10538" y="6578"/>
                </a:cubicBezTo>
                <a:cubicBezTo>
                  <a:pt x="10584" y="6634"/>
                  <a:pt x="10644" y="6662"/>
                  <a:pt x="10698" y="6682"/>
                </a:cubicBezTo>
                <a:cubicBezTo>
                  <a:pt x="10751" y="6703"/>
                  <a:pt x="10970" y="6752"/>
                  <a:pt x="11109" y="6783"/>
                </a:cubicBezTo>
                <a:cubicBezTo>
                  <a:pt x="11242" y="6812"/>
                  <a:pt x="11501" y="6886"/>
                  <a:pt x="11641" y="7040"/>
                </a:cubicBezTo>
                <a:cubicBezTo>
                  <a:pt x="11641" y="7040"/>
                  <a:pt x="11773" y="7161"/>
                  <a:pt x="11772" y="7360"/>
                </a:cubicBezTo>
                <a:cubicBezTo>
                  <a:pt x="11772" y="7459"/>
                  <a:pt x="11744" y="7538"/>
                  <a:pt x="11716" y="7591"/>
                </a:cubicBezTo>
                <a:cubicBezTo>
                  <a:pt x="11508" y="7979"/>
                  <a:pt x="11223" y="8090"/>
                  <a:pt x="10970" y="8079"/>
                </a:cubicBezTo>
                <a:cubicBezTo>
                  <a:pt x="10884" y="8076"/>
                  <a:pt x="10813" y="8040"/>
                  <a:pt x="10726" y="7942"/>
                </a:cubicBezTo>
                <a:cubicBezTo>
                  <a:pt x="10689" y="7899"/>
                  <a:pt x="10640" y="7796"/>
                  <a:pt x="10647" y="7686"/>
                </a:cubicBezTo>
                <a:cubicBezTo>
                  <a:pt x="10661" y="7474"/>
                  <a:pt x="10750" y="7419"/>
                  <a:pt x="10824" y="7437"/>
                </a:cubicBezTo>
                <a:cubicBezTo>
                  <a:pt x="10865" y="7447"/>
                  <a:pt x="10919" y="7494"/>
                  <a:pt x="10959" y="7535"/>
                </a:cubicBezTo>
                <a:cubicBezTo>
                  <a:pt x="11122" y="7705"/>
                  <a:pt x="11196" y="7848"/>
                  <a:pt x="11339" y="7791"/>
                </a:cubicBezTo>
                <a:cubicBezTo>
                  <a:pt x="11392" y="7769"/>
                  <a:pt x="11577" y="7663"/>
                  <a:pt x="11602" y="7461"/>
                </a:cubicBezTo>
                <a:cubicBezTo>
                  <a:pt x="11608" y="7413"/>
                  <a:pt x="11599" y="7361"/>
                  <a:pt x="11586" y="7324"/>
                </a:cubicBezTo>
                <a:cubicBezTo>
                  <a:pt x="11566" y="7271"/>
                  <a:pt x="11455" y="7157"/>
                  <a:pt x="11425" y="7128"/>
                </a:cubicBezTo>
                <a:cubicBezTo>
                  <a:pt x="11316" y="7026"/>
                  <a:pt x="11110" y="6931"/>
                  <a:pt x="10995" y="6919"/>
                </a:cubicBezTo>
                <a:cubicBezTo>
                  <a:pt x="10844" y="6905"/>
                  <a:pt x="10644" y="6979"/>
                  <a:pt x="10551" y="7316"/>
                </a:cubicBezTo>
                <a:cubicBezTo>
                  <a:pt x="10492" y="7528"/>
                  <a:pt x="10490" y="7818"/>
                  <a:pt x="10539" y="8040"/>
                </a:cubicBezTo>
                <a:cubicBezTo>
                  <a:pt x="10604" y="8343"/>
                  <a:pt x="10734" y="8580"/>
                  <a:pt x="10840" y="8716"/>
                </a:cubicBezTo>
                <a:cubicBezTo>
                  <a:pt x="11020" y="8946"/>
                  <a:pt x="11236" y="9054"/>
                  <a:pt x="11435" y="8996"/>
                </a:cubicBezTo>
                <a:cubicBezTo>
                  <a:pt x="11549" y="8961"/>
                  <a:pt x="11648" y="8900"/>
                  <a:pt x="11749" y="8771"/>
                </a:cubicBezTo>
                <a:cubicBezTo>
                  <a:pt x="11847" y="8647"/>
                  <a:pt x="11953" y="8416"/>
                  <a:pt x="12002" y="8138"/>
                </a:cubicBezTo>
                <a:cubicBezTo>
                  <a:pt x="12067" y="7765"/>
                  <a:pt x="12062" y="7271"/>
                  <a:pt x="11990" y="6919"/>
                </a:cubicBezTo>
                <a:cubicBezTo>
                  <a:pt x="11943" y="6687"/>
                  <a:pt x="11891" y="6557"/>
                  <a:pt x="11803" y="6454"/>
                </a:cubicBezTo>
                <a:cubicBezTo>
                  <a:pt x="11707" y="6342"/>
                  <a:pt x="11583" y="6282"/>
                  <a:pt x="11456" y="6237"/>
                </a:cubicBezTo>
                <a:cubicBezTo>
                  <a:pt x="11449" y="6234"/>
                  <a:pt x="11447" y="6234"/>
                  <a:pt x="11439" y="6231"/>
                </a:cubicBezTo>
                <a:lnTo>
                  <a:pt x="10854" y="6048"/>
                </a:lnTo>
                <a:cubicBezTo>
                  <a:pt x="10846" y="6046"/>
                  <a:pt x="10845" y="6045"/>
                  <a:pt x="10837" y="6040"/>
                </a:cubicBezTo>
                <a:cubicBezTo>
                  <a:pt x="10812" y="6026"/>
                  <a:pt x="10693" y="5993"/>
                  <a:pt x="10734" y="5874"/>
                </a:cubicBezTo>
                <a:cubicBezTo>
                  <a:pt x="10746" y="5840"/>
                  <a:pt x="10782" y="5815"/>
                  <a:pt x="10803" y="5799"/>
                </a:cubicBezTo>
                <a:cubicBezTo>
                  <a:pt x="11068" y="5608"/>
                  <a:pt x="11404" y="5630"/>
                  <a:pt x="11682" y="5589"/>
                </a:cubicBezTo>
                <a:cubicBezTo>
                  <a:pt x="11744" y="5579"/>
                  <a:pt x="11885" y="5555"/>
                  <a:pt x="11953" y="5498"/>
                </a:cubicBezTo>
                <a:cubicBezTo>
                  <a:pt x="12018" y="5445"/>
                  <a:pt x="12072" y="5325"/>
                  <a:pt x="12087" y="5136"/>
                </a:cubicBezTo>
                <a:cubicBezTo>
                  <a:pt x="12095" y="5036"/>
                  <a:pt x="12076" y="4988"/>
                  <a:pt x="12041" y="4938"/>
                </a:cubicBezTo>
                <a:cubicBezTo>
                  <a:pt x="11868" y="4695"/>
                  <a:pt x="11611" y="4634"/>
                  <a:pt x="11394" y="4651"/>
                </a:cubicBezTo>
                <a:close/>
                <a:moveTo>
                  <a:pt x="14626" y="4696"/>
                </a:moveTo>
                <a:cubicBezTo>
                  <a:pt x="14243" y="4727"/>
                  <a:pt x="13787" y="4953"/>
                  <a:pt x="13731" y="5025"/>
                </a:cubicBezTo>
                <a:cubicBezTo>
                  <a:pt x="13671" y="5097"/>
                  <a:pt x="13678" y="5216"/>
                  <a:pt x="13756" y="5476"/>
                </a:cubicBezTo>
                <a:cubicBezTo>
                  <a:pt x="13840" y="5749"/>
                  <a:pt x="13981" y="5723"/>
                  <a:pt x="13981" y="5723"/>
                </a:cubicBezTo>
                <a:lnTo>
                  <a:pt x="13857" y="6398"/>
                </a:lnTo>
                <a:cubicBezTo>
                  <a:pt x="13756" y="6417"/>
                  <a:pt x="13721" y="6499"/>
                  <a:pt x="13721" y="6499"/>
                </a:cubicBezTo>
                <a:cubicBezTo>
                  <a:pt x="13663" y="6663"/>
                  <a:pt x="13744" y="7149"/>
                  <a:pt x="13744" y="7149"/>
                </a:cubicBezTo>
                <a:cubicBezTo>
                  <a:pt x="13744" y="7149"/>
                  <a:pt x="13568" y="8185"/>
                  <a:pt x="13695" y="8733"/>
                </a:cubicBezTo>
                <a:cubicBezTo>
                  <a:pt x="13832" y="9308"/>
                  <a:pt x="13993" y="9280"/>
                  <a:pt x="13993" y="9280"/>
                </a:cubicBezTo>
                <a:cubicBezTo>
                  <a:pt x="14300" y="9339"/>
                  <a:pt x="14804" y="8491"/>
                  <a:pt x="14831" y="8211"/>
                </a:cubicBezTo>
                <a:lnTo>
                  <a:pt x="14831" y="8209"/>
                </a:lnTo>
                <a:cubicBezTo>
                  <a:pt x="14854" y="7983"/>
                  <a:pt x="14776" y="7736"/>
                  <a:pt x="14705" y="7689"/>
                </a:cubicBezTo>
                <a:cubicBezTo>
                  <a:pt x="14640" y="7654"/>
                  <a:pt x="14134" y="7903"/>
                  <a:pt x="14074" y="7946"/>
                </a:cubicBezTo>
                <a:cubicBezTo>
                  <a:pt x="14009" y="7992"/>
                  <a:pt x="14038" y="7831"/>
                  <a:pt x="14038" y="7831"/>
                </a:cubicBezTo>
                <a:lnTo>
                  <a:pt x="14116" y="7134"/>
                </a:lnTo>
                <a:cubicBezTo>
                  <a:pt x="14116" y="7134"/>
                  <a:pt x="14598" y="7085"/>
                  <a:pt x="14668" y="7054"/>
                </a:cubicBezTo>
                <a:cubicBezTo>
                  <a:pt x="14733" y="7023"/>
                  <a:pt x="14737" y="6901"/>
                  <a:pt x="14737" y="6901"/>
                </a:cubicBezTo>
                <a:cubicBezTo>
                  <a:pt x="14737" y="6901"/>
                  <a:pt x="14746" y="6702"/>
                  <a:pt x="14743" y="6516"/>
                </a:cubicBezTo>
                <a:cubicBezTo>
                  <a:pt x="14736" y="6317"/>
                  <a:pt x="14676" y="6335"/>
                  <a:pt x="14676" y="6335"/>
                </a:cubicBezTo>
                <a:cubicBezTo>
                  <a:pt x="14489" y="6284"/>
                  <a:pt x="14233" y="6342"/>
                  <a:pt x="14233" y="6342"/>
                </a:cubicBezTo>
                <a:lnTo>
                  <a:pt x="14297" y="5808"/>
                </a:lnTo>
                <a:cubicBezTo>
                  <a:pt x="14297" y="5808"/>
                  <a:pt x="14810" y="5741"/>
                  <a:pt x="15005" y="5622"/>
                </a:cubicBezTo>
                <a:cubicBezTo>
                  <a:pt x="15106" y="5560"/>
                  <a:pt x="15047" y="5300"/>
                  <a:pt x="15047" y="5300"/>
                </a:cubicBezTo>
                <a:cubicBezTo>
                  <a:pt x="14925" y="4659"/>
                  <a:pt x="14785" y="4696"/>
                  <a:pt x="14785" y="4696"/>
                </a:cubicBezTo>
                <a:cubicBezTo>
                  <a:pt x="14735" y="4692"/>
                  <a:pt x="14681" y="4692"/>
                  <a:pt x="14626" y="4696"/>
                </a:cubicBezTo>
                <a:close/>
                <a:moveTo>
                  <a:pt x="10104" y="4819"/>
                </a:moveTo>
                <a:cubicBezTo>
                  <a:pt x="10058" y="4795"/>
                  <a:pt x="10032" y="4961"/>
                  <a:pt x="10019" y="5044"/>
                </a:cubicBezTo>
                <a:cubicBezTo>
                  <a:pt x="9983" y="5288"/>
                  <a:pt x="9957" y="5872"/>
                  <a:pt x="9950" y="6054"/>
                </a:cubicBezTo>
                <a:cubicBezTo>
                  <a:pt x="9929" y="6605"/>
                  <a:pt x="9911" y="7912"/>
                  <a:pt x="9947" y="8578"/>
                </a:cubicBezTo>
                <a:cubicBezTo>
                  <a:pt x="9963" y="8856"/>
                  <a:pt x="9997" y="9038"/>
                  <a:pt x="10104" y="9097"/>
                </a:cubicBezTo>
                <a:cubicBezTo>
                  <a:pt x="10148" y="9121"/>
                  <a:pt x="10227" y="9116"/>
                  <a:pt x="10262" y="9058"/>
                </a:cubicBezTo>
                <a:cubicBezTo>
                  <a:pt x="10292" y="9008"/>
                  <a:pt x="10313" y="8910"/>
                  <a:pt x="10320" y="8827"/>
                </a:cubicBezTo>
                <a:cubicBezTo>
                  <a:pt x="10340" y="8595"/>
                  <a:pt x="10332" y="8266"/>
                  <a:pt x="10328" y="8019"/>
                </a:cubicBezTo>
                <a:cubicBezTo>
                  <a:pt x="10323" y="7727"/>
                  <a:pt x="10321" y="7437"/>
                  <a:pt x="10315" y="7141"/>
                </a:cubicBezTo>
                <a:lnTo>
                  <a:pt x="10315" y="7140"/>
                </a:lnTo>
                <a:cubicBezTo>
                  <a:pt x="10309" y="6746"/>
                  <a:pt x="10291" y="5740"/>
                  <a:pt x="10249" y="5285"/>
                </a:cubicBezTo>
                <a:cubicBezTo>
                  <a:pt x="10231" y="5090"/>
                  <a:pt x="10201" y="4910"/>
                  <a:pt x="10128" y="4837"/>
                </a:cubicBezTo>
                <a:cubicBezTo>
                  <a:pt x="10120" y="4828"/>
                  <a:pt x="10110" y="4821"/>
                  <a:pt x="10104" y="4819"/>
                </a:cubicBezTo>
                <a:close/>
                <a:moveTo>
                  <a:pt x="16310" y="5827"/>
                </a:moveTo>
                <a:cubicBezTo>
                  <a:pt x="16350" y="5837"/>
                  <a:pt x="16358" y="5986"/>
                  <a:pt x="16358" y="5986"/>
                </a:cubicBezTo>
                <a:cubicBezTo>
                  <a:pt x="16391" y="6729"/>
                  <a:pt x="16186" y="7287"/>
                  <a:pt x="16098" y="7493"/>
                </a:cubicBezTo>
                <a:cubicBezTo>
                  <a:pt x="16044" y="7628"/>
                  <a:pt x="15865" y="7894"/>
                  <a:pt x="15679" y="7949"/>
                </a:cubicBezTo>
                <a:cubicBezTo>
                  <a:pt x="15856" y="7045"/>
                  <a:pt x="16075" y="6379"/>
                  <a:pt x="16197" y="6024"/>
                </a:cubicBezTo>
                <a:cubicBezTo>
                  <a:pt x="16250" y="5866"/>
                  <a:pt x="16286" y="5822"/>
                  <a:pt x="16310" y="5827"/>
                </a:cubicBezTo>
                <a:close/>
                <a:moveTo>
                  <a:pt x="6851" y="5926"/>
                </a:moveTo>
                <a:cubicBezTo>
                  <a:pt x="6851" y="5926"/>
                  <a:pt x="6847" y="6346"/>
                  <a:pt x="6846" y="6771"/>
                </a:cubicBezTo>
                <a:cubicBezTo>
                  <a:pt x="6845" y="7577"/>
                  <a:pt x="6853" y="8396"/>
                  <a:pt x="6853" y="8396"/>
                </a:cubicBezTo>
                <a:cubicBezTo>
                  <a:pt x="6853" y="8396"/>
                  <a:pt x="6744" y="8293"/>
                  <a:pt x="6678" y="8221"/>
                </a:cubicBezTo>
                <a:cubicBezTo>
                  <a:pt x="6486" y="8009"/>
                  <a:pt x="6226" y="7573"/>
                  <a:pt x="6098" y="7291"/>
                </a:cubicBezTo>
                <a:cubicBezTo>
                  <a:pt x="6068" y="7223"/>
                  <a:pt x="5958" y="6946"/>
                  <a:pt x="5939" y="6886"/>
                </a:cubicBezTo>
                <a:cubicBezTo>
                  <a:pt x="5906" y="6783"/>
                  <a:pt x="5876" y="6683"/>
                  <a:pt x="5884" y="6555"/>
                </a:cubicBezTo>
                <a:cubicBezTo>
                  <a:pt x="5892" y="6432"/>
                  <a:pt x="5984" y="6331"/>
                  <a:pt x="6030" y="6288"/>
                </a:cubicBezTo>
                <a:cubicBezTo>
                  <a:pt x="6181" y="6146"/>
                  <a:pt x="6443" y="6027"/>
                  <a:pt x="6582" y="5987"/>
                </a:cubicBezTo>
                <a:cubicBezTo>
                  <a:pt x="6692" y="5955"/>
                  <a:pt x="6851" y="5926"/>
                  <a:pt x="6851" y="5926"/>
                </a:cubicBezTo>
                <a:close/>
                <a:moveTo>
                  <a:pt x="5567" y="15582"/>
                </a:moveTo>
                <a:cubicBezTo>
                  <a:pt x="5350" y="15582"/>
                  <a:pt x="5162" y="15709"/>
                  <a:pt x="5002" y="15963"/>
                </a:cubicBezTo>
                <a:cubicBezTo>
                  <a:pt x="4842" y="16216"/>
                  <a:pt x="4719" y="16568"/>
                  <a:pt x="4633" y="17020"/>
                </a:cubicBezTo>
                <a:cubicBezTo>
                  <a:pt x="4546" y="17471"/>
                  <a:pt x="4503" y="17987"/>
                  <a:pt x="4503" y="18581"/>
                </a:cubicBezTo>
                <a:cubicBezTo>
                  <a:pt x="4503" y="19176"/>
                  <a:pt x="4545" y="19697"/>
                  <a:pt x="4631" y="20143"/>
                </a:cubicBezTo>
                <a:cubicBezTo>
                  <a:pt x="4717" y="20589"/>
                  <a:pt x="4837" y="20937"/>
                  <a:pt x="4991" y="21188"/>
                </a:cubicBezTo>
                <a:cubicBezTo>
                  <a:pt x="5146" y="21438"/>
                  <a:pt x="5325" y="21564"/>
                  <a:pt x="5530" y="21564"/>
                </a:cubicBezTo>
                <a:lnTo>
                  <a:pt x="5530" y="21562"/>
                </a:lnTo>
                <a:cubicBezTo>
                  <a:pt x="5657" y="21562"/>
                  <a:pt x="5766" y="21523"/>
                  <a:pt x="5858" y="21443"/>
                </a:cubicBezTo>
                <a:cubicBezTo>
                  <a:pt x="5950" y="21364"/>
                  <a:pt x="6030" y="21244"/>
                  <a:pt x="6098" y="21087"/>
                </a:cubicBezTo>
                <a:cubicBezTo>
                  <a:pt x="6165" y="20930"/>
                  <a:pt x="6226" y="20739"/>
                  <a:pt x="6278" y="20513"/>
                </a:cubicBezTo>
                <a:lnTo>
                  <a:pt x="6300" y="21463"/>
                </a:lnTo>
                <a:lnTo>
                  <a:pt x="6541" y="21463"/>
                </a:lnTo>
                <a:lnTo>
                  <a:pt x="6541" y="18374"/>
                </a:lnTo>
                <a:lnTo>
                  <a:pt x="5639" y="18374"/>
                </a:lnTo>
                <a:lnTo>
                  <a:pt x="5639" y="18920"/>
                </a:lnTo>
                <a:lnTo>
                  <a:pt x="6272" y="18920"/>
                </a:lnTo>
                <a:cubicBezTo>
                  <a:pt x="6255" y="19542"/>
                  <a:pt x="6187" y="20034"/>
                  <a:pt x="6068" y="20398"/>
                </a:cubicBezTo>
                <a:cubicBezTo>
                  <a:pt x="5950" y="20762"/>
                  <a:pt x="5773" y="20943"/>
                  <a:pt x="5539" y="20943"/>
                </a:cubicBezTo>
                <a:cubicBezTo>
                  <a:pt x="5389" y="20943"/>
                  <a:pt x="5256" y="20850"/>
                  <a:pt x="5140" y="20662"/>
                </a:cubicBezTo>
                <a:cubicBezTo>
                  <a:pt x="5024" y="20476"/>
                  <a:pt x="4934" y="20204"/>
                  <a:pt x="4869" y="19848"/>
                </a:cubicBezTo>
                <a:cubicBezTo>
                  <a:pt x="4804" y="19493"/>
                  <a:pt x="4772" y="19071"/>
                  <a:pt x="4772" y="18581"/>
                </a:cubicBezTo>
                <a:cubicBezTo>
                  <a:pt x="4772" y="18091"/>
                  <a:pt x="4804" y="17670"/>
                  <a:pt x="4869" y="17317"/>
                </a:cubicBezTo>
                <a:cubicBezTo>
                  <a:pt x="4934" y="16965"/>
                  <a:pt x="5026" y="16693"/>
                  <a:pt x="5146" y="16503"/>
                </a:cubicBezTo>
                <a:cubicBezTo>
                  <a:pt x="5266" y="16313"/>
                  <a:pt x="5406" y="16219"/>
                  <a:pt x="5567" y="16219"/>
                </a:cubicBezTo>
                <a:cubicBezTo>
                  <a:pt x="5740" y="16219"/>
                  <a:pt x="5881" y="16321"/>
                  <a:pt x="5990" y="16524"/>
                </a:cubicBezTo>
                <a:cubicBezTo>
                  <a:pt x="6099" y="16728"/>
                  <a:pt x="6167" y="17004"/>
                  <a:pt x="6197" y="17350"/>
                </a:cubicBezTo>
                <a:lnTo>
                  <a:pt x="6500" y="17350"/>
                </a:lnTo>
                <a:cubicBezTo>
                  <a:pt x="6454" y="16794"/>
                  <a:pt x="6349" y="16360"/>
                  <a:pt x="6184" y="16049"/>
                </a:cubicBezTo>
                <a:cubicBezTo>
                  <a:pt x="6019" y="15738"/>
                  <a:pt x="5813" y="15582"/>
                  <a:pt x="5567" y="15582"/>
                </a:cubicBezTo>
                <a:close/>
                <a:moveTo>
                  <a:pt x="8646" y="15582"/>
                </a:moveTo>
                <a:cubicBezTo>
                  <a:pt x="8433" y="15582"/>
                  <a:pt x="8248" y="15707"/>
                  <a:pt x="8093" y="15958"/>
                </a:cubicBezTo>
                <a:cubicBezTo>
                  <a:pt x="7937" y="16209"/>
                  <a:pt x="7818" y="16559"/>
                  <a:pt x="7734" y="17008"/>
                </a:cubicBezTo>
                <a:cubicBezTo>
                  <a:pt x="7651" y="17457"/>
                  <a:pt x="7609" y="17978"/>
                  <a:pt x="7609" y="18572"/>
                </a:cubicBezTo>
                <a:cubicBezTo>
                  <a:pt x="7609" y="19167"/>
                  <a:pt x="7651" y="19689"/>
                  <a:pt x="7734" y="20138"/>
                </a:cubicBezTo>
                <a:cubicBezTo>
                  <a:pt x="7818" y="20587"/>
                  <a:pt x="7937" y="20937"/>
                  <a:pt x="8093" y="21188"/>
                </a:cubicBezTo>
                <a:cubicBezTo>
                  <a:pt x="8248" y="21438"/>
                  <a:pt x="8433" y="21564"/>
                  <a:pt x="8646" y="21564"/>
                </a:cubicBezTo>
                <a:lnTo>
                  <a:pt x="8646" y="21562"/>
                </a:lnTo>
                <a:cubicBezTo>
                  <a:pt x="8896" y="21562"/>
                  <a:pt x="9099" y="21407"/>
                  <a:pt x="9256" y="21093"/>
                </a:cubicBezTo>
                <a:cubicBezTo>
                  <a:pt x="9412" y="20779"/>
                  <a:pt x="9513" y="20343"/>
                  <a:pt x="9556" y="19786"/>
                </a:cubicBezTo>
                <a:lnTo>
                  <a:pt x="9266" y="19786"/>
                </a:lnTo>
                <a:cubicBezTo>
                  <a:pt x="9232" y="20139"/>
                  <a:pt x="9164" y="20422"/>
                  <a:pt x="9062" y="20634"/>
                </a:cubicBezTo>
                <a:cubicBezTo>
                  <a:pt x="8959" y="20846"/>
                  <a:pt x="8820" y="20951"/>
                  <a:pt x="8645" y="20951"/>
                </a:cubicBezTo>
                <a:cubicBezTo>
                  <a:pt x="8488" y="20951"/>
                  <a:pt x="8353" y="20857"/>
                  <a:pt x="8238" y="20667"/>
                </a:cubicBezTo>
                <a:cubicBezTo>
                  <a:pt x="8123" y="20477"/>
                  <a:pt x="8035" y="20204"/>
                  <a:pt x="7972" y="19848"/>
                </a:cubicBezTo>
                <a:cubicBezTo>
                  <a:pt x="7909" y="19493"/>
                  <a:pt x="7878" y="19068"/>
                  <a:pt x="7878" y="18572"/>
                </a:cubicBezTo>
                <a:cubicBezTo>
                  <a:pt x="7878" y="18077"/>
                  <a:pt x="7909" y="17651"/>
                  <a:pt x="7972" y="17296"/>
                </a:cubicBezTo>
                <a:cubicBezTo>
                  <a:pt x="8035" y="16941"/>
                  <a:pt x="8123" y="16669"/>
                  <a:pt x="8238" y="16479"/>
                </a:cubicBezTo>
                <a:cubicBezTo>
                  <a:pt x="8353" y="16289"/>
                  <a:pt x="8488" y="16194"/>
                  <a:pt x="8645" y="16194"/>
                </a:cubicBezTo>
                <a:cubicBezTo>
                  <a:pt x="8820" y="16194"/>
                  <a:pt x="8959" y="16302"/>
                  <a:pt x="9062" y="16520"/>
                </a:cubicBezTo>
                <a:cubicBezTo>
                  <a:pt x="9164" y="16737"/>
                  <a:pt x="9232" y="17026"/>
                  <a:pt x="9266" y="17384"/>
                </a:cubicBezTo>
                <a:lnTo>
                  <a:pt x="9556" y="17384"/>
                </a:lnTo>
                <a:cubicBezTo>
                  <a:pt x="9513" y="16811"/>
                  <a:pt x="9412" y="16367"/>
                  <a:pt x="9256" y="16053"/>
                </a:cubicBezTo>
                <a:cubicBezTo>
                  <a:pt x="9099" y="15739"/>
                  <a:pt x="8896" y="15582"/>
                  <a:pt x="8646" y="15582"/>
                </a:cubicBezTo>
                <a:close/>
                <a:moveTo>
                  <a:pt x="14701" y="15582"/>
                </a:moveTo>
                <a:cubicBezTo>
                  <a:pt x="14491" y="15582"/>
                  <a:pt x="14305" y="15709"/>
                  <a:pt x="14147" y="15963"/>
                </a:cubicBezTo>
                <a:cubicBezTo>
                  <a:pt x="13988" y="16216"/>
                  <a:pt x="13864" y="16566"/>
                  <a:pt x="13774" y="17015"/>
                </a:cubicBezTo>
                <a:cubicBezTo>
                  <a:pt x="13684" y="17464"/>
                  <a:pt x="13640" y="17978"/>
                  <a:pt x="13640" y="18572"/>
                </a:cubicBezTo>
                <a:cubicBezTo>
                  <a:pt x="13640" y="19167"/>
                  <a:pt x="13684" y="19689"/>
                  <a:pt x="13774" y="20138"/>
                </a:cubicBezTo>
                <a:cubicBezTo>
                  <a:pt x="13864" y="20587"/>
                  <a:pt x="13988" y="20937"/>
                  <a:pt x="14147" y="21188"/>
                </a:cubicBezTo>
                <a:cubicBezTo>
                  <a:pt x="14305" y="21438"/>
                  <a:pt x="14491" y="21564"/>
                  <a:pt x="14701" y="21564"/>
                </a:cubicBezTo>
                <a:cubicBezTo>
                  <a:pt x="14915" y="21564"/>
                  <a:pt x="15100" y="21438"/>
                  <a:pt x="15260" y="21188"/>
                </a:cubicBezTo>
                <a:cubicBezTo>
                  <a:pt x="15420" y="20937"/>
                  <a:pt x="15544" y="20587"/>
                  <a:pt x="15633" y="20138"/>
                </a:cubicBezTo>
                <a:cubicBezTo>
                  <a:pt x="15722" y="19689"/>
                  <a:pt x="15766" y="19161"/>
                  <a:pt x="15766" y="18572"/>
                </a:cubicBezTo>
                <a:cubicBezTo>
                  <a:pt x="15766" y="17983"/>
                  <a:pt x="15722" y="17464"/>
                  <a:pt x="15633" y="17015"/>
                </a:cubicBezTo>
                <a:cubicBezTo>
                  <a:pt x="15544" y="16566"/>
                  <a:pt x="15420" y="16216"/>
                  <a:pt x="15260" y="15963"/>
                </a:cubicBezTo>
                <a:cubicBezTo>
                  <a:pt x="15100" y="15709"/>
                  <a:pt x="14912" y="15582"/>
                  <a:pt x="14701" y="15582"/>
                </a:cubicBezTo>
                <a:close/>
                <a:moveTo>
                  <a:pt x="20832" y="15582"/>
                </a:moveTo>
                <a:cubicBezTo>
                  <a:pt x="20690" y="15582"/>
                  <a:pt x="20568" y="15649"/>
                  <a:pt x="20464" y="15784"/>
                </a:cubicBezTo>
                <a:cubicBezTo>
                  <a:pt x="20361" y="15919"/>
                  <a:pt x="20282" y="16105"/>
                  <a:pt x="20227" y="16342"/>
                </a:cubicBezTo>
                <a:cubicBezTo>
                  <a:pt x="20171" y="16579"/>
                  <a:pt x="20144" y="16854"/>
                  <a:pt x="20144" y="17168"/>
                </a:cubicBezTo>
                <a:cubicBezTo>
                  <a:pt x="20144" y="17537"/>
                  <a:pt x="20184" y="17838"/>
                  <a:pt x="20266" y="18069"/>
                </a:cubicBezTo>
                <a:cubicBezTo>
                  <a:pt x="20347" y="18301"/>
                  <a:pt x="20475" y="18494"/>
                  <a:pt x="20648" y="18648"/>
                </a:cubicBezTo>
                <a:cubicBezTo>
                  <a:pt x="20738" y="18725"/>
                  <a:pt x="20824" y="18796"/>
                  <a:pt x="20906" y="18865"/>
                </a:cubicBezTo>
                <a:cubicBezTo>
                  <a:pt x="20989" y="18934"/>
                  <a:pt x="21061" y="19013"/>
                  <a:pt x="21124" y="19101"/>
                </a:cubicBezTo>
                <a:cubicBezTo>
                  <a:pt x="21186" y="19189"/>
                  <a:pt x="21236" y="19303"/>
                  <a:pt x="21273" y="19444"/>
                </a:cubicBezTo>
                <a:cubicBezTo>
                  <a:pt x="21309" y="19584"/>
                  <a:pt x="21328" y="19768"/>
                  <a:pt x="21328" y="19993"/>
                </a:cubicBezTo>
                <a:cubicBezTo>
                  <a:pt x="21328" y="20181"/>
                  <a:pt x="21309" y="20349"/>
                  <a:pt x="21273" y="20498"/>
                </a:cubicBezTo>
                <a:cubicBezTo>
                  <a:pt x="21236" y="20646"/>
                  <a:pt x="21183" y="20763"/>
                  <a:pt x="21113" y="20848"/>
                </a:cubicBezTo>
                <a:cubicBezTo>
                  <a:pt x="21043" y="20933"/>
                  <a:pt x="20959" y="20977"/>
                  <a:pt x="20861" y="20977"/>
                </a:cubicBezTo>
                <a:cubicBezTo>
                  <a:pt x="20748" y="20977"/>
                  <a:pt x="20654" y="20921"/>
                  <a:pt x="20578" y="20807"/>
                </a:cubicBezTo>
                <a:cubicBezTo>
                  <a:pt x="20501" y="20694"/>
                  <a:pt x="20443" y="20543"/>
                  <a:pt x="20404" y="20353"/>
                </a:cubicBezTo>
                <a:cubicBezTo>
                  <a:pt x="20364" y="20163"/>
                  <a:pt x="20344" y="19955"/>
                  <a:pt x="20344" y="19729"/>
                </a:cubicBezTo>
                <a:lnTo>
                  <a:pt x="20069" y="19729"/>
                </a:lnTo>
                <a:cubicBezTo>
                  <a:pt x="20069" y="20093"/>
                  <a:pt x="20101" y="20413"/>
                  <a:pt x="20165" y="20688"/>
                </a:cubicBezTo>
                <a:cubicBezTo>
                  <a:pt x="20230" y="20964"/>
                  <a:pt x="20322" y="21177"/>
                  <a:pt x="20441" y="21331"/>
                </a:cubicBezTo>
                <a:cubicBezTo>
                  <a:pt x="20560" y="21486"/>
                  <a:pt x="20700" y="21564"/>
                  <a:pt x="20860" y="21564"/>
                </a:cubicBezTo>
                <a:lnTo>
                  <a:pt x="20861" y="21562"/>
                </a:lnTo>
                <a:cubicBezTo>
                  <a:pt x="21026" y="21562"/>
                  <a:pt x="21162" y="21486"/>
                  <a:pt x="21271" y="21331"/>
                </a:cubicBezTo>
                <a:cubicBezTo>
                  <a:pt x="21379" y="21177"/>
                  <a:pt x="21462" y="20978"/>
                  <a:pt x="21517" y="20733"/>
                </a:cubicBezTo>
                <a:cubicBezTo>
                  <a:pt x="21572" y="20488"/>
                  <a:pt x="21600" y="20228"/>
                  <a:pt x="21600" y="19953"/>
                </a:cubicBezTo>
                <a:cubicBezTo>
                  <a:pt x="21600" y="19628"/>
                  <a:pt x="21577" y="19360"/>
                  <a:pt x="21530" y="19151"/>
                </a:cubicBezTo>
                <a:cubicBezTo>
                  <a:pt x="21483" y="18941"/>
                  <a:pt x="21417" y="18769"/>
                  <a:pt x="21335" y="18634"/>
                </a:cubicBezTo>
                <a:cubicBezTo>
                  <a:pt x="21252" y="18500"/>
                  <a:pt x="21158" y="18385"/>
                  <a:pt x="21052" y="18291"/>
                </a:cubicBezTo>
                <a:cubicBezTo>
                  <a:pt x="20958" y="18209"/>
                  <a:pt x="20872" y="18135"/>
                  <a:pt x="20795" y="18069"/>
                </a:cubicBezTo>
                <a:cubicBezTo>
                  <a:pt x="20718" y="18003"/>
                  <a:pt x="20650" y="17930"/>
                  <a:pt x="20593" y="17850"/>
                </a:cubicBezTo>
                <a:cubicBezTo>
                  <a:pt x="20536" y="17770"/>
                  <a:pt x="20492" y="17671"/>
                  <a:pt x="20461" y="17556"/>
                </a:cubicBezTo>
                <a:cubicBezTo>
                  <a:pt x="20431" y="17440"/>
                  <a:pt x="20416" y="17288"/>
                  <a:pt x="20416" y="17101"/>
                </a:cubicBezTo>
                <a:cubicBezTo>
                  <a:pt x="20416" y="16903"/>
                  <a:pt x="20433" y="16736"/>
                  <a:pt x="20468" y="16598"/>
                </a:cubicBezTo>
                <a:cubicBezTo>
                  <a:pt x="20502" y="16461"/>
                  <a:pt x="20550" y="16354"/>
                  <a:pt x="20612" y="16280"/>
                </a:cubicBezTo>
                <a:cubicBezTo>
                  <a:pt x="20674" y="16205"/>
                  <a:pt x="20744" y="16171"/>
                  <a:pt x="20823" y="16177"/>
                </a:cubicBezTo>
                <a:cubicBezTo>
                  <a:pt x="20919" y="16177"/>
                  <a:pt x="20999" y="16228"/>
                  <a:pt x="21063" y="16330"/>
                </a:cubicBezTo>
                <a:cubicBezTo>
                  <a:pt x="21127" y="16432"/>
                  <a:pt x="21174" y="16559"/>
                  <a:pt x="21206" y="16713"/>
                </a:cubicBezTo>
                <a:cubicBezTo>
                  <a:pt x="21237" y="16867"/>
                  <a:pt x="21253" y="17025"/>
                  <a:pt x="21253" y="17184"/>
                </a:cubicBezTo>
                <a:lnTo>
                  <a:pt x="21528" y="17184"/>
                </a:lnTo>
                <a:cubicBezTo>
                  <a:pt x="21528" y="16870"/>
                  <a:pt x="21499" y="16593"/>
                  <a:pt x="21440" y="16354"/>
                </a:cubicBezTo>
                <a:cubicBezTo>
                  <a:pt x="21382" y="16114"/>
                  <a:pt x="21301" y="15927"/>
                  <a:pt x="21198" y="15789"/>
                </a:cubicBezTo>
                <a:cubicBezTo>
                  <a:pt x="21094" y="15651"/>
                  <a:pt x="20974" y="15582"/>
                  <a:pt x="20832" y="15582"/>
                </a:cubicBezTo>
                <a:close/>
                <a:moveTo>
                  <a:pt x="0" y="15682"/>
                </a:moveTo>
                <a:lnTo>
                  <a:pt x="0" y="21464"/>
                </a:lnTo>
                <a:lnTo>
                  <a:pt x="263" y="21464"/>
                </a:lnTo>
                <a:lnTo>
                  <a:pt x="263" y="16937"/>
                </a:lnTo>
                <a:lnTo>
                  <a:pt x="983" y="20655"/>
                </a:lnTo>
                <a:lnTo>
                  <a:pt x="1180" y="20655"/>
                </a:lnTo>
                <a:lnTo>
                  <a:pt x="1904" y="16920"/>
                </a:lnTo>
                <a:lnTo>
                  <a:pt x="1904" y="21464"/>
                </a:lnTo>
                <a:lnTo>
                  <a:pt x="2167" y="21464"/>
                </a:lnTo>
                <a:lnTo>
                  <a:pt x="2167" y="15682"/>
                </a:lnTo>
                <a:lnTo>
                  <a:pt x="1857" y="15682"/>
                </a:lnTo>
                <a:lnTo>
                  <a:pt x="1080" y="19722"/>
                </a:lnTo>
                <a:lnTo>
                  <a:pt x="307" y="15682"/>
                </a:lnTo>
                <a:lnTo>
                  <a:pt x="0" y="15682"/>
                </a:lnTo>
                <a:close/>
                <a:moveTo>
                  <a:pt x="3300" y="15682"/>
                </a:moveTo>
                <a:lnTo>
                  <a:pt x="2492" y="21464"/>
                </a:lnTo>
                <a:lnTo>
                  <a:pt x="2768" y="21464"/>
                </a:lnTo>
                <a:lnTo>
                  <a:pt x="2970" y="19977"/>
                </a:lnTo>
                <a:lnTo>
                  <a:pt x="3903" y="19977"/>
                </a:lnTo>
                <a:lnTo>
                  <a:pt x="4105" y="21464"/>
                </a:lnTo>
                <a:lnTo>
                  <a:pt x="4384" y="21464"/>
                </a:lnTo>
                <a:lnTo>
                  <a:pt x="3579" y="15682"/>
                </a:lnTo>
                <a:lnTo>
                  <a:pt x="3300" y="15682"/>
                </a:lnTo>
                <a:close/>
                <a:moveTo>
                  <a:pt x="6961" y="15682"/>
                </a:moveTo>
                <a:lnTo>
                  <a:pt x="6961" y="21464"/>
                </a:lnTo>
                <a:lnTo>
                  <a:pt x="7224" y="21464"/>
                </a:lnTo>
                <a:lnTo>
                  <a:pt x="7224" y="15682"/>
                </a:lnTo>
                <a:lnTo>
                  <a:pt x="6961" y="15682"/>
                </a:lnTo>
                <a:close/>
                <a:moveTo>
                  <a:pt x="10621" y="15682"/>
                </a:moveTo>
                <a:lnTo>
                  <a:pt x="11222" y="21464"/>
                </a:lnTo>
                <a:lnTo>
                  <a:pt x="11517" y="21464"/>
                </a:lnTo>
                <a:lnTo>
                  <a:pt x="12052" y="16681"/>
                </a:lnTo>
                <a:lnTo>
                  <a:pt x="12575" y="21464"/>
                </a:lnTo>
                <a:lnTo>
                  <a:pt x="12876" y="21464"/>
                </a:lnTo>
                <a:lnTo>
                  <a:pt x="13490" y="15682"/>
                </a:lnTo>
                <a:lnTo>
                  <a:pt x="13208" y="15682"/>
                </a:lnTo>
                <a:lnTo>
                  <a:pt x="12729" y="20655"/>
                </a:lnTo>
                <a:lnTo>
                  <a:pt x="12206" y="15682"/>
                </a:lnTo>
                <a:lnTo>
                  <a:pt x="11911" y="15682"/>
                </a:lnTo>
                <a:lnTo>
                  <a:pt x="11376" y="20638"/>
                </a:lnTo>
                <a:lnTo>
                  <a:pt x="10903" y="15682"/>
                </a:lnTo>
                <a:lnTo>
                  <a:pt x="10621" y="15682"/>
                </a:lnTo>
                <a:close/>
                <a:moveTo>
                  <a:pt x="16148" y="15682"/>
                </a:moveTo>
                <a:lnTo>
                  <a:pt x="16148" y="21464"/>
                </a:lnTo>
                <a:lnTo>
                  <a:pt x="16411" y="21464"/>
                </a:lnTo>
                <a:lnTo>
                  <a:pt x="16411" y="19077"/>
                </a:lnTo>
                <a:lnTo>
                  <a:pt x="16843" y="19077"/>
                </a:lnTo>
                <a:cubicBezTo>
                  <a:pt x="16849" y="19077"/>
                  <a:pt x="16855" y="19075"/>
                  <a:pt x="16861" y="19075"/>
                </a:cubicBezTo>
                <a:lnTo>
                  <a:pt x="17307" y="21464"/>
                </a:lnTo>
                <a:lnTo>
                  <a:pt x="17617" y="21464"/>
                </a:lnTo>
                <a:lnTo>
                  <a:pt x="17138" y="18977"/>
                </a:lnTo>
                <a:cubicBezTo>
                  <a:pt x="17185" y="18942"/>
                  <a:pt x="17230" y="18900"/>
                  <a:pt x="17269" y="18846"/>
                </a:cubicBezTo>
                <a:cubicBezTo>
                  <a:pt x="17380" y="18691"/>
                  <a:pt x="17462" y="18484"/>
                  <a:pt x="17515" y="18225"/>
                </a:cubicBezTo>
                <a:cubicBezTo>
                  <a:pt x="17568" y="17966"/>
                  <a:pt x="17595" y="17694"/>
                  <a:pt x="17595" y="17375"/>
                </a:cubicBezTo>
                <a:cubicBezTo>
                  <a:pt x="17595" y="17055"/>
                  <a:pt x="17568" y="16769"/>
                  <a:pt x="17516" y="16515"/>
                </a:cubicBezTo>
                <a:cubicBezTo>
                  <a:pt x="17464" y="16262"/>
                  <a:pt x="17384" y="16060"/>
                  <a:pt x="17275" y="15908"/>
                </a:cubicBezTo>
                <a:cubicBezTo>
                  <a:pt x="17167" y="15757"/>
                  <a:pt x="17027" y="15682"/>
                  <a:pt x="16856" y="15682"/>
                </a:cubicBezTo>
                <a:lnTo>
                  <a:pt x="16148" y="15682"/>
                </a:lnTo>
                <a:close/>
                <a:moveTo>
                  <a:pt x="18008" y="15682"/>
                </a:moveTo>
                <a:lnTo>
                  <a:pt x="18008" y="21464"/>
                </a:lnTo>
                <a:lnTo>
                  <a:pt x="18653" y="21464"/>
                </a:lnTo>
                <a:cubicBezTo>
                  <a:pt x="18908" y="21464"/>
                  <a:pt x="19119" y="21348"/>
                  <a:pt x="19286" y="21117"/>
                </a:cubicBezTo>
                <a:cubicBezTo>
                  <a:pt x="19453" y="20886"/>
                  <a:pt x="19576" y="20556"/>
                  <a:pt x="19657" y="20126"/>
                </a:cubicBezTo>
                <a:cubicBezTo>
                  <a:pt x="19737" y="19696"/>
                  <a:pt x="19777" y="19195"/>
                  <a:pt x="19777" y="18589"/>
                </a:cubicBezTo>
                <a:cubicBezTo>
                  <a:pt x="19777" y="17983"/>
                  <a:pt x="19737" y="17464"/>
                  <a:pt x="19657" y="17032"/>
                </a:cubicBezTo>
                <a:cubicBezTo>
                  <a:pt x="19576" y="16599"/>
                  <a:pt x="19453" y="16266"/>
                  <a:pt x="19286" y="16032"/>
                </a:cubicBezTo>
                <a:cubicBezTo>
                  <a:pt x="19118" y="15798"/>
                  <a:pt x="18908" y="15682"/>
                  <a:pt x="18653" y="15682"/>
                </a:cubicBezTo>
                <a:lnTo>
                  <a:pt x="18008" y="15682"/>
                </a:lnTo>
                <a:close/>
                <a:moveTo>
                  <a:pt x="14701" y="16203"/>
                </a:moveTo>
                <a:cubicBezTo>
                  <a:pt x="14860" y="16203"/>
                  <a:pt x="14999" y="16296"/>
                  <a:pt x="15119" y="16484"/>
                </a:cubicBezTo>
                <a:cubicBezTo>
                  <a:pt x="15239" y="16671"/>
                  <a:pt x="15332" y="16942"/>
                  <a:pt x="15398" y="17298"/>
                </a:cubicBezTo>
                <a:cubicBezTo>
                  <a:pt x="15463" y="17653"/>
                  <a:pt x="15497" y="18078"/>
                  <a:pt x="15497" y="18574"/>
                </a:cubicBezTo>
                <a:cubicBezTo>
                  <a:pt x="15497" y="19069"/>
                  <a:pt x="15463" y="19495"/>
                  <a:pt x="15398" y="19850"/>
                </a:cubicBezTo>
                <a:cubicBezTo>
                  <a:pt x="15332" y="20205"/>
                  <a:pt x="15239" y="20477"/>
                  <a:pt x="15119" y="20667"/>
                </a:cubicBezTo>
                <a:cubicBezTo>
                  <a:pt x="14999" y="20857"/>
                  <a:pt x="14860" y="20952"/>
                  <a:pt x="14701" y="20952"/>
                </a:cubicBezTo>
                <a:cubicBezTo>
                  <a:pt x="14545" y="20952"/>
                  <a:pt x="14407" y="20857"/>
                  <a:pt x="14288" y="20667"/>
                </a:cubicBezTo>
                <a:cubicBezTo>
                  <a:pt x="14169" y="20477"/>
                  <a:pt x="14076" y="20205"/>
                  <a:pt x="14009" y="19850"/>
                </a:cubicBezTo>
                <a:cubicBezTo>
                  <a:pt x="13943" y="19495"/>
                  <a:pt x="13909" y="19069"/>
                  <a:pt x="13909" y="18574"/>
                </a:cubicBezTo>
                <a:cubicBezTo>
                  <a:pt x="13909" y="18078"/>
                  <a:pt x="13943" y="17653"/>
                  <a:pt x="14009" y="17298"/>
                </a:cubicBezTo>
                <a:cubicBezTo>
                  <a:pt x="14076" y="16943"/>
                  <a:pt x="14169" y="16671"/>
                  <a:pt x="14288" y="16484"/>
                </a:cubicBezTo>
                <a:cubicBezTo>
                  <a:pt x="14407" y="16296"/>
                  <a:pt x="14543" y="16203"/>
                  <a:pt x="14701" y="16203"/>
                </a:cubicBezTo>
                <a:close/>
                <a:moveTo>
                  <a:pt x="18271" y="16260"/>
                </a:moveTo>
                <a:lnTo>
                  <a:pt x="18647" y="16260"/>
                </a:lnTo>
                <a:cubicBezTo>
                  <a:pt x="18858" y="16260"/>
                  <a:pt x="19026" y="16354"/>
                  <a:pt x="19152" y="16541"/>
                </a:cubicBezTo>
                <a:cubicBezTo>
                  <a:pt x="19279" y="16728"/>
                  <a:pt x="19369" y="16996"/>
                  <a:pt x="19424" y="17343"/>
                </a:cubicBezTo>
                <a:cubicBezTo>
                  <a:pt x="19478" y="17690"/>
                  <a:pt x="19505" y="18116"/>
                  <a:pt x="19505" y="18590"/>
                </a:cubicBezTo>
                <a:cubicBezTo>
                  <a:pt x="19505" y="19064"/>
                  <a:pt x="19478" y="19473"/>
                  <a:pt x="19424" y="19817"/>
                </a:cubicBezTo>
                <a:cubicBezTo>
                  <a:pt x="19369" y="20161"/>
                  <a:pt x="19278" y="20425"/>
                  <a:pt x="19152" y="20610"/>
                </a:cubicBezTo>
                <a:cubicBezTo>
                  <a:pt x="19026" y="20794"/>
                  <a:pt x="18858" y="20886"/>
                  <a:pt x="18647" y="20886"/>
                </a:cubicBezTo>
                <a:lnTo>
                  <a:pt x="18271" y="20886"/>
                </a:lnTo>
                <a:lnTo>
                  <a:pt x="18271" y="16260"/>
                </a:lnTo>
                <a:close/>
                <a:moveTo>
                  <a:pt x="16411" y="16268"/>
                </a:moveTo>
                <a:lnTo>
                  <a:pt x="16834" y="16268"/>
                </a:lnTo>
                <a:cubicBezTo>
                  <a:pt x="17007" y="16268"/>
                  <a:pt x="17131" y="16368"/>
                  <a:pt x="17208" y="16570"/>
                </a:cubicBezTo>
                <a:cubicBezTo>
                  <a:pt x="17284" y="16771"/>
                  <a:pt x="17322" y="17048"/>
                  <a:pt x="17322" y="17384"/>
                </a:cubicBezTo>
                <a:cubicBezTo>
                  <a:pt x="17322" y="17719"/>
                  <a:pt x="17283" y="17995"/>
                  <a:pt x="17205" y="18210"/>
                </a:cubicBezTo>
                <a:cubicBezTo>
                  <a:pt x="17126" y="18424"/>
                  <a:pt x="17004" y="18531"/>
                  <a:pt x="16837" y="18531"/>
                </a:cubicBezTo>
                <a:lnTo>
                  <a:pt x="16411" y="18531"/>
                </a:lnTo>
                <a:lnTo>
                  <a:pt x="16411" y="16268"/>
                </a:lnTo>
                <a:close/>
                <a:moveTo>
                  <a:pt x="3438" y="16549"/>
                </a:moveTo>
                <a:lnTo>
                  <a:pt x="3827" y="19416"/>
                </a:lnTo>
                <a:lnTo>
                  <a:pt x="3047" y="19416"/>
                </a:lnTo>
                <a:lnTo>
                  <a:pt x="3438" y="16549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885" name="Shape"/>
          <p:cNvSpPr/>
          <p:nvPr/>
        </p:nvSpPr>
        <p:spPr>
          <a:xfrm>
            <a:off x="1650345" y="8500356"/>
            <a:ext cx="3710194" cy="83207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0" h="21490" fill="norm" stroke="1" extrusionOk="0">
                <a:moveTo>
                  <a:pt x="1138" y="0"/>
                </a:moveTo>
                <a:cubicBezTo>
                  <a:pt x="841" y="-1"/>
                  <a:pt x="542" y="169"/>
                  <a:pt x="245" y="552"/>
                </a:cubicBezTo>
                <a:cubicBezTo>
                  <a:pt x="93" y="784"/>
                  <a:pt x="23" y="1485"/>
                  <a:pt x="0" y="2108"/>
                </a:cubicBezTo>
                <a:cubicBezTo>
                  <a:pt x="76" y="2522"/>
                  <a:pt x="192" y="2446"/>
                  <a:pt x="315" y="2446"/>
                </a:cubicBezTo>
                <a:cubicBezTo>
                  <a:pt x="344" y="2369"/>
                  <a:pt x="396" y="2368"/>
                  <a:pt x="402" y="2186"/>
                </a:cubicBezTo>
                <a:cubicBezTo>
                  <a:pt x="361" y="1797"/>
                  <a:pt x="244" y="1924"/>
                  <a:pt x="180" y="1717"/>
                </a:cubicBezTo>
                <a:cubicBezTo>
                  <a:pt x="215" y="1562"/>
                  <a:pt x="268" y="1618"/>
                  <a:pt x="309" y="1514"/>
                </a:cubicBezTo>
                <a:cubicBezTo>
                  <a:pt x="1464" y="763"/>
                  <a:pt x="2600" y="2348"/>
                  <a:pt x="3504" y="5245"/>
                </a:cubicBezTo>
                <a:cubicBezTo>
                  <a:pt x="3982" y="6778"/>
                  <a:pt x="4437" y="9055"/>
                  <a:pt x="4279" y="11802"/>
                </a:cubicBezTo>
                <a:cubicBezTo>
                  <a:pt x="4073" y="14455"/>
                  <a:pt x="3265" y="14865"/>
                  <a:pt x="2636" y="14835"/>
                </a:cubicBezTo>
                <a:cubicBezTo>
                  <a:pt x="2495" y="14829"/>
                  <a:pt x="2375" y="14730"/>
                  <a:pt x="2250" y="14523"/>
                </a:cubicBezTo>
                <a:cubicBezTo>
                  <a:pt x="2255" y="12868"/>
                  <a:pt x="2248" y="10807"/>
                  <a:pt x="2241" y="9752"/>
                </a:cubicBezTo>
                <a:cubicBezTo>
                  <a:pt x="2501" y="9684"/>
                  <a:pt x="3002" y="10040"/>
                  <a:pt x="3334" y="10688"/>
                </a:cubicBezTo>
                <a:cubicBezTo>
                  <a:pt x="3399" y="10876"/>
                  <a:pt x="3212" y="11439"/>
                  <a:pt x="3142" y="11724"/>
                </a:cubicBezTo>
                <a:cubicBezTo>
                  <a:pt x="3104" y="11928"/>
                  <a:pt x="3247" y="12124"/>
                  <a:pt x="3342" y="12088"/>
                </a:cubicBezTo>
                <a:cubicBezTo>
                  <a:pt x="3487" y="11984"/>
                  <a:pt x="3610" y="11467"/>
                  <a:pt x="3668" y="10870"/>
                </a:cubicBezTo>
                <a:cubicBezTo>
                  <a:pt x="3709" y="10301"/>
                  <a:pt x="3647" y="9857"/>
                  <a:pt x="3569" y="9471"/>
                </a:cubicBezTo>
                <a:cubicBezTo>
                  <a:pt x="3213" y="8123"/>
                  <a:pt x="2724" y="8127"/>
                  <a:pt x="2246" y="8076"/>
                </a:cubicBezTo>
                <a:cubicBezTo>
                  <a:pt x="2240" y="7327"/>
                  <a:pt x="2237" y="6211"/>
                  <a:pt x="2205" y="5542"/>
                </a:cubicBezTo>
                <a:cubicBezTo>
                  <a:pt x="2173" y="4870"/>
                  <a:pt x="2099" y="4569"/>
                  <a:pt x="1988" y="4465"/>
                </a:cubicBezTo>
                <a:cubicBezTo>
                  <a:pt x="1901" y="4905"/>
                  <a:pt x="1888" y="5480"/>
                  <a:pt x="1872" y="6073"/>
                </a:cubicBezTo>
                <a:cubicBezTo>
                  <a:pt x="1853" y="6798"/>
                  <a:pt x="1836" y="7584"/>
                  <a:pt x="1819" y="8248"/>
                </a:cubicBezTo>
                <a:cubicBezTo>
                  <a:pt x="1819" y="8248"/>
                  <a:pt x="1559" y="8475"/>
                  <a:pt x="1405" y="8638"/>
                </a:cubicBezTo>
                <a:cubicBezTo>
                  <a:pt x="1251" y="8800"/>
                  <a:pt x="649" y="9658"/>
                  <a:pt x="700" y="11021"/>
                </a:cubicBezTo>
                <a:cubicBezTo>
                  <a:pt x="769" y="12233"/>
                  <a:pt x="1201" y="13695"/>
                  <a:pt x="1499" y="14549"/>
                </a:cubicBezTo>
                <a:cubicBezTo>
                  <a:pt x="1596" y="14828"/>
                  <a:pt x="1694" y="15069"/>
                  <a:pt x="1802" y="15298"/>
                </a:cubicBezTo>
                <a:cubicBezTo>
                  <a:pt x="1814" y="15927"/>
                  <a:pt x="1838" y="16544"/>
                  <a:pt x="1931" y="17036"/>
                </a:cubicBezTo>
                <a:cubicBezTo>
                  <a:pt x="1960" y="17160"/>
                  <a:pt x="2066" y="17111"/>
                  <a:pt x="2146" y="17036"/>
                </a:cubicBezTo>
                <a:cubicBezTo>
                  <a:pt x="2245" y="16855"/>
                  <a:pt x="2249" y="16382"/>
                  <a:pt x="2257" y="16027"/>
                </a:cubicBezTo>
                <a:cubicBezTo>
                  <a:pt x="2361" y="16108"/>
                  <a:pt x="2485" y="16234"/>
                  <a:pt x="2666" y="16334"/>
                </a:cubicBezTo>
                <a:cubicBezTo>
                  <a:pt x="3389" y="16736"/>
                  <a:pt x="4274" y="15816"/>
                  <a:pt x="4670" y="12603"/>
                </a:cubicBezTo>
                <a:cubicBezTo>
                  <a:pt x="5003" y="9519"/>
                  <a:pt x="4425" y="6530"/>
                  <a:pt x="3992" y="4865"/>
                </a:cubicBezTo>
                <a:cubicBezTo>
                  <a:pt x="3932" y="4633"/>
                  <a:pt x="3717" y="3850"/>
                  <a:pt x="3604" y="3533"/>
                </a:cubicBezTo>
                <a:cubicBezTo>
                  <a:pt x="2894" y="1550"/>
                  <a:pt x="2028" y="3"/>
                  <a:pt x="1138" y="0"/>
                </a:cubicBezTo>
                <a:close/>
                <a:moveTo>
                  <a:pt x="12803" y="354"/>
                </a:moveTo>
                <a:cubicBezTo>
                  <a:pt x="12494" y="354"/>
                  <a:pt x="12147" y="928"/>
                  <a:pt x="12147" y="2893"/>
                </a:cubicBezTo>
                <a:lnTo>
                  <a:pt x="12147" y="5048"/>
                </a:lnTo>
                <a:cubicBezTo>
                  <a:pt x="12147" y="7499"/>
                  <a:pt x="12960" y="9568"/>
                  <a:pt x="12960" y="11682"/>
                </a:cubicBezTo>
                <a:lnTo>
                  <a:pt x="12960" y="13269"/>
                </a:lnTo>
                <a:cubicBezTo>
                  <a:pt x="12960" y="14030"/>
                  <a:pt x="12912" y="14201"/>
                  <a:pt x="12808" y="14201"/>
                </a:cubicBezTo>
                <a:cubicBezTo>
                  <a:pt x="12703" y="14201"/>
                  <a:pt x="12651" y="14030"/>
                  <a:pt x="12651" y="13269"/>
                </a:cubicBezTo>
                <a:lnTo>
                  <a:pt x="12651" y="9991"/>
                </a:lnTo>
                <a:lnTo>
                  <a:pt x="12147" y="9991"/>
                </a:lnTo>
                <a:lnTo>
                  <a:pt x="12147" y="13462"/>
                </a:lnTo>
                <a:cubicBezTo>
                  <a:pt x="12147" y="15427"/>
                  <a:pt x="12489" y="15996"/>
                  <a:pt x="12803" y="15996"/>
                </a:cubicBezTo>
                <a:cubicBezTo>
                  <a:pt x="13117" y="15996"/>
                  <a:pt x="13464" y="15427"/>
                  <a:pt x="13464" y="13462"/>
                </a:cubicBezTo>
                <a:lnTo>
                  <a:pt x="13464" y="10797"/>
                </a:lnTo>
                <a:cubicBezTo>
                  <a:pt x="13464" y="9276"/>
                  <a:pt x="12651" y="6022"/>
                  <a:pt x="12651" y="4943"/>
                </a:cubicBezTo>
                <a:lnTo>
                  <a:pt x="12651" y="3081"/>
                </a:lnTo>
                <a:cubicBezTo>
                  <a:pt x="12651" y="2320"/>
                  <a:pt x="12708" y="2154"/>
                  <a:pt x="12808" y="2154"/>
                </a:cubicBezTo>
                <a:cubicBezTo>
                  <a:pt x="12907" y="2154"/>
                  <a:pt x="12960" y="2320"/>
                  <a:pt x="12960" y="3081"/>
                </a:cubicBezTo>
                <a:lnTo>
                  <a:pt x="12960" y="6062"/>
                </a:lnTo>
                <a:lnTo>
                  <a:pt x="13464" y="6062"/>
                </a:lnTo>
                <a:lnTo>
                  <a:pt x="13464" y="2893"/>
                </a:lnTo>
                <a:cubicBezTo>
                  <a:pt x="13464" y="928"/>
                  <a:pt x="13112" y="354"/>
                  <a:pt x="12803" y="354"/>
                </a:cubicBezTo>
                <a:close/>
                <a:moveTo>
                  <a:pt x="18257" y="354"/>
                </a:moveTo>
                <a:cubicBezTo>
                  <a:pt x="17947" y="354"/>
                  <a:pt x="17601" y="928"/>
                  <a:pt x="17601" y="2893"/>
                </a:cubicBezTo>
                <a:lnTo>
                  <a:pt x="17601" y="13462"/>
                </a:lnTo>
                <a:cubicBezTo>
                  <a:pt x="17601" y="15427"/>
                  <a:pt x="17943" y="15996"/>
                  <a:pt x="18257" y="15996"/>
                </a:cubicBezTo>
                <a:cubicBezTo>
                  <a:pt x="18570" y="15996"/>
                  <a:pt x="18918" y="15427"/>
                  <a:pt x="18918" y="13462"/>
                </a:cubicBezTo>
                <a:lnTo>
                  <a:pt x="18918" y="10012"/>
                </a:lnTo>
                <a:lnTo>
                  <a:pt x="18413" y="10012"/>
                </a:lnTo>
                <a:lnTo>
                  <a:pt x="18413" y="13269"/>
                </a:lnTo>
                <a:cubicBezTo>
                  <a:pt x="18413" y="14030"/>
                  <a:pt x="18366" y="14201"/>
                  <a:pt x="18261" y="14201"/>
                </a:cubicBezTo>
                <a:cubicBezTo>
                  <a:pt x="18157" y="14201"/>
                  <a:pt x="18104" y="14030"/>
                  <a:pt x="18104" y="13269"/>
                </a:cubicBezTo>
                <a:lnTo>
                  <a:pt x="18104" y="3081"/>
                </a:lnTo>
                <a:cubicBezTo>
                  <a:pt x="18104" y="2320"/>
                  <a:pt x="18161" y="2154"/>
                  <a:pt x="18261" y="2154"/>
                </a:cubicBezTo>
                <a:cubicBezTo>
                  <a:pt x="18361" y="2154"/>
                  <a:pt x="18413" y="2320"/>
                  <a:pt x="18413" y="3081"/>
                </a:cubicBezTo>
                <a:lnTo>
                  <a:pt x="18413" y="6145"/>
                </a:lnTo>
                <a:lnTo>
                  <a:pt x="18918" y="6145"/>
                </a:lnTo>
                <a:lnTo>
                  <a:pt x="18918" y="2893"/>
                </a:lnTo>
                <a:cubicBezTo>
                  <a:pt x="18918" y="928"/>
                  <a:pt x="18566" y="354"/>
                  <a:pt x="18257" y="354"/>
                </a:cubicBezTo>
                <a:close/>
                <a:moveTo>
                  <a:pt x="13697" y="651"/>
                </a:moveTo>
                <a:lnTo>
                  <a:pt x="13697" y="15699"/>
                </a:lnTo>
                <a:lnTo>
                  <a:pt x="14828" y="15699"/>
                </a:lnTo>
                <a:lnTo>
                  <a:pt x="14828" y="13732"/>
                </a:lnTo>
                <a:lnTo>
                  <a:pt x="14201" y="13732"/>
                </a:lnTo>
                <a:lnTo>
                  <a:pt x="14201" y="8451"/>
                </a:lnTo>
                <a:lnTo>
                  <a:pt x="14796" y="8451"/>
                </a:lnTo>
                <a:lnTo>
                  <a:pt x="14796" y="6484"/>
                </a:lnTo>
                <a:lnTo>
                  <a:pt x="14201" y="6484"/>
                </a:lnTo>
                <a:lnTo>
                  <a:pt x="14201" y="2617"/>
                </a:lnTo>
                <a:lnTo>
                  <a:pt x="14819" y="2617"/>
                </a:lnTo>
                <a:lnTo>
                  <a:pt x="14819" y="651"/>
                </a:lnTo>
                <a:lnTo>
                  <a:pt x="13697" y="651"/>
                </a:lnTo>
                <a:close/>
                <a:moveTo>
                  <a:pt x="15019" y="651"/>
                </a:moveTo>
                <a:lnTo>
                  <a:pt x="15019" y="15699"/>
                </a:lnTo>
                <a:lnTo>
                  <a:pt x="16164" y="15699"/>
                </a:lnTo>
                <a:lnTo>
                  <a:pt x="16164" y="13732"/>
                </a:lnTo>
                <a:lnTo>
                  <a:pt x="15523" y="13732"/>
                </a:lnTo>
                <a:lnTo>
                  <a:pt x="15523" y="651"/>
                </a:lnTo>
                <a:lnTo>
                  <a:pt x="15019" y="651"/>
                </a:lnTo>
                <a:close/>
                <a:moveTo>
                  <a:pt x="16293" y="651"/>
                </a:moveTo>
                <a:lnTo>
                  <a:pt x="16293" y="15699"/>
                </a:lnTo>
                <a:lnTo>
                  <a:pt x="17425" y="15699"/>
                </a:lnTo>
                <a:lnTo>
                  <a:pt x="17425" y="13732"/>
                </a:lnTo>
                <a:lnTo>
                  <a:pt x="16797" y="13732"/>
                </a:lnTo>
                <a:lnTo>
                  <a:pt x="16797" y="8451"/>
                </a:lnTo>
                <a:lnTo>
                  <a:pt x="17391" y="8451"/>
                </a:lnTo>
                <a:lnTo>
                  <a:pt x="17391" y="6484"/>
                </a:lnTo>
                <a:lnTo>
                  <a:pt x="16797" y="6484"/>
                </a:lnTo>
                <a:lnTo>
                  <a:pt x="16797" y="2617"/>
                </a:lnTo>
                <a:lnTo>
                  <a:pt x="17415" y="2617"/>
                </a:lnTo>
                <a:lnTo>
                  <a:pt x="17415" y="651"/>
                </a:lnTo>
                <a:lnTo>
                  <a:pt x="16293" y="651"/>
                </a:lnTo>
                <a:close/>
                <a:moveTo>
                  <a:pt x="19013" y="651"/>
                </a:moveTo>
                <a:lnTo>
                  <a:pt x="19013" y="2617"/>
                </a:lnTo>
                <a:lnTo>
                  <a:pt x="19454" y="2617"/>
                </a:lnTo>
                <a:lnTo>
                  <a:pt x="19454" y="15699"/>
                </a:lnTo>
                <a:lnTo>
                  <a:pt x="19959" y="15699"/>
                </a:lnTo>
                <a:lnTo>
                  <a:pt x="19959" y="2617"/>
                </a:lnTo>
                <a:lnTo>
                  <a:pt x="20397" y="2617"/>
                </a:lnTo>
                <a:lnTo>
                  <a:pt x="20397" y="651"/>
                </a:lnTo>
                <a:lnTo>
                  <a:pt x="19013" y="651"/>
                </a:lnTo>
                <a:close/>
                <a:moveTo>
                  <a:pt x="5547" y="1389"/>
                </a:moveTo>
                <a:cubicBezTo>
                  <a:pt x="5505" y="1375"/>
                  <a:pt x="5461" y="1384"/>
                  <a:pt x="5417" y="1410"/>
                </a:cubicBezTo>
                <a:cubicBezTo>
                  <a:pt x="5062" y="1694"/>
                  <a:pt x="4671" y="2655"/>
                  <a:pt x="4554" y="4288"/>
                </a:cubicBezTo>
                <a:cubicBezTo>
                  <a:pt x="4525" y="4935"/>
                  <a:pt x="4559" y="5528"/>
                  <a:pt x="4665" y="5969"/>
                </a:cubicBezTo>
                <a:cubicBezTo>
                  <a:pt x="4653" y="6370"/>
                  <a:pt x="4642" y="6927"/>
                  <a:pt x="4741" y="7212"/>
                </a:cubicBezTo>
                <a:cubicBezTo>
                  <a:pt x="4852" y="7472"/>
                  <a:pt x="4875" y="6891"/>
                  <a:pt x="4933" y="6671"/>
                </a:cubicBezTo>
                <a:cubicBezTo>
                  <a:pt x="5259" y="7240"/>
                  <a:pt x="5574" y="6564"/>
                  <a:pt x="5819" y="5708"/>
                </a:cubicBezTo>
                <a:cubicBezTo>
                  <a:pt x="6011" y="4983"/>
                  <a:pt x="6245" y="4102"/>
                  <a:pt x="6151" y="2909"/>
                </a:cubicBezTo>
                <a:cubicBezTo>
                  <a:pt x="6099" y="2443"/>
                  <a:pt x="5988" y="2160"/>
                  <a:pt x="5877" y="2160"/>
                </a:cubicBezTo>
                <a:cubicBezTo>
                  <a:pt x="5794" y="1673"/>
                  <a:pt x="5675" y="1434"/>
                  <a:pt x="5547" y="1389"/>
                </a:cubicBezTo>
                <a:close/>
                <a:moveTo>
                  <a:pt x="5207" y="2914"/>
                </a:moveTo>
                <a:cubicBezTo>
                  <a:pt x="5043" y="3458"/>
                  <a:pt x="4905" y="4136"/>
                  <a:pt x="4793" y="4881"/>
                </a:cubicBezTo>
                <a:cubicBezTo>
                  <a:pt x="4735" y="4415"/>
                  <a:pt x="4828" y="3947"/>
                  <a:pt x="4898" y="3559"/>
                </a:cubicBezTo>
                <a:cubicBezTo>
                  <a:pt x="4977" y="3213"/>
                  <a:pt x="5090" y="2887"/>
                  <a:pt x="5207" y="2914"/>
                </a:cubicBezTo>
                <a:close/>
                <a:moveTo>
                  <a:pt x="5800" y="3029"/>
                </a:moveTo>
                <a:cubicBezTo>
                  <a:pt x="5828" y="3032"/>
                  <a:pt x="5856" y="3052"/>
                  <a:pt x="5883" y="3091"/>
                </a:cubicBezTo>
                <a:cubicBezTo>
                  <a:pt x="5910" y="3130"/>
                  <a:pt x="5925" y="3179"/>
                  <a:pt x="5942" y="3377"/>
                </a:cubicBezTo>
                <a:cubicBezTo>
                  <a:pt x="5980" y="3831"/>
                  <a:pt x="5848" y="4543"/>
                  <a:pt x="5723" y="4876"/>
                </a:cubicBezTo>
                <a:cubicBezTo>
                  <a:pt x="5531" y="5342"/>
                  <a:pt x="5318" y="5704"/>
                  <a:pt x="5073" y="5573"/>
                </a:cubicBezTo>
                <a:cubicBezTo>
                  <a:pt x="5104" y="5174"/>
                  <a:pt x="5167" y="4851"/>
                  <a:pt x="5263" y="4439"/>
                </a:cubicBezTo>
                <a:cubicBezTo>
                  <a:pt x="5412" y="3792"/>
                  <a:pt x="5607" y="3004"/>
                  <a:pt x="5800" y="3029"/>
                </a:cubicBezTo>
                <a:close/>
                <a:moveTo>
                  <a:pt x="8087" y="6801"/>
                </a:moveTo>
                <a:cubicBezTo>
                  <a:pt x="8025" y="6769"/>
                  <a:pt x="8032" y="7150"/>
                  <a:pt x="8047" y="7368"/>
                </a:cubicBezTo>
                <a:cubicBezTo>
                  <a:pt x="8123" y="8794"/>
                  <a:pt x="8239" y="10169"/>
                  <a:pt x="8268" y="11672"/>
                </a:cubicBezTo>
                <a:cubicBezTo>
                  <a:pt x="8274" y="11982"/>
                  <a:pt x="8297" y="12396"/>
                  <a:pt x="8251" y="12655"/>
                </a:cubicBezTo>
                <a:cubicBezTo>
                  <a:pt x="8000" y="11282"/>
                  <a:pt x="7855" y="9648"/>
                  <a:pt x="7552" y="8456"/>
                </a:cubicBezTo>
                <a:cubicBezTo>
                  <a:pt x="7504" y="8281"/>
                  <a:pt x="7445" y="8460"/>
                  <a:pt x="7417" y="8690"/>
                </a:cubicBezTo>
                <a:cubicBezTo>
                  <a:pt x="7277" y="9960"/>
                  <a:pt x="7223" y="11359"/>
                  <a:pt x="7202" y="12837"/>
                </a:cubicBezTo>
                <a:cubicBezTo>
                  <a:pt x="7190" y="13628"/>
                  <a:pt x="7155" y="14676"/>
                  <a:pt x="7341" y="15090"/>
                </a:cubicBezTo>
                <a:cubicBezTo>
                  <a:pt x="7394" y="15168"/>
                  <a:pt x="7467" y="15137"/>
                  <a:pt x="7487" y="14913"/>
                </a:cubicBezTo>
                <a:cubicBezTo>
                  <a:pt x="7569" y="13721"/>
                  <a:pt x="7557" y="12330"/>
                  <a:pt x="7568" y="10995"/>
                </a:cubicBezTo>
                <a:cubicBezTo>
                  <a:pt x="7568" y="10873"/>
                  <a:pt x="7587" y="10634"/>
                  <a:pt x="7603" y="10740"/>
                </a:cubicBezTo>
                <a:cubicBezTo>
                  <a:pt x="7729" y="11816"/>
                  <a:pt x="7856" y="12771"/>
                  <a:pt x="7994" y="13769"/>
                </a:cubicBezTo>
                <a:cubicBezTo>
                  <a:pt x="8064" y="14274"/>
                  <a:pt x="8126" y="14762"/>
                  <a:pt x="8257" y="14731"/>
                </a:cubicBezTo>
                <a:cubicBezTo>
                  <a:pt x="8385" y="14653"/>
                  <a:pt x="8490" y="14209"/>
                  <a:pt x="8548" y="13743"/>
                </a:cubicBezTo>
                <a:cubicBezTo>
                  <a:pt x="8694" y="11877"/>
                  <a:pt x="8601" y="9703"/>
                  <a:pt x="8391" y="8149"/>
                </a:cubicBezTo>
                <a:cubicBezTo>
                  <a:pt x="8315" y="7631"/>
                  <a:pt x="8227" y="6959"/>
                  <a:pt x="8088" y="6801"/>
                </a:cubicBezTo>
                <a:lnTo>
                  <a:pt x="8087" y="6801"/>
                </a:lnTo>
                <a:close/>
                <a:moveTo>
                  <a:pt x="10715" y="7691"/>
                </a:moveTo>
                <a:cubicBezTo>
                  <a:pt x="10678" y="7653"/>
                  <a:pt x="10597" y="7959"/>
                  <a:pt x="10565" y="8149"/>
                </a:cubicBezTo>
                <a:cubicBezTo>
                  <a:pt x="10262" y="9755"/>
                  <a:pt x="9942" y="11877"/>
                  <a:pt x="10193" y="13977"/>
                </a:cubicBezTo>
                <a:cubicBezTo>
                  <a:pt x="10030" y="15894"/>
                  <a:pt x="9890" y="17867"/>
                  <a:pt x="9861" y="20018"/>
                </a:cubicBezTo>
                <a:cubicBezTo>
                  <a:pt x="9866" y="20562"/>
                  <a:pt x="9965" y="21029"/>
                  <a:pt x="10070" y="21314"/>
                </a:cubicBezTo>
                <a:cubicBezTo>
                  <a:pt x="10105" y="21391"/>
                  <a:pt x="10190" y="21599"/>
                  <a:pt x="10199" y="21418"/>
                </a:cubicBezTo>
                <a:cubicBezTo>
                  <a:pt x="10280" y="19344"/>
                  <a:pt x="10396" y="17347"/>
                  <a:pt x="10560" y="15403"/>
                </a:cubicBezTo>
                <a:cubicBezTo>
                  <a:pt x="10713" y="15490"/>
                  <a:pt x="10809" y="15472"/>
                  <a:pt x="11015" y="15064"/>
                </a:cubicBezTo>
                <a:cubicBezTo>
                  <a:pt x="11365" y="14313"/>
                  <a:pt x="11698" y="12680"/>
                  <a:pt x="11715" y="10891"/>
                </a:cubicBezTo>
                <a:cubicBezTo>
                  <a:pt x="11720" y="9933"/>
                  <a:pt x="11638" y="9026"/>
                  <a:pt x="11452" y="8482"/>
                </a:cubicBezTo>
                <a:cubicBezTo>
                  <a:pt x="11391" y="8313"/>
                  <a:pt x="11330" y="8395"/>
                  <a:pt x="11271" y="8508"/>
                </a:cubicBezTo>
                <a:cubicBezTo>
                  <a:pt x="10910" y="9441"/>
                  <a:pt x="10473" y="11604"/>
                  <a:pt x="10373" y="12551"/>
                </a:cubicBezTo>
                <a:cubicBezTo>
                  <a:pt x="10357" y="10714"/>
                  <a:pt x="10706" y="9547"/>
                  <a:pt x="10735" y="7863"/>
                </a:cubicBezTo>
                <a:cubicBezTo>
                  <a:pt x="10735" y="7757"/>
                  <a:pt x="10728" y="7704"/>
                  <a:pt x="10715" y="7691"/>
                </a:cubicBezTo>
                <a:close/>
                <a:moveTo>
                  <a:pt x="6555" y="7868"/>
                </a:moveTo>
                <a:cubicBezTo>
                  <a:pt x="6174" y="7814"/>
                  <a:pt x="5794" y="8167"/>
                  <a:pt x="5527" y="9314"/>
                </a:cubicBezTo>
                <a:cubicBezTo>
                  <a:pt x="5465" y="9612"/>
                  <a:pt x="5469" y="10169"/>
                  <a:pt x="5475" y="10558"/>
                </a:cubicBezTo>
                <a:cubicBezTo>
                  <a:pt x="5491" y="10811"/>
                  <a:pt x="5557" y="11073"/>
                  <a:pt x="5615" y="11151"/>
                </a:cubicBezTo>
                <a:cubicBezTo>
                  <a:pt x="6006" y="11540"/>
                  <a:pt x="6507" y="11073"/>
                  <a:pt x="6840" y="12239"/>
                </a:cubicBezTo>
                <a:cubicBezTo>
                  <a:pt x="6881" y="12472"/>
                  <a:pt x="6843" y="12721"/>
                  <a:pt x="6793" y="12837"/>
                </a:cubicBezTo>
                <a:cubicBezTo>
                  <a:pt x="6484" y="13406"/>
                  <a:pt x="6157" y="13809"/>
                  <a:pt x="5796" y="13472"/>
                </a:cubicBezTo>
                <a:cubicBezTo>
                  <a:pt x="5747" y="13414"/>
                  <a:pt x="5674" y="13191"/>
                  <a:pt x="5697" y="12967"/>
                </a:cubicBezTo>
                <a:cubicBezTo>
                  <a:pt x="5843" y="11982"/>
                  <a:pt x="6088" y="12943"/>
                  <a:pt x="6269" y="13071"/>
                </a:cubicBezTo>
                <a:cubicBezTo>
                  <a:pt x="6359" y="13158"/>
                  <a:pt x="6560" y="13043"/>
                  <a:pt x="6660" y="12577"/>
                </a:cubicBezTo>
                <a:cubicBezTo>
                  <a:pt x="6691" y="12314"/>
                  <a:pt x="6581" y="12151"/>
                  <a:pt x="6507" y="12057"/>
                </a:cubicBezTo>
                <a:cubicBezTo>
                  <a:pt x="6251" y="11746"/>
                  <a:pt x="5889" y="11382"/>
                  <a:pt x="5650" y="12109"/>
                </a:cubicBezTo>
                <a:cubicBezTo>
                  <a:pt x="5582" y="12313"/>
                  <a:pt x="5527" y="12938"/>
                  <a:pt x="5574" y="13430"/>
                </a:cubicBezTo>
                <a:cubicBezTo>
                  <a:pt x="5772" y="14856"/>
                  <a:pt x="6153" y="15337"/>
                  <a:pt x="6507" y="15090"/>
                </a:cubicBezTo>
                <a:cubicBezTo>
                  <a:pt x="6749" y="14922"/>
                  <a:pt x="7038" y="14549"/>
                  <a:pt x="7096" y="13332"/>
                </a:cubicBezTo>
                <a:cubicBezTo>
                  <a:pt x="7124" y="12560"/>
                  <a:pt x="7114" y="11723"/>
                  <a:pt x="6969" y="11177"/>
                </a:cubicBezTo>
                <a:cubicBezTo>
                  <a:pt x="6630" y="10167"/>
                  <a:pt x="6147" y="10711"/>
                  <a:pt x="5773" y="10038"/>
                </a:cubicBezTo>
                <a:cubicBezTo>
                  <a:pt x="5762" y="9961"/>
                  <a:pt x="5769" y="9931"/>
                  <a:pt x="5790" y="9882"/>
                </a:cubicBezTo>
                <a:cubicBezTo>
                  <a:pt x="6186" y="9337"/>
                  <a:pt x="6653" y="9547"/>
                  <a:pt x="7061" y="9106"/>
                </a:cubicBezTo>
                <a:cubicBezTo>
                  <a:pt x="7120" y="9028"/>
                  <a:pt x="7175" y="8605"/>
                  <a:pt x="7149" y="8404"/>
                </a:cubicBezTo>
                <a:cubicBezTo>
                  <a:pt x="7091" y="8144"/>
                  <a:pt x="7014" y="8106"/>
                  <a:pt x="6932" y="8045"/>
                </a:cubicBezTo>
                <a:cubicBezTo>
                  <a:pt x="6809" y="7952"/>
                  <a:pt x="6682" y="7886"/>
                  <a:pt x="6555" y="7868"/>
                </a:cubicBezTo>
                <a:close/>
                <a:moveTo>
                  <a:pt x="9650" y="7925"/>
                </a:moveTo>
                <a:cubicBezTo>
                  <a:pt x="9398" y="7996"/>
                  <a:pt x="9057" y="8281"/>
                  <a:pt x="8799" y="8456"/>
                </a:cubicBezTo>
                <a:cubicBezTo>
                  <a:pt x="8752" y="8482"/>
                  <a:pt x="8763" y="8665"/>
                  <a:pt x="8775" y="8820"/>
                </a:cubicBezTo>
                <a:cubicBezTo>
                  <a:pt x="8804" y="9442"/>
                  <a:pt x="8956" y="9336"/>
                  <a:pt x="9055" y="9569"/>
                </a:cubicBezTo>
                <a:cubicBezTo>
                  <a:pt x="9014" y="9984"/>
                  <a:pt x="8992" y="10429"/>
                  <a:pt x="8933" y="10818"/>
                </a:cubicBezTo>
                <a:cubicBezTo>
                  <a:pt x="8881" y="10896"/>
                  <a:pt x="8793" y="10841"/>
                  <a:pt x="8787" y="11203"/>
                </a:cubicBezTo>
                <a:cubicBezTo>
                  <a:pt x="8782" y="11424"/>
                  <a:pt x="8822" y="11569"/>
                  <a:pt x="8819" y="11859"/>
                </a:cubicBezTo>
                <a:cubicBezTo>
                  <a:pt x="8764" y="12475"/>
                  <a:pt x="8669" y="13124"/>
                  <a:pt x="8705" y="13925"/>
                </a:cubicBezTo>
                <a:cubicBezTo>
                  <a:pt x="8749" y="14631"/>
                  <a:pt x="8825" y="15392"/>
                  <a:pt x="8938" y="15507"/>
                </a:cubicBezTo>
                <a:cubicBezTo>
                  <a:pt x="9300" y="15817"/>
                  <a:pt x="9597" y="14910"/>
                  <a:pt x="9871" y="14003"/>
                </a:cubicBezTo>
                <a:cubicBezTo>
                  <a:pt x="9918" y="13789"/>
                  <a:pt x="9827" y="13143"/>
                  <a:pt x="9795" y="13123"/>
                </a:cubicBezTo>
                <a:cubicBezTo>
                  <a:pt x="9551" y="12996"/>
                  <a:pt x="9323" y="13461"/>
                  <a:pt x="9078" y="13436"/>
                </a:cubicBezTo>
                <a:cubicBezTo>
                  <a:pt x="9102" y="12918"/>
                  <a:pt x="9133" y="12471"/>
                  <a:pt x="9191" y="12031"/>
                </a:cubicBezTo>
                <a:cubicBezTo>
                  <a:pt x="9391" y="11900"/>
                  <a:pt x="9688" y="12087"/>
                  <a:pt x="9808" y="11672"/>
                </a:cubicBezTo>
                <a:cubicBezTo>
                  <a:pt x="9843" y="11490"/>
                  <a:pt x="9828" y="10926"/>
                  <a:pt x="9796" y="10844"/>
                </a:cubicBezTo>
                <a:cubicBezTo>
                  <a:pt x="9645" y="10611"/>
                  <a:pt x="9445" y="10696"/>
                  <a:pt x="9293" y="10735"/>
                </a:cubicBezTo>
                <a:cubicBezTo>
                  <a:pt x="9317" y="10388"/>
                  <a:pt x="9343" y="10003"/>
                  <a:pt x="9370" y="9653"/>
                </a:cubicBezTo>
                <a:cubicBezTo>
                  <a:pt x="9499" y="9704"/>
                  <a:pt x="9627" y="9669"/>
                  <a:pt x="9744" y="9627"/>
                </a:cubicBezTo>
                <a:cubicBezTo>
                  <a:pt x="9868" y="9581"/>
                  <a:pt x="10018" y="9677"/>
                  <a:pt x="10105" y="9236"/>
                </a:cubicBezTo>
                <a:cubicBezTo>
                  <a:pt x="10131" y="9013"/>
                  <a:pt x="10032" y="8414"/>
                  <a:pt x="9977" y="8227"/>
                </a:cubicBezTo>
                <a:cubicBezTo>
                  <a:pt x="9921" y="8039"/>
                  <a:pt x="9897" y="7960"/>
                  <a:pt x="9865" y="7941"/>
                </a:cubicBezTo>
                <a:cubicBezTo>
                  <a:pt x="9807" y="7905"/>
                  <a:pt x="9734" y="7901"/>
                  <a:pt x="9650" y="7925"/>
                </a:cubicBezTo>
                <a:close/>
                <a:moveTo>
                  <a:pt x="5109" y="8014"/>
                </a:moveTo>
                <a:lnTo>
                  <a:pt x="5109" y="8019"/>
                </a:lnTo>
                <a:cubicBezTo>
                  <a:pt x="5045" y="7993"/>
                  <a:pt x="5023" y="8427"/>
                  <a:pt x="5011" y="8638"/>
                </a:cubicBezTo>
                <a:cubicBezTo>
                  <a:pt x="4959" y="10193"/>
                  <a:pt x="4937" y="11929"/>
                  <a:pt x="4947" y="13613"/>
                </a:cubicBezTo>
                <a:cubicBezTo>
                  <a:pt x="4950" y="14241"/>
                  <a:pt x="4930" y="15090"/>
                  <a:pt x="5104" y="15246"/>
                </a:cubicBezTo>
                <a:cubicBezTo>
                  <a:pt x="5173" y="15324"/>
                  <a:pt x="5302" y="15246"/>
                  <a:pt x="5312" y="15038"/>
                </a:cubicBezTo>
                <a:cubicBezTo>
                  <a:pt x="5347" y="13069"/>
                  <a:pt x="5300" y="10868"/>
                  <a:pt x="5265" y="8846"/>
                </a:cubicBezTo>
                <a:cubicBezTo>
                  <a:pt x="5261" y="8639"/>
                  <a:pt x="5202" y="8117"/>
                  <a:pt x="5109" y="8014"/>
                </a:cubicBezTo>
                <a:close/>
                <a:moveTo>
                  <a:pt x="11427" y="9757"/>
                </a:moveTo>
                <a:cubicBezTo>
                  <a:pt x="11463" y="9820"/>
                  <a:pt x="11485" y="10637"/>
                  <a:pt x="11475" y="11000"/>
                </a:cubicBezTo>
                <a:cubicBezTo>
                  <a:pt x="11434" y="12219"/>
                  <a:pt x="11097" y="13249"/>
                  <a:pt x="10927" y="13462"/>
                </a:cubicBezTo>
                <a:cubicBezTo>
                  <a:pt x="10870" y="13533"/>
                  <a:pt x="10845" y="13533"/>
                  <a:pt x="10782" y="13540"/>
                </a:cubicBezTo>
                <a:cubicBezTo>
                  <a:pt x="10878" y="12545"/>
                  <a:pt x="11137" y="10840"/>
                  <a:pt x="11411" y="9778"/>
                </a:cubicBezTo>
                <a:cubicBezTo>
                  <a:pt x="11416" y="9752"/>
                  <a:pt x="11422" y="9748"/>
                  <a:pt x="11427" y="9757"/>
                </a:cubicBezTo>
                <a:close/>
                <a:moveTo>
                  <a:pt x="1814" y="9856"/>
                </a:moveTo>
                <a:cubicBezTo>
                  <a:pt x="1792" y="11293"/>
                  <a:pt x="1788" y="12891"/>
                  <a:pt x="1790" y="13899"/>
                </a:cubicBezTo>
                <a:cubicBezTo>
                  <a:pt x="1439" y="13432"/>
                  <a:pt x="1067" y="12551"/>
                  <a:pt x="822" y="11099"/>
                </a:cubicBezTo>
                <a:cubicBezTo>
                  <a:pt x="764" y="10694"/>
                  <a:pt x="979" y="10454"/>
                  <a:pt x="1084" y="10324"/>
                </a:cubicBezTo>
                <a:cubicBezTo>
                  <a:pt x="1316" y="10038"/>
                  <a:pt x="1563" y="9907"/>
                  <a:pt x="1814" y="9856"/>
                </a:cubicBezTo>
                <a:close/>
                <a:moveTo>
                  <a:pt x="21145" y="17083"/>
                </a:moveTo>
                <a:cubicBezTo>
                  <a:pt x="20949" y="17240"/>
                  <a:pt x="20734" y="17766"/>
                  <a:pt x="20670" y="18665"/>
                </a:cubicBezTo>
                <a:cubicBezTo>
                  <a:pt x="20654" y="19021"/>
                  <a:pt x="20673" y="19349"/>
                  <a:pt x="20730" y="19591"/>
                </a:cubicBezTo>
                <a:cubicBezTo>
                  <a:pt x="20724" y="19813"/>
                  <a:pt x="20718" y="20121"/>
                  <a:pt x="20773" y="20278"/>
                </a:cubicBezTo>
                <a:cubicBezTo>
                  <a:pt x="20834" y="20421"/>
                  <a:pt x="20846" y="20102"/>
                  <a:pt x="20878" y="19982"/>
                </a:cubicBezTo>
                <a:cubicBezTo>
                  <a:pt x="21058" y="20295"/>
                  <a:pt x="21231" y="19922"/>
                  <a:pt x="21366" y="19451"/>
                </a:cubicBezTo>
                <a:cubicBezTo>
                  <a:pt x="21472" y="19051"/>
                  <a:pt x="21600" y="18566"/>
                  <a:pt x="21549" y="17911"/>
                </a:cubicBezTo>
                <a:cubicBezTo>
                  <a:pt x="21520" y="17654"/>
                  <a:pt x="21459" y="17500"/>
                  <a:pt x="21398" y="17500"/>
                </a:cubicBezTo>
                <a:cubicBezTo>
                  <a:pt x="21337" y="17143"/>
                  <a:pt x="21241" y="17026"/>
                  <a:pt x="21145" y="17083"/>
                </a:cubicBezTo>
                <a:close/>
                <a:moveTo>
                  <a:pt x="15292" y="17484"/>
                </a:moveTo>
                <a:cubicBezTo>
                  <a:pt x="14797" y="17474"/>
                  <a:pt x="14242" y="17482"/>
                  <a:pt x="13573" y="17500"/>
                </a:cubicBezTo>
                <a:cubicBezTo>
                  <a:pt x="12575" y="17525"/>
                  <a:pt x="11226" y="17373"/>
                  <a:pt x="10979" y="18613"/>
                </a:cubicBezTo>
                <a:cubicBezTo>
                  <a:pt x="10855" y="19110"/>
                  <a:pt x="10979" y="20029"/>
                  <a:pt x="11309" y="20101"/>
                </a:cubicBezTo>
                <a:cubicBezTo>
                  <a:pt x="14438" y="20349"/>
                  <a:pt x="16034" y="20021"/>
                  <a:pt x="19246" y="19774"/>
                </a:cubicBezTo>
                <a:cubicBezTo>
                  <a:pt x="19575" y="19747"/>
                  <a:pt x="20399" y="19317"/>
                  <a:pt x="20564" y="18655"/>
                </a:cubicBezTo>
                <a:cubicBezTo>
                  <a:pt x="20605" y="18195"/>
                  <a:pt x="19910" y="18038"/>
                  <a:pt x="19575" y="17952"/>
                </a:cubicBezTo>
                <a:cubicBezTo>
                  <a:pt x="17723" y="17673"/>
                  <a:pt x="16778" y="17515"/>
                  <a:pt x="15292" y="17484"/>
                </a:cubicBezTo>
                <a:close/>
                <a:moveTo>
                  <a:pt x="21029" y="17911"/>
                </a:moveTo>
                <a:cubicBezTo>
                  <a:pt x="20939" y="18210"/>
                  <a:pt x="20863" y="18583"/>
                  <a:pt x="20802" y="18993"/>
                </a:cubicBezTo>
                <a:cubicBezTo>
                  <a:pt x="20770" y="18736"/>
                  <a:pt x="20821" y="18479"/>
                  <a:pt x="20859" y="18264"/>
                </a:cubicBezTo>
                <a:cubicBezTo>
                  <a:pt x="20881" y="18169"/>
                  <a:pt x="20907" y="18077"/>
                  <a:pt x="20937" y="18010"/>
                </a:cubicBezTo>
                <a:lnTo>
                  <a:pt x="21029" y="17911"/>
                </a:lnTo>
                <a:close/>
                <a:moveTo>
                  <a:pt x="21310" y="17994"/>
                </a:moveTo>
                <a:cubicBezTo>
                  <a:pt x="21340" y="17964"/>
                  <a:pt x="21371" y="17966"/>
                  <a:pt x="21401" y="18010"/>
                </a:cubicBezTo>
                <a:lnTo>
                  <a:pt x="21434" y="18166"/>
                </a:lnTo>
                <a:lnTo>
                  <a:pt x="21433" y="18166"/>
                </a:lnTo>
                <a:cubicBezTo>
                  <a:pt x="21454" y="18415"/>
                  <a:pt x="21382" y="18805"/>
                  <a:pt x="21314" y="18988"/>
                </a:cubicBezTo>
                <a:cubicBezTo>
                  <a:pt x="21208" y="19244"/>
                  <a:pt x="21091" y="19444"/>
                  <a:pt x="20956" y="19373"/>
                </a:cubicBezTo>
                <a:cubicBezTo>
                  <a:pt x="20974" y="19153"/>
                  <a:pt x="21007" y="18975"/>
                  <a:pt x="21059" y="18748"/>
                </a:cubicBezTo>
                <a:cubicBezTo>
                  <a:pt x="21130" y="18443"/>
                  <a:pt x="21219" y="18082"/>
                  <a:pt x="21310" y="17994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886" name="Shape"/>
          <p:cNvSpPr/>
          <p:nvPr/>
        </p:nvSpPr>
        <p:spPr>
          <a:xfrm>
            <a:off x="13377657" y="3633381"/>
            <a:ext cx="3430678" cy="13647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78" fill="norm" stroke="1" extrusionOk="0">
                <a:moveTo>
                  <a:pt x="9016" y="0"/>
                </a:moveTo>
                <a:cubicBezTo>
                  <a:pt x="8973" y="0"/>
                  <a:pt x="8958" y="88"/>
                  <a:pt x="8958" y="147"/>
                </a:cubicBezTo>
                <a:cubicBezTo>
                  <a:pt x="8958" y="237"/>
                  <a:pt x="8993" y="278"/>
                  <a:pt x="9016" y="293"/>
                </a:cubicBezTo>
                <a:cubicBezTo>
                  <a:pt x="9012" y="358"/>
                  <a:pt x="8989" y="476"/>
                  <a:pt x="8936" y="535"/>
                </a:cubicBezTo>
                <a:lnTo>
                  <a:pt x="8967" y="619"/>
                </a:lnTo>
                <a:cubicBezTo>
                  <a:pt x="9041" y="560"/>
                  <a:pt x="9080" y="368"/>
                  <a:pt x="9080" y="205"/>
                </a:cubicBezTo>
                <a:cubicBezTo>
                  <a:pt x="9080" y="43"/>
                  <a:pt x="9043" y="0"/>
                  <a:pt x="9016" y="0"/>
                </a:cubicBezTo>
                <a:close/>
                <a:moveTo>
                  <a:pt x="4626" y="3"/>
                </a:moveTo>
                <a:cubicBezTo>
                  <a:pt x="4458" y="3"/>
                  <a:pt x="4379" y="240"/>
                  <a:pt x="4379" y="508"/>
                </a:cubicBezTo>
                <a:cubicBezTo>
                  <a:pt x="4379" y="777"/>
                  <a:pt x="4448" y="945"/>
                  <a:pt x="4570" y="1066"/>
                </a:cubicBezTo>
                <a:cubicBezTo>
                  <a:pt x="4753" y="1219"/>
                  <a:pt x="4798" y="1417"/>
                  <a:pt x="4798" y="1623"/>
                </a:cubicBezTo>
                <a:cubicBezTo>
                  <a:pt x="4798" y="1895"/>
                  <a:pt x="4715" y="2089"/>
                  <a:pt x="4592" y="2089"/>
                </a:cubicBezTo>
                <a:cubicBezTo>
                  <a:pt x="4507" y="2089"/>
                  <a:pt x="4428" y="2012"/>
                  <a:pt x="4366" y="1884"/>
                </a:cubicBezTo>
                <a:lnTo>
                  <a:pt x="4366" y="2092"/>
                </a:lnTo>
                <a:cubicBezTo>
                  <a:pt x="4422" y="2183"/>
                  <a:pt x="4503" y="2242"/>
                  <a:pt x="4589" y="2242"/>
                </a:cubicBezTo>
                <a:cubicBezTo>
                  <a:pt x="4752" y="2242"/>
                  <a:pt x="4870" y="2000"/>
                  <a:pt x="4870" y="1620"/>
                </a:cubicBezTo>
                <a:cubicBezTo>
                  <a:pt x="4870" y="1280"/>
                  <a:pt x="4774" y="1106"/>
                  <a:pt x="4650" y="978"/>
                </a:cubicBezTo>
                <a:lnTo>
                  <a:pt x="4594" y="922"/>
                </a:lnTo>
                <a:cubicBezTo>
                  <a:pt x="4500" y="819"/>
                  <a:pt x="4448" y="702"/>
                  <a:pt x="4448" y="505"/>
                </a:cubicBezTo>
                <a:cubicBezTo>
                  <a:pt x="4448" y="309"/>
                  <a:pt x="4508" y="153"/>
                  <a:pt x="4623" y="153"/>
                </a:cubicBezTo>
                <a:cubicBezTo>
                  <a:pt x="4681" y="153"/>
                  <a:pt x="4745" y="193"/>
                  <a:pt x="4803" y="277"/>
                </a:cubicBezTo>
                <a:lnTo>
                  <a:pt x="4803" y="95"/>
                </a:lnTo>
                <a:cubicBezTo>
                  <a:pt x="4756" y="42"/>
                  <a:pt x="4685" y="3"/>
                  <a:pt x="4626" y="3"/>
                </a:cubicBezTo>
                <a:close/>
                <a:moveTo>
                  <a:pt x="9891" y="3"/>
                </a:moveTo>
                <a:cubicBezTo>
                  <a:pt x="9723" y="3"/>
                  <a:pt x="9643" y="240"/>
                  <a:pt x="9643" y="508"/>
                </a:cubicBezTo>
                <a:cubicBezTo>
                  <a:pt x="9643" y="777"/>
                  <a:pt x="9713" y="945"/>
                  <a:pt x="9835" y="1066"/>
                </a:cubicBezTo>
                <a:cubicBezTo>
                  <a:pt x="10019" y="1219"/>
                  <a:pt x="10063" y="1417"/>
                  <a:pt x="10063" y="1623"/>
                </a:cubicBezTo>
                <a:cubicBezTo>
                  <a:pt x="10063" y="1895"/>
                  <a:pt x="9980" y="2089"/>
                  <a:pt x="9857" y="2089"/>
                </a:cubicBezTo>
                <a:cubicBezTo>
                  <a:pt x="9773" y="2089"/>
                  <a:pt x="9692" y="2012"/>
                  <a:pt x="9630" y="1884"/>
                </a:cubicBezTo>
                <a:lnTo>
                  <a:pt x="9630" y="2092"/>
                </a:lnTo>
                <a:cubicBezTo>
                  <a:pt x="9686" y="2183"/>
                  <a:pt x="9768" y="2242"/>
                  <a:pt x="9853" y="2242"/>
                </a:cubicBezTo>
                <a:cubicBezTo>
                  <a:pt x="10016" y="2242"/>
                  <a:pt x="10134" y="2000"/>
                  <a:pt x="10134" y="1620"/>
                </a:cubicBezTo>
                <a:cubicBezTo>
                  <a:pt x="10134" y="1280"/>
                  <a:pt x="10038" y="1106"/>
                  <a:pt x="9914" y="978"/>
                </a:cubicBezTo>
                <a:lnTo>
                  <a:pt x="9858" y="922"/>
                </a:lnTo>
                <a:cubicBezTo>
                  <a:pt x="9764" y="819"/>
                  <a:pt x="9712" y="702"/>
                  <a:pt x="9712" y="505"/>
                </a:cubicBezTo>
                <a:cubicBezTo>
                  <a:pt x="9712" y="309"/>
                  <a:pt x="9773" y="153"/>
                  <a:pt x="9888" y="153"/>
                </a:cubicBezTo>
                <a:cubicBezTo>
                  <a:pt x="9947" y="153"/>
                  <a:pt x="10009" y="193"/>
                  <a:pt x="10067" y="277"/>
                </a:cubicBezTo>
                <a:lnTo>
                  <a:pt x="10067" y="95"/>
                </a:lnTo>
                <a:cubicBezTo>
                  <a:pt x="10020" y="42"/>
                  <a:pt x="9950" y="3"/>
                  <a:pt x="9891" y="3"/>
                </a:cubicBezTo>
                <a:close/>
                <a:moveTo>
                  <a:pt x="2362" y="10"/>
                </a:moveTo>
                <a:lnTo>
                  <a:pt x="2362" y="2233"/>
                </a:lnTo>
                <a:lnTo>
                  <a:pt x="2611" y="2236"/>
                </a:lnTo>
                <a:cubicBezTo>
                  <a:pt x="2915" y="2236"/>
                  <a:pt x="3076" y="1803"/>
                  <a:pt x="3076" y="1111"/>
                </a:cubicBezTo>
                <a:cubicBezTo>
                  <a:pt x="3076" y="419"/>
                  <a:pt x="2913" y="10"/>
                  <a:pt x="2615" y="10"/>
                </a:cubicBezTo>
                <a:lnTo>
                  <a:pt x="2362" y="10"/>
                </a:lnTo>
                <a:close/>
                <a:moveTo>
                  <a:pt x="3690" y="10"/>
                </a:moveTo>
                <a:lnTo>
                  <a:pt x="3690" y="2233"/>
                </a:lnTo>
                <a:lnTo>
                  <a:pt x="3762" y="2233"/>
                </a:lnTo>
                <a:lnTo>
                  <a:pt x="3762" y="10"/>
                </a:lnTo>
                <a:lnTo>
                  <a:pt x="3690" y="10"/>
                </a:lnTo>
                <a:close/>
                <a:moveTo>
                  <a:pt x="5460" y="10"/>
                </a:moveTo>
                <a:lnTo>
                  <a:pt x="5460" y="2233"/>
                </a:lnTo>
                <a:lnTo>
                  <a:pt x="5526" y="2233"/>
                </a:lnTo>
                <a:lnTo>
                  <a:pt x="5526" y="711"/>
                </a:lnTo>
                <a:cubicBezTo>
                  <a:pt x="5526" y="639"/>
                  <a:pt x="5525" y="279"/>
                  <a:pt x="5524" y="244"/>
                </a:cubicBezTo>
                <a:cubicBezTo>
                  <a:pt x="5532" y="278"/>
                  <a:pt x="5619" y="612"/>
                  <a:pt x="5634" y="665"/>
                </a:cubicBezTo>
                <a:lnTo>
                  <a:pt x="6052" y="2233"/>
                </a:lnTo>
                <a:lnTo>
                  <a:pt x="6119" y="2233"/>
                </a:lnTo>
                <a:lnTo>
                  <a:pt x="6119" y="10"/>
                </a:lnTo>
                <a:lnTo>
                  <a:pt x="6053" y="10"/>
                </a:lnTo>
                <a:lnTo>
                  <a:pt x="6053" y="1415"/>
                </a:lnTo>
                <a:cubicBezTo>
                  <a:pt x="6053" y="1492"/>
                  <a:pt x="6053" y="1925"/>
                  <a:pt x="6054" y="1962"/>
                </a:cubicBezTo>
                <a:lnTo>
                  <a:pt x="5917" y="1441"/>
                </a:lnTo>
                <a:lnTo>
                  <a:pt x="5533" y="10"/>
                </a:lnTo>
                <a:lnTo>
                  <a:pt x="5460" y="10"/>
                </a:lnTo>
                <a:close/>
                <a:moveTo>
                  <a:pt x="6777" y="10"/>
                </a:moveTo>
                <a:lnTo>
                  <a:pt x="6777" y="2233"/>
                </a:lnTo>
                <a:lnTo>
                  <a:pt x="7234" y="2236"/>
                </a:lnTo>
                <a:lnTo>
                  <a:pt x="7234" y="2092"/>
                </a:lnTo>
                <a:lnTo>
                  <a:pt x="6846" y="2092"/>
                </a:lnTo>
                <a:lnTo>
                  <a:pt x="6846" y="1102"/>
                </a:lnTo>
                <a:lnTo>
                  <a:pt x="7178" y="1102"/>
                </a:lnTo>
                <a:lnTo>
                  <a:pt x="7178" y="958"/>
                </a:lnTo>
                <a:lnTo>
                  <a:pt x="6846" y="958"/>
                </a:lnTo>
                <a:lnTo>
                  <a:pt x="6846" y="156"/>
                </a:lnTo>
                <a:lnTo>
                  <a:pt x="7234" y="156"/>
                </a:lnTo>
                <a:lnTo>
                  <a:pt x="7234" y="10"/>
                </a:lnTo>
                <a:lnTo>
                  <a:pt x="6777" y="10"/>
                </a:lnTo>
                <a:close/>
                <a:moveTo>
                  <a:pt x="7752" y="10"/>
                </a:moveTo>
                <a:lnTo>
                  <a:pt x="8049" y="1255"/>
                </a:lnTo>
                <a:lnTo>
                  <a:pt x="8049" y="2233"/>
                </a:lnTo>
                <a:lnTo>
                  <a:pt x="8118" y="2233"/>
                </a:lnTo>
                <a:lnTo>
                  <a:pt x="8118" y="1255"/>
                </a:lnTo>
                <a:lnTo>
                  <a:pt x="8415" y="10"/>
                </a:lnTo>
                <a:lnTo>
                  <a:pt x="8335" y="10"/>
                </a:lnTo>
                <a:lnTo>
                  <a:pt x="8084" y="1102"/>
                </a:lnTo>
                <a:lnTo>
                  <a:pt x="7832" y="10"/>
                </a:lnTo>
                <a:lnTo>
                  <a:pt x="7752" y="10"/>
                </a:lnTo>
                <a:close/>
                <a:moveTo>
                  <a:pt x="2431" y="160"/>
                </a:moveTo>
                <a:lnTo>
                  <a:pt x="2618" y="160"/>
                </a:lnTo>
                <a:cubicBezTo>
                  <a:pt x="2831" y="160"/>
                  <a:pt x="3002" y="454"/>
                  <a:pt x="3002" y="1121"/>
                </a:cubicBezTo>
                <a:cubicBezTo>
                  <a:pt x="3002" y="1788"/>
                  <a:pt x="2837" y="2086"/>
                  <a:pt x="2618" y="2086"/>
                </a:cubicBezTo>
                <a:lnTo>
                  <a:pt x="2431" y="2086"/>
                </a:lnTo>
                <a:lnTo>
                  <a:pt x="2431" y="160"/>
                </a:lnTo>
                <a:close/>
                <a:moveTo>
                  <a:pt x="15159" y="3748"/>
                </a:moveTo>
                <a:cubicBezTo>
                  <a:pt x="14611" y="3748"/>
                  <a:pt x="14222" y="4772"/>
                  <a:pt x="14222" y="6215"/>
                </a:cubicBezTo>
                <a:cubicBezTo>
                  <a:pt x="14222" y="7659"/>
                  <a:pt x="14608" y="8683"/>
                  <a:pt x="15159" y="8683"/>
                </a:cubicBezTo>
                <a:cubicBezTo>
                  <a:pt x="15709" y="8683"/>
                  <a:pt x="16097" y="7659"/>
                  <a:pt x="16097" y="6215"/>
                </a:cubicBezTo>
                <a:cubicBezTo>
                  <a:pt x="16097" y="4772"/>
                  <a:pt x="15707" y="3748"/>
                  <a:pt x="15159" y="3748"/>
                </a:cubicBezTo>
                <a:close/>
                <a:moveTo>
                  <a:pt x="17827" y="3748"/>
                </a:moveTo>
                <a:cubicBezTo>
                  <a:pt x="17279" y="3748"/>
                  <a:pt x="16891" y="4772"/>
                  <a:pt x="16891" y="6215"/>
                </a:cubicBezTo>
                <a:cubicBezTo>
                  <a:pt x="16891" y="7659"/>
                  <a:pt x="17277" y="8683"/>
                  <a:pt x="17827" y="8683"/>
                </a:cubicBezTo>
                <a:cubicBezTo>
                  <a:pt x="18378" y="8683"/>
                  <a:pt x="18767" y="7659"/>
                  <a:pt x="18767" y="6215"/>
                </a:cubicBezTo>
                <a:cubicBezTo>
                  <a:pt x="18767" y="4772"/>
                  <a:pt x="18375" y="3748"/>
                  <a:pt x="17827" y="3748"/>
                </a:cubicBezTo>
                <a:close/>
                <a:moveTo>
                  <a:pt x="1012" y="3758"/>
                </a:moveTo>
                <a:cubicBezTo>
                  <a:pt x="427" y="3758"/>
                  <a:pt x="0" y="4779"/>
                  <a:pt x="0" y="6215"/>
                </a:cubicBezTo>
                <a:cubicBezTo>
                  <a:pt x="0" y="7652"/>
                  <a:pt x="424" y="8676"/>
                  <a:pt x="1010" y="8676"/>
                </a:cubicBezTo>
                <a:cubicBezTo>
                  <a:pt x="1199" y="8676"/>
                  <a:pt x="1392" y="8608"/>
                  <a:pt x="1535" y="8425"/>
                </a:cubicBezTo>
                <a:lnTo>
                  <a:pt x="1535" y="7418"/>
                </a:lnTo>
                <a:cubicBezTo>
                  <a:pt x="1392" y="7743"/>
                  <a:pt x="1204" y="7871"/>
                  <a:pt x="1012" y="7871"/>
                </a:cubicBezTo>
                <a:cubicBezTo>
                  <a:pt x="642" y="7871"/>
                  <a:pt x="372" y="7198"/>
                  <a:pt x="372" y="6215"/>
                </a:cubicBezTo>
                <a:cubicBezTo>
                  <a:pt x="372" y="5233"/>
                  <a:pt x="640" y="4563"/>
                  <a:pt x="1012" y="4563"/>
                </a:cubicBezTo>
                <a:cubicBezTo>
                  <a:pt x="1166" y="4563"/>
                  <a:pt x="1349" y="4670"/>
                  <a:pt x="1493" y="4941"/>
                </a:cubicBezTo>
                <a:lnTo>
                  <a:pt x="1495" y="3967"/>
                </a:lnTo>
                <a:cubicBezTo>
                  <a:pt x="1360" y="3810"/>
                  <a:pt x="1172" y="3758"/>
                  <a:pt x="1012" y="3758"/>
                </a:cubicBezTo>
                <a:close/>
                <a:moveTo>
                  <a:pt x="2413" y="3797"/>
                </a:moveTo>
                <a:lnTo>
                  <a:pt x="2413" y="8637"/>
                </a:lnTo>
                <a:lnTo>
                  <a:pt x="3433" y="8637"/>
                </a:lnTo>
                <a:lnTo>
                  <a:pt x="3433" y="7852"/>
                </a:lnTo>
                <a:lnTo>
                  <a:pt x="2761" y="7852"/>
                </a:lnTo>
                <a:lnTo>
                  <a:pt x="2761" y="3797"/>
                </a:lnTo>
                <a:lnTo>
                  <a:pt x="2413" y="3797"/>
                </a:lnTo>
                <a:close/>
                <a:moveTo>
                  <a:pt x="4304" y="3797"/>
                </a:moveTo>
                <a:lnTo>
                  <a:pt x="4304" y="8637"/>
                </a:lnTo>
                <a:lnTo>
                  <a:pt x="5386" y="8637"/>
                </a:lnTo>
                <a:lnTo>
                  <a:pt x="5386" y="7865"/>
                </a:lnTo>
                <a:lnTo>
                  <a:pt x="4650" y="7865"/>
                </a:lnTo>
                <a:lnTo>
                  <a:pt x="4650" y="6440"/>
                </a:lnTo>
                <a:lnTo>
                  <a:pt x="5281" y="6440"/>
                </a:lnTo>
                <a:lnTo>
                  <a:pt x="5281" y="5668"/>
                </a:lnTo>
                <a:lnTo>
                  <a:pt x="4650" y="5668"/>
                </a:lnTo>
                <a:lnTo>
                  <a:pt x="4650" y="4569"/>
                </a:lnTo>
                <a:lnTo>
                  <a:pt x="5386" y="4569"/>
                </a:lnTo>
                <a:lnTo>
                  <a:pt x="5386" y="3797"/>
                </a:lnTo>
                <a:lnTo>
                  <a:pt x="4304" y="3797"/>
                </a:lnTo>
                <a:close/>
                <a:moveTo>
                  <a:pt x="6812" y="3797"/>
                </a:moveTo>
                <a:lnTo>
                  <a:pt x="6128" y="8637"/>
                </a:lnTo>
                <a:lnTo>
                  <a:pt x="6498" y="8637"/>
                </a:lnTo>
                <a:lnTo>
                  <a:pt x="6653" y="7513"/>
                </a:lnTo>
                <a:lnTo>
                  <a:pt x="7286" y="7513"/>
                </a:lnTo>
                <a:lnTo>
                  <a:pt x="7441" y="8637"/>
                </a:lnTo>
                <a:lnTo>
                  <a:pt x="7813" y="8637"/>
                </a:lnTo>
                <a:lnTo>
                  <a:pt x="7130" y="3797"/>
                </a:lnTo>
                <a:lnTo>
                  <a:pt x="6812" y="3797"/>
                </a:lnTo>
                <a:close/>
                <a:moveTo>
                  <a:pt x="8628" y="3797"/>
                </a:moveTo>
                <a:lnTo>
                  <a:pt x="8628" y="8637"/>
                </a:lnTo>
                <a:lnTo>
                  <a:pt x="8971" y="8637"/>
                </a:lnTo>
                <a:lnTo>
                  <a:pt x="8968" y="6209"/>
                </a:lnTo>
                <a:cubicBezTo>
                  <a:pt x="8968" y="5965"/>
                  <a:pt x="8959" y="5422"/>
                  <a:pt x="8956" y="5185"/>
                </a:cubicBezTo>
                <a:cubicBezTo>
                  <a:pt x="9005" y="5389"/>
                  <a:pt x="9103" y="5844"/>
                  <a:pt x="9148" y="6020"/>
                </a:cubicBezTo>
                <a:lnTo>
                  <a:pt x="9816" y="8637"/>
                </a:lnTo>
                <a:lnTo>
                  <a:pt x="10106" y="8637"/>
                </a:lnTo>
                <a:lnTo>
                  <a:pt x="10106" y="3797"/>
                </a:lnTo>
                <a:lnTo>
                  <a:pt x="9764" y="3797"/>
                </a:lnTo>
                <a:lnTo>
                  <a:pt x="9764" y="6026"/>
                </a:lnTo>
                <a:cubicBezTo>
                  <a:pt x="9764" y="6263"/>
                  <a:pt x="9773" y="6861"/>
                  <a:pt x="9775" y="7112"/>
                </a:cubicBezTo>
                <a:cubicBezTo>
                  <a:pt x="9727" y="6908"/>
                  <a:pt x="9622" y="6448"/>
                  <a:pt x="9568" y="6238"/>
                </a:cubicBezTo>
                <a:lnTo>
                  <a:pt x="8925" y="3797"/>
                </a:lnTo>
                <a:lnTo>
                  <a:pt x="8628" y="3797"/>
                </a:lnTo>
                <a:close/>
                <a:moveTo>
                  <a:pt x="12269" y="3797"/>
                </a:moveTo>
                <a:lnTo>
                  <a:pt x="12269" y="8637"/>
                </a:lnTo>
                <a:lnTo>
                  <a:pt x="12609" y="8637"/>
                </a:lnTo>
                <a:lnTo>
                  <a:pt x="12609" y="6541"/>
                </a:lnTo>
                <a:lnTo>
                  <a:pt x="12773" y="6541"/>
                </a:lnTo>
                <a:lnTo>
                  <a:pt x="13207" y="8637"/>
                </a:lnTo>
                <a:lnTo>
                  <a:pt x="13612" y="8637"/>
                </a:lnTo>
                <a:lnTo>
                  <a:pt x="13107" y="6385"/>
                </a:lnTo>
                <a:cubicBezTo>
                  <a:pt x="13309" y="6141"/>
                  <a:pt x="13415" y="5642"/>
                  <a:pt x="13415" y="5140"/>
                </a:cubicBezTo>
                <a:cubicBezTo>
                  <a:pt x="13415" y="4442"/>
                  <a:pt x="13215" y="3797"/>
                  <a:pt x="12832" y="3797"/>
                </a:cubicBezTo>
                <a:lnTo>
                  <a:pt x="12269" y="3797"/>
                </a:lnTo>
                <a:close/>
                <a:moveTo>
                  <a:pt x="19782" y="3797"/>
                </a:moveTo>
                <a:lnTo>
                  <a:pt x="19517" y="8637"/>
                </a:lnTo>
                <a:lnTo>
                  <a:pt x="19884" y="8637"/>
                </a:lnTo>
                <a:lnTo>
                  <a:pt x="19971" y="6408"/>
                </a:lnTo>
                <a:cubicBezTo>
                  <a:pt x="19982" y="6082"/>
                  <a:pt x="19989" y="5302"/>
                  <a:pt x="19992" y="4902"/>
                </a:cubicBezTo>
                <a:cubicBezTo>
                  <a:pt x="20022" y="5275"/>
                  <a:pt x="20076" y="6000"/>
                  <a:pt x="20111" y="6264"/>
                </a:cubicBezTo>
                <a:lnTo>
                  <a:pt x="20416" y="8637"/>
                </a:lnTo>
                <a:lnTo>
                  <a:pt x="20699" y="8637"/>
                </a:lnTo>
                <a:lnTo>
                  <a:pt x="20994" y="6352"/>
                </a:lnTo>
                <a:cubicBezTo>
                  <a:pt x="21037" y="6007"/>
                  <a:pt x="21093" y="5261"/>
                  <a:pt x="21125" y="4902"/>
                </a:cubicBezTo>
                <a:cubicBezTo>
                  <a:pt x="21125" y="5289"/>
                  <a:pt x="21131" y="6055"/>
                  <a:pt x="21147" y="6408"/>
                </a:cubicBezTo>
                <a:lnTo>
                  <a:pt x="21234" y="8637"/>
                </a:lnTo>
                <a:lnTo>
                  <a:pt x="21600" y="8637"/>
                </a:lnTo>
                <a:lnTo>
                  <a:pt x="21333" y="3797"/>
                </a:lnTo>
                <a:lnTo>
                  <a:pt x="21020" y="3797"/>
                </a:lnTo>
                <a:lnTo>
                  <a:pt x="20707" y="6150"/>
                </a:lnTo>
                <a:cubicBezTo>
                  <a:pt x="20686" y="6299"/>
                  <a:pt x="20608" y="7029"/>
                  <a:pt x="20559" y="7490"/>
                </a:cubicBezTo>
                <a:cubicBezTo>
                  <a:pt x="20511" y="7043"/>
                  <a:pt x="20433" y="6312"/>
                  <a:pt x="20414" y="6170"/>
                </a:cubicBezTo>
                <a:lnTo>
                  <a:pt x="20102" y="3797"/>
                </a:lnTo>
                <a:lnTo>
                  <a:pt x="19782" y="3797"/>
                </a:lnTo>
                <a:close/>
                <a:moveTo>
                  <a:pt x="12609" y="4550"/>
                </a:moveTo>
                <a:lnTo>
                  <a:pt x="12829" y="4550"/>
                </a:lnTo>
                <a:cubicBezTo>
                  <a:pt x="12991" y="4550"/>
                  <a:pt x="13067" y="4842"/>
                  <a:pt x="13067" y="5140"/>
                </a:cubicBezTo>
                <a:cubicBezTo>
                  <a:pt x="13067" y="5465"/>
                  <a:pt x="12981" y="5798"/>
                  <a:pt x="12811" y="5798"/>
                </a:cubicBezTo>
                <a:lnTo>
                  <a:pt x="12609" y="5798"/>
                </a:lnTo>
                <a:lnTo>
                  <a:pt x="12609" y="4550"/>
                </a:lnTo>
                <a:close/>
                <a:moveTo>
                  <a:pt x="15159" y="4550"/>
                </a:moveTo>
                <a:cubicBezTo>
                  <a:pt x="15493" y="4550"/>
                  <a:pt x="15731" y="5213"/>
                  <a:pt x="15731" y="6215"/>
                </a:cubicBezTo>
                <a:cubicBezTo>
                  <a:pt x="15731" y="7218"/>
                  <a:pt x="15491" y="7878"/>
                  <a:pt x="15159" y="7878"/>
                </a:cubicBezTo>
                <a:cubicBezTo>
                  <a:pt x="14827" y="7878"/>
                  <a:pt x="14589" y="7218"/>
                  <a:pt x="14589" y="6215"/>
                </a:cubicBezTo>
                <a:cubicBezTo>
                  <a:pt x="14589" y="5212"/>
                  <a:pt x="14824" y="4550"/>
                  <a:pt x="15159" y="4550"/>
                </a:cubicBezTo>
                <a:close/>
                <a:moveTo>
                  <a:pt x="17827" y="4550"/>
                </a:moveTo>
                <a:cubicBezTo>
                  <a:pt x="18162" y="4550"/>
                  <a:pt x="18400" y="5213"/>
                  <a:pt x="18400" y="6215"/>
                </a:cubicBezTo>
                <a:cubicBezTo>
                  <a:pt x="18400" y="7218"/>
                  <a:pt x="18159" y="7878"/>
                  <a:pt x="17827" y="7878"/>
                </a:cubicBezTo>
                <a:cubicBezTo>
                  <a:pt x="17495" y="7878"/>
                  <a:pt x="17259" y="7218"/>
                  <a:pt x="17259" y="6215"/>
                </a:cubicBezTo>
                <a:cubicBezTo>
                  <a:pt x="17259" y="5212"/>
                  <a:pt x="17492" y="4550"/>
                  <a:pt x="17827" y="4550"/>
                </a:cubicBezTo>
                <a:close/>
                <a:moveTo>
                  <a:pt x="6971" y="4863"/>
                </a:moveTo>
                <a:cubicBezTo>
                  <a:pt x="7003" y="5147"/>
                  <a:pt x="7100" y="5954"/>
                  <a:pt x="7143" y="6313"/>
                </a:cubicBezTo>
                <a:lnTo>
                  <a:pt x="7195" y="6760"/>
                </a:lnTo>
                <a:lnTo>
                  <a:pt x="6746" y="6760"/>
                </a:lnTo>
                <a:lnTo>
                  <a:pt x="6798" y="6313"/>
                </a:lnTo>
                <a:lnTo>
                  <a:pt x="6971" y="4863"/>
                </a:lnTo>
                <a:close/>
                <a:moveTo>
                  <a:pt x="3084" y="10762"/>
                </a:moveTo>
                <a:cubicBezTo>
                  <a:pt x="2706" y="10762"/>
                  <a:pt x="2492" y="11322"/>
                  <a:pt x="2492" y="12027"/>
                </a:cubicBezTo>
                <a:cubicBezTo>
                  <a:pt x="2492" y="12630"/>
                  <a:pt x="2635" y="13099"/>
                  <a:pt x="2934" y="13343"/>
                </a:cubicBezTo>
                <a:cubicBezTo>
                  <a:pt x="3215" y="13547"/>
                  <a:pt x="3315" y="13818"/>
                  <a:pt x="3315" y="14184"/>
                </a:cubicBezTo>
                <a:cubicBezTo>
                  <a:pt x="3315" y="14686"/>
                  <a:pt x="3175" y="14908"/>
                  <a:pt x="3021" y="14908"/>
                </a:cubicBezTo>
                <a:cubicBezTo>
                  <a:pt x="2730" y="14908"/>
                  <a:pt x="2543" y="14543"/>
                  <a:pt x="2500" y="14455"/>
                </a:cubicBezTo>
                <a:lnTo>
                  <a:pt x="2500" y="15423"/>
                </a:lnTo>
                <a:cubicBezTo>
                  <a:pt x="2654" y="15626"/>
                  <a:pt x="2826" y="15703"/>
                  <a:pt x="3007" y="15703"/>
                </a:cubicBezTo>
                <a:cubicBezTo>
                  <a:pt x="3382" y="15703"/>
                  <a:pt x="3679" y="15086"/>
                  <a:pt x="3679" y="14178"/>
                </a:cubicBezTo>
                <a:cubicBezTo>
                  <a:pt x="3679" y="13351"/>
                  <a:pt x="3453" y="12929"/>
                  <a:pt x="3175" y="12685"/>
                </a:cubicBezTo>
                <a:cubicBezTo>
                  <a:pt x="3172" y="12685"/>
                  <a:pt x="3077" y="12592"/>
                  <a:pt x="3040" y="12564"/>
                </a:cubicBezTo>
                <a:cubicBezTo>
                  <a:pt x="2878" y="12422"/>
                  <a:pt x="2837" y="12251"/>
                  <a:pt x="2837" y="12020"/>
                </a:cubicBezTo>
                <a:cubicBezTo>
                  <a:pt x="2837" y="11789"/>
                  <a:pt x="2908" y="11554"/>
                  <a:pt x="3084" y="11554"/>
                </a:cubicBezTo>
                <a:cubicBezTo>
                  <a:pt x="3224" y="11554"/>
                  <a:pt x="3350" y="11629"/>
                  <a:pt x="3507" y="11893"/>
                </a:cubicBezTo>
                <a:lnTo>
                  <a:pt x="3507" y="10951"/>
                </a:lnTo>
                <a:cubicBezTo>
                  <a:pt x="3407" y="10843"/>
                  <a:pt x="3243" y="10762"/>
                  <a:pt x="3084" y="10762"/>
                </a:cubicBezTo>
                <a:close/>
                <a:moveTo>
                  <a:pt x="5377" y="10762"/>
                </a:moveTo>
                <a:cubicBezTo>
                  <a:pt x="4829" y="10762"/>
                  <a:pt x="4440" y="11783"/>
                  <a:pt x="4440" y="13226"/>
                </a:cubicBezTo>
                <a:cubicBezTo>
                  <a:pt x="4440" y="14670"/>
                  <a:pt x="4827" y="15693"/>
                  <a:pt x="5377" y="15693"/>
                </a:cubicBezTo>
                <a:cubicBezTo>
                  <a:pt x="5927" y="15693"/>
                  <a:pt x="6317" y="14670"/>
                  <a:pt x="6317" y="13226"/>
                </a:cubicBezTo>
                <a:cubicBezTo>
                  <a:pt x="6317" y="11783"/>
                  <a:pt x="5925" y="10762"/>
                  <a:pt x="5377" y="10762"/>
                </a:cubicBezTo>
                <a:close/>
                <a:moveTo>
                  <a:pt x="15695" y="10762"/>
                </a:moveTo>
                <a:cubicBezTo>
                  <a:pt x="15147" y="10762"/>
                  <a:pt x="14758" y="11783"/>
                  <a:pt x="14758" y="13226"/>
                </a:cubicBezTo>
                <a:cubicBezTo>
                  <a:pt x="14758" y="14670"/>
                  <a:pt x="15144" y="15693"/>
                  <a:pt x="15695" y="15693"/>
                </a:cubicBezTo>
                <a:cubicBezTo>
                  <a:pt x="16245" y="15693"/>
                  <a:pt x="16633" y="14670"/>
                  <a:pt x="16633" y="13226"/>
                </a:cubicBezTo>
                <a:cubicBezTo>
                  <a:pt x="16633" y="11783"/>
                  <a:pt x="16243" y="10762"/>
                  <a:pt x="15695" y="10762"/>
                </a:cubicBezTo>
                <a:close/>
                <a:moveTo>
                  <a:pt x="7193" y="10808"/>
                </a:moveTo>
                <a:lnTo>
                  <a:pt x="7193" y="15648"/>
                </a:lnTo>
                <a:lnTo>
                  <a:pt x="8214" y="15648"/>
                </a:lnTo>
                <a:lnTo>
                  <a:pt x="8214" y="14862"/>
                </a:lnTo>
                <a:lnTo>
                  <a:pt x="7542" y="14862"/>
                </a:lnTo>
                <a:lnTo>
                  <a:pt x="7542" y="10808"/>
                </a:lnTo>
                <a:lnTo>
                  <a:pt x="7193" y="10808"/>
                </a:lnTo>
                <a:close/>
                <a:moveTo>
                  <a:pt x="9007" y="10808"/>
                </a:moveTo>
                <a:lnTo>
                  <a:pt x="9007" y="13897"/>
                </a:lnTo>
                <a:cubicBezTo>
                  <a:pt x="9007" y="14934"/>
                  <a:pt x="9285" y="15697"/>
                  <a:pt x="9752" y="15697"/>
                </a:cubicBezTo>
                <a:cubicBezTo>
                  <a:pt x="10219" y="15697"/>
                  <a:pt x="10497" y="14934"/>
                  <a:pt x="10497" y="13897"/>
                </a:cubicBezTo>
                <a:lnTo>
                  <a:pt x="10497" y="10808"/>
                </a:lnTo>
                <a:lnTo>
                  <a:pt x="10145" y="10808"/>
                </a:lnTo>
                <a:lnTo>
                  <a:pt x="10145" y="13858"/>
                </a:lnTo>
                <a:cubicBezTo>
                  <a:pt x="10145" y="14394"/>
                  <a:pt x="10043" y="14908"/>
                  <a:pt x="9752" y="14908"/>
                </a:cubicBezTo>
                <a:cubicBezTo>
                  <a:pt x="9477" y="14908"/>
                  <a:pt x="9357" y="14407"/>
                  <a:pt x="9357" y="13858"/>
                </a:cubicBezTo>
                <a:lnTo>
                  <a:pt x="9357" y="10808"/>
                </a:lnTo>
                <a:lnTo>
                  <a:pt x="9007" y="10808"/>
                </a:lnTo>
                <a:close/>
                <a:moveTo>
                  <a:pt x="11312" y="10808"/>
                </a:moveTo>
                <a:lnTo>
                  <a:pt x="11312" y="11587"/>
                </a:lnTo>
                <a:lnTo>
                  <a:pt x="11808" y="11587"/>
                </a:lnTo>
                <a:lnTo>
                  <a:pt x="11808" y="15648"/>
                </a:lnTo>
                <a:lnTo>
                  <a:pt x="12165" y="15648"/>
                </a:lnTo>
                <a:lnTo>
                  <a:pt x="12165" y="11587"/>
                </a:lnTo>
                <a:lnTo>
                  <a:pt x="12660" y="11587"/>
                </a:lnTo>
                <a:lnTo>
                  <a:pt x="12660" y="10808"/>
                </a:lnTo>
                <a:lnTo>
                  <a:pt x="11312" y="10808"/>
                </a:lnTo>
                <a:close/>
                <a:moveTo>
                  <a:pt x="13508" y="10808"/>
                </a:moveTo>
                <a:lnTo>
                  <a:pt x="13508" y="15648"/>
                </a:lnTo>
                <a:lnTo>
                  <a:pt x="13873" y="15648"/>
                </a:lnTo>
                <a:lnTo>
                  <a:pt x="13873" y="10808"/>
                </a:lnTo>
                <a:lnTo>
                  <a:pt x="13508" y="10808"/>
                </a:lnTo>
                <a:close/>
                <a:moveTo>
                  <a:pt x="17510" y="10808"/>
                </a:moveTo>
                <a:lnTo>
                  <a:pt x="17510" y="15648"/>
                </a:lnTo>
                <a:lnTo>
                  <a:pt x="17853" y="15648"/>
                </a:lnTo>
                <a:lnTo>
                  <a:pt x="17851" y="13220"/>
                </a:lnTo>
                <a:cubicBezTo>
                  <a:pt x="17851" y="12975"/>
                  <a:pt x="17843" y="12433"/>
                  <a:pt x="17840" y="12196"/>
                </a:cubicBezTo>
                <a:cubicBezTo>
                  <a:pt x="17889" y="12400"/>
                  <a:pt x="17985" y="12854"/>
                  <a:pt x="18031" y="13031"/>
                </a:cubicBezTo>
                <a:lnTo>
                  <a:pt x="18698" y="15648"/>
                </a:lnTo>
                <a:lnTo>
                  <a:pt x="18989" y="15648"/>
                </a:lnTo>
                <a:lnTo>
                  <a:pt x="18989" y="10808"/>
                </a:lnTo>
                <a:lnTo>
                  <a:pt x="18646" y="10808"/>
                </a:lnTo>
                <a:lnTo>
                  <a:pt x="18646" y="13037"/>
                </a:lnTo>
                <a:cubicBezTo>
                  <a:pt x="18646" y="13274"/>
                  <a:pt x="18655" y="13872"/>
                  <a:pt x="18658" y="14122"/>
                </a:cubicBezTo>
                <a:cubicBezTo>
                  <a:pt x="18609" y="13919"/>
                  <a:pt x="18504" y="13459"/>
                  <a:pt x="18450" y="13249"/>
                </a:cubicBezTo>
                <a:lnTo>
                  <a:pt x="17808" y="10808"/>
                </a:lnTo>
                <a:lnTo>
                  <a:pt x="17510" y="10808"/>
                </a:lnTo>
                <a:close/>
                <a:moveTo>
                  <a:pt x="5377" y="11561"/>
                </a:moveTo>
                <a:cubicBezTo>
                  <a:pt x="5712" y="11561"/>
                  <a:pt x="5949" y="12223"/>
                  <a:pt x="5949" y="13226"/>
                </a:cubicBezTo>
                <a:cubicBezTo>
                  <a:pt x="5949" y="14229"/>
                  <a:pt x="5709" y="14888"/>
                  <a:pt x="5377" y="14888"/>
                </a:cubicBezTo>
                <a:cubicBezTo>
                  <a:pt x="5045" y="14888"/>
                  <a:pt x="4807" y="14229"/>
                  <a:pt x="4807" y="13226"/>
                </a:cubicBezTo>
                <a:cubicBezTo>
                  <a:pt x="4807" y="12223"/>
                  <a:pt x="5042" y="11561"/>
                  <a:pt x="5377" y="11561"/>
                </a:cubicBezTo>
                <a:close/>
                <a:moveTo>
                  <a:pt x="15695" y="11561"/>
                </a:moveTo>
                <a:cubicBezTo>
                  <a:pt x="16030" y="11561"/>
                  <a:pt x="16266" y="12223"/>
                  <a:pt x="16266" y="13226"/>
                </a:cubicBezTo>
                <a:cubicBezTo>
                  <a:pt x="16266" y="14229"/>
                  <a:pt x="16027" y="14888"/>
                  <a:pt x="15695" y="14888"/>
                </a:cubicBezTo>
                <a:cubicBezTo>
                  <a:pt x="15363" y="14888"/>
                  <a:pt x="15125" y="14229"/>
                  <a:pt x="15125" y="13226"/>
                </a:cubicBezTo>
                <a:cubicBezTo>
                  <a:pt x="15125" y="12223"/>
                  <a:pt x="15360" y="11561"/>
                  <a:pt x="15695" y="11561"/>
                </a:cubicBezTo>
                <a:close/>
                <a:moveTo>
                  <a:pt x="9452" y="17232"/>
                </a:moveTo>
                <a:cubicBezTo>
                  <a:pt x="9346" y="17231"/>
                  <a:pt x="9238" y="17265"/>
                  <a:pt x="9132" y="17343"/>
                </a:cubicBezTo>
                <a:cubicBezTo>
                  <a:pt x="9077" y="17390"/>
                  <a:pt x="9053" y="17529"/>
                  <a:pt x="9045" y="17655"/>
                </a:cubicBezTo>
                <a:cubicBezTo>
                  <a:pt x="9072" y="17739"/>
                  <a:pt x="9114" y="17724"/>
                  <a:pt x="9158" y="17724"/>
                </a:cubicBezTo>
                <a:cubicBezTo>
                  <a:pt x="9168" y="17708"/>
                  <a:pt x="9187" y="17708"/>
                  <a:pt x="9189" y="17672"/>
                </a:cubicBezTo>
                <a:cubicBezTo>
                  <a:pt x="9174" y="17593"/>
                  <a:pt x="9132" y="17619"/>
                  <a:pt x="9110" y="17577"/>
                </a:cubicBezTo>
                <a:cubicBezTo>
                  <a:pt x="9122" y="17545"/>
                  <a:pt x="9141" y="17555"/>
                  <a:pt x="9155" y="17535"/>
                </a:cubicBezTo>
                <a:cubicBezTo>
                  <a:pt x="9569" y="17383"/>
                  <a:pt x="9976" y="17705"/>
                  <a:pt x="10300" y="18291"/>
                </a:cubicBezTo>
                <a:cubicBezTo>
                  <a:pt x="10471" y="18601"/>
                  <a:pt x="10634" y="19061"/>
                  <a:pt x="10577" y="19618"/>
                </a:cubicBezTo>
                <a:cubicBezTo>
                  <a:pt x="10503" y="20155"/>
                  <a:pt x="10214" y="20240"/>
                  <a:pt x="9988" y="20234"/>
                </a:cubicBezTo>
                <a:cubicBezTo>
                  <a:pt x="9938" y="20232"/>
                  <a:pt x="9895" y="20210"/>
                  <a:pt x="9851" y="20168"/>
                </a:cubicBezTo>
                <a:cubicBezTo>
                  <a:pt x="9852" y="19833"/>
                  <a:pt x="9849" y="19417"/>
                  <a:pt x="9847" y="19204"/>
                </a:cubicBezTo>
                <a:cubicBezTo>
                  <a:pt x="9940" y="19190"/>
                  <a:pt x="10120" y="19261"/>
                  <a:pt x="10239" y="19393"/>
                </a:cubicBezTo>
                <a:cubicBezTo>
                  <a:pt x="10262" y="19430"/>
                  <a:pt x="10195" y="19547"/>
                  <a:pt x="10170" y="19604"/>
                </a:cubicBezTo>
                <a:cubicBezTo>
                  <a:pt x="10156" y="19646"/>
                  <a:pt x="10207" y="19683"/>
                  <a:pt x="10241" y="19676"/>
                </a:cubicBezTo>
                <a:cubicBezTo>
                  <a:pt x="10294" y="19655"/>
                  <a:pt x="10337" y="19552"/>
                  <a:pt x="10358" y="19432"/>
                </a:cubicBezTo>
                <a:cubicBezTo>
                  <a:pt x="10373" y="19317"/>
                  <a:pt x="10351" y="19226"/>
                  <a:pt x="10323" y="19148"/>
                </a:cubicBezTo>
                <a:cubicBezTo>
                  <a:pt x="10196" y="18876"/>
                  <a:pt x="10021" y="18875"/>
                  <a:pt x="9849" y="18865"/>
                </a:cubicBezTo>
                <a:cubicBezTo>
                  <a:pt x="9848" y="18713"/>
                  <a:pt x="9845" y="18489"/>
                  <a:pt x="9834" y="18353"/>
                </a:cubicBezTo>
                <a:cubicBezTo>
                  <a:pt x="9822" y="18217"/>
                  <a:pt x="9797" y="18155"/>
                  <a:pt x="9757" y="18135"/>
                </a:cubicBezTo>
                <a:cubicBezTo>
                  <a:pt x="9726" y="18224"/>
                  <a:pt x="9721" y="18340"/>
                  <a:pt x="9716" y="18460"/>
                </a:cubicBezTo>
                <a:cubicBezTo>
                  <a:pt x="9709" y="18607"/>
                  <a:pt x="9702" y="18766"/>
                  <a:pt x="9696" y="18900"/>
                </a:cubicBezTo>
                <a:cubicBezTo>
                  <a:pt x="9696" y="18900"/>
                  <a:pt x="9603" y="18946"/>
                  <a:pt x="9548" y="18979"/>
                </a:cubicBezTo>
                <a:cubicBezTo>
                  <a:pt x="9493" y="19012"/>
                  <a:pt x="9277" y="19185"/>
                  <a:pt x="9295" y="19461"/>
                </a:cubicBezTo>
                <a:cubicBezTo>
                  <a:pt x="9320" y="19706"/>
                  <a:pt x="9474" y="20002"/>
                  <a:pt x="9581" y="20175"/>
                </a:cubicBezTo>
                <a:cubicBezTo>
                  <a:pt x="9615" y="20231"/>
                  <a:pt x="9651" y="20282"/>
                  <a:pt x="9690" y="20328"/>
                </a:cubicBezTo>
                <a:cubicBezTo>
                  <a:pt x="9694" y="20455"/>
                  <a:pt x="9702" y="20580"/>
                  <a:pt x="9735" y="20680"/>
                </a:cubicBezTo>
                <a:cubicBezTo>
                  <a:pt x="9746" y="20705"/>
                  <a:pt x="9784" y="20695"/>
                  <a:pt x="9813" y="20680"/>
                </a:cubicBezTo>
                <a:cubicBezTo>
                  <a:pt x="9848" y="20643"/>
                  <a:pt x="9849" y="20547"/>
                  <a:pt x="9852" y="20475"/>
                </a:cubicBezTo>
                <a:cubicBezTo>
                  <a:pt x="9889" y="20491"/>
                  <a:pt x="9934" y="20517"/>
                  <a:pt x="9999" y="20537"/>
                </a:cubicBezTo>
                <a:cubicBezTo>
                  <a:pt x="10258" y="20618"/>
                  <a:pt x="10576" y="20431"/>
                  <a:pt x="10718" y="19780"/>
                </a:cubicBezTo>
                <a:cubicBezTo>
                  <a:pt x="10837" y="19156"/>
                  <a:pt x="10630" y="18553"/>
                  <a:pt x="10475" y="18216"/>
                </a:cubicBezTo>
                <a:cubicBezTo>
                  <a:pt x="10453" y="18169"/>
                  <a:pt x="10377" y="18010"/>
                  <a:pt x="10336" y="17946"/>
                </a:cubicBezTo>
                <a:cubicBezTo>
                  <a:pt x="10082" y="17544"/>
                  <a:pt x="9771" y="17233"/>
                  <a:pt x="9452" y="17232"/>
                </a:cubicBezTo>
                <a:close/>
                <a:moveTo>
                  <a:pt x="13631" y="17303"/>
                </a:moveTo>
                <a:cubicBezTo>
                  <a:pt x="13520" y="17303"/>
                  <a:pt x="13396" y="17417"/>
                  <a:pt x="13396" y="17815"/>
                </a:cubicBezTo>
                <a:lnTo>
                  <a:pt x="13396" y="18252"/>
                </a:lnTo>
                <a:cubicBezTo>
                  <a:pt x="13396" y="18748"/>
                  <a:pt x="13687" y="19167"/>
                  <a:pt x="13687" y="19595"/>
                </a:cubicBezTo>
                <a:lnTo>
                  <a:pt x="13687" y="19917"/>
                </a:lnTo>
                <a:cubicBezTo>
                  <a:pt x="13687" y="20071"/>
                  <a:pt x="13670" y="20103"/>
                  <a:pt x="13633" y="20103"/>
                </a:cubicBezTo>
                <a:cubicBezTo>
                  <a:pt x="13595" y="20103"/>
                  <a:pt x="13577" y="20071"/>
                  <a:pt x="13577" y="19917"/>
                </a:cubicBezTo>
                <a:lnTo>
                  <a:pt x="13577" y="19252"/>
                </a:lnTo>
                <a:lnTo>
                  <a:pt x="13396" y="19252"/>
                </a:lnTo>
                <a:lnTo>
                  <a:pt x="13396" y="19956"/>
                </a:lnTo>
                <a:cubicBezTo>
                  <a:pt x="13396" y="20354"/>
                  <a:pt x="13519" y="20468"/>
                  <a:pt x="13631" y="20468"/>
                </a:cubicBezTo>
                <a:cubicBezTo>
                  <a:pt x="13744" y="20468"/>
                  <a:pt x="13867" y="20354"/>
                  <a:pt x="13867" y="19956"/>
                </a:cubicBezTo>
                <a:lnTo>
                  <a:pt x="13867" y="19415"/>
                </a:lnTo>
                <a:cubicBezTo>
                  <a:pt x="13867" y="19108"/>
                  <a:pt x="13577" y="18450"/>
                  <a:pt x="13577" y="18232"/>
                </a:cubicBezTo>
                <a:lnTo>
                  <a:pt x="13577" y="17854"/>
                </a:lnTo>
                <a:cubicBezTo>
                  <a:pt x="13577" y="17701"/>
                  <a:pt x="13597" y="17665"/>
                  <a:pt x="13633" y="17665"/>
                </a:cubicBezTo>
                <a:cubicBezTo>
                  <a:pt x="13668" y="17665"/>
                  <a:pt x="13687" y="17700"/>
                  <a:pt x="13687" y="17854"/>
                </a:cubicBezTo>
                <a:lnTo>
                  <a:pt x="13687" y="18457"/>
                </a:lnTo>
                <a:lnTo>
                  <a:pt x="13867" y="18457"/>
                </a:lnTo>
                <a:lnTo>
                  <a:pt x="13867" y="17815"/>
                </a:lnTo>
                <a:cubicBezTo>
                  <a:pt x="13867" y="17417"/>
                  <a:pt x="13742" y="17303"/>
                  <a:pt x="13631" y="17303"/>
                </a:cubicBezTo>
                <a:close/>
                <a:moveTo>
                  <a:pt x="15584" y="17303"/>
                </a:moveTo>
                <a:cubicBezTo>
                  <a:pt x="15474" y="17303"/>
                  <a:pt x="15350" y="17417"/>
                  <a:pt x="15350" y="17815"/>
                </a:cubicBezTo>
                <a:lnTo>
                  <a:pt x="15350" y="19956"/>
                </a:lnTo>
                <a:cubicBezTo>
                  <a:pt x="15350" y="20354"/>
                  <a:pt x="15472" y="20468"/>
                  <a:pt x="15584" y="20468"/>
                </a:cubicBezTo>
                <a:cubicBezTo>
                  <a:pt x="15697" y="20468"/>
                  <a:pt x="15822" y="20354"/>
                  <a:pt x="15822" y="19956"/>
                </a:cubicBezTo>
                <a:lnTo>
                  <a:pt x="15822" y="19259"/>
                </a:lnTo>
                <a:lnTo>
                  <a:pt x="15642" y="19259"/>
                </a:lnTo>
                <a:lnTo>
                  <a:pt x="15642" y="19917"/>
                </a:lnTo>
                <a:cubicBezTo>
                  <a:pt x="15642" y="20071"/>
                  <a:pt x="15625" y="20103"/>
                  <a:pt x="15587" y="20103"/>
                </a:cubicBezTo>
                <a:cubicBezTo>
                  <a:pt x="15550" y="20103"/>
                  <a:pt x="15530" y="20071"/>
                  <a:pt x="15530" y="19917"/>
                </a:cubicBezTo>
                <a:lnTo>
                  <a:pt x="15530" y="17854"/>
                </a:lnTo>
                <a:cubicBezTo>
                  <a:pt x="15530" y="17701"/>
                  <a:pt x="15551" y="17665"/>
                  <a:pt x="15587" y="17665"/>
                </a:cubicBezTo>
                <a:cubicBezTo>
                  <a:pt x="15623" y="17665"/>
                  <a:pt x="15642" y="17700"/>
                  <a:pt x="15642" y="17854"/>
                </a:cubicBezTo>
                <a:lnTo>
                  <a:pt x="15642" y="18474"/>
                </a:lnTo>
                <a:lnTo>
                  <a:pt x="15822" y="18474"/>
                </a:lnTo>
                <a:lnTo>
                  <a:pt x="15822" y="17815"/>
                </a:lnTo>
                <a:cubicBezTo>
                  <a:pt x="15822" y="17417"/>
                  <a:pt x="15695" y="17303"/>
                  <a:pt x="15584" y="17303"/>
                </a:cubicBezTo>
                <a:close/>
                <a:moveTo>
                  <a:pt x="13952" y="17362"/>
                </a:moveTo>
                <a:lnTo>
                  <a:pt x="13952" y="20406"/>
                </a:lnTo>
                <a:lnTo>
                  <a:pt x="14357" y="20406"/>
                </a:lnTo>
                <a:lnTo>
                  <a:pt x="14357" y="20009"/>
                </a:lnTo>
                <a:lnTo>
                  <a:pt x="14132" y="20009"/>
                </a:lnTo>
                <a:lnTo>
                  <a:pt x="14132" y="18940"/>
                </a:lnTo>
                <a:lnTo>
                  <a:pt x="14345" y="18940"/>
                </a:lnTo>
                <a:lnTo>
                  <a:pt x="14345" y="18542"/>
                </a:lnTo>
                <a:lnTo>
                  <a:pt x="14132" y="18542"/>
                </a:lnTo>
                <a:lnTo>
                  <a:pt x="14132" y="17760"/>
                </a:lnTo>
                <a:lnTo>
                  <a:pt x="14353" y="17760"/>
                </a:lnTo>
                <a:lnTo>
                  <a:pt x="14353" y="17362"/>
                </a:lnTo>
                <a:lnTo>
                  <a:pt x="13952" y="17362"/>
                </a:lnTo>
                <a:close/>
                <a:moveTo>
                  <a:pt x="14424" y="17362"/>
                </a:moveTo>
                <a:lnTo>
                  <a:pt x="14424" y="20406"/>
                </a:lnTo>
                <a:lnTo>
                  <a:pt x="14836" y="20406"/>
                </a:lnTo>
                <a:lnTo>
                  <a:pt x="14836" y="20009"/>
                </a:lnTo>
                <a:lnTo>
                  <a:pt x="14605" y="20009"/>
                </a:lnTo>
                <a:lnTo>
                  <a:pt x="14605" y="17362"/>
                </a:lnTo>
                <a:lnTo>
                  <a:pt x="14424" y="17362"/>
                </a:lnTo>
                <a:close/>
                <a:moveTo>
                  <a:pt x="14881" y="17362"/>
                </a:moveTo>
                <a:lnTo>
                  <a:pt x="14881" y="20406"/>
                </a:lnTo>
                <a:lnTo>
                  <a:pt x="15286" y="20406"/>
                </a:lnTo>
                <a:lnTo>
                  <a:pt x="15286" y="20009"/>
                </a:lnTo>
                <a:lnTo>
                  <a:pt x="15061" y="20009"/>
                </a:lnTo>
                <a:lnTo>
                  <a:pt x="15061" y="18940"/>
                </a:lnTo>
                <a:lnTo>
                  <a:pt x="15274" y="18940"/>
                </a:lnTo>
                <a:lnTo>
                  <a:pt x="15274" y="18542"/>
                </a:lnTo>
                <a:lnTo>
                  <a:pt x="15061" y="18542"/>
                </a:lnTo>
                <a:lnTo>
                  <a:pt x="15061" y="17760"/>
                </a:lnTo>
                <a:lnTo>
                  <a:pt x="15283" y="17760"/>
                </a:lnTo>
                <a:lnTo>
                  <a:pt x="15283" y="17362"/>
                </a:lnTo>
                <a:lnTo>
                  <a:pt x="14881" y="17362"/>
                </a:lnTo>
                <a:close/>
                <a:moveTo>
                  <a:pt x="15856" y="17362"/>
                </a:moveTo>
                <a:lnTo>
                  <a:pt x="15856" y="17760"/>
                </a:lnTo>
                <a:lnTo>
                  <a:pt x="16014" y="17760"/>
                </a:lnTo>
                <a:lnTo>
                  <a:pt x="16014" y="20406"/>
                </a:lnTo>
                <a:lnTo>
                  <a:pt x="16194" y="20406"/>
                </a:lnTo>
                <a:lnTo>
                  <a:pt x="16194" y="17760"/>
                </a:lnTo>
                <a:lnTo>
                  <a:pt x="16352" y="17760"/>
                </a:lnTo>
                <a:lnTo>
                  <a:pt x="16352" y="17362"/>
                </a:lnTo>
                <a:lnTo>
                  <a:pt x="15856" y="17362"/>
                </a:lnTo>
                <a:close/>
                <a:moveTo>
                  <a:pt x="10985" y="17515"/>
                </a:moveTo>
                <a:cubicBezTo>
                  <a:pt x="10858" y="17573"/>
                  <a:pt x="10718" y="17768"/>
                  <a:pt x="10676" y="18099"/>
                </a:cubicBezTo>
                <a:cubicBezTo>
                  <a:pt x="10666" y="18230"/>
                  <a:pt x="10679" y="18349"/>
                  <a:pt x="10716" y="18438"/>
                </a:cubicBezTo>
                <a:cubicBezTo>
                  <a:pt x="10712" y="18519"/>
                  <a:pt x="10707" y="18631"/>
                  <a:pt x="10742" y="18689"/>
                </a:cubicBezTo>
                <a:cubicBezTo>
                  <a:pt x="10782" y="18741"/>
                  <a:pt x="10790" y="18626"/>
                  <a:pt x="10811" y="18581"/>
                </a:cubicBezTo>
                <a:cubicBezTo>
                  <a:pt x="10928" y="18696"/>
                  <a:pt x="11041" y="18558"/>
                  <a:pt x="11129" y="18386"/>
                </a:cubicBezTo>
                <a:cubicBezTo>
                  <a:pt x="11198" y="18239"/>
                  <a:pt x="11282" y="18060"/>
                  <a:pt x="11248" y="17818"/>
                </a:cubicBezTo>
                <a:cubicBezTo>
                  <a:pt x="11230" y="17724"/>
                  <a:pt x="11189" y="17668"/>
                  <a:pt x="11150" y="17668"/>
                </a:cubicBezTo>
                <a:cubicBezTo>
                  <a:pt x="11110" y="17537"/>
                  <a:pt x="11048" y="17495"/>
                  <a:pt x="10985" y="17515"/>
                </a:cubicBezTo>
                <a:close/>
                <a:moveTo>
                  <a:pt x="10910" y="17818"/>
                </a:moveTo>
                <a:cubicBezTo>
                  <a:pt x="10851" y="17929"/>
                  <a:pt x="10802" y="18069"/>
                  <a:pt x="10762" y="18219"/>
                </a:cubicBezTo>
                <a:cubicBezTo>
                  <a:pt x="10741" y="18125"/>
                  <a:pt x="10774" y="18027"/>
                  <a:pt x="10799" y="17949"/>
                </a:cubicBezTo>
                <a:cubicBezTo>
                  <a:pt x="10828" y="17879"/>
                  <a:pt x="10868" y="17813"/>
                  <a:pt x="10910" y="17818"/>
                </a:cubicBezTo>
                <a:close/>
                <a:moveTo>
                  <a:pt x="11093" y="17851"/>
                </a:moveTo>
                <a:cubicBezTo>
                  <a:pt x="11112" y="17840"/>
                  <a:pt x="11133" y="17838"/>
                  <a:pt x="11152" y="17854"/>
                </a:cubicBezTo>
                <a:cubicBezTo>
                  <a:pt x="11162" y="17862"/>
                  <a:pt x="11167" y="17873"/>
                  <a:pt x="11173" y="17913"/>
                </a:cubicBezTo>
                <a:cubicBezTo>
                  <a:pt x="11187" y="18005"/>
                  <a:pt x="11140" y="18148"/>
                  <a:pt x="11095" y="18216"/>
                </a:cubicBezTo>
                <a:cubicBezTo>
                  <a:pt x="11026" y="18311"/>
                  <a:pt x="10949" y="18383"/>
                  <a:pt x="10862" y="18356"/>
                </a:cubicBezTo>
                <a:cubicBezTo>
                  <a:pt x="10873" y="18276"/>
                  <a:pt x="10895" y="18212"/>
                  <a:pt x="10929" y="18128"/>
                </a:cubicBezTo>
                <a:cubicBezTo>
                  <a:pt x="10975" y="18016"/>
                  <a:pt x="11033" y="17883"/>
                  <a:pt x="11093" y="17851"/>
                </a:cubicBezTo>
                <a:close/>
                <a:moveTo>
                  <a:pt x="11941" y="18607"/>
                </a:moveTo>
                <a:cubicBezTo>
                  <a:pt x="11919" y="18599"/>
                  <a:pt x="11922" y="18676"/>
                  <a:pt x="11927" y="18721"/>
                </a:cubicBezTo>
                <a:cubicBezTo>
                  <a:pt x="11954" y="19010"/>
                  <a:pt x="11996" y="19287"/>
                  <a:pt x="12006" y="19591"/>
                </a:cubicBezTo>
                <a:cubicBezTo>
                  <a:pt x="12008" y="19654"/>
                  <a:pt x="12016" y="19741"/>
                  <a:pt x="12000" y="19794"/>
                </a:cubicBezTo>
                <a:cubicBezTo>
                  <a:pt x="11910" y="19515"/>
                  <a:pt x="11858" y="19184"/>
                  <a:pt x="11749" y="18943"/>
                </a:cubicBezTo>
                <a:cubicBezTo>
                  <a:pt x="11732" y="18907"/>
                  <a:pt x="11711" y="18942"/>
                  <a:pt x="11701" y="18988"/>
                </a:cubicBezTo>
                <a:cubicBezTo>
                  <a:pt x="11651" y="19245"/>
                  <a:pt x="11631" y="19530"/>
                  <a:pt x="11623" y="19829"/>
                </a:cubicBezTo>
                <a:cubicBezTo>
                  <a:pt x="11619" y="19990"/>
                  <a:pt x="11607" y="20202"/>
                  <a:pt x="11674" y="20286"/>
                </a:cubicBezTo>
                <a:cubicBezTo>
                  <a:pt x="11693" y="20301"/>
                  <a:pt x="11719" y="20292"/>
                  <a:pt x="11726" y="20247"/>
                </a:cubicBezTo>
                <a:cubicBezTo>
                  <a:pt x="11755" y="20005"/>
                  <a:pt x="11752" y="19725"/>
                  <a:pt x="11756" y="19455"/>
                </a:cubicBezTo>
                <a:cubicBezTo>
                  <a:pt x="11756" y="19430"/>
                  <a:pt x="11762" y="19381"/>
                  <a:pt x="11768" y="19402"/>
                </a:cubicBezTo>
                <a:cubicBezTo>
                  <a:pt x="11813" y="19620"/>
                  <a:pt x="11858" y="19816"/>
                  <a:pt x="11908" y="20018"/>
                </a:cubicBezTo>
                <a:cubicBezTo>
                  <a:pt x="11933" y="20121"/>
                  <a:pt x="11956" y="20217"/>
                  <a:pt x="12002" y="20211"/>
                </a:cubicBezTo>
                <a:cubicBezTo>
                  <a:pt x="12048" y="20195"/>
                  <a:pt x="12085" y="20106"/>
                  <a:pt x="12106" y="20012"/>
                </a:cubicBezTo>
                <a:cubicBezTo>
                  <a:pt x="12159" y="19634"/>
                  <a:pt x="12126" y="19192"/>
                  <a:pt x="12050" y="18878"/>
                </a:cubicBezTo>
                <a:cubicBezTo>
                  <a:pt x="12023" y="18773"/>
                  <a:pt x="11992" y="18638"/>
                  <a:pt x="11941" y="18607"/>
                </a:cubicBezTo>
                <a:close/>
                <a:moveTo>
                  <a:pt x="12884" y="18786"/>
                </a:moveTo>
                <a:cubicBezTo>
                  <a:pt x="12870" y="18779"/>
                  <a:pt x="12842" y="18839"/>
                  <a:pt x="12830" y="18878"/>
                </a:cubicBezTo>
                <a:cubicBezTo>
                  <a:pt x="12722" y="19203"/>
                  <a:pt x="12607" y="19633"/>
                  <a:pt x="12697" y="20058"/>
                </a:cubicBezTo>
                <a:cubicBezTo>
                  <a:pt x="12638" y="20446"/>
                  <a:pt x="12588" y="20845"/>
                  <a:pt x="12577" y="21280"/>
                </a:cubicBezTo>
                <a:cubicBezTo>
                  <a:pt x="12579" y="21390"/>
                  <a:pt x="12615" y="21486"/>
                  <a:pt x="12653" y="21544"/>
                </a:cubicBezTo>
                <a:cubicBezTo>
                  <a:pt x="12665" y="21559"/>
                  <a:pt x="12695" y="21600"/>
                  <a:pt x="12698" y="21563"/>
                </a:cubicBezTo>
                <a:cubicBezTo>
                  <a:pt x="12727" y="21143"/>
                  <a:pt x="12769" y="20741"/>
                  <a:pt x="12828" y="20348"/>
                </a:cubicBezTo>
                <a:cubicBezTo>
                  <a:pt x="12883" y="20365"/>
                  <a:pt x="12916" y="20362"/>
                  <a:pt x="12990" y="20279"/>
                </a:cubicBezTo>
                <a:cubicBezTo>
                  <a:pt x="13115" y="20127"/>
                  <a:pt x="13235" y="19797"/>
                  <a:pt x="13242" y="19435"/>
                </a:cubicBezTo>
                <a:cubicBezTo>
                  <a:pt x="13244" y="19241"/>
                  <a:pt x="13214" y="19056"/>
                  <a:pt x="13147" y="18946"/>
                </a:cubicBezTo>
                <a:cubicBezTo>
                  <a:pt x="13125" y="18912"/>
                  <a:pt x="13103" y="18930"/>
                  <a:pt x="13082" y="18953"/>
                </a:cubicBezTo>
                <a:cubicBezTo>
                  <a:pt x="12953" y="19142"/>
                  <a:pt x="12796" y="19579"/>
                  <a:pt x="12760" y="19771"/>
                </a:cubicBezTo>
                <a:cubicBezTo>
                  <a:pt x="12754" y="19399"/>
                  <a:pt x="12880" y="19163"/>
                  <a:pt x="12890" y="18822"/>
                </a:cubicBezTo>
                <a:cubicBezTo>
                  <a:pt x="12890" y="18801"/>
                  <a:pt x="12888" y="18789"/>
                  <a:pt x="12884" y="18786"/>
                </a:cubicBezTo>
                <a:close/>
                <a:moveTo>
                  <a:pt x="11392" y="18822"/>
                </a:moveTo>
                <a:cubicBezTo>
                  <a:pt x="11256" y="18811"/>
                  <a:pt x="11121" y="18884"/>
                  <a:pt x="11025" y="19116"/>
                </a:cubicBezTo>
                <a:cubicBezTo>
                  <a:pt x="11003" y="19176"/>
                  <a:pt x="11004" y="19288"/>
                  <a:pt x="11006" y="19367"/>
                </a:cubicBezTo>
                <a:cubicBezTo>
                  <a:pt x="11011" y="19418"/>
                  <a:pt x="11036" y="19472"/>
                  <a:pt x="11056" y="19487"/>
                </a:cubicBezTo>
                <a:cubicBezTo>
                  <a:pt x="11196" y="19566"/>
                  <a:pt x="11376" y="19473"/>
                  <a:pt x="11495" y="19709"/>
                </a:cubicBezTo>
                <a:cubicBezTo>
                  <a:pt x="11510" y="19756"/>
                  <a:pt x="11496" y="19806"/>
                  <a:pt x="11478" y="19829"/>
                </a:cubicBezTo>
                <a:cubicBezTo>
                  <a:pt x="11367" y="19944"/>
                  <a:pt x="11249" y="20025"/>
                  <a:pt x="11120" y="19956"/>
                </a:cubicBezTo>
                <a:cubicBezTo>
                  <a:pt x="11102" y="19945"/>
                  <a:pt x="11076" y="19900"/>
                  <a:pt x="11085" y="19855"/>
                </a:cubicBezTo>
                <a:cubicBezTo>
                  <a:pt x="11137" y="19656"/>
                  <a:pt x="11225" y="19849"/>
                  <a:pt x="11290" y="19875"/>
                </a:cubicBezTo>
                <a:cubicBezTo>
                  <a:pt x="11322" y="19893"/>
                  <a:pt x="11395" y="19872"/>
                  <a:pt x="11430" y="19777"/>
                </a:cubicBezTo>
                <a:cubicBezTo>
                  <a:pt x="11441" y="19724"/>
                  <a:pt x="11402" y="19689"/>
                  <a:pt x="11376" y="19670"/>
                </a:cubicBezTo>
                <a:cubicBezTo>
                  <a:pt x="11284" y="19607"/>
                  <a:pt x="11154" y="19536"/>
                  <a:pt x="11068" y="19683"/>
                </a:cubicBezTo>
                <a:cubicBezTo>
                  <a:pt x="11044" y="19724"/>
                  <a:pt x="11024" y="19850"/>
                  <a:pt x="11041" y="19950"/>
                </a:cubicBezTo>
                <a:cubicBezTo>
                  <a:pt x="11112" y="20239"/>
                  <a:pt x="11249" y="20336"/>
                  <a:pt x="11376" y="20286"/>
                </a:cubicBezTo>
                <a:cubicBezTo>
                  <a:pt x="11462" y="20252"/>
                  <a:pt x="11565" y="20177"/>
                  <a:pt x="11586" y="19930"/>
                </a:cubicBezTo>
                <a:cubicBezTo>
                  <a:pt x="11596" y="19774"/>
                  <a:pt x="11592" y="19604"/>
                  <a:pt x="11540" y="19494"/>
                </a:cubicBezTo>
                <a:cubicBezTo>
                  <a:pt x="11419" y="19289"/>
                  <a:pt x="11246" y="19399"/>
                  <a:pt x="11112" y="19262"/>
                </a:cubicBezTo>
                <a:cubicBezTo>
                  <a:pt x="11108" y="19247"/>
                  <a:pt x="11111" y="19240"/>
                  <a:pt x="11119" y="19230"/>
                </a:cubicBezTo>
                <a:cubicBezTo>
                  <a:pt x="11261" y="19120"/>
                  <a:pt x="11428" y="19162"/>
                  <a:pt x="11574" y="19073"/>
                </a:cubicBezTo>
                <a:cubicBezTo>
                  <a:pt x="11595" y="19058"/>
                  <a:pt x="11615" y="18974"/>
                  <a:pt x="11605" y="18933"/>
                </a:cubicBezTo>
                <a:cubicBezTo>
                  <a:pt x="11584" y="18881"/>
                  <a:pt x="11558" y="18870"/>
                  <a:pt x="11529" y="18858"/>
                </a:cubicBezTo>
                <a:cubicBezTo>
                  <a:pt x="11485" y="18839"/>
                  <a:pt x="11438" y="18826"/>
                  <a:pt x="11392" y="18822"/>
                </a:cubicBezTo>
                <a:close/>
                <a:moveTo>
                  <a:pt x="12580" y="18835"/>
                </a:moveTo>
                <a:cubicBezTo>
                  <a:pt x="12497" y="18806"/>
                  <a:pt x="12320" y="18896"/>
                  <a:pt x="12197" y="18943"/>
                </a:cubicBezTo>
                <a:cubicBezTo>
                  <a:pt x="12181" y="18948"/>
                  <a:pt x="12185" y="18983"/>
                  <a:pt x="12189" y="19015"/>
                </a:cubicBezTo>
                <a:cubicBezTo>
                  <a:pt x="12200" y="19140"/>
                  <a:pt x="12254" y="19121"/>
                  <a:pt x="12289" y="19168"/>
                </a:cubicBezTo>
                <a:cubicBezTo>
                  <a:pt x="12275" y="19252"/>
                  <a:pt x="12266" y="19340"/>
                  <a:pt x="12245" y="19419"/>
                </a:cubicBezTo>
                <a:cubicBezTo>
                  <a:pt x="12226" y="19434"/>
                  <a:pt x="12195" y="19423"/>
                  <a:pt x="12193" y="19497"/>
                </a:cubicBezTo>
                <a:cubicBezTo>
                  <a:pt x="12191" y="19541"/>
                  <a:pt x="12205" y="19572"/>
                  <a:pt x="12204" y="19631"/>
                </a:cubicBezTo>
                <a:cubicBezTo>
                  <a:pt x="12184" y="19755"/>
                  <a:pt x="12151" y="19886"/>
                  <a:pt x="12163" y="20048"/>
                </a:cubicBezTo>
                <a:cubicBezTo>
                  <a:pt x="12179" y="20191"/>
                  <a:pt x="12207" y="20344"/>
                  <a:pt x="12248" y="20367"/>
                </a:cubicBezTo>
                <a:cubicBezTo>
                  <a:pt x="12377" y="20430"/>
                  <a:pt x="12483" y="20248"/>
                  <a:pt x="12581" y="20064"/>
                </a:cubicBezTo>
                <a:cubicBezTo>
                  <a:pt x="12598" y="20021"/>
                  <a:pt x="12566" y="19889"/>
                  <a:pt x="12554" y="19885"/>
                </a:cubicBezTo>
                <a:cubicBezTo>
                  <a:pt x="12466" y="19859"/>
                  <a:pt x="12385" y="19956"/>
                  <a:pt x="12297" y="19950"/>
                </a:cubicBezTo>
                <a:cubicBezTo>
                  <a:pt x="12305" y="19845"/>
                  <a:pt x="12316" y="19755"/>
                  <a:pt x="12337" y="19666"/>
                </a:cubicBezTo>
                <a:cubicBezTo>
                  <a:pt x="12409" y="19640"/>
                  <a:pt x="12515" y="19675"/>
                  <a:pt x="12558" y="19591"/>
                </a:cubicBezTo>
                <a:cubicBezTo>
                  <a:pt x="12571" y="19555"/>
                  <a:pt x="12566" y="19442"/>
                  <a:pt x="12554" y="19425"/>
                </a:cubicBezTo>
                <a:cubicBezTo>
                  <a:pt x="12500" y="19378"/>
                  <a:pt x="12428" y="19395"/>
                  <a:pt x="12374" y="19402"/>
                </a:cubicBezTo>
                <a:cubicBezTo>
                  <a:pt x="12382" y="19332"/>
                  <a:pt x="12392" y="19255"/>
                  <a:pt x="12402" y="19184"/>
                </a:cubicBezTo>
                <a:cubicBezTo>
                  <a:pt x="12448" y="19195"/>
                  <a:pt x="12494" y="19186"/>
                  <a:pt x="12536" y="19178"/>
                </a:cubicBezTo>
                <a:cubicBezTo>
                  <a:pt x="12581" y="19168"/>
                  <a:pt x="12633" y="19189"/>
                  <a:pt x="12664" y="19099"/>
                </a:cubicBezTo>
                <a:cubicBezTo>
                  <a:pt x="12673" y="19054"/>
                  <a:pt x="12639" y="18932"/>
                  <a:pt x="12619" y="18894"/>
                </a:cubicBezTo>
                <a:cubicBezTo>
                  <a:pt x="12599" y="18856"/>
                  <a:pt x="12591" y="18839"/>
                  <a:pt x="12580" y="18835"/>
                </a:cubicBezTo>
                <a:close/>
                <a:moveTo>
                  <a:pt x="10875" y="18852"/>
                </a:moveTo>
                <a:cubicBezTo>
                  <a:pt x="10852" y="18847"/>
                  <a:pt x="10844" y="18936"/>
                  <a:pt x="10840" y="18979"/>
                </a:cubicBezTo>
                <a:cubicBezTo>
                  <a:pt x="10821" y="19294"/>
                  <a:pt x="10813" y="19645"/>
                  <a:pt x="10816" y="19986"/>
                </a:cubicBezTo>
                <a:cubicBezTo>
                  <a:pt x="10818" y="20113"/>
                  <a:pt x="10811" y="20284"/>
                  <a:pt x="10873" y="20315"/>
                </a:cubicBezTo>
                <a:cubicBezTo>
                  <a:pt x="10898" y="20331"/>
                  <a:pt x="10944" y="20318"/>
                  <a:pt x="10947" y="20276"/>
                </a:cubicBezTo>
                <a:cubicBezTo>
                  <a:pt x="10960" y="19877"/>
                  <a:pt x="10943" y="19430"/>
                  <a:pt x="10930" y="19021"/>
                </a:cubicBezTo>
                <a:cubicBezTo>
                  <a:pt x="10929" y="18979"/>
                  <a:pt x="10908" y="18873"/>
                  <a:pt x="10875" y="18852"/>
                </a:cubicBezTo>
                <a:close/>
                <a:moveTo>
                  <a:pt x="13133" y="19210"/>
                </a:moveTo>
                <a:cubicBezTo>
                  <a:pt x="13149" y="19169"/>
                  <a:pt x="13159" y="19371"/>
                  <a:pt x="13155" y="19455"/>
                </a:cubicBezTo>
                <a:cubicBezTo>
                  <a:pt x="13140" y="19701"/>
                  <a:pt x="13020" y="19910"/>
                  <a:pt x="12959" y="19953"/>
                </a:cubicBezTo>
                <a:cubicBezTo>
                  <a:pt x="12939" y="19968"/>
                  <a:pt x="12930" y="19968"/>
                  <a:pt x="12907" y="19970"/>
                </a:cubicBezTo>
                <a:cubicBezTo>
                  <a:pt x="12942" y="19768"/>
                  <a:pt x="13035" y="19425"/>
                  <a:pt x="13133" y="19210"/>
                </a:cubicBezTo>
                <a:close/>
                <a:moveTo>
                  <a:pt x="9694" y="19223"/>
                </a:moveTo>
                <a:cubicBezTo>
                  <a:pt x="9686" y="19514"/>
                  <a:pt x="9685" y="19838"/>
                  <a:pt x="9686" y="20041"/>
                </a:cubicBezTo>
                <a:lnTo>
                  <a:pt x="9686" y="20044"/>
                </a:lnTo>
                <a:cubicBezTo>
                  <a:pt x="9560" y="19950"/>
                  <a:pt x="9427" y="19772"/>
                  <a:pt x="9339" y="19477"/>
                </a:cubicBezTo>
                <a:cubicBezTo>
                  <a:pt x="9319" y="19396"/>
                  <a:pt x="9395" y="19344"/>
                  <a:pt x="9433" y="19318"/>
                </a:cubicBezTo>
                <a:cubicBezTo>
                  <a:pt x="9516" y="19260"/>
                  <a:pt x="9604" y="19234"/>
                  <a:pt x="9694" y="19223"/>
                </a:cubicBezTo>
                <a:close/>
                <a:moveTo>
                  <a:pt x="5486" y="19334"/>
                </a:moveTo>
                <a:cubicBezTo>
                  <a:pt x="5385" y="19334"/>
                  <a:pt x="5309" y="19523"/>
                  <a:pt x="5309" y="19794"/>
                </a:cubicBezTo>
                <a:cubicBezTo>
                  <a:pt x="5309" y="20066"/>
                  <a:pt x="5384" y="20253"/>
                  <a:pt x="5486" y="20253"/>
                </a:cubicBezTo>
                <a:cubicBezTo>
                  <a:pt x="5588" y="20253"/>
                  <a:pt x="5664" y="20064"/>
                  <a:pt x="5664" y="19794"/>
                </a:cubicBezTo>
                <a:cubicBezTo>
                  <a:pt x="5664" y="19523"/>
                  <a:pt x="5587" y="19334"/>
                  <a:pt x="5486" y="19334"/>
                </a:cubicBezTo>
                <a:close/>
                <a:moveTo>
                  <a:pt x="4949" y="19337"/>
                </a:moveTo>
                <a:lnTo>
                  <a:pt x="4949" y="20250"/>
                </a:lnTo>
                <a:lnTo>
                  <a:pt x="4976" y="20247"/>
                </a:lnTo>
                <a:lnTo>
                  <a:pt x="4976" y="19846"/>
                </a:lnTo>
                <a:lnTo>
                  <a:pt x="5046" y="19846"/>
                </a:lnTo>
                <a:cubicBezTo>
                  <a:pt x="5113" y="19846"/>
                  <a:pt x="5149" y="19719"/>
                  <a:pt x="5149" y="19591"/>
                </a:cubicBezTo>
                <a:cubicBezTo>
                  <a:pt x="5149" y="19464"/>
                  <a:pt x="5114" y="19337"/>
                  <a:pt x="5046" y="19337"/>
                </a:cubicBezTo>
                <a:lnTo>
                  <a:pt x="4949" y="19337"/>
                </a:lnTo>
                <a:close/>
                <a:moveTo>
                  <a:pt x="5800" y="19337"/>
                </a:moveTo>
                <a:lnTo>
                  <a:pt x="5906" y="20250"/>
                </a:lnTo>
                <a:lnTo>
                  <a:pt x="5939" y="20250"/>
                </a:lnTo>
                <a:lnTo>
                  <a:pt x="5992" y="19735"/>
                </a:lnTo>
                <a:cubicBezTo>
                  <a:pt x="5996" y="19700"/>
                  <a:pt x="6021" y="19453"/>
                  <a:pt x="6023" y="19422"/>
                </a:cubicBezTo>
                <a:cubicBezTo>
                  <a:pt x="6026" y="19453"/>
                  <a:pt x="6051" y="19697"/>
                  <a:pt x="6054" y="19732"/>
                </a:cubicBezTo>
                <a:lnTo>
                  <a:pt x="6109" y="20250"/>
                </a:lnTo>
                <a:lnTo>
                  <a:pt x="6141" y="20250"/>
                </a:lnTo>
                <a:lnTo>
                  <a:pt x="6247" y="19337"/>
                </a:lnTo>
                <a:lnTo>
                  <a:pt x="6215" y="19337"/>
                </a:lnTo>
                <a:lnTo>
                  <a:pt x="6158" y="19862"/>
                </a:lnTo>
                <a:cubicBezTo>
                  <a:pt x="6155" y="19895"/>
                  <a:pt x="6129" y="20124"/>
                  <a:pt x="6125" y="20172"/>
                </a:cubicBezTo>
                <a:cubicBezTo>
                  <a:pt x="6121" y="20123"/>
                  <a:pt x="6096" y="19888"/>
                  <a:pt x="6093" y="19859"/>
                </a:cubicBezTo>
                <a:lnTo>
                  <a:pt x="6039" y="19337"/>
                </a:lnTo>
                <a:lnTo>
                  <a:pt x="6008" y="19337"/>
                </a:lnTo>
                <a:lnTo>
                  <a:pt x="5953" y="19862"/>
                </a:lnTo>
                <a:lnTo>
                  <a:pt x="5922" y="20172"/>
                </a:lnTo>
                <a:cubicBezTo>
                  <a:pt x="5918" y="20125"/>
                  <a:pt x="5892" y="19895"/>
                  <a:pt x="5888" y="19862"/>
                </a:cubicBezTo>
                <a:lnTo>
                  <a:pt x="5833" y="19337"/>
                </a:lnTo>
                <a:lnTo>
                  <a:pt x="5800" y="19337"/>
                </a:lnTo>
                <a:close/>
                <a:moveTo>
                  <a:pt x="6414" y="19337"/>
                </a:moveTo>
                <a:lnTo>
                  <a:pt x="6414" y="20250"/>
                </a:lnTo>
                <a:lnTo>
                  <a:pt x="6601" y="20250"/>
                </a:lnTo>
                <a:lnTo>
                  <a:pt x="6601" y="20191"/>
                </a:lnTo>
                <a:lnTo>
                  <a:pt x="6441" y="20191"/>
                </a:lnTo>
                <a:lnTo>
                  <a:pt x="6441" y="19784"/>
                </a:lnTo>
                <a:lnTo>
                  <a:pt x="6577" y="19784"/>
                </a:lnTo>
                <a:lnTo>
                  <a:pt x="6577" y="19728"/>
                </a:lnTo>
                <a:lnTo>
                  <a:pt x="6441" y="19728"/>
                </a:lnTo>
                <a:lnTo>
                  <a:pt x="6441" y="19399"/>
                </a:lnTo>
                <a:lnTo>
                  <a:pt x="6601" y="19399"/>
                </a:lnTo>
                <a:lnTo>
                  <a:pt x="6601" y="19337"/>
                </a:lnTo>
                <a:lnTo>
                  <a:pt x="6414" y="19337"/>
                </a:lnTo>
                <a:close/>
                <a:moveTo>
                  <a:pt x="6775" y="19337"/>
                </a:moveTo>
                <a:lnTo>
                  <a:pt x="6775" y="20250"/>
                </a:lnTo>
                <a:lnTo>
                  <a:pt x="6802" y="20250"/>
                </a:lnTo>
                <a:lnTo>
                  <a:pt x="6802" y="19810"/>
                </a:lnTo>
                <a:lnTo>
                  <a:pt x="6872" y="19810"/>
                </a:lnTo>
                <a:lnTo>
                  <a:pt x="6968" y="20250"/>
                </a:lnTo>
                <a:lnTo>
                  <a:pt x="7003" y="20247"/>
                </a:lnTo>
                <a:lnTo>
                  <a:pt x="6899" y="19800"/>
                </a:lnTo>
                <a:cubicBezTo>
                  <a:pt x="6951" y="19771"/>
                  <a:pt x="6973" y="19663"/>
                  <a:pt x="6973" y="19569"/>
                </a:cubicBezTo>
                <a:cubicBezTo>
                  <a:pt x="6973" y="19454"/>
                  <a:pt x="6944" y="19337"/>
                  <a:pt x="6873" y="19337"/>
                </a:cubicBezTo>
                <a:lnTo>
                  <a:pt x="6775" y="19337"/>
                </a:lnTo>
                <a:close/>
                <a:moveTo>
                  <a:pt x="7168" y="19337"/>
                </a:moveTo>
                <a:lnTo>
                  <a:pt x="7168" y="20250"/>
                </a:lnTo>
                <a:lnTo>
                  <a:pt x="7355" y="20250"/>
                </a:lnTo>
                <a:lnTo>
                  <a:pt x="7355" y="20191"/>
                </a:lnTo>
                <a:lnTo>
                  <a:pt x="7195" y="20191"/>
                </a:lnTo>
                <a:lnTo>
                  <a:pt x="7195" y="19784"/>
                </a:lnTo>
                <a:lnTo>
                  <a:pt x="7332" y="19784"/>
                </a:lnTo>
                <a:lnTo>
                  <a:pt x="7332" y="19728"/>
                </a:lnTo>
                <a:lnTo>
                  <a:pt x="7195" y="19728"/>
                </a:lnTo>
                <a:lnTo>
                  <a:pt x="7195" y="19399"/>
                </a:lnTo>
                <a:lnTo>
                  <a:pt x="7355" y="19399"/>
                </a:lnTo>
                <a:lnTo>
                  <a:pt x="7355" y="19337"/>
                </a:lnTo>
                <a:lnTo>
                  <a:pt x="7168" y="19337"/>
                </a:lnTo>
                <a:close/>
                <a:moveTo>
                  <a:pt x="7530" y="19337"/>
                </a:moveTo>
                <a:lnTo>
                  <a:pt x="7530" y="20250"/>
                </a:lnTo>
                <a:lnTo>
                  <a:pt x="7631" y="20250"/>
                </a:lnTo>
                <a:cubicBezTo>
                  <a:pt x="7756" y="20250"/>
                  <a:pt x="7822" y="20073"/>
                  <a:pt x="7822" y="19790"/>
                </a:cubicBezTo>
                <a:cubicBezTo>
                  <a:pt x="7822" y="19507"/>
                  <a:pt x="7756" y="19337"/>
                  <a:pt x="7634" y="19337"/>
                </a:cubicBezTo>
                <a:lnTo>
                  <a:pt x="7530" y="19337"/>
                </a:lnTo>
                <a:close/>
                <a:moveTo>
                  <a:pt x="8227" y="19337"/>
                </a:moveTo>
                <a:lnTo>
                  <a:pt x="8227" y="20250"/>
                </a:lnTo>
                <a:lnTo>
                  <a:pt x="8320" y="20247"/>
                </a:lnTo>
                <a:cubicBezTo>
                  <a:pt x="8394" y="20247"/>
                  <a:pt x="8441" y="20150"/>
                  <a:pt x="8441" y="19979"/>
                </a:cubicBezTo>
                <a:cubicBezTo>
                  <a:pt x="8441" y="19863"/>
                  <a:pt x="8411" y="19763"/>
                  <a:pt x="8363" y="19748"/>
                </a:cubicBezTo>
                <a:cubicBezTo>
                  <a:pt x="8405" y="19724"/>
                  <a:pt x="8423" y="19633"/>
                  <a:pt x="8423" y="19546"/>
                </a:cubicBezTo>
                <a:cubicBezTo>
                  <a:pt x="8423" y="19416"/>
                  <a:pt x="8385" y="19337"/>
                  <a:pt x="8315" y="19337"/>
                </a:cubicBezTo>
                <a:lnTo>
                  <a:pt x="8227" y="19337"/>
                </a:lnTo>
                <a:close/>
                <a:moveTo>
                  <a:pt x="8562" y="19337"/>
                </a:moveTo>
                <a:lnTo>
                  <a:pt x="8684" y="19849"/>
                </a:lnTo>
                <a:lnTo>
                  <a:pt x="8684" y="20250"/>
                </a:lnTo>
                <a:lnTo>
                  <a:pt x="8712" y="20250"/>
                </a:lnTo>
                <a:lnTo>
                  <a:pt x="8712" y="19849"/>
                </a:lnTo>
                <a:lnTo>
                  <a:pt x="8833" y="19337"/>
                </a:lnTo>
                <a:lnTo>
                  <a:pt x="8801" y="19337"/>
                </a:lnTo>
                <a:lnTo>
                  <a:pt x="8698" y="19787"/>
                </a:lnTo>
                <a:lnTo>
                  <a:pt x="8594" y="19337"/>
                </a:lnTo>
                <a:lnTo>
                  <a:pt x="8562" y="19337"/>
                </a:lnTo>
                <a:close/>
                <a:moveTo>
                  <a:pt x="5486" y="19396"/>
                </a:moveTo>
                <a:cubicBezTo>
                  <a:pt x="5569" y="19396"/>
                  <a:pt x="5633" y="19563"/>
                  <a:pt x="5633" y="19794"/>
                </a:cubicBezTo>
                <a:cubicBezTo>
                  <a:pt x="5633" y="20022"/>
                  <a:pt x="5571" y="20191"/>
                  <a:pt x="5486" y="20191"/>
                </a:cubicBezTo>
                <a:cubicBezTo>
                  <a:pt x="5401" y="20191"/>
                  <a:pt x="5339" y="20024"/>
                  <a:pt x="5339" y="19794"/>
                </a:cubicBezTo>
                <a:cubicBezTo>
                  <a:pt x="5339" y="19563"/>
                  <a:pt x="5403" y="19396"/>
                  <a:pt x="5486" y="19396"/>
                </a:cubicBezTo>
                <a:close/>
                <a:moveTo>
                  <a:pt x="6802" y="19396"/>
                </a:moveTo>
                <a:lnTo>
                  <a:pt x="6872" y="19396"/>
                </a:lnTo>
                <a:cubicBezTo>
                  <a:pt x="6921" y="19396"/>
                  <a:pt x="6943" y="19474"/>
                  <a:pt x="6943" y="19565"/>
                </a:cubicBezTo>
                <a:cubicBezTo>
                  <a:pt x="6943" y="19712"/>
                  <a:pt x="6896" y="19751"/>
                  <a:pt x="6869" y="19751"/>
                </a:cubicBezTo>
                <a:lnTo>
                  <a:pt x="6802" y="19751"/>
                </a:lnTo>
                <a:lnTo>
                  <a:pt x="6802" y="19396"/>
                </a:lnTo>
                <a:close/>
                <a:moveTo>
                  <a:pt x="4976" y="19399"/>
                </a:moveTo>
                <a:lnTo>
                  <a:pt x="5043" y="19399"/>
                </a:lnTo>
                <a:cubicBezTo>
                  <a:pt x="5093" y="19399"/>
                  <a:pt x="5117" y="19490"/>
                  <a:pt x="5117" y="19588"/>
                </a:cubicBezTo>
                <a:lnTo>
                  <a:pt x="5117" y="19591"/>
                </a:lnTo>
                <a:cubicBezTo>
                  <a:pt x="5117" y="19694"/>
                  <a:pt x="5092" y="19787"/>
                  <a:pt x="5043" y="19787"/>
                </a:cubicBezTo>
                <a:lnTo>
                  <a:pt x="4976" y="19787"/>
                </a:lnTo>
                <a:lnTo>
                  <a:pt x="4976" y="19399"/>
                </a:lnTo>
                <a:close/>
                <a:moveTo>
                  <a:pt x="7559" y="19399"/>
                </a:moveTo>
                <a:lnTo>
                  <a:pt x="7635" y="19399"/>
                </a:lnTo>
                <a:cubicBezTo>
                  <a:pt x="7723" y="19399"/>
                  <a:pt x="7792" y="19520"/>
                  <a:pt x="7792" y="19794"/>
                </a:cubicBezTo>
                <a:cubicBezTo>
                  <a:pt x="7792" y="20067"/>
                  <a:pt x="7725" y="20188"/>
                  <a:pt x="7635" y="20188"/>
                </a:cubicBezTo>
                <a:lnTo>
                  <a:pt x="7559" y="20188"/>
                </a:lnTo>
                <a:lnTo>
                  <a:pt x="7559" y="19399"/>
                </a:lnTo>
                <a:close/>
                <a:moveTo>
                  <a:pt x="8254" y="19399"/>
                </a:moveTo>
                <a:lnTo>
                  <a:pt x="8314" y="19399"/>
                </a:lnTo>
                <a:cubicBezTo>
                  <a:pt x="8361" y="19399"/>
                  <a:pt x="8394" y="19440"/>
                  <a:pt x="8394" y="19546"/>
                </a:cubicBezTo>
                <a:cubicBezTo>
                  <a:pt x="8394" y="19664"/>
                  <a:pt x="8361" y="19719"/>
                  <a:pt x="8311" y="19719"/>
                </a:cubicBezTo>
                <a:lnTo>
                  <a:pt x="8254" y="19719"/>
                </a:lnTo>
                <a:lnTo>
                  <a:pt x="8254" y="19399"/>
                </a:lnTo>
                <a:close/>
                <a:moveTo>
                  <a:pt x="8254" y="19780"/>
                </a:moveTo>
                <a:lnTo>
                  <a:pt x="8318" y="19780"/>
                </a:lnTo>
                <a:cubicBezTo>
                  <a:pt x="8362" y="19780"/>
                  <a:pt x="8411" y="19834"/>
                  <a:pt x="8411" y="19976"/>
                </a:cubicBezTo>
                <a:cubicBezTo>
                  <a:pt x="8411" y="20118"/>
                  <a:pt x="8376" y="20188"/>
                  <a:pt x="8315" y="20188"/>
                </a:cubicBezTo>
                <a:lnTo>
                  <a:pt x="8254" y="20188"/>
                </a:lnTo>
                <a:lnTo>
                  <a:pt x="8254" y="19780"/>
                </a:lnTo>
                <a:close/>
                <a:moveTo>
                  <a:pt x="16619" y="20687"/>
                </a:moveTo>
                <a:cubicBezTo>
                  <a:pt x="16549" y="20718"/>
                  <a:pt x="16472" y="20827"/>
                  <a:pt x="16449" y="21009"/>
                </a:cubicBezTo>
                <a:cubicBezTo>
                  <a:pt x="16443" y="21082"/>
                  <a:pt x="16450" y="21146"/>
                  <a:pt x="16471" y="21195"/>
                </a:cubicBezTo>
                <a:cubicBezTo>
                  <a:pt x="16468" y="21239"/>
                  <a:pt x="16467" y="21303"/>
                  <a:pt x="16486" y="21335"/>
                </a:cubicBezTo>
                <a:cubicBezTo>
                  <a:pt x="16508" y="21364"/>
                  <a:pt x="16513" y="21298"/>
                  <a:pt x="16524" y="21273"/>
                </a:cubicBezTo>
                <a:cubicBezTo>
                  <a:pt x="16589" y="21337"/>
                  <a:pt x="16650" y="21261"/>
                  <a:pt x="16698" y="21166"/>
                </a:cubicBezTo>
                <a:cubicBezTo>
                  <a:pt x="16736" y="21085"/>
                  <a:pt x="16783" y="20989"/>
                  <a:pt x="16764" y="20856"/>
                </a:cubicBezTo>
                <a:cubicBezTo>
                  <a:pt x="16754" y="20804"/>
                  <a:pt x="16731" y="20771"/>
                  <a:pt x="16710" y="20771"/>
                </a:cubicBezTo>
                <a:cubicBezTo>
                  <a:pt x="16688" y="20699"/>
                  <a:pt x="16653" y="20675"/>
                  <a:pt x="16619" y="20687"/>
                </a:cubicBezTo>
                <a:close/>
                <a:moveTo>
                  <a:pt x="13908" y="20771"/>
                </a:moveTo>
                <a:cubicBezTo>
                  <a:pt x="13550" y="20776"/>
                  <a:pt x="13066" y="20745"/>
                  <a:pt x="12977" y="20996"/>
                </a:cubicBezTo>
                <a:cubicBezTo>
                  <a:pt x="12933" y="21097"/>
                  <a:pt x="12977" y="21285"/>
                  <a:pt x="13095" y="21299"/>
                </a:cubicBezTo>
                <a:cubicBezTo>
                  <a:pt x="14216" y="21349"/>
                  <a:pt x="14788" y="21281"/>
                  <a:pt x="15939" y="21231"/>
                </a:cubicBezTo>
                <a:cubicBezTo>
                  <a:pt x="16057" y="21225"/>
                  <a:pt x="16352" y="21140"/>
                  <a:pt x="16411" y="21006"/>
                </a:cubicBezTo>
                <a:cubicBezTo>
                  <a:pt x="16426" y="20912"/>
                  <a:pt x="16177" y="20880"/>
                  <a:pt x="16057" y="20863"/>
                </a:cubicBezTo>
                <a:cubicBezTo>
                  <a:pt x="15172" y="20787"/>
                  <a:pt x="14866" y="20757"/>
                  <a:pt x="13908" y="20771"/>
                </a:cubicBezTo>
                <a:close/>
                <a:moveTo>
                  <a:pt x="16577" y="20856"/>
                </a:moveTo>
                <a:cubicBezTo>
                  <a:pt x="16545" y="20917"/>
                  <a:pt x="16518" y="20992"/>
                  <a:pt x="16496" y="21074"/>
                </a:cubicBezTo>
                <a:cubicBezTo>
                  <a:pt x="16484" y="21023"/>
                  <a:pt x="16504" y="20971"/>
                  <a:pt x="16518" y="20928"/>
                </a:cubicBezTo>
                <a:lnTo>
                  <a:pt x="16577" y="20856"/>
                </a:lnTo>
                <a:close/>
                <a:moveTo>
                  <a:pt x="16711" y="20876"/>
                </a:moveTo>
                <a:lnTo>
                  <a:pt x="16723" y="20908"/>
                </a:lnTo>
                <a:cubicBezTo>
                  <a:pt x="16730" y="20959"/>
                  <a:pt x="16705" y="21037"/>
                  <a:pt x="16680" y="21074"/>
                </a:cubicBezTo>
                <a:cubicBezTo>
                  <a:pt x="16642" y="21126"/>
                  <a:pt x="16600" y="21167"/>
                  <a:pt x="16551" y="21153"/>
                </a:cubicBezTo>
                <a:cubicBezTo>
                  <a:pt x="16558" y="21108"/>
                  <a:pt x="16570" y="21072"/>
                  <a:pt x="16589" y="21026"/>
                </a:cubicBezTo>
                <a:cubicBezTo>
                  <a:pt x="16623" y="20943"/>
                  <a:pt x="16668" y="20841"/>
                  <a:pt x="16711" y="20876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887" name="Shape"/>
          <p:cNvSpPr/>
          <p:nvPr/>
        </p:nvSpPr>
        <p:spPr>
          <a:xfrm>
            <a:off x="12963997" y="6232995"/>
            <a:ext cx="4048968" cy="6742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61" fill="norm" stroke="1" extrusionOk="0">
                <a:moveTo>
                  <a:pt x="4907" y="0"/>
                </a:moveTo>
                <a:cubicBezTo>
                  <a:pt x="4884" y="0"/>
                  <a:pt x="4876" y="112"/>
                  <a:pt x="4876" y="188"/>
                </a:cubicBezTo>
                <a:cubicBezTo>
                  <a:pt x="4876" y="304"/>
                  <a:pt x="4895" y="356"/>
                  <a:pt x="4907" y="376"/>
                </a:cubicBezTo>
                <a:cubicBezTo>
                  <a:pt x="4905" y="460"/>
                  <a:pt x="4892" y="611"/>
                  <a:pt x="4863" y="687"/>
                </a:cubicBezTo>
                <a:lnTo>
                  <a:pt x="4881" y="799"/>
                </a:lnTo>
                <a:cubicBezTo>
                  <a:pt x="4921" y="723"/>
                  <a:pt x="4942" y="473"/>
                  <a:pt x="4942" y="264"/>
                </a:cubicBezTo>
                <a:cubicBezTo>
                  <a:pt x="4942" y="56"/>
                  <a:pt x="4922" y="0"/>
                  <a:pt x="4907" y="0"/>
                </a:cubicBezTo>
                <a:close/>
                <a:moveTo>
                  <a:pt x="2540" y="6"/>
                </a:moveTo>
                <a:cubicBezTo>
                  <a:pt x="2450" y="6"/>
                  <a:pt x="2407" y="307"/>
                  <a:pt x="2407" y="652"/>
                </a:cubicBezTo>
                <a:cubicBezTo>
                  <a:pt x="2407" y="997"/>
                  <a:pt x="2445" y="1212"/>
                  <a:pt x="2511" y="1369"/>
                </a:cubicBezTo>
                <a:cubicBezTo>
                  <a:pt x="2610" y="1565"/>
                  <a:pt x="2633" y="1827"/>
                  <a:pt x="2633" y="2091"/>
                </a:cubicBezTo>
                <a:cubicBezTo>
                  <a:pt x="2633" y="2440"/>
                  <a:pt x="2588" y="2685"/>
                  <a:pt x="2522" y="2685"/>
                </a:cubicBezTo>
                <a:cubicBezTo>
                  <a:pt x="2477" y="2685"/>
                  <a:pt x="2433" y="2590"/>
                  <a:pt x="2400" y="2426"/>
                </a:cubicBezTo>
                <a:lnTo>
                  <a:pt x="2400" y="2690"/>
                </a:lnTo>
                <a:cubicBezTo>
                  <a:pt x="2430" y="2807"/>
                  <a:pt x="2474" y="2890"/>
                  <a:pt x="2520" y="2890"/>
                </a:cubicBezTo>
                <a:cubicBezTo>
                  <a:pt x="2608" y="2890"/>
                  <a:pt x="2671" y="2575"/>
                  <a:pt x="2671" y="2085"/>
                </a:cubicBezTo>
                <a:cubicBezTo>
                  <a:pt x="2671" y="1648"/>
                  <a:pt x="2620" y="1421"/>
                  <a:pt x="2553" y="1257"/>
                </a:cubicBezTo>
                <a:lnTo>
                  <a:pt x="2523" y="1187"/>
                </a:lnTo>
                <a:cubicBezTo>
                  <a:pt x="2472" y="1054"/>
                  <a:pt x="2444" y="905"/>
                  <a:pt x="2444" y="652"/>
                </a:cubicBezTo>
                <a:cubicBezTo>
                  <a:pt x="2444" y="399"/>
                  <a:pt x="2477" y="194"/>
                  <a:pt x="2539" y="194"/>
                </a:cubicBezTo>
                <a:cubicBezTo>
                  <a:pt x="2570" y="194"/>
                  <a:pt x="2604" y="250"/>
                  <a:pt x="2636" y="358"/>
                </a:cubicBezTo>
                <a:lnTo>
                  <a:pt x="2636" y="117"/>
                </a:lnTo>
                <a:cubicBezTo>
                  <a:pt x="2611" y="49"/>
                  <a:pt x="2572" y="6"/>
                  <a:pt x="2540" y="6"/>
                </a:cubicBezTo>
                <a:close/>
                <a:moveTo>
                  <a:pt x="5379" y="6"/>
                </a:moveTo>
                <a:cubicBezTo>
                  <a:pt x="5288" y="6"/>
                  <a:pt x="5245" y="307"/>
                  <a:pt x="5245" y="652"/>
                </a:cubicBezTo>
                <a:cubicBezTo>
                  <a:pt x="5245" y="997"/>
                  <a:pt x="5283" y="1212"/>
                  <a:pt x="5348" y="1369"/>
                </a:cubicBezTo>
                <a:cubicBezTo>
                  <a:pt x="5447" y="1565"/>
                  <a:pt x="5472" y="1827"/>
                  <a:pt x="5472" y="2091"/>
                </a:cubicBezTo>
                <a:cubicBezTo>
                  <a:pt x="5472" y="2440"/>
                  <a:pt x="5426" y="2685"/>
                  <a:pt x="5360" y="2685"/>
                </a:cubicBezTo>
                <a:cubicBezTo>
                  <a:pt x="5315" y="2685"/>
                  <a:pt x="5272" y="2590"/>
                  <a:pt x="5239" y="2426"/>
                </a:cubicBezTo>
                <a:lnTo>
                  <a:pt x="5239" y="2690"/>
                </a:lnTo>
                <a:cubicBezTo>
                  <a:pt x="5269" y="2807"/>
                  <a:pt x="5312" y="2890"/>
                  <a:pt x="5358" y="2890"/>
                </a:cubicBezTo>
                <a:cubicBezTo>
                  <a:pt x="5446" y="2890"/>
                  <a:pt x="5510" y="2575"/>
                  <a:pt x="5510" y="2085"/>
                </a:cubicBezTo>
                <a:cubicBezTo>
                  <a:pt x="5510" y="1648"/>
                  <a:pt x="5458" y="1421"/>
                  <a:pt x="5391" y="1257"/>
                </a:cubicBezTo>
                <a:lnTo>
                  <a:pt x="5361" y="1187"/>
                </a:lnTo>
                <a:cubicBezTo>
                  <a:pt x="5310" y="1054"/>
                  <a:pt x="5283" y="905"/>
                  <a:pt x="5283" y="652"/>
                </a:cubicBezTo>
                <a:cubicBezTo>
                  <a:pt x="5283" y="399"/>
                  <a:pt x="5315" y="194"/>
                  <a:pt x="5378" y="194"/>
                </a:cubicBezTo>
                <a:cubicBezTo>
                  <a:pt x="5409" y="194"/>
                  <a:pt x="5443" y="250"/>
                  <a:pt x="5475" y="358"/>
                </a:cubicBezTo>
                <a:lnTo>
                  <a:pt x="5475" y="117"/>
                </a:lnTo>
                <a:cubicBezTo>
                  <a:pt x="5449" y="49"/>
                  <a:pt x="5411" y="6"/>
                  <a:pt x="5379" y="6"/>
                </a:cubicBezTo>
                <a:close/>
                <a:moveTo>
                  <a:pt x="1319" y="12"/>
                </a:moveTo>
                <a:lnTo>
                  <a:pt x="1319" y="2872"/>
                </a:lnTo>
                <a:lnTo>
                  <a:pt x="1454" y="2872"/>
                </a:lnTo>
                <a:cubicBezTo>
                  <a:pt x="1618" y="2872"/>
                  <a:pt x="1705" y="2324"/>
                  <a:pt x="1705" y="1433"/>
                </a:cubicBezTo>
                <a:cubicBezTo>
                  <a:pt x="1705" y="543"/>
                  <a:pt x="1617" y="12"/>
                  <a:pt x="1456" y="12"/>
                </a:cubicBezTo>
                <a:lnTo>
                  <a:pt x="1319" y="12"/>
                </a:lnTo>
                <a:close/>
                <a:moveTo>
                  <a:pt x="2035" y="12"/>
                </a:moveTo>
                <a:lnTo>
                  <a:pt x="2035" y="2872"/>
                </a:lnTo>
                <a:lnTo>
                  <a:pt x="2074" y="2872"/>
                </a:lnTo>
                <a:lnTo>
                  <a:pt x="2074" y="12"/>
                </a:lnTo>
                <a:lnTo>
                  <a:pt x="2035" y="12"/>
                </a:lnTo>
                <a:close/>
                <a:moveTo>
                  <a:pt x="2990" y="12"/>
                </a:moveTo>
                <a:lnTo>
                  <a:pt x="2990" y="2872"/>
                </a:lnTo>
                <a:lnTo>
                  <a:pt x="3026" y="2872"/>
                </a:lnTo>
                <a:lnTo>
                  <a:pt x="3026" y="916"/>
                </a:lnTo>
                <a:cubicBezTo>
                  <a:pt x="3026" y="824"/>
                  <a:pt x="3026" y="355"/>
                  <a:pt x="3025" y="311"/>
                </a:cubicBezTo>
                <a:cubicBezTo>
                  <a:pt x="3030" y="355"/>
                  <a:pt x="3076" y="784"/>
                  <a:pt x="3084" y="852"/>
                </a:cubicBezTo>
                <a:lnTo>
                  <a:pt x="3309" y="2872"/>
                </a:lnTo>
                <a:lnTo>
                  <a:pt x="3345" y="2872"/>
                </a:lnTo>
                <a:lnTo>
                  <a:pt x="3345" y="12"/>
                </a:lnTo>
                <a:lnTo>
                  <a:pt x="3309" y="12"/>
                </a:lnTo>
                <a:lnTo>
                  <a:pt x="3309" y="1821"/>
                </a:lnTo>
                <a:cubicBezTo>
                  <a:pt x="3309" y="1921"/>
                  <a:pt x="3310" y="2478"/>
                  <a:pt x="3311" y="2526"/>
                </a:cubicBezTo>
                <a:lnTo>
                  <a:pt x="3237" y="1850"/>
                </a:lnTo>
                <a:lnTo>
                  <a:pt x="3029" y="12"/>
                </a:lnTo>
                <a:lnTo>
                  <a:pt x="2990" y="12"/>
                </a:lnTo>
                <a:close/>
                <a:moveTo>
                  <a:pt x="3700" y="12"/>
                </a:moveTo>
                <a:lnTo>
                  <a:pt x="3700" y="2872"/>
                </a:lnTo>
                <a:lnTo>
                  <a:pt x="3946" y="2872"/>
                </a:lnTo>
                <a:lnTo>
                  <a:pt x="3946" y="2690"/>
                </a:lnTo>
                <a:lnTo>
                  <a:pt x="3737" y="2690"/>
                </a:lnTo>
                <a:lnTo>
                  <a:pt x="3737" y="1422"/>
                </a:lnTo>
                <a:lnTo>
                  <a:pt x="3917" y="1422"/>
                </a:lnTo>
                <a:lnTo>
                  <a:pt x="3917" y="1234"/>
                </a:lnTo>
                <a:lnTo>
                  <a:pt x="3737" y="1234"/>
                </a:lnTo>
                <a:lnTo>
                  <a:pt x="3737" y="200"/>
                </a:lnTo>
                <a:lnTo>
                  <a:pt x="3946" y="200"/>
                </a:lnTo>
                <a:lnTo>
                  <a:pt x="3946" y="12"/>
                </a:lnTo>
                <a:lnTo>
                  <a:pt x="3700" y="12"/>
                </a:lnTo>
                <a:close/>
                <a:moveTo>
                  <a:pt x="4225" y="12"/>
                </a:moveTo>
                <a:lnTo>
                  <a:pt x="4386" y="1615"/>
                </a:lnTo>
                <a:lnTo>
                  <a:pt x="4386" y="2872"/>
                </a:lnTo>
                <a:lnTo>
                  <a:pt x="4423" y="2872"/>
                </a:lnTo>
                <a:lnTo>
                  <a:pt x="4423" y="1615"/>
                </a:lnTo>
                <a:lnTo>
                  <a:pt x="4583" y="12"/>
                </a:lnTo>
                <a:lnTo>
                  <a:pt x="4540" y="12"/>
                </a:lnTo>
                <a:lnTo>
                  <a:pt x="4405" y="1422"/>
                </a:lnTo>
                <a:lnTo>
                  <a:pt x="4268" y="12"/>
                </a:lnTo>
                <a:lnTo>
                  <a:pt x="4225" y="12"/>
                </a:lnTo>
                <a:close/>
                <a:moveTo>
                  <a:pt x="1357" y="206"/>
                </a:moveTo>
                <a:lnTo>
                  <a:pt x="1458" y="206"/>
                </a:lnTo>
                <a:cubicBezTo>
                  <a:pt x="1573" y="206"/>
                  <a:pt x="1665" y="587"/>
                  <a:pt x="1665" y="1445"/>
                </a:cubicBezTo>
                <a:cubicBezTo>
                  <a:pt x="1665" y="2303"/>
                  <a:pt x="1576" y="2685"/>
                  <a:pt x="1458" y="2685"/>
                </a:cubicBezTo>
                <a:lnTo>
                  <a:pt x="1357" y="2685"/>
                </a:lnTo>
                <a:lnTo>
                  <a:pt x="1357" y="206"/>
                </a:lnTo>
                <a:close/>
                <a:moveTo>
                  <a:pt x="8172" y="4823"/>
                </a:moveTo>
                <a:cubicBezTo>
                  <a:pt x="7877" y="4823"/>
                  <a:pt x="7667" y="6143"/>
                  <a:pt x="7667" y="8001"/>
                </a:cubicBezTo>
                <a:cubicBezTo>
                  <a:pt x="7667" y="9858"/>
                  <a:pt x="7876" y="11173"/>
                  <a:pt x="8172" y="11173"/>
                </a:cubicBezTo>
                <a:cubicBezTo>
                  <a:pt x="8469" y="11173"/>
                  <a:pt x="8678" y="9858"/>
                  <a:pt x="8678" y="8001"/>
                </a:cubicBezTo>
                <a:cubicBezTo>
                  <a:pt x="8678" y="6143"/>
                  <a:pt x="8468" y="4823"/>
                  <a:pt x="8172" y="4823"/>
                </a:cubicBezTo>
                <a:close/>
                <a:moveTo>
                  <a:pt x="9611" y="4823"/>
                </a:moveTo>
                <a:cubicBezTo>
                  <a:pt x="9316" y="4823"/>
                  <a:pt x="9106" y="6143"/>
                  <a:pt x="9106" y="8001"/>
                </a:cubicBezTo>
                <a:cubicBezTo>
                  <a:pt x="9106" y="9858"/>
                  <a:pt x="9314" y="11173"/>
                  <a:pt x="9611" y="11173"/>
                </a:cubicBezTo>
                <a:cubicBezTo>
                  <a:pt x="9908" y="11173"/>
                  <a:pt x="10117" y="9858"/>
                  <a:pt x="10117" y="8001"/>
                </a:cubicBezTo>
                <a:cubicBezTo>
                  <a:pt x="10117" y="6143"/>
                  <a:pt x="9906" y="4823"/>
                  <a:pt x="9611" y="4823"/>
                </a:cubicBezTo>
                <a:close/>
                <a:moveTo>
                  <a:pt x="13024" y="4823"/>
                </a:moveTo>
                <a:cubicBezTo>
                  <a:pt x="12820" y="4823"/>
                  <a:pt x="12705" y="5548"/>
                  <a:pt x="12705" y="6456"/>
                </a:cubicBezTo>
                <a:cubicBezTo>
                  <a:pt x="12705" y="7232"/>
                  <a:pt x="12783" y="7834"/>
                  <a:pt x="12945" y="8148"/>
                </a:cubicBezTo>
                <a:cubicBezTo>
                  <a:pt x="13096" y="8409"/>
                  <a:pt x="13149" y="8757"/>
                  <a:pt x="13149" y="9228"/>
                </a:cubicBezTo>
                <a:cubicBezTo>
                  <a:pt x="13149" y="9874"/>
                  <a:pt x="13074" y="10162"/>
                  <a:pt x="12991" y="10162"/>
                </a:cubicBezTo>
                <a:cubicBezTo>
                  <a:pt x="12834" y="10162"/>
                  <a:pt x="12734" y="9694"/>
                  <a:pt x="12710" y="9581"/>
                </a:cubicBezTo>
                <a:lnTo>
                  <a:pt x="12710" y="10826"/>
                </a:lnTo>
                <a:cubicBezTo>
                  <a:pt x="12793" y="11088"/>
                  <a:pt x="12886" y="11184"/>
                  <a:pt x="12984" y="11184"/>
                </a:cubicBezTo>
                <a:cubicBezTo>
                  <a:pt x="13186" y="11184"/>
                  <a:pt x="13345" y="10391"/>
                  <a:pt x="13345" y="9223"/>
                </a:cubicBezTo>
                <a:cubicBezTo>
                  <a:pt x="13345" y="8159"/>
                  <a:pt x="13224" y="7615"/>
                  <a:pt x="13074" y="7302"/>
                </a:cubicBezTo>
                <a:cubicBezTo>
                  <a:pt x="13072" y="7302"/>
                  <a:pt x="13022" y="7178"/>
                  <a:pt x="13001" y="7143"/>
                </a:cubicBezTo>
                <a:cubicBezTo>
                  <a:pt x="12914" y="6960"/>
                  <a:pt x="12892" y="6747"/>
                  <a:pt x="12892" y="6450"/>
                </a:cubicBezTo>
                <a:cubicBezTo>
                  <a:pt x="12892" y="6153"/>
                  <a:pt x="12929" y="5845"/>
                  <a:pt x="13024" y="5845"/>
                </a:cubicBezTo>
                <a:cubicBezTo>
                  <a:pt x="13099" y="5845"/>
                  <a:pt x="13168" y="5940"/>
                  <a:pt x="13252" y="6280"/>
                </a:cubicBezTo>
                <a:lnTo>
                  <a:pt x="13252" y="5069"/>
                </a:lnTo>
                <a:cubicBezTo>
                  <a:pt x="13198" y="4929"/>
                  <a:pt x="13110" y="4823"/>
                  <a:pt x="13024" y="4823"/>
                </a:cubicBezTo>
                <a:close/>
                <a:moveTo>
                  <a:pt x="14262" y="4823"/>
                </a:moveTo>
                <a:cubicBezTo>
                  <a:pt x="13966" y="4823"/>
                  <a:pt x="13756" y="6143"/>
                  <a:pt x="13756" y="8001"/>
                </a:cubicBezTo>
                <a:cubicBezTo>
                  <a:pt x="13756" y="9858"/>
                  <a:pt x="13965" y="11173"/>
                  <a:pt x="14262" y="11173"/>
                </a:cubicBezTo>
                <a:cubicBezTo>
                  <a:pt x="14558" y="11173"/>
                  <a:pt x="14767" y="9858"/>
                  <a:pt x="14767" y="8001"/>
                </a:cubicBezTo>
                <a:cubicBezTo>
                  <a:pt x="14767" y="6143"/>
                  <a:pt x="14557" y="4823"/>
                  <a:pt x="14262" y="4823"/>
                </a:cubicBezTo>
                <a:close/>
                <a:moveTo>
                  <a:pt x="19823" y="4823"/>
                </a:moveTo>
                <a:cubicBezTo>
                  <a:pt x="19528" y="4823"/>
                  <a:pt x="19319" y="6143"/>
                  <a:pt x="19319" y="8001"/>
                </a:cubicBezTo>
                <a:cubicBezTo>
                  <a:pt x="19319" y="9858"/>
                  <a:pt x="19527" y="11173"/>
                  <a:pt x="19823" y="11173"/>
                </a:cubicBezTo>
                <a:cubicBezTo>
                  <a:pt x="20120" y="11173"/>
                  <a:pt x="20330" y="9858"/>
                  <a:pt x="20330" y="8001"/>
                </a:cubicBezTo>
                <a:cubicBezTo>
                  <a:pt x="20330" y="6143"/>
                  <a:pt x="20119" y="4823"/>
                  <a:pt x="19823" y="4823"/>
                </a:cubicBezTo>
                <a:close/>
                <a:moveTo>
                  <a:pt x="545" y="4834"/>
                </a:moveTo>
                <a:cubicBezTo>
                  <a:pt x="229" y="4834"/>
                  <a:pt x="0" y="6152"/>
                  <a:pt x="0" y="8001"/>
                </a:cubicBezTo>
                <a:cubicBezTo>
                  <a:pt x="0" y="9849"/>
                  <a:pt x="228" y="11167"/>
                  <a:pt x="544" y="11167"/>
                </a:cubicBezTo>
                <a:cubicBezTo>
                  <a:pt x="646" y="11167"/>
                  <a:pt x="751" y="11079"/>
                  <a:pt x="828" y="10844"/>
                </a:cubicBezTo>
                <a:lnTo>
                  <a:pt x="827" y="9546"/>
                </a:lnTo>
                <a:cubicBezTo>
                  <a:pt x="750" y="9965"/>
                  <a:pt x="648" y="10133"/>
                  <a:pt x="545" y="10133"/>
                </a:cubicBezTo>
                <a:cubicBezTo>
                  <a:pt x="345" y="10133"/>
                  <a:pt x="200" y="9266"/>
                  <a:pt x="200" y="8001"/>
                </a:cubicBezTo>
                <a:cubicBezTo>
                  <a:pt x="200" y="6735"/>
                  <a:pt x="344" y="5874"/>
                  <a:pt x="545" y="5874"/>
                </a:cubicBezTo>
                <a:cubicBezTo>
                  <a:pt x="628" y="5874"/>
                  <a:pt x="727" y="6013"/>
                  <a:pt x="805" y="6362"/>
                </a:cubicBezTo>
                <a:lnTo>
                  <a:pt x="805" y="5105"/>
                </a:lnTo>
                <a:cubicBezTo>
                  <a:pt x="733" y="4904"/>
                  <a:pt x="631" y="4834"/>
                  <a:pt x="545" y="4834"/>
                </a:cubicBezTo>
                <a:close/>
                <a:moveTo>
                  <a:pt x="1300" y="4887"/>
                </a:moveTo>
                <a:lnTo>
                  <a:pt x="1300" y="11114"/>
                </a:lnTo>
                <a:lnTo>
                  <a:pt x="1850" y="11114"/>
                </a:lnTo>
                <a:lnTo>
                  <a:pt x="1850" y="10104"/>
                </a:lnTo>
                <a:lnTo>
                  <a:pt x="1488" y="10104"/>
                </a:lnTo>
                <a:lnTo>
                  <a:pt x="1488" y="4887"/>
                </a:lnTo>
                <a:lnTo>
                  <a:pt x="1300" y="4887"/>
                </a:lnTo>
                <a:close/>
                <a:moveTo>
                  <a:pt x="2320" y="4887"/>
                </a:moveTo>
                <a:lnTo>
                  <a:pt x="2320" y="11114"/>
                </a:lnTo>
                <a:lnTo>
                  <a:pt x="2903" y="11114"/>
                </a:lnTo>
                <a:lnTo>
                  <a:pt x="2903" y="10121"/>
                </a:lnTo>
                <a:lnTo>
                  <a:pt x="2507" y="10121"/>
                </a:lnTo>
                <a:lnTo>
                  <a:pt x="2507" y="8289"/>
                </a:lnTo>
                <a:lnTo>
                  <a:pt x="2848" y="8289"/>
                </a:lnTo>
                <a:lnTo>
                  <a:pt x="2848" y="7296"/>
                </a:lnTo>
                <a:lnTo>
                  <a:pt x="2507" y="7296"/>
                </a:lnTo>
                <a:lnTo>
                  <a:pt x="2507" y="5880"/>
                </a:lnTo>
                <a:lnTo>
                  <a:pt x="2903" y="5880"/>
                </a:lnTo>
                <a:lnTo>
                  <a:pt x="2903" y="4887"/>
                </a:lnTo>
                <a:lnTo>
                  <a:pt x="2320" y="4887"/>
                </a:lnTo>
                <a:close/>
                <a:moveTo>
                  <a:pt x="3672" y="4887"/>
                </a:moveTo>
                <a:lnTo>
                  <a:pt x="3304" y="11114"/>
                </a:lnTo>
                <a:lnTo>
                  <a:pt x="3503" y="11114"/>
                </a:lnTo>
                <a:lnTo>
                  <a:pt x="3586" y="9669"/>
                </a:lnTo>
                <a:lnTo>
                  <a:pt x="3928" y="9669"/>
                </a:lnTo>
                <a:lnTo>
                  <a:pt x="4011" y="11114"/>
                </a:lnTo>
                <a:lnTo>
                  <a:pt x="4212" y="11114"/>
                </a:lnTo>
                <a:lnTo>
                  <a:pt x="3844" y="4887"/>
                </a:lnTo>
                <a:lnTo>
                  <a:pt x="3672" y="4887"/>
                </a:lnTo>
                <a:close/>
                <a:moveTo>
                  <a:pt x="4652" y="4887"/>
                </a:moveTo>
                <a:lnTo>
                  <a:pt x="4652" y="11114"/>
                </a:lnTo>
                <a:lnTo>
                  <a:pt x="4836" y="11114"/>
                </a:lnTo>
                <a:lnTo>
                  <a:pt x="4835" y="7995"/>
                </a:lnTo>
                <a:cubicBezTo>
                  <a:pt x="4835" y="7681"/>
                  <a:pt x="4830" y="6978"/>
                  <a:pt x="4829" y="6673"/>
                </a:cubicBezTo>
                <a:cubicBezTo>
                  <a:pt x="4855" y="6935"/>
                  <a:pt x="4907" y="7522"/>
                  <a:pt x="4932" y="7748"/>
                </a:cubicBezTo>
                <a:lnTo>
                  <a:pt x="5291" y="11114"/>
                </a:lnTo>
                <a:lnTo>
                  <a:pt x="5448" y="11114"/>
                </a:lnTo>
                <a:lnTo>
                  <a:pt x="5448" y="4887"/>
                </a:lnTo>
                <a:lnTo>
                  <a:pt x="5264" y="4887"/>
                </a:lnTo>
                <a:lnTo>
                  <a:pt x="5264" y="7754"/>
                </a:lnTo>
                <a:cubicBezTo>
                  <a:pt x="5264" y="8059"/>
                  <a:pt x="5268" y="8829"/>
                  <a:pt x="5270" y="9152"/>
                </a:cubicBezTo>
                <a:cubicBezTo>
                  <a:pt x="5244" y="8890"/>
                  <a:pt x="5186" y="8301"/>
                  <a:pt x="5157" y="8030"/>
                </a:cubicBezTo>
                <a:lnTo>
                  <a:pt x="4811" y="4887"/>
                </a:lnTo>
                <a:lnTo>
                  <a:pt x="4652" y="4887"/>
                </a:lnTo>
                <a:close/>
                <a:moveTo>
                  <a:pt x="6613" y="4887"/>
                </a:moveTo>
                <a:lnTo>
                  <a:pt x="6613" y="11114"/>
                </a:lnTo>
                <a:lnTo>
                  <a:pt x="6797" y="11114"/>
                </a:lnTo>
                <a:lnTo>
                  <a:pt x="6797" y="8418"/>
                </a:lnTo>
                <a:lnTo>
                  <a:pt x="6886" y="8418"/>
                </a:lnTo>
                <a:lnTo>
                  <a:pt x="7120" y="11114"/>
                </a:lnTo>
                <a:lnTo>
                  <a:pt x="7338" y="11114"/>
                </a:lnTo>
                <a:lnTo>
                  <a:pt x="7066" y="8218"/>
                </a:lnTo>
                <a:cubicBezTo>
                  <a:pt x="7175" y="7904"/>
                  <a:pt x="7232" y="7260"/>
                  <a:pt x="7232" y="6614"/>
                </a:cubicBezTo>
                <a:cubicBezTo>
                  <a:pt x="7232" y="5716"/>
                  <a:pt x="7125" y="4887"/>
                  <a:pt x="6918" y="4887"/>
                </a:cubicBezTo>
                <a:lnTo>
                  <a:pt x="6613" y="4887"/>
                </a:lnTo>
                <a:close/>
                <a:moveTo>
                  <a:pt x="10664" y="4887"/>
                </a:moveTo>
                <a:lnTo>
                  <a:pt x="10522" y="11114"/>
                </a:lnTo>
                <a:lnTo>
                  <a:pt x="10720" y="11114"/>
                </a:lnTo>
                <a:lnTo>
                  <a:pt x="10766" y="8247"/>
                </a:lnTo>
                <a:cubicBezTo>
                  <a:pt x="10772" y="7829"/>
                  <a:pt x="10776" y="6823"/>
                  <a:pt x="10778" y="6309"/>
                </a:cubicBezTo>
                <a:cubicBezTo>
                  <a:pt x="10794" y="6789"/>
                  <a:pt x="10823" y="7720"/>
                  <a:pt x="10842" y="8059"/>
                </a:cubicBezTo>
                <a:lnTo>
                  <a:pt x="11006" y="11114"/>
                </a:lnTo>
                <a:lnTo>
                  <a:pt x="11159" y="11114"/>
                </a:lnTo>
                <a:lnTo>
                  <a:pt x="11318" y="8177"/>
                </a:lnTo>
                <a:cubicBezTo>
                  <a:pt x="11341" y="7732"/>
                  <a:pt x="11372" y="6771"/>
                  <a:pt x="11389" y="6309"/>
                </a:cubicBezTo>
                <a:cubicBezTo>
                  <a:pt x="11389" y="6805"/>
                  <a:pt x="11392" y="7794"/>
                  <a:pt x="11401" y="8247"/>
                </a:cubicBezTo>
                <a:lnTo>
                  <a:pt x="11447" y="11114"/>
                </a:lnTo>
                <a:lnTo>
                  <a:pt x="11645" y="11114"/>
                </a:lnTo>
                <a:lnTo>
                  <a:pt x="11501" y="4887"/>
                </a:lnTo>
                <a:lnTo>
                  <a:pt x="11333" y="4887"/>
                </a:lnTo>
                <a:lnTo>
                  <a:pt x="11164" y="7913"/>
                </a:lnTo>
                <a:cubicBezTo>
                  <a:pt x="11152" y="8105"/>
                  <a:pt x="11110" y="9046"/>
                  <a:pt x="11084" y="9640"/>
                </a:cubicBezTo>
                <a:cubicBezTo>
                  <a:pt x="11057" y="9063"/>
                  <a:pt x="11015" y="8125"/>
                  <a:pt x="11005" y="7942"/>
                </a:cubicBezTo>
                <a:lnTo>
                  <a:pt x="10838" y="4887"/>
                </a:lnTo>
                <a:lnTo>
                  <a:pt x="10664" y="4887"/>
                </a:lnTo>
                <a:close/>
                <a:moveTo>
                  <a:pt x="15240" y="4887"/>
                </a:moveTo>
                <a:lnTo>
                  <a:pt x="15240" y="11114"/>
                </a:lnTo>
                <a:lnTo>
                  <a:pt x="15790" y="11114"/>
                </a:lnTo>
                <a:lnTo>
                  <a:pt x="15790" y="10104"/>
                </a:lnTo>
                <a:lnTo>
                  <a:pt x="15428" y="10104"/>
                </a:lnTo>
                <a:lnTo>
                  <a:pt x="15428" y="4887"/>
                </a:lnTo>
                <a:lnTo>
                  <a:pt x="15240" y="4887"/>
                </a:lnTo>
                <a:close/>
                <a:moveTo>
                  <a:pt x="16218" y="4887"/>
                </a:moveTo>
                <a:lnTo>
                  <a:pt x="16218" y="8864"/>
                </a:lnTo>
                <a:cubicBezTo>
                  <a:pt x="16218" y="10200"/>
                  <a:pt x="16368" y="11173"/>
                  <a:pt x="16620" y="11173"/>
                </a:cubicBezTo>
                <a:cubicBezTo>
                  <a:pt x="16872" y="11173"/>
                  <a:pt x="17021" y="10199"/>
                  <a:pt x="17021" y="8864"/>
                </a:cubicBezTo>
                <a:lnTo>
                  <a:pt x="17021" y="4887"/>
                </a:lnTo>
                <a:lnTo>
                  <a:pt x="16832" y="4887"/>
                </a:lnTo>
                <a:lnTo>
                  <a:pt x="16832" y="8811"/>
                </a:lnTo>
                <a:cubicBezTo>
                  <a:pt x="16832" y="9501"/>
                  <a:pt x="16777" y="10162"/>
                  <a:pt x="16620" y="10162"/>
                </a:cubicBezTo>
                <a:cubicBezTo>
                  <a:pt x="16472" y="10162"/>
                  <a:pt x="16407" y="9518"/>
                  <a:pt x="16407" y="8811"/>
                </a:cubicBezTo>
                <a:lnTo>
                  <a:pt x="16407" y="4887"/>
                </a:lnTo>
                <a:lnTo>
                  <a:pt x="16218" y="4887"/>
                </a:lnTo>
                <a:close/>
                <a:moveTo>
                  <a:pt x="17461" y="4887"/>
                </a:moveTo>
                <a:lnTo>
                  <a:pt x="17461" y="5886"/>
                </a:lnTo>
                <a:lnTo>
                  <a:pt x="17728" y="5886"/>
                </a:lnTo>
                <a:lnTo>
                  <a:pt x="17728" y="11114"/>
                </a:lnTo>
                <a:lnTo>
                  <a:pt x="17920" y="11114"/>
                </a:lnTo>
                <a:lnTo>
                  <a:pt x="17920" y="5886"/>
                </a:lnTo>
                <a:lnTo>
                  <a:pt x="18188" y="5886"/>
                </a:lnTo>
                <a:lnTo>
                  <a:pt x="18188" y="4887"/>
                </a:lnTo>
                <a:lnTo>
                  <a:pt x="17461" y="4887"/>
                </a:lnTo>
                <a:close/>
                <a:moveTo>
                  <a:pt x="18645" y="4887"/>
                </a:moveTo>
                <a:lnTo>
                  <a:pt x="18645" y="11114"/>
                </a:lnTo>
                <a:lnTo>
                  <a:pt x="18842" y="11114"/>
                </a:lnTo>
                <a:lnTo>
                  <a:pt x="18842" y="4887"/>
                </a:lnTo>
                <a:lnTo>
                  <a:pt x="18645" y="4887"/>
                </a:lnTo>
                <a:close/>
                <a:moveTo>
                  <a:pt x="20802" y="4887"/>
                </a:moveTo>
                <a:lnTo>
                  <a:pt x="20802" y="11114"/>
                </a:lnTo>
                <a:lnTo>
                  <a:pt x="20988" y="11114"/>
                </a:lnTo>
                <a:lnTo>
                  <a:pt x="20986" y="7995"/>
                </a:lnTo>
                <a:cubicBezTo>
                  <a:pt x="20986" y="7681"/>
                  <a:pt x="20981" y="6978"/>
                  <a:pt x="20980" y="6673"/>
                </a:cubicBezTo>
                <a:cubicBezTo>
                  <a:pt x="21006" y="6935"/>
                  <a:pt x="21059" y="7522"/>
                  <a:pt x="21084" y="7748"/>
                </a:cubicBezTo>
                <a:lnTo>
                  <a:pt x="21443" y="11114"/>
                </a:lnTo>
                <a:lnTo>
                  <a:pt x="21600" y="11114"/>
                </a:lnTo>
                <a:lnTo>
                  <a:pt x="21600" y="4887"/>
                </a:lnTo>
                <a:lnTo>
                  <a:pt x="21415" y="4887"/>
                </a:lnTo>
                <a:lnTo>
                  <a:pt x="21415" y="7754"/>
                </a:lnTo>
                <a:cubicBezTo>
                  <a:pt x="21415" y="8059"/>
                  <a:pt x="21419" y="8829"/>
                  <a:pt x="21421" y="9152"/>
                </a:cubicBezTo>
                <a:cubicBezTo>
                  <a:pt x="21394" y="8890"/>
                  <a:pt x="21338" y="8301"/>
                  <a:pt x="21309" y="8030"/>
                </a:cubicBezTo>
                <a:lnTo>
                  <a:pt x="20963" y="4887"/>
                </a:lnTo>
                <a:lnTo>
                  <a:pt x="20802" y="4887"/>
                </a:lnTo>
                <a:close/>
                <a:moveTo>
                  <a:pt x="6798" y="5857"/>
                </a:moveTo>
                <a:lnTo>
                  <a:pt x="6916" y="5857"/>
                </a:lnTo>
                <a:cubicBezTo>
                  <a:pt x="7003" y="5857"/>
                  <a:pt x="7045" y="6230"/>
                  <a:pt x="7045" y="6614"/>
                </a:cubicBezTo>
                <a:cubicBezTo>
                  <a:pt x="7045" y="7033"/>
                  <a:pt x="6998" y="7460"/>
                  <a:pt x="6906" y="7460"/>
                </a:cubicBezTo>
                <a:lnTo>
                  <a:pt x="6798" y="7460"/>
                </a:lnTo>
                <a:lnTo>
                  <a:pt x="6798" y="5857"/>
                </a:lnTo>
                <a:close/>
                <a:moveTo>
                  <a:pt x="8172" y="5857"/>
                </a:moveTo>
                <a:cubicBezTo>
                  <a:pt x="8353" y="5857"/>
                  <a:pt x="8481" y="6709"/>
                  <a:pt x="8481" y="8001"/>
                </a:cubicBezTo>
                <a:cubicBezTo>
                  <a:pt x="8481" y="9292"/>
                  <a:pt x="8351" y="10139"/>
                  <a:pt x="8172" y="10139"/>
                </a:cubicBezTo>
                <a:cubicBezTo>
                  <a:pt x="7993" y="10139"/>
                  <a:pt x="7865" y="9291"/>
                  <a:pt x="7865" y="8001"/>
                </a:cubicBezTo>
                <a:cubicBezTo>
                  <a:pt x="7865" y="6710"/>
                  <a:pt x="7992" y="5857"/>
                  <a:pt x="8172" y="5857"/>
                </a:cubicBezTo>
                <a:close/>
                <a:moveTo>
                  <a:pt x="9611" y="5857"/>
                </a:moveTo>
                <a:cubicBezTo>
                  <a:pt x="9791" y="5857"/>
                  <a:pt x="9920" y="6709"/>
                  <a:pt x="9920" y="8001"/>
                </a:cubicBezTo>
                <a:cubicBezTo>
                  <a:pt x="9920" y="9292"/>
                  <a:pt x="9790" y="10139"/>
                  <a:pt x="9611" y="10139"/>
                </a:cubicBezTo>
                <a:cubicBezTo>
                  <a:pt x="9432" y="10139"/>
                  <a:pt x="9304" y="9291"/>
                  <a:pt x="9304" y="8001"/>
                </a:cubicBezTo>
                <a:cubicBezTo>
                  <a:pt x="9304" y="6710"/>
                  <a:pt x="9430" y="5857"/>
                  <a:pt x="9611" y="5857"/>
                </a:cubicBezTo>
                <a:close/>
                <a:moveTo>
                  <a:pt x="14262" y="5857"/>
                </a:moveTo>
                <a:cubicBezTo>
                  <a:pt x="14442" y="5857"/>
                  <a:pt x="14569" y="6709"/>
                  <a:pt x="14569" y="8001"/>
                </a:cubicBezTo>
                <a:cubicBezTo>
                  <a:pt x="14569" y="9292"/>
                  <a:pt x="14440" y="10139"/>
                  <a:pt x="14262" y="10139"/>
                </a:cubicBezTo>
                <a:cubicBezTo>
                  <a:pt x="14083" y="10139"/>
                  <a:pt x="13954" y="9291"/>
                  <a:pt x="13954" y="8001"/>
                </a:cubicBezTo>
                <a:cubicBezTo>
                  <a:pt x="13954" y="6710"/>
                  <a:pt x="14081" y="5857"/>
                  <a:pt x="14262" y="5857"/>
                </a:cubicBezTo>
                <a:close/>
                <a:moveTo>
                  <a:pt x="19823" y="5857"/>
                </a:moveTo>
                <a:cubicBezTo>
                  <a:pt x="20004" y="5857"/>
                  <a:pt x="20132" y="6709"/>
                  <a:pt x="20132" y="8001"/>
                </a:cubicBezTo>
                <a:cubicBezTo>
                  <a:pt x="20132" y="9292"/>
                  <a:pt x="20002" y="10139"/>
                  <a:pt x="19823" y="10139"/>
                </a:cubicBezTo>
                <a:cubicBezTo>
                  <a:pt x="19644" y="10139"/>
                  <a:pt x="19517" y="9291"/>
                  <a:pt x="19517" y="8001"/>
                </a:cubicBezTo>
                <a:cubicBezTo>
                  <a:pt x="19517" y="6710"/>
                  <a:pt x="19643" y="5857"/>
                  <a:pt x="19823" y="5857"/>
                </a:cubicBezTo>
                <a:close/>
                <a:moveTo>
                  <a:pt x="3758" y="6256"/>
                </a:moveTo>
                <a:cubicBezTo>
                  <a:pt x="3775" y="6622"/>
                  <a:pt x="3828" y="7662"/>
                  <a:pt x="3851" y="8124"/>
                </a:cubicBezTo>
                <a:lnTo>
                  <a:pt x="3878" y="8700"/>
                </a:lnTo>
                <a:lnTo>
                  <a:pt x="3637" y="8700"/>
                </a:lnTo>
                <a:lnTo>
                  <a:pt x="3665" y="8124"/>
                </a:lnTo>
                <a:lnTo>
                  <a:pt x="3758" y="6256"/>
                </a:lnTo>
                <a:close/>
                <a:moveTo>
                  <a:pt x="15205" y="13881"/>
                </a:moveTo>
                <a:cubicBezTo>
                  <a:pt x="15126" y="13880"/>
                  <a:pt x="15047" y="13944"/>
                  <a:pt x="14968" y="14080"/>
                </a:cubicBezTo>
                <a:cubicBezTo>
                  <a:pt x="14928" y="14164"/>
                  <a:pt x="14910" y="14411"/>
                  <a:pt x="14903" y="14633"/>
                </a:cubicBezTo>
                <a:cubicBezTo>
                  <a:pt x="14923" y="14781"/>
                  <a:pt x="14954" y="14756"/>
                  <a:pt x="14987" y="14756"/>
                </a:cubicBezTo>
                <a:cubicBezTo>
                  <a:pt x="14994" y="14728"/>
                  <a:pt x="15008" y="14726"/>
                  <a:pt x="15009" y="14662"/>
                </a:cubicBezTo>
                <a:cubicBezTo>
                  <a:pt x="14998" y="14523"/>
                  <a:pt x="14968" y="14572"/>
                  <a:pt x="14951" y="14498"/>
                </a:cubicBezTo>
                <a:cubicBezTo>
                  <a:pt x="14961" y="14442"/>
                  <a:pt x="14974" y="14458"/>
                  <a:pt x="14985" y="14421"/>
                </a:cubicBezTo>
                <a:cubicBezTo>
                  <a:pt x="15291" y="14152"/>
                  <a:pt x="15593" y="14719"/>
                  <a:pt x="15832" y="15755"/>
                </a:cubicBezTo>
                <a:cubicBezTo>
                  <a:pt x="15959" y="16303"/>
                  <a:pt x="16079" y="17117"/>
                  <a:pt x="16037" y="18098"/>
                </a:cubicBezTo>
                <a:cubicBezTo>
                  <a:pt x="15982" y="19047"/>
                  <a:pt x="15769" y="19196"/>
                  <a:pt x="15602" y="19185"/>
                </a:cubicBezTo>
                <a:cubicBezTo>
                  <a:pt x="15565" y="19183"/>
                  <a:pt x="15532" y="19148"/>
                  <a:pt x="15499" y="19074"/>
                </a:cubicBezTo>
                <a:cubicBezTo>
                  <a:pt x="15500" y="18482"/>
                  <a:pt x="15499" y="17742"/>
                  <a:pt x="15497" y="17364"/>
                </a:cubicBezTo>
                <a:cubicBezTo>
                  <a:pt x="15566" y="17340"/>
                  <a:pt x="15699" y="17467"/>
                  <a:pt x="15787" y="17699"/>
                </a:cubicBezTo>
                <a:cubicBezTo>
                  <a:pt x="15804" y="17766"/>
                  <a:pt x="15755" y="17967"/>
                  <a:pt x="15736" y="18069"/>
                </a:cubicBezTo>
                <a:cubicBezTo>
                  <a:pt x="15726" y="18142"/>
                  <a:pt x="15763" y="18211"/>
                  <a:pt x="15788" y="18198"/>
                </a:cubicBezTo>
                <a:cubicBezTo>
                  <a:pt x="15827" y="18161"/>
                  <a:pt x="15860" y="17976"/>
                  <a:pt x="15875" y="17764"/>
                </a:cubicBezTo>
                <a:cubicBezTo>
                  <a:pt x="15886" y="17560"/>
                  <a:pt x="15870" y="17403"/>
                  <a:pt x="15849" y="17264"/>
                </a:cubicBezTo>
                <a:cubicBezTo>
                  <a:pt x="15755" y="16783"/>
                  <a:pt x="15625" y="16784"/>
                  <a:pt x="15498" y="16765"/>
                </a:cubicBezTo>
                <a:cubicBezTo>
                  <a:pt x="15497" y="16497"/>
                  <a:pt x="15496" y="16100"/>
                  <a:pt x="15487" y="15860"/>
                </a:cubicBezTo>
                <a:cubicBezTo>
                  <a:pt x="15479" y="15621"/>
                  <a:pt x="15459" y="15516"/>
                  <a:pt x="15430" y="15479"/>
                </a:cubicBezTo>
                <a:cubicBezTo>
                  <a:pt x="15406" y="15636"/>
                  <a:pt x="15403" y="15843"/>
                  <a:pt x="15399" y="16054"/>
                </a:cubicBezTo>
                <a:cubicBezTo>
                  <a:pt x="15394" y="16314"/>
                  <a:pt x="15390" y="16593"/>
                  <a:pt x="15385" y="16830"/>
                </a:cubicBezTo>
                <a:cubicBezTo>
                  <a:pt x="15385" y="16830"/>
                  <a:pt x="15317" y="16912"/>
                  <a:pt x="15276" y="16971"/>
                </a:cubicBezTo>
                <a:cubicBezTo>
                  <a:pt x="15235" y="17029"/>
                  <a:pt x="15075" y="17335"/>
                  <a:pt x="15089" y="17822"/>
                </a:cubicBezTo>
                <a:cubicBezTo>
                  <a:pt x="15107" y="18255"/>
                  <a:pt x="15221" y="18774"/>
                  <a:pt x="15300" y="19079"/>
                </a:cubicBezTo>
                <a:cubicBezTo>
                  <a:pt x="15326" y="19179"/>
                  <a:pt x="15352" y="19267"/>
                  <a:pt x="15381" y="19350"/>
                </a:cubicBezTo>
                <a:cubicBezTo>
                  <a:pt x="15384" y="19574"/>
                  <a:pt x="15390" y="19797"/>
                  <a:pt x="15415" y="19972"/>
                </a:cubicBezTo>
                <a:cubicBezTo>
                  <a:pt x="15423" y="20016"/>
                  <a:pt x="15450" y="19999"/>
                  <a:pt x="15472" y="19972"/>
                </a:cubicBezTo>
                <a:cubicBezTo>
                  <a:pt x="15498" y="19907"/>
                  <a:pt x="15499" y="19735"/>
                  <a:pt x="15501" y="19608"/>
                </a:cubicBezTo>
                <a:cubicBezTo>
                  <a:pt x="15529" y="19637"/>
                  <a:pt x="15562" y="19684"/>
                  <a:pt x="15610" y="19720"/>
                </a:cubicBezTo>
                <a:cubicBezTo>
                  <a:pt x="15802" y="19863"/>
                  <a:pt x="16036" y="19535"/>
                  <a:pt x="16141" y="18386"/>
                </a:cubicBezTo>
                <a:cubicBezTo>
                  <a:pt x="16229" y="17283"/>
                  <a:pt x="16076" y="16215"/>
                  <a:pt x="15962" y="15620"/>
                </a:cubicBezTo>
                <a:cubicBezTo>
                  <a:pt x="15946" y="15536"/>
                  <a:pt x="15889" y="15257"/>
                  <a:pt x="15859" y="15144"/>
                </a:cubicBezTo>
                <a:cubicBezTo>
                  <a:pt x="15671" y="14435"/>
                  <a:pt x="15441" y="13882"/>
                  <a:pt x="15205" y="13881"/>
                </a:cubicBezTo>
                <a:close/>
                <a:moveTo>
                  <a:pt x="18297" y="14010"/>
                </a:moveTo>
                <a:cubicBezTo>
                  <a:pt x="18215" y="14010"/>
                  <a:pt x="18123" y="14212"/>
                  <a:pt x="18123" y="14915"/>
                </a:cubicBezTo>
                <a:lnTo>
                  <a:pt x="18123" y="15684"/>
                </a:lnTo>
                <a:cubicBezTo>
                  <a:pt x="18123" y="16561"/>
                  <a:pt x="18339" y="17301"/>
                  <a:pt x="18339" y="18057"/>
                </a:cubicBezTo>
                <a:lnTo>
                  <a:pt x="18339" y="18627"/>
                </a:lnTo>
                <a:cubicBezTo>
                  <a:pt x="18339" y="18900"/>
                  <a:pt x="18325" y="18956"/>
                  <a:pt x="18298" y="18956"/>
                </a:cubicBezTo>
                <a:cubicBezTo>
                  <a:pt x="18270" y="18956"/>
                  <a:pt x="18257" y="18899"/>
                  <a:pt x="18257" y="18627"/>
                </a:cubicBezTo>
                <a:lnTo>
                  <a:pt x="18257" y="17452"/>
                </a:lnTo>
                <a:lnTo>
                  <a:pt x="18123" y="17452"/>
                </a:lnTo>
                <a:lnTo>
                  <a:pt x="18123" y="18692"/>
                </a:lnTo>
                <a:cubicBezTo>
                  <a:pt x="18123" y="19394"/>
                  <a:pt x="18213" y="19602"/>
                  <a:pt x="18297" y="19602"/>
                </a:cubicBezTo>
                <a:cubicBezTo>
                  <a:pt x="18380" y="19602"/>
                  <a:pt x="18472" y="19394"/>
                  <a:pt x="18472" y="18692"/>
                </a:cubicBezTo>
                <a:lnTo>
                  <a:pt x="18472" y="17740"/>
                </a:lnTo>
                <a:cubicBezTo>
                  <a:pt x="18472" y="17196"/>
                  <a:pt x="18257" y="16034"/>
                  <a:pt x="18257" y="15649"/>
                </a:cubicBezTo>
                <a:lnTo>
                  <a:pt x="18257" y="14985"/>
                </a:lnTo>
                <a:cubicBezTo>
                  <a:pt x="18257" y="14712"/>
                  <a:pt x="18271" y="14650"/>
                  <a:pt x="18298" y="14650"/>
                </a:cubicBezTo>
                <a:cubicBezTo>
                  <a:pt x="18324" y="14650"/>
                  <a:pt x="18339" y="14713"/>
                  <a:pt x="18339" y="14985"/>
                </a:cubicBezTo>
                <a:lnTo>
                  <a:pt x="18339" y="16048"/>
                </a:lnTo>
                <a:lnTo>
                  <a:pt x="18472" y="16048"/>
                </a:lnTo>
                <a:lnTo>
                  <a:pt x="18472" y="14915"/>
                </a:lnTo>
                <a:cubicBezTo>
                  <a:pt x="18472" y="14212"/>
                  <a:pt x="18379" y="14010"/>
                  <a:pt x="18297" y="14010"/>
                </a:cubicBezTo>
                <a:close/>
                <a:moveTo>
                  <a:pt x="19742" y="14010"/>
                </a:moveTo>
                <a:cubicBezTo>
                  <a:pt x="19660" y="14010"/>
                  <a:pt x="19569" y="14212"/>
                  <a:pt x="19569" y="14915"/>
                </a:cubicBezTo>
                <a:lnTo>
                  <a:pt x="19569" y="18692"/>
                </a:lnTo>
                <a:cubicBezTo>
                  <a:pt x="19569" y="19394"/>
                  <a:pt x="19659" y="19596"/>
                  <a:pt x="19742" y="19596"/>
                </a:cubicBezTo>
                <a:cubicBezTo>
                  <a:pt x="19825" y="19596"/>
                  <a:pt x="19918" y="19394"/>
                  <a:pt x="19918" y="18692"/>
                </a:cubicBezTo>
                <a:lnTo>
                  <a:pt x="19918" y="17458"/>
                </a:lnTo>
                <a:lnTo>
                  <a:pt x="19784" y="17458"/>
                </a:lnTo>
                <a:lnTo>
                  <a:pt x="19784" y="18627"/>
                </a:lnTo>
                <a:cubicBezTo>
                  <a:pt x="19784" y="18900"/>
                  <a:pt x="19772" y="18956"/>
                  <a:pt x="19744" y="18956"/>
                </a:cubicBezTo>
                <a:cubicBezTo>
                  <a:pt x="19716" y="18956"/>
                  <a:pt x="19702" y="18899"/>
                  <a:pt x="19702" y="18627"/>
                </a:cubicBezTo>
                <a:lnTo>
                  <a:pt x="19702" y="14985"/>
                </a:lnTo>
                <a:cubicBezTo>
                  <a:pt x="19702" y="14712"/>
                  <a:pt x="19718" y="14650"/>
                  <a:pt x="19744" y="14650"/>
                </a:cubicBezTo>
                <a:cubicBezTo>
                  <a:pt x="19770" y="14650"/>
                  <a:pt x="19784" y="14713"/>
                  <a:pt x="19784" y="14985"/>
                </a:cubicBezTo>
                <a:lnTo>
                  <a:pt x="19784" y="16078"/>
                </a:lnTo>
                <a:lnTo>
                  <a:pt x="19918" y="16078"/>
                </a:lnTo>
                <a:lnTo>
                  <a:pt x="19918" y="14915"/>
                </a:lnTo>
                <a:cubicBezTo>
                  <a:pt x="19918" y="14212"/>
                  <a:pt x="19824" y="14010"/>
                  <a:pt x="19742" y="14010"/>
                </a:cubicBezTo>
                <a:close/>
                <a:moveTo>
                  <a:pt x="18534" y="14116"/>
                </a:moveTo>
                <a:lnTo>
                  <a:pt x="18534" y="19496"/>
                </a:lnTo>
                <a:lnTo>
                  <a:pt x="18834" y="19496"/>
                </a:lnTo>
                <a:lnTo>
                  <a:pt x="18834" y="18792"/>
                </a:lnTo>
                <a:lnTo>
                  <a:pt x="18667" y="18792"/>
                </a:lnTo>
                <a:lnTo>
                  <a:pt x="18667" y="16900"/>
                </a:lnTo>
                <a:lnTo>
                  <a:pt x="18825" y="16900"/>
                </a:lnTo>
                <a:lnTo>
                  <a:pt x="18825" y="16201"/>
                </a:lnTo>
                <a:lnTo>
                  <a:pt x="18667" y="16201"/>
                </a:lnTo>
                <a:lnTo>
                  <a:pt x="18667" y="14815"/>
                </a:lnTo>
                <a:lnTo>
                  <a:pt x="18831" y="14815"/>
                </a:lnTo>
                <a:lnTo>
                  <a:pt x="18831" y="14116"/>
                </a:lnTo>
                <a:lnTo>
                  <a:pt x="18534" y="14116"/>
                </a:lnTo>
                <a:close/>
                <a:moveTo>
                  <a:pt x="18884" y="14116"/>
                </a:moveTo>
                <a:lnTo>
                  <a:pt x="18884" y="19496"/>
                </a:lnTo>
                <a:lnTo>
                  <a:pt x="19187" y="19496"/>
                </a:lnTo>
                <a:lnTo>
                  <a:pt x="19187" y="18792"/>
                </a:lnTo>
                <a:lnTo>
                  <a:pt x="19018" y="18792"/>
                </a:lnTo>
                <a:lnTo>
                  <a:pt x="19018" y="14116"/>
                </a:lnTo>
                <a:lnTo>
                  <a:pt x="18884" y="14116"/>
                </a:lnTo>
                <a:close/>
                <a:moveTo>
                  <a:pt x="19222" y="14116"/>
                </a:moveTo>
                <a:lnTo>
                  <a:pt x="19222" y="19496"/>
                </a:lnTo>
                <a:lnTo>
                  <a:pt x="19522" y="19496"/>
                </a:lnTo>
                <a:lnTo>
                  <a:pt x="19522" y="18792"/>
                </a:lnTo>
                <a:lnTo>
                  <a:pt x="19355" y="18792"/>
                </a:lnTo>
                <a:lnTo>
                  <a:pt x="19355" y="16900"/>
                </a:lnTo>
                <a:lnTo>
                  <a:pt x="19513" y="16900"/>
                </a:lnTo>
                <a:lnTo>
                  <a:pt x="19513" y="16201"/>
                </a:lnTo>
                <a:lnTo>
                  <a:pt x="19355" y="16201"/>
                </a:lnTo>
                <a:lnTo>
                  <a:pt x="19355" y="14815"/>
                </a:lnTo>
                <a:lnTo>
                  <a:pt x="19520" y="14815"/>
                </a:lnTo>
                <a:lnTo>
                  <a:pt x="19520" y="14116"/>
                </a:lnTo>
                <a:lnTo>
                  <a:pt x="19222" y="14116"/>
                </a:lnTo>
                <a:close/>
                <a:moveTo>
                  <a:pt x="19943" y="14116"/>
                </a:moveTo>
                <a:lnTo>
                  <a:pt x="19943" y="14815"/>
                </a:lnTo>
                <a:lnTo>
                  <a:pt x="20060" y="14815"/>
                </a:lnTo>
                <a:lnTo>
                  <a:pt x="20060" y="19496"/>
                </a:lnTo>
                <a:lnTo>
                  <a:pt x="20194" y="19496"/>
                </a:lnTo>
                <a:lnTo>
                  <a:pt x="20194" y="14815"/>
                </a:lnTo>
                <a:lnTo>
                  <a:pt x="20309" y="14815"/>
                </a:lnTo>
                <a:lnTo>
                  <a:pt x="20309" y="14116"/>
                </a:lnTo>
                <a:lnTo>
                  <a:pt x="19943" y="14116"/>
                </a:lnTo>
                <a:close/>
                <a:moveTo>
                  <a:pt x="16339" y="14386"/>
                </a:moveTo>
                <a:cubicBezTo>
                  <a:pt x="16245" y="14487"/>
                  <a:pt x="16142" y="14829"/>
                  <a:pt x="16111" y="15414"/>
                </a:cubicBezTo>
                <a:cubicBezTo>
                  <a:pt x="16103" y="15645"/>
                  <a:pt x="16112" y="15856"/>
                  <a:pt x="16140" y="16013"/>
                </a:cubicBezTo>
                <a:cubicBezTo>
                  <a:pt x="16137" y="16156"/>
                  <a:pt x="16133" y="16357"/>
                  <a:pt x="16160" y="16460"/>
                </a:cubicBezTo>
                <a:cubicBezTo>
                  <a:pt x="16189" y="16552"/>
                  <a:pt x="16195" y="16344"/>
                  <a:pt x="16211" y="16266"/>
                </a:cubicBezTo>
                <a:cubicBezTo>
                  <a:pt x="16297" y="16469"/>
                  <a:pt x="16381" y="16231"/>
                  <a:pt x="16446" y="15925"/>
                </a:cubicBezTo>
                <a:cubicBezTo>
                  <a:pt x="16497" y="15665"/>
                  <a:pt x="16559" y="15347"/>
                  <a:pt x="16534" y="14920"/>
                </a:cubicBezTo>
                <a:cubicBezTo>
                  <a:pt x="16520" y="14754"/>
                  <a:pt x="16491" y="14650"/>
                  <a:pt x="16461" y="14650"/>
                </a:cubicBezTo>
                <a:cubicBezTo>
                  <a:pt x="16432" y="14419"/>
                  <a:pt x="16385" y="14349"/>
                  <a:pt x="16339" y="14386"/>
                </a:cubicBezTo>
                <a:close/>
                <a:moveTo>
                  <a:pt x="16283" y="14920"/>
                </a:moveTo>
                <a:cubicBezTo>
                  <a:pt x="16240" y="15115"/>
                  <a:pt x="16203" y="15360"/>
                  <a:pt x="16173" y="15625"/>
                </a:cubicBezTo>
                <a:cubicBezTo>
                  <a:pt x="16158" y="15459"/>
                  <a:pt x="16183" y="15294"/>
                  <a:pt x="16202" y="15155"/>
                </a:cubicBezTo>
                <a:cubicBezTo>
                  <a:pt x="16223" y="15031"/>
                  <a:pt x="16252" y="14911"/>
                  <a:pt x="16283" y="14920"/>
                </a:cubicBezTo>
                <a:close/>
                <a:moveTo>
                  <a:pt x="16418" y="14979"/>
                </a:moveTo>
                <a:cubicBezTo>
                  <a:pt x="16433" y="14960"/>
                  <a:pt x="16448" y="14957"/>
                  <a:pt x="16462" y="14985"/>
                </a:cubicBezTo>
                <a:cubicBezTo>
                  <a:pt x="16470" y="14999"/>
                  <a:pt x="16474" y="15020"/>
                  <a:pt x="16478" y="15091"/>
                </a:cubicBezTo>
                <a:cubicBezTo>
                  <a:pt x="16488" y="15253"/>
                  <a:pt x="16454" y="15506"/>
                  <a:pt x="16420" y="15625"/>
                </a:cubicBezTo>
                <a:cubicBezTo>
                  <a:pt x="16369" y="15792"/>
                  <a:pt x="16313" y="15919"/>
                  <a:pt x="16248" y="15872"/>
                </a:cubicBezTo>
                <a:cubicBezTo>
                  <a:pt x="16256" y="15730"/>
                  <a:pt x="16272" y="15614"/>
                  <a:pt x="16298" y="15467"/>
                </a:cubicBezTo>
                <a:cubicBezTo>
                  <a:pt x="16332" y="15269"/>
                  <a:pt x="16374" y="15037"/>
                  <a:pt x="16418" y="14979"/>
                </a:cubicBezTo>
                <a:close/>
                <a:moveTo>
                  <a:pt x="17046" y="16313"/>
                </a:moveTo>
                <a:cubicBezTo>
                  <a:pt x="17030" y="16299"/>
                  <a:pt x="17032" y="16434"/>
                  <a:pt x="17036" y="16512"/>
                </a:cubicBezTo>
                <a:cubicBezTo>
                  <a:pt x="17056" y="17022"/>
                  <a:pt x="17087" y="17514"/>
                  <a:pt x="17094" y="18051"/>
                </a:cubicBezTo>
                <a:cubicBezTo>
                  <a:pt x="17096" y="18163"/>
                  <a:pt x="17103" y="18312"/>
                  <a:pt x="17090" y="18404"/>
                </a:cubicBezTo>
                <a:cubicBezTo>
                  <a:pt x="17024" y="17913"/>
                  <a:pt x="16985" y="17332"/>
                  <a:pt x="16904" y="16906"/>
                </a:cubicBezTo>
                <a:cubicBezTo>
                  <a:pt x="16892" y="16844"/>
                  <a:pt x="16876" y="16906"/>
                  <a:pt x="16869" y="16988"/>
                </a:cubicBezTo>
                <a:cubicBezTo>
                  <a:pt x="16832" y="17442"/>
                  <a:pt x="16818" y="17940"/>
                  <a:pt x="16812" y="18469"/>
                </a:cubicBezTo>
                <a:cubicBezTo>
                  <a:pt x="16809" y="18751"/>
                  <a:pt x="16800" y="19125"/>
                  <a:pt x="16849" y="19273"/>
                </a:cubicBezTo>
                <a:cubicBezTo>
                  <a:pt x="16863" y="19301"/>
                  <a:pt x="16882" y="19288"/>
                  <a:pt x="16888" y="19209"/>
                </a:cubicBezTo>
                <a:cubicBezTo>
                  <a:pt x="16909" y="18783"/>
                  <a:pt x="16906" y="18288"/>
                  <a:pt x="16909" y="17811"/>
                </a:cubicBezTo>
                <a:cubicBezTo>
                  <a:pt x="16909" y="17766"/>
                  <a:pt x="16914" y="17683"/>
                  <a:pt x="16918" y="17722"/>
                </a:cubicBezTo>
                <a:cubicBezTo>
                  <a:pt x="16951" y="18106"/>
                  <a:pt x="16985" y="18446"/>
                  <a:pt x="17022" y="18803"/>
                </a:cubicBezTo>
                <a:cubicBezTo>
                  <a:pt x="17040" y="18984"/>
                  <a:pt x="17057" y="19156"/>
                  <a:pt x="17091" y="19144"/>
                </a:cubicBezTo>
                <a:cubicBezTo>
                  <a:pt x="17125" y="19116"/>
                  <a:pt x="17153" y="18958"/>
                  <a:pt x="17169" y="18792"/>
                </a:cubicBezTo>
                <a:cubicBezTo>
                  <a:pt x="17208" y="18125"/>
                  <a:pt x="17183" y="17350"/>
                  <a:pt x="17128" y="16794"/>
                </a:cubicBezTo>
                <a:cubicBezTo>
                  <a:pt x="17108" y="16609"/>
                  <a:pt x="17084" y="16369"/>
                  <a:pt x="17046" y="16313"/>
                </a:cubicBezTo>
                <a:close/>
                <a:moveTo>
                  <a:pt x="17743" y="16630"/>
                </a:moveTo>
                <a:cubicBezTo>
                  <a:pt x="17733" y="16616"/>
                  <a:pt x="17712" y="16727"/>
                  <a:pt x="17704" y="16794"/>
                </a:cubicBezTo>
                <a:cubicBezTo>
                  <a:pt x="17623" y="17369"/>
                  <a:pt x="17538" y="18129"/>
                  <a:pt x="17605" y="18880"/>
                </a:cubicBezTo>
                <a:cubicBezTo>
                  <a:pt x="17562" y="19565"/>
                  <a:pt x="17524" y="20267"/>
                  <a:pt x="17517" y="21036"/>
                </a:cubicBezTo>
                <a:cubicBezTo>
                  <a:pt x="17518" y="21230"/>
                  <a:pt x="17545" y="21397"/>
                  <a:pt x="17573" y="21500"/>
                </a:cubicBezTo>
                <a:cubicBezTo>
                  <a:pt x="17582" y="21528"/>
                  <a:pt x="17604" y="21600"/>
                  <a:pt x="17607" y="21535"/>
                </a:cubicBezTo>
                <a:cubicBezTo>
                  <a:pt x="17628" y="20793"/>
                  <a:pt x="17659" y="20085"/>
                  <a:pt x="17702" y="19391"/>
                </a:cubicBezTo>
                <a:cubicBezTo>
                  <a:pt x="17743" y="19422"/>
                  <a:pt x="17768" y="19413"/>
                  <a:pt x="17822" y="19267"/>
                </a:cubicBezTo>
                <a:cubicBezTo>
                  <a:pt x="17915" y="18999"/>
                  <a:pt x="18004" y="18415"/>
                  <a:pt x="18009" y="17775"/>
                </a:cubicBezTo>
                <a:cubicBezTo>
                  <a:pt x="18010" y="17432"/>
                  <a:pt x="17989" y="17106"/>
                  <a:pt x="17939" y="16912"/>
                </a:cubicBezTo>
                <a:cubicBezTo>
                  <a:pt x="17923" y="16852"/>
                  <a:pt x="17907" y="16883"/>
                  <a:pt x="17891" y="16924"/>
                </a:cubicBezTo>
                <a:cubicBezTo>
                  <a:pt x="17795" y="17257"/>
                  <a:pt x="17679" y="18030"/>
                  <a:pt x="17653" y="18369"/>
                </a:cubicBezTo>
                <a:cubicBezTo>
                  <a:pt x="17648" y="17712"/>
                  <a:pt x="17741" y="17291"/>
                  <a:pt x="17749" y="16689"/>
                </a:cubicBezTo>
                <a:cubicBezTo>
                  <a:pt x="17749" y="16651"/>
                  <a:pt x="17746" y="16634"/>
                  <a:pt x="17743" y="16630"/>
                </a:cubicBezTo>
                <a:close/>
                <a:moveTo>
                  <a:pt x="16641" y="16694"/>
                </a:moveTo>
                <a:cubicBezTo>
                  <a:pt x="16540" y="16675"/>
                  <a:pt x="16439" y="16802"/>
                  <a:pt x="16368" y="17211"/>
                </a:cubicBezTo>
                <a:cubicBezTo>
                  <a:pt x="16352" y="17318"/>
                  <a:pt x="16353" y="17514"/>
                  <a:pt x="16355" y="17652"/>
                </a:cubicBezTo>
                <a:cubicBezTo>
                  <a:pt x="16359" y="17742"/>
                  <a:pt x="16376" y="17841"/>
                  <a:pt x="16392" y="17869"/>
                </a:cubicBezTo>
                <a:cubicBezTo>
                  <a:pt x="16495" y="18009"/>
                  <a:pt x="16628" y="17840"/>
                  <a:pt x="16716" y="18257"/>
                </a:cubicBezTo>
                <a:cubicBezTo>
                  <a:pt x="16727" y="18340"/>
                  <a:pt x="16717" y="18426"/>
                  <a:pt x="16703" y="18469"/>
                </a:cubicBezTo>
                <a:cubicBezTo>
                  <a:pt x="16621" y="18672"/>
                  <a:pt x="16535" y="18819"/>
                  <a:pt x="16439" y="18698"/>
                </a:cubicBezTo>
                <a:cubicBezTo>
                  <a:pt x="16426" y="18677"/>
                  <a:pt x="16407" y="18596"/>
                  <a:pt x="16413" y="18515"/>
                </a:cubicBezTo>
                <a:cubicBezTo>
                  <a:pt x="16452" y="18164"/>
                  <a:pt x="16516" y="18511"/>
                  <a:pt x="16564" y="18557"/>
                </a:cubicBezTo>
                <a:cubicBezTo>
                  <a:pt x="16588" y="18588"/>
                  <a:pt x="16642" y="18547"/>
                  <a:pt x="16668" y="18380"/>
                </a:cubicBezTo>
                <a:cubicBezTo>
                  <a:pt x="16677" y="18286"/>
                  <a:pt x="16647" y="18226"/>
                  <a:pt x="16628" y="18192"/>
                </a:cubicBezTo>
                <a:cubicBezTo>
                  <a:pt x="16560" y="18081"/>
                  <a:pt x="16464" y="17950"/>
                  <a:pt x="16401" y="18210"/>
                </a:cubicBezTo>
                <a:cubicBezTo>
                  <a:pt x="16383" y="18283"/>
                  <a:pt x="16369" y="18510"/>
                  <a:pt x="16381" y="18686"/>
                </a:cubicBezTo>
                <a:cubicBezTo>
                  <a:pt x="16434" y="19195"/>
                  <a:pt x="16534" y="19367"/>
                  <a:pt x="16628" y="19279"/>
                </a:cubicBezTo>
                <a:cubicBezTo>
                  <a:pt x="16692" y="19219"/>
                  <a:pt x="16768" y="19086"/>
                  <a:pt x="16784" y="18651"/>
                </a:cubicBezTo>
                <a:cubicBezTo>
                  <a:pt x="16791" y="18375"/>
                  <a:pt x="16789" y="18076"/>
                  <a:pt x="16750" y="17881"/>
                </a:cubicBezTo>
                <a:cubicBezTo>
                  <a:pt x="16661" y="17520"/>
                  <a:pt x="16532" y="17710"/>
                  <a:pt x="16433" y="17470"/>
                </a:cubicBezTo>
                <a:cubicBezTo>
                  <a:pt x="16430" y="17442"/>
                  <a:pt x="16432" y="17435"/>
                  <a:pt x="16438" y="17417"/>
                </a:cubicBezTo>
                <a:lnTo>
                  <a:pt x="16438" y="17411"/>
                </a:lnTo>
                <a:cubicBezTo>
                  <a:pt x="16543" y="17217"/>
                  <a:pt x="16667" y="17292"/>
                  <a:pt x="16775" y="17135"/>
                </a:cubicBezTo>
                <a:cubicBezTo>
                  <a:pt x="16791" y="17107"/>
                  <a:pt x="16805" y="16961"/>
                  <a:pt x="16798" y="16888"/>
                </a:cubicBezTo>
                <a:cubicBezTo>
                  <a:pt x="16783" y="16796"/>
                  <a:pt x="16762" y="16781"/>
                  <a:pt x="16741" y="16759"/>
                </a:cubicBezTo>
                <a:cubicBezTo>
                  <a:pt x="16708" y="16726"/>
                  <a:pt x="16674" y="16701"/>
                  <a:pt x="16641" y="16694"/>
                </a:cubicBezTo>
                <a:close/>
                <a:moveTo>
                  <a:pt x="17519" y="16718"/>
                </a:moveTo>
                <a:cubicBezTo>
                  <a:pt x="17457" y="16667"/>
                  <a:pt x="17327" y="16823"/>
                  <a:pt x="17236" y="16906"/>
                </a:cubicBezTo>
                <a:cubicBezTo>
                  <a:pt x="17223" y="16915"/>
                  <a:pt x="17226" y="16980"/>
                  <a:pt x="17230" y="17035"/>
                </a:cubicBezTo>
                <a:cubicBezTo>
                  <a:pt x="17237" y="17258"/>
                  <a:pt x="17277" y="17222"/>
                  <a:pt x="17303" y="17305"/>
                </a:cubicBezTo>
                <a:cubicBezTo>
                  <a:pt x="17292" y="17454"/>
                  <a:pt x="17286" y="17607"/>
                  <a:pt x="17271" y="17746"/>
                </a:cubicBezTo>
                <a:cubicBezTo>
                  <a:pt x="17257" y="17773"/>
                  <a:pt x="17234" y="17758"/>
                  <a:pt x="17233" y="17887"/>
                </a:cubicBezTo>
                <a:cubicBezTo>
                  <a:pt x="17231" y="17966"/>
                  <a:pt x="17241" y="18019"/>
                  <a:pt x="17240" y="18122"/>
                </a:cubicBezTo>
                <a:cubicBezTo>
                  <a:pt x="17226" y="18342"/>
                  <a:pt x="17201" y="18576"/>
                  <a:pt x="17211" y="18862"/>
                </a:cubicBezTo>
                <a:cubicBezTo>
                  <a:pt x="17223" y="19115"/>
                  <a:pt x="17243" y="19385"/>
                  <a:pt x="17273" y="19426"/>
                </a:cubicBezTo>
                <a:cubicBezTo>
                  <a:pt x="17369" y="19537"/>
                  <a:pt x="17447" y="19209"/>
                  <a:pt x="17520" y="18886"/>
                </a:cubicBezTo>
                <a:cubicBezTo>
                  <a:pt x="17532" y="18809"/>
                  <a:pt x="17509" y="18581"/>
                  <a:pt x="17500" y="18574"/>
                </a:cubicBezTo>
                <a:cubicBezTo>
                  <a:pt x="17435" y="18528"/>
                  <a:pt x="17375" y="18695"/>
                  <a:pt x="17310" y="18686"/>
                </a:cubicBezTo>
                <a:cubicBezTo>
                  <a:pt x="17316" y="18500"/>
                  <a:pt x="17324" y="18338"/>
                  <a:pt x="17339" y="18181"/>
                </a:cubicBezTo>
                <a:cubicBezTo>
                  <a:pt x="17392" y="18134"/>
                  <a:pt x="17471" y="18206"/>
                  <a:pt x="17503" y="18057"/>
                </a:cubicBezTo>
                <a:cubicBezTo>
                  <a:pt x="17512" y="17992"/>
                  <a:pt x="17509" y="17787"/>
                  <a:pt x="17500" y="17758"/>
                </a:cubicBezTo>
                <a:cubicBezTo>
                  <a:pt x="17460" y="17675"/>
                  <a:pt x="17407" y="17708"/>
                  <a:pt x="17367" y="17722"/>
                </a:cubicBezTo>
                <a:cubicBezTo>
                  <a:pt x="17373" y="17598"/>
                  <a:pt x="17379" y="17454"/>
                  <a:pt x="17386" y="17329"/>
                </a:cubicBezTo>
                <a:cubicBezTo>
                  <a:pt x="17421" y="17347"/>
                  <a:pt x="17454" y="17338"/>
                  <a:pt x="17485" y="17323"/>
                </a:cubicBezTo>
                <a:cubicBezTo>
                  <a:pt x="17519" y="17307"/>
                  <a:pt x="17558" y="17339"/>
                  <a:pt x="17581" y="17182"/>
                </a:cubicBezTo>
                <a:cubicBezTo>
                  <a:pt x="17588" y="17102"/>
                  <a:pt x="17563" y="16891"/>
                  <a:pt x="17548" y="16824"/>
                </a:cubicBezTo>
                <a:cubicBezTo>
                  <a:pt x="17533" y="16757"/>
                  <a:pt x="17527" y="16725"/>
                  <a:pt x="17519" y="16718"/>
                </a:cubicBezTo>
                <a:close/>
                <a:moveTo>
                  <a:pt x="16258" y="16747"/>
                </a:moveTo>
                <a:cubicBezTo>
                  <a:pt x="16241" y="16738"/>
                  <a:pt x="16234" y="16895"/>
                  <a:pt x="16231" y="16971"/>
                </a:cubicBezTo>
                <a:cubicBezTo>
                  <a:pt x="16217" y="17526"/>
                  <a:pt x="16212" y="18149"/>
                  <a:pt x="16214" y="18750"/>
                </a:cubicBezTo>
                <a:cubicBezTo>
                  <a:pt x="16215" y="18975"/>
                  <a:pt x="16209" y="19277"/>
                  <a:pt x="16256" y="19332"/>
                </a:cubicBezTo>
                <a:cubicBezTo>
                  <a:pt x="16274" y="19360"/>
                  <a:pt x="16309" y="19330"/>
                  <a:pt x="16311" y="19256"/>
                </a:cubicBezTo>
                <a:cubicBezTo>
                  <a:pt x="16321" y="18552"/>
                  <a:pt x="16308" y="17764"/>
                  <a:pt x="16299" y="17041"/>
                </a:cubicBezTo>
                <a:cubicBezTo>
                  <a:pt x="16298" y="16967"/>
                  <a:pt x="16282" y="16784"/>
                  <a:pt x="16258" y="16747"/>
                </a:cubicBezTo>
                <a:close/>
                <a:moveTo>
                  <a:pt x="17928" y="17376"/>
                </a:moveTo>
                <a:cubicBezTo>
                  <a:pt x="17941" y="17304"/>
                  <a:pt x="17948" y="17663"/>
                  <a:pt x="17945" y="17811"/>
                </a:cubicBezTo>
                <a:cubicBezTo>
                  <a:pt x="17934" y="18246"/>
                  <a:pt x="17844" y="18616"/>
                  <a:pt x="17799" y="18692"/>
                </a:cubicBezTo>
                <a:cubicBezTo>
                  <a:pt x="17784" y="18717"/>
                  <a:pt x="17777" y="18718"/>
                  <a:pt x="17761" y="18721"/>
                </a:cubicBezTo>
                <a:cubicBezTo>
                  <a:pt x="17786" y="18365"/>
                  <a:pt x="17856" y="17756"/>
                  <a:pt x="17928" y="17376"/>
                </a:cubicBezTo>
                <a:close/>
                <a:moveTo>
                  <a:pt x="12111" y="17388"/>
                </a:moveTo>
                <a:cubicBezTo>
                  <a:pt x="12034" y="17388"/>
                  <a:pt x="11977" y="17727"/>
                  <a:pt x="11977" y="18216"/>
                </a:cubicBezTo>
                <a:cubicBezTo>
                  <a:pt x="11977" y="18707"/>
                  <a:pt x="12033" y="19050"/>
                  <a:pt x="12111" y="19050"/>
                </a:cubicBezTo>
                <a:cubicBezTo>
                  <a:pt x="12188" y="19050"/>
                  <a:pt x="12245" y="18705"/>
                  <a:pt x="12245" y="18216"/>
                </a:cubicBezTo>
                <a:cubicBezTo>
                  <a:pt x="12245" y="17727"/>
                  <a:pt x="12187" y="17388"/>
                  <a:pt x="12111" y="17388"/>
                </a:cubicBezTo>
                <a:close/>
                <a:moveTo>
                  <a:pt x="11704" y="17394"/>
                </a:moveTo>
                <a:lnTo>
                  <a:pt x="11704" y="19038"/>
                </a:lnTo>
                <a:lnTo>
                  <a:pt x="11726" y="19038"/>
                </a:lnTo>
                <a:lnTo>
                  <a:pt x="11726" y="18316"/>
                </a:lnTo>
                <a:lnTo>
                  <a:pt x="11777" y="18316"/>
                </a:lnTo>
                <a:cubicBezTo>
                  <a:pt x="11828" y="18316"/>
                  <a:pt x="11855" y="18082"/>
                  <a:pt x="11855" y="17852"/>
                </a:cubicBezTo>
                <a:cubicBezTo>
                  <a:pt x="11855" y="17621"/>
                  <a:pt x="11830" y="17394"/>
                  <a:pt x="11778" y="17394"/>
                </a:cubicBezTo>
                <a:lnTo>
                  <a:pt x="11704" y="17394"/>
                </a:lnTo>
                <a:close/>
                <a:moveTo>
                  <a:pt x="12349" y="17394"/>
                </a:moveTo>
                <a:lnTo>
                  <a:pt x="12429" y="19038"/>
                </a:lnTo>
                <a:lnTo>
                  <a:pt x="12454" y="19038"/>
                </a:lnTo>
                <a:lnTo>
                  <a:pt x="12495" y="18116"/>
                </a:lnTo>
                <a:cubicBezTo>
                  <a:pt x="12497" y="18054"/>
                  <a:pt x="12516" y="17601"/>
                  <a:pt x="12518" y="17546"/>
                </a:cubicBezTo>
                <a:cubicBezTo>
                  <a:pt x="12520" y="17601"/>
                  <a:pt x="12538" y="18048"/>
                  <a:pt x="12541" y="18110"/>
                </a:cubicBezTo>
                <a:lnTo>
                  <a:pt x="12582" y="19038"/>
                </a:lnTo>
                <a:lnTo>
                  <a:pt x="12607" y="19038"/>
                </a:lnTo>
                <a:lnTo>
                  <a:pt x="12688" y="17394"/>
                </a:lnTo>
                <a:lnTo>
                  <a:pt x="12663" y="17394"/>
                </a:lnTo>
                <a:lnTo>
                  <a:pt x="12620" y="18339"/>
                </a:lnTo>
                <a:cubicBezTo>
                  <a:pt x="12617" y="18399"/>
                  <a:pt x="12599" y="18818"/>
                  <a:pt x="12596" y="18903"/>
                </a:cubicBezTo>
                <a:cubicBezTo>
                  <a:pt x="12592" y="18816"/>
                  <a:pt x="12574" y="18392"/>
                  <a:pt x="12571" y="18339"/>
                </a:cubicBezTo>
                <a:lnTo>
                  <a:pt x="12530" y="17394"/>
                </a:lnTo>
                <a:lnTo>
                  <a:pt x="12507" y="17394"/>
                </a:lnTo>
                <a:lnTo>
                  <a:pt x="12465" y="18339"/>
                </a:lnTo>
                <a:lnTo>
                  <a:pt x="12442" y="18903"/>
                </a:lnTo>
                <a:cubicBezTo>
                  <a:pt x="12438" y="18820"/>
                  <a:pt x="12419" y="18399"/>
                  <a:pt x="12416" y="18339"/>
                </a:cubicBezTo>
                <a:lnTo>
                  <a:pt x="12373" y="17394"/>
                </a:lnTo>
                <a:lnTo>
                  <a:pt x="12349" y="17394"/>
                </a:lnTo>
                <a:close/>
                <a:moveTo>
                  <a:pt x="12813" y="17394"/>
                </a:moveTo>
                <a:lnTo>
                  <a:pt x="12813" y="19038"/>
                </a:lnTo>
                <a:lnTo>
                  <a:pt x="12954" y="19038"/>
                </a:lnTo>
                <a:lnTo>
                  <a:pt x="12954" y="18933"/>
                </a:lnTo>
                <a:lnTo>
                  <a:pt x="12834" y="18933"/>
                </a:lnTo>
                <a:lnTo>
                  <a:pt x="12834" y="18204"/>
                </a:lnTo>
                <a:lnTo>
                  <a:pt x="12938" y="18204"/>
                </a:lnTo>
                <a:lnTo>
                  <a:pt x="12938" y="18098"/>
                </a:lnTo>
                <a:lnTo>
                  <a:pt x="12834" y="18098"/>
                </a:lnTo>
                <a:lnTo>
                  <a:pt x="12834" y="17505"/>
                </a:lnTo>
                <a:lnTo>
                  <a:pt x="12954" y="17505"/>
                </a:lnTo>
                <a:lnTo>
                  <a:pt x="12954" y="17394"/>
                </a:lnTo>
                <a:lnTo>
                  <a:pt x="12813" y="17394"/>
                </a:lnTo>
                <a:close/>
                <a:moveTo>
                  <a:pt x="13087" y="17394"/>
                </a:moveTo>
                <a:lnTo>
                  <a:pt x="13087" y="19038"/>
                </a:lnTo>
                <a:lnTo>
                  <a:pt x="13108" y="19038"/>
                </a:lnTo>
                <a:lnTo>
                  <a:pt x="13108" y="18245"/>
                </a:lnTo>
                <a:lnTo>
                  <a:pt x="13160" y="18245"/>
                </a:lnTo>
                <a:lnTo>
                  <a:pt x="13234" y="19038"/>
                </a:lnTo>
                <a:lnTo>
                  <a:pt x="13259" y="19038"/>
                </a:lnTo>
                <a:lnTo>
                  <a:pt x="13181" y="18234"/>
                </a:lnTo>
                <a:cubicBezTo>
                  <a:pt x="13219" y="18180"/>
                  <a:pt x="13238" y="17987"/>
                  <a:pt x="13238" y="17816"/>
                </a:cubicBezTo>
                <a:cubicBezTo>
                  <a:pt x="13238" y="17609"/>
                  <a:pt x="13215" y="17394"/>
                  <a:pt x="13162" y="17394"/>
                </a:cubicBezTo>
                <a:lnTo>
                  <a:pt x="13087" y="17394"/>
                </a:lnTo>
                <a:close/>
                <a:moveTo>
                  <a:pt x="13384" y="17394"/>
                </a:moveTo>
                <a:lnTo>
                  <a:pt x="13384" y="19038"/>
                </a:lnTo>
                <a:lnTo>
                  <a:pt x="13526" y="19038"/>
                </a:lnTo>
                <a:lnTo>
                  <a:pt x="13526" y="18933"/>
                </a:lnTo>
                <a:lnTo>
                  <a:pt x="13405" y="18933"/>
                </a:lnTo>
                <a:lnTo>
                  <a:pt x="13405" y="18204"/>
                </a:lnTo>
                <a:lnTo>
                  <a:pt x="13509" y="18204"/>
                </a:lnTo>
                <a:lnTo>
                  <a:pt x="13509" y="18098"/>
                </a:lnTo>
                <a:lnTo>
                  <a:pt x="13405" y="18098"/>
                </a:lnTo>
                <a:lnTo>
                  <a:pt x="13405" y="17505"/>
                </a:lnTo>
                <a:lnTo>
                  <a:pt x="13526" y="17505"/>
                </a:lnTo>
                <a:lnTo>
                  <a:pt x="13526" y="17394"/>
                </a:lnTo>
                <a:lnTo>
                  <a:pt x="13384" y="17394"/>
                </a:lnTo>
                <a:close/>
                <a:moveTo>
                  <a:pt x="13658" y="17394"/>
                </a:moveTo>
                <a:lnTo>
                  <a:pt x="13658" y="19038"/>
                </a:lnTo>
                <a:lnTo>
                  <a:pt x="13735" y="19038"/>
                </a:lnTo>
                <a:cubicBezTo>
                  <a:pt x="13829" y="19038"/>
                  <a:pt x="13879" y="18721"/>
                  <a:pt x="13879" y="18210"/>
                </a:cubicBezTo>
                <a:cubicBezTo>
                  <a:pt x="13879" y="17699"/>
                  <a:pt x="13829" y="17394"/>
                  <a:pt x="13736" y="17394"/>
                </a:cubicBezTo>
                <a:lnTo>
                  <a:pt x="13658" y="17394"/>
                </a:lnTo>
                <a:close/>
                <a:moveTo>
                  <a:pt x="14186" y="17394"/>
                </a:moveTo>
                <a:lnTo>
                  <a:pt x="14186" y="19038"/>
                </a:lnTo>
                <a:lnTo>
                  <a:pt x="14257" y="19038"/>
                </a:lnTo>
                <a:cubicBezTo>
                  <a:pt x="14312" y="19038"/>
                  <a:pt x="14348" y="18860"/>
                  <a:pt x="14348" y="18551"/>
                </a:cubicBezTo>
                <a:cubicBezTo>
                  <a:pt x="14348" y="18341"/>
                  <a:pt x="14325" y="18162"/>
                  <a:pt x="14289" y="18134"/>
                </a:cubicBezTo>
                <a:cubicBezTo>
                  <a:pt x="14320" y="18091"/>
                  <a:pt x="14334" y="17926"/>
                  <a:pt x="14334" y="17769"/>
                </a:cubicBezTo>
                <a:cubicBezTo>
                  <a:pt x="14334" y="17534"/>
                  <a:pt x="14305" y="17394"/>
                  <a:pt x="14253" y="17394"/>
                </a:cubicBezTo>
                <a:lnTo>
                  <a:pt x="14186" y="17394"/>
                </a:lnTo>
                <a:close/>
                <a:moveTo>
                  <a:pt x="14439" y="17394"/>
                </a:moveTo>
                <a:lnTo>
                  <a:pt x="14532" y="18316"/>
                </a:lnTo>
                <a:lnTo>
                  <a:pt x="14532" y="19038"/>
                </a:lnTo>
                <a:lnTo>
                  <a:pt x="14553" y="19038"/>
                </a:lnTo>
                <a:lnTo>
                  <a:pt x="14553" y="18316"/>
                </a:lnTo>
                <a:lnTo>
                  <a:pt x="14645" y="17394"/>
                </a:lnTo>
                <a:lnTo>
                  <a:pt x="14620" y="17394"/>
                </a:lnTo>
                <a:lnTo>
                  <a:pt x="14543" y="18204"/>
                </a:lnTo>
                <a:lnTo>
                  <a:pt x="14464" y="17394"/>
                </a:lnTo>
                <a:lnTo>
                  <a:pt x="14439" y="17394"/>
                </a:lnTo>
                <a:close/>
                <a:moveTo>
                  <a:pt x="15383" y="17405"/>
                </a:moveTo>
                <a:cubicBezTo>
                  <a:pt x="15378" y="17920"/>
                  <a:pt x="15377" y="18489"/>
                  <a:pt x="15378" y="18850"/>
                </a:cubicBezTo>
                <a:cubicBezTo>
                  <a:pt x="15284" y="18684"/>
                  <a:pt x="15186" y="18371"/>
                  <a:pt x="15121" y="17852"/>
                </a:cubicBezTo>
                <a:cubicBezTo>
                  <a:pt x="15106" y="17707"/>
                  <a:pt x="15163" y="17616"/>
                  <a:pt x="15190" y="17570"/>
                </a:cubicBezTo>
                <a:cubicBezTo>
                  <a:pt x="15252" y="17467"/>
                  <a:pt x="15317" y="17423"/>
                  <a:pt x="15383" y="17405"/>
                </a:cubicBezTo>
                <a:close/>
                <a:moveTo>
                  <a:pt x="12111" y="17499"/>
                </a:moveTo>
                <a:cubicBezTo>
                  <a:pt x="12174" y="17499"/>
                  <a:pt x="12222" y="17799"/>
                  <a:pt x="12222" y="18216"/>
                </a:cubicBezTo>
                <a:cubicBezTo>
                  <a:pt x="12222" y="18628"/>
                  <a:pt x="12175" y="18933"/>
                  <a:pt x="12111" y="18933"/>
                </a:cubicBezTo>
                <a:cubicBezTo>
                  <a:pt x="12046" y="18933"/>
                  <a:pt x="12000" y="18633"/>
                  <a:pt x="12000" y="18216"/>
                </a:cubicBezTo>
                <a:cubicBezTo>
                  <a:pt x="12000" y="17799"/>
                  <a:pt x="12047" y="17499"/>
                  <a:pt x="12111" y="17499"/>
                </a:cubicBezTo>
                <a:close/>
                <a:moveTo>
                  <a:pt x="13107" y="17499"/>
                </a:moveTo>
                <a:lnTo>
                  <a:pt x="13160" y="17499"/>
                </a:lnTo>
                <a:cubicBezTo>
                  <a:pt x="13197" y="17499"/>
                  <a:pt x="13215" y="17644"/>
                  <a:pt x="13215" y="17811"/>
                </a:cubicBezTo>
                <a:cubicBezTo>
                  <a:pt x="13215" y="18075"/>
                  <a:pt x="13178" y="18145"/>
                  <a:pt x="13158" y="18145"/>
                </a:cubicBezTo>
                <a:lnTo>
                  <a:pt x="13107" y="18145"/>
                </a:lnTo>
                <a:lnTo>
                  <a:pt x="13107" y="17499"/>
                </a:lnTo>
                <a:close/>
                <a:moveTo>
                  <a:pt x="11726" y="17505"/>
                </a:moveTo>
                <a:lnTo>
                  <a:pt x="11776" y="17505"/>
                </a:lnTo>
                <a:cubicBezTo>
                  <a:pt x="11814" y="17505"/>
                  <a:pt x="11832" y="17674"/>
                  <a:pt x="11832" y="17852"/>
                </a:cubicBezTo>
                <a:cubicBezTo>
                  <a:pt x="11832" y="18036"/>
                  <a:pt x="11813" y="18204"/>
                  <a:pt x="11776" y="18204"/>
                </a:cubicBezTo>
                <a:lnTo>
                  <a:pt x="11726" y="18204"/>
                </a:lnTo>
                <a:lnTo>
                  <a:pt x="11726" y="17505"/>
                </a:lnTo>
                <a:close/>
                <a:moveTo>
                  <a:pt x="13679" y="17505"/>
                </a:moveTo>
                <a:lnTo>
                  <a:pt x="13738" y="17505"/>
                </a:lnTo>
                <a:cubicBezTo>
                  <a:pt x="13804" y="17505"/>
                  <a:pt x="13857" y="17729"/>
                  <a:pt x="13857" y="18222"/>
                </a:cubicBezTo>
                <a:cubicBezTo>
                  <a:pt x="13857" y="18715"/>
                  <a:pt x="13806" y="18933"/>
                  <a:pt x="13738" y="18933"/>
                </a:cubicBezTo>
                <a:lnTo>
                  <a:pt x="13679" y="18933"/>
                </a:lnTo>
                <a:lnTo>
                  <a:pt x="13679" y="17505"/>
                </a:lnTo>
                <a:close/>
                <a:moveTo>
                  <a:pt x="14207" y="17505"/>
                </a:moveTo>
                <a:lnTo>
                  <a:pt x="14252" y="17505"/>
                </a:lnTo>
                <a:cubicBezTo>
                  <a:pt x="14287" y="17505"/>
                  <a:pt x="14313" y="17584"/>
                  <a:pt x="14313" y="17775"/>
                </a:cubicBezTo>
                <a:cubicBezTo>
                  <a:pt x="14313" y="17990"/>
                  <a:pt x="14287" y="18081"/>
                  <a:pt x="14250" y="18081"/>
                </a:cubicBezTo>
                <a:lnTo>
                  <a:pt x="14207" y="18081"/>
                </a:lnTo>
                <a:lnTo>
                  <a:pt x="14207" y="17505"/>
                </a:lnTo>
                <a:close/>
                <a:moveTo>
                  <a:pt x="14207" y="18192"/>
                </a:moveTo>
                <a:lnTo>
                  <a:pt x="14255" y="18192"/>
                </a:lnTo>
                <a:cubicBezTo>
                  <a:pt x="14288" y="18192"/>
                  <a:pt x="14325" y="18294"/>
                  <a:pt x="14325" y="18551"/>
                </a:cubicBezTo>
                <a:cubicBezTo>
                  <a:pt x="14325" y="18807"/>
                  <a:pt x="14299" y="18933"/>
                  <a:pt x="14253" y="18933"/>
                </a:cubicBezTo>
                <a:lnTo>
                  <a:pt x="14207" y="18933"/>
                </a:lnTo>
                <a:lnTo>
                  <a:pt x="14207" y="18192"/>
                </a:lnTo>
                <a:close/>
                <a:moveTo>
                  <a:pt x="20508" y="19990"/>
                </a:moveTo>
                <a:cubicBezTo>
                  <a:pt x="20457" y="20046"/>
                  <a:pt x="20399" y="20232"/>
                  <a:pt x="20382" y="20554"/>
                </a:cubicBezTo>
                <a:cubicBezTo>
                  <a:pt x="20378" y="20681"/>
                  <a:pt x="20383" y="20801"/>
                  <a:pt x="20399" y="20889"/>
                </a:cubicBezTo>
                <a:cubicBezTo>
                  <a:pt x="20397" y="20968"/>
                  <a:pt x="20395" y="21073"/>
                  <a:pt x="20409" y="21130"/>
                </a:cubicBezTo>
                <a:cubicBezTo>
                  <a:pt x="20426" y="21181"/>
                  <a:pt x="20429" y="21067"/>
                  <a:pt x="20438" y="21024"/>
                </a:cubicBezTo>
                <a:cubicBezTo>
                  <a:pt x="20485" y="21136"/>
                  <a:pt x="20531" y="21004"/>
                  <a:pt x="20567" y="20836"/>
                </a:cubicBezTo>
                <a:cubicBezTo>
                  <a:pt x="20595" y="20693"/>
                  <a:pt x="20629" y="20518"/>
                  <a:pt x="20615" y="20284"/>
                </a:cubicBezTo>
                <a:cubicBezTo>
                  <a:pt x="20608" y="20191"/>
                  <a:pt x="20591" y="20137"/>
                  <a:pt x="20575" y="20137"/>
                </a:cubicBezTo>
                <a:cubicBezTo>
                  <a:pt x="20559" y="20009"/>
                  <a:pt x="20534" y="19970"/>
                  <a:pt x="20508" y="19990"/>
                </a:cubicBezTo>
                <a:close/>
                <a:moveTo>
                  <a:pt x="18501" y="20137"/>
                </a:moveTo>
                <a:cubicBezTo>
                  <a:pt x="18236" y="20146"/>
                  <a:pt x="17879" y="20093"/>
                  <a:pt x="17814" y="20536"/>
                </a:cubicBezTo>
                <a:cubicBezTo>
                  <a:pt x="17781" y="20714"/>
                  <a:pt x="17814" y="21040"/>
                  <a:pt x="17901" y="21065"/>
                </a:cubicBezTo>
                <a:cubicBezTo>
                  <a:pt x="18730" y="21153"/>
                  <a:pt x="19153" y="21036"/>
                  <a:pt x="20005" y="20947"/>
                </a:cubicBezTo>
                <a:cubicBezTo>
                  <a:pt x="20092" y="20938"/>
                  <a:pt x="20310" y="20785"/>
                  <a:pt x="20354" y="20548"/>
                </a:cubicBezTo>
                <a:cubicBezTo>
                  <a:pt x="20364" y="20384"/>
                  <a:pt x="20181" y="20326"/>
                  <a:pt x="20092" y="20295"/>
                </a:cubicBezTo>
                <a:cubicBezTo>
                  <a:pt x="19437" y="20162"/>
                  <a:pt x="19210" y="20112"/>
                  <a:pt x="18501" y="20137"/>
                </a:cubicBezTo>
                <a:close/>
                <a:moveTo>
                  <a:pt x="20477" y="20284"/>
                </a:moveTo>
                <a:cubicBezTo>
                  <a:pt x="20453" y="20391"/>
                  <a:pt x="20433" y="20524"/>
                  <a:pt x="20417" y="20671"/>
                </a:cubicBezTo>
                <a:cubicBezTo>
                  <a:pt x="20409" y="20579"/>
                  <a:pt x="20422" y="20489"/>
                  <a:pt x="20432" y="20413"/>
                </a:cubicBezTo>
                <a:lnTo>
                  <a:pt x="20477" y="20284"/>
                </a:lnTo>
                <a:close/>
                <a:moveTo>
                  <a:pt x="20576" y="20319"/>
                </a:moveTo>
                <a:lnTo>
                  <a:pt x="20585" y="20378"/>
                </a:lnTo>
                <a:cubicBezTo>
                  <a:pt x="20591" y="20467"/>
                  <a:pt x="20571" y="20605"/>
                  <a:pt x="20552" y="20671"/>
                </a:cubicBezTo>
                <a:cubicBezTo>
                  <a:pt x="20524" y="20764"/>
                  <a:pt x="20493" y="20831"/>
                  <a:pt x="20457" y="20806"/>
                </a:cubicBezTo>
                <a:cubicBezTo>
                  <a:pt x="20462" y="20728"/>
                  <a:pt x="20472" y="20663"/>
                  <a:pt x="20486" y="20583"/>
                </a:cubicBezTo>
                <a:cubicBezTo>
                  <a:pt x="20511" y="20438"/>
                  <a:pt x="20544" y="20257"/>
                  <a:pt x="20576" y="20319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888" name="Shape"/>
          <p:cNvSpPr/>
          <p:nvPr/>
        </p:nvSpPr>
        <p:spPr>
          <a:xfrm>
            <a:off x="7492827" y="8407690"/>
            <a:ext cx="3606595" cy="10174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0" h="21558" fill="norm" stroke="1" extrusionOk="0">
                <a:moveTo>
                  <a:pt x="857" y="7"/>
                </a:moveTo>
                <a:cubicBezTo>
                  <a:pt x="695" y="29"/>
                  <a:pt x="478" y="145"/>
                  <a:pt x="306" y="312"/>
                </a:cubicBezTo>
                <a:cubicBezTo>
                  <a:pt x="185" y="429"/>
                  <a:pt x="103" y="614"/>
                  <a:pt x="45" y="972"/>
                </a:cubicBezTo>
                <a:cubicBezTo>
                  <a:pt x="16" y="1152"/>
                  <a:pt x="-10" y="1346"/>
                  <a:pt x="4" y="1544"/>
                </a:cubicBezTo>
                <a:cubicBezTo>
                  <a:pt x="17" y="1712"/>
                  <a:pt x="85" y="1771"/>
                  <a:pt x="139" y="1802"/>
                </a:cubicBezTo>
                <a:cubicBezTo>
                  <a:pt x="192" y="1831"/>
                  <a:pt x="311" y="1855"/>
                  <a:pt x="343" y="1719"/>
                </a:cubicBezTo>
                <a:cubicBezTo>
                  <a:pt x="357" y="1659"/>
                  <a:pt x="355" y="1603"/>
                  <a:pt x="344" y="1533"/>
                </a:cubicBezTo>
                <a:cubicBezTo>
                  <a:pt x="332" y="1458"/>
                  <a:pt x="301" y="1405"/>
                  <a:pt x="273" y="1386"/>
                </a:cubicBezTo>
                <a:cubicBezTo>
                  <a:pt x="240" y="1365"/>
                  <a:pt x="179" y="1350"/>
                  <a:pt x="164" y="1327"/>
                </a:cubicBezTo>
                <a:cubicBezTo>
                  <a:pt x="155" y="1315"/>
                  <a:pt x="146" y="1297"/>
                  <a:pt x="146" y="1297"/>
                </a:cubicBezTo>
                <a:cubicBezTo>
                  <a:pt x="146" y="1297"/>
                  <a:pt x="150" y="1285"/>
                  <a:pt x="153" y="1275"/>
                </a:cubicBezTo>
                <a:cubicBezTo>
                  <a:pt x="160" y="1256"/>
                  <a:pt x="183" y="1220"/>
                  <a:pt x="197" y="1208"/>
                </a:cubicBezTo>
                <a:cubicBezTo>
                  <a:pt x="216" y="1193"/>
                  <a:pt x="236" y="1170"/>
                  <a:pt x="256" y="1150"/>
                </a:cubicBezTo>
                <a:cubicBezTo>
                  <a:pt x="396" y="1013"/>
                  <a:pt x="672" y="991"/>
                  <a:pt x="798" y="1008"/>
                </a:cubicBezTo>
                <a:cubicBezTo>
                  <a:pt x="1290" y="1073"/>
                  <a:pt x="1748" y="1461"/>
                  <a:pt x="2211" y="2135"/>
                </a:cubicBezTo>
                <a:cubicBezTo>
                  <a:pt x="2664" y="2795"/>
                  <a:pt x="3181" y="3920"/>
                  <a:pt x="3481" y="5289"/>
                </a:cubicBezTo>
                <a:cubicBezTo>
                  <a:pt x="3595" y="5807"/>
                  <a:pt x="3738" y="6658"/>
                  <a:pt x="3755" y="7375"/>
                </a:cubicBezTo>
                <a:cubicBezTo>
                  <a:pt x="3771" y="8032"/>
                  <a:pt x="3711" y="8661"/>
                  <a:pt x="3598" y="9121"/>
                </a:cubicBezTo>
                <a:cubicBezTo>
                  <a:pt x="3512" y="9468"/>
                  <a:pt x="3399" y="9725"/>
                  <a:pt x="3275" y="9931"/>
                </a:cubicBezTo>
                <a:cubicBezTo>
                  <a:pt x="2994" y="10401"/>
                  <a:pt x="2651" y="10498"/>
                  <a:pt x="2344" y="10469"/>
                </a:cubicBezTo>
                <a:cubicBezTo>
                  <a:pt x="2304" y="10466"/>
                  <a:pt x="2152" y="10416"/>
                  <a:pt x="2116" y="10397"/>
                </a:cubicBezTo>
                <a:cubicBezTo>
                  <a:pt x="2054" y="10361"/>
                  <a:pt x="1975" y="10308"/>
                  <a:pt x="1975" y="10308"/>
                </a:cubicBezTo>
                <a:lnTo>
                  <a:pt x="1955" y="6948"/>
                </a:lnTo>
                <a:cubicBezTo>
                  <a:pt x="1955" y="6948"/>
                  <a:pt x="2050" y="6959"/>
                  <a:pt x="2118" y="6973"/>
                </a:cubicBezTo>
                <a:cubicBezTo>
                  <a:pt x="2290" y="7009"/>
                  <a:pt x="2646" y="7217"/>
                  <a:pt x="2824" y="7467"/>
                </a:cubicBezTo>
                <a:cubicBezTo>
                  <a:pt x="2862" y="7520"/>
                  <a:pt x="2902" y="7603"/>
                  <a:pt x="2905" y="7736"/>
                </a:cubicBezTo>
                <a:cubicBezTo>
                  <a:pt x="2908" y="7839"/>
                  <a:pt x="2885" y="7926"/>
                  <a:pt x="2859" y="8005"/>
                </a:cubicBezTo>
                <a:cubicBezTo>
                  <a:pt x="2847" y="8044"/>
                  <a:pt x="2834" y="8075"/>
                  <a:pt x="2819" y="8105"/>
                </a:cubicBezTo>
                <a:cubicBezTo>
                  <a:pt x="2788" y="8162"/>
                  <a:pt x="2736" y="8261"/>
                  <a:pt x="2733" y="8277"/>
                </a:cubicBezTo>
                <a:cubicBezTo>
                  <a:pt x="2723" y="8323"/>
                  <a:pt x="2722" y="8390"/>
                  <a:pt x="2735" y="8427"/>
                </a:cubicBezTo>
                <a:cubicBezTo>
                  <a:pt x="2770" y="8521"/>
                  <a:pt x="2881" y="8575"/>
                  <a:pt x="2911" y="8568"/>
                </a:cubicBezTo>
                <a:cubicBezTo>
                  <a:pt x="3010" y="8549"/>
                  <a:pt x="3108" y="8310"/>
                  <a:pt x="3160" y="7989"/>
                </a:cubicBezTo>
                <a:cubicBezTo>
                  <a:pt x="3206" y="7704"/>
                  <a:pt x="3211" y="7485"/>
                  <a:pt x="3180" y="7170"/>
                </a:cubicBezTo>
                <a:cubicBezTo>
                  <a:pt x="3148" y="6826"/>
                  <a:pt x="3047" y="6500"/>
                  <a:pt x="2940" y="6307"/>
                </a:cubicBezTo>
                <a:cubicBezTo>
                  <a:pt x="2809" y="6073"/>
                  <a:pt x="2582" y="5899"/>
                  <a:pt x="2465" y="5833"/>
                </a:cubicBezTo>
                <a:cubicBezTo>
                  <a:pt x="2374" y="5781"/>
                  <a:pt x="2277" y="5732"/>
                  <a:pt x="2189" y="5725"/>
                </a:cubicBezTo>
                <a:cubicBezTo>
                  <a:pt x="2098" y="5716"/>
                  <a:pt x="1951" y="5730"/>
                  <a:pt x="1951" y="5730"/>
                </a:cubicBezTo>
                <a:cubicBezTo>
                  <a:pt x="1951" y="5730"/>
                  <a:pt x="1949" y="5274"/>
                  <a:pt x="1943" y="4970"/>
                </a:cubicBezTo>
                <a:cubicBezTo>
                  <a:pt x="1933" y="4472"/>
                  <a:pt x="1895" y="3496"/>
                  <a:pt x="1766" y="3214"/>
                </a:cubicBezTo>
                <a:cubicBezTo>
                  <a:pt x="1743" y="3163"/>
                  <a:pt x="1714" y="3156"/>
                  <a:pt x="1698" y="3233"/>
                </a:cubicBezTo>
                <a:cubicBezTo>
                  <a:pt x="1673" y="3348"/>
                  <a:pt x="1649" y="3786"/>
                  <a:pt x="1643" y="3899"/>
                </a:cubicBezTo>
                <a:cubicBezTo>
                  <a:pt x="1633" y="4109"/>
                  <a:pt x="1600" y="5104"/>
                  <a:pt x="1601" y="5256"/>
                </a:cubicBezTo>
                <a:cubicBezTo>
                  <a:pt x="1602" y="5409"/>
                  <a:pt x="1597" y="5831"/>
                  <a:pt x="1595" y="5844"/>
                </a:cubicBezTo>
                <a:cubicBezTo>
                  <a:pt x="1593" y="5850"/>
                  <a:pt x="1592" y="5855"/>
                  <a:pt x="1590" y="5861"/>
                </a:cubicBezTo>
                <a:cubicBezTo>
                  <a:pt x="1585" y="5872"/>
                  <a:pt x="1503" y="5922"/>
                  <a:pt x="1451" y="5949"/>
                </a:cubicBezTo>
                <a:cubicBezTo>
                  <a:pt x="1339" y="6007"/>
                  <a:pt x="1070" y="6319"/>
                  <a:pt x="983" y="6454"/>
                </a:cubicBezTo>
                <a:cubicBezTo>
                  <a:pt x="866" y="6637"/>
                  <a:pt x="693" y="6956"/>
                  <a:pt x="646" y="7381"/>
                </a:cubicBezTo>
                <a:cubicBezTo>
                  <a:pt x="611" y="7686"/>
                  <a:pt x="624" y="7943"/>
                  <a:pt x="670" y="8230"/>
                </a:cubicBezTo>
                <a:cubicBezTo>
                  <a:pt x="729" y="8598"/>
                  <a:pt x="806" y="8885"/>
                  <a:pt x="892" y="9173"/>
                </a:cubicBezTo>
                <a:cubicBezTo>
                  <a:pt x="922" y="9276"/>
                  <a:pt x="1061" y="9687"/>
                  <a:pt x="1093" y="9773"/>
                </a:cubicBezTo>
                <a:cubicBezTo>
                  <a:pt x="1210" y="10077"/>
                  <a:pt x="1343" y="10374"/>
                  <a:pt x="1483" y="10619"/>
                </a:cubicBezTo>
                <a:cubicBezTo>
                  <a:pt x="1529" y="10699"/>
                  <a:pt x="1584" y="10791"/>
                  <a:pt x="1584" y="10791"/>
                </a:cubicBezTo>
                <a:cubicBezTo>
                  <a:pt x="1584" y="10791"/>
                  <a:pt x="1595" y="11180"/>
                  <a:pt x="1605" y="11404"/>
                </a:cubicBezTo>
                <a:cubicBezTo>
                  <a:pt x="1618" y="11683"/>
                  <a:pt x="1644" y="11924"/>
                  <a:pt x="1717" y="12034"/>
                </a:cubicBezTo>
                <a:cubicBezTo>
                  <a:pt x="1762" y="12101"/>
                  <a:pt x="1813" y="12093"/>
                  <a:pt x="1861" y="12061"/>
                </a:cubicBezTo>
                <a:cubicBezTo>
                  <a:pt x="1901" y="12034"/>
                  <a:pt x="1929" y="11970"/>
                  <a:pt x="1946" y="11848"/>
                </a:cubicBezTo>
                <a:cubicBezTo>
                  <a:pt x="1952" y="11802"/>
                  <a:pt x="1964" y="11660"/>
                  <a:pt x="1965" y="11606"/>
                </a:cubicBezTo>
                <a:cubicBezTo>
                  <a:pt x="1969" y="11489"/>
                  <a:pt x="1969" y="11323"/>
                  <a:pt x="1969" y="11323"/>
                </a:cubicBezTo>
                <a:cubicBezTo>
                  <a:pt x="1969" y="11323"/>
                  <a:pt x="2087" y="11419"/>
                  <a:pt x="2166" y="11470"/>
                </a:cubicBezTo>
                <a:cubicBezTo>
                  <a:pt x="2396" y="11621"/>
                  <a:pt x="2646" y="11635"/>
                  <a:pt x="2864" y="11543"/>
                </a:cubicBezTo>
                <a:cubicBezTo>
                  <a:pt x="3184" y="11404"/>
                  <a:pt x="3557" y="10982"/>
                  <a:pt x="3799" y="10244"/>
                </a:cubicBezTo>
                <a:cubicBezTo>
                  <a:pt x="3864" y="10046"/>
                  <a:pt x="3973" y="9583"/>
                  <a:pt x="4019" y="9290"/>
                </a:cubicBezTo>
                <a:cubicBezTo>
                  <a:pt x="4046" y="9119"/>
                  <a:pt x="4072" y="8947"/>
                  <a:pt x="4097" y="8738"/>
                </a:cubicBezTo>
                <a:cubicBezTo>
                  <a:pt x="4103" y="8696"/>
                  <a:pt x="4134" y="8352"/>
                  <a:pt x="4141" y="8202"/>
                </a:cubicBezTo>
                <a:cubicBezTo>
                  <a:pt x="4144" y="8138"/>
                  <a:pt x="4163" y="7646"/>
                  <a:pt x="4155" y="7387"/>
                </a:cubicBezTo>
                <a:cubicBezTo>
                  <a:pt x="4156" y="7278"/>
                  <a:pt x="4138" y="6993"/>
                  <a:pt x="4137" y="6943"/>
                </a:cubicBezTo>
                <a:lnTo>
                  <a:pt x="4136" y="6945"/>
                </a:lnTo>
                <a:cubicBezTo>
                  <a:pt x="4135" y="6940"/>
                  <a:pt x="4126" y="6801"/>
                  <a:pt x="4119" y="6707"/>
                </a:cubicBezTo>
                <a:cubicBezTo>
                  <a:pt x="4113" y="6612"/>
                  <a:pt x="4076" y="6282"/>
                  <a:pt x="4067" y="6227"/>
                </a:cubicBezTo>
                <a:cubicBezTo>
                  <a:pt x="4041" y="6066"/>
                  <a:pt x="4026" y="5930"/>
                  <a:pt x="4006" y="5791"/>
                </a:cubicBezTo>
                <a:cubicBezTo>
                  <a:pt x="3924" y="5212"/>
                  <a:pt x="3756" y="4481"/>
                  <a:pt x="3620" y="4005"/>
                </a:cubicBezTo>
                <a:cubicBezTo>
                  <a:pt x="3550" y="3758"/>
                  <a:pt x="3454" y="3451"/>
                  <a:pt x="3379" y="3236"/>
                </a:cubicBezTo>
                <a:cubicBezTo>
                  <a:pt x="3344" y="3131"/>
                  <a:pt x="3115" y="2537"/>
                  <a:pt x="3076" y="2445"/>
                </a:cubicBezTo>
                <a:cubicBezTo>
                  <a:pt x="2952" y="2158"/>
                  <a:pt x="2732" y="1719"/>
                  <a:pt x="2592" y="1480"/>
                </a:cubicBezTo>
                <a:cubicBezTo>
                  <a:pt x="2397" y="1148"/>
                  <a:pt x="2131" y="782"/>
                  <a:pt x="1927" y="564"/>
                </a:cubicBezTo>
                <a:cubicBezTo>
                  <a:pt x="1572" y="182"/>
                  <a:pt x="1224" y="-42"/>
                  <a:pt x="857" y="7"/>
                </a:cubicBezTo>
                <a:close/>
                <a:moveTo>
                  <a:pt x="4815" y="961"/>
                </a:moveTo>
                <a:cubicBezTo>
                  <a:pt x="4696" y="934"/>
                  <a:pt x="4567" y="1042"/>
                  <a:pt x="4470" y="1186"/>
                </a:cubicBezTo>
                <a:cubicBezTo>
                  <a:pt x="4335" y="1389"/>
                  <a:pt x="4210" y="1687"/>
                  <a:pt x="4115" y="2046"/>
                </a:cubicBezTo>
                <a:cubicBezTo>
                  <a:pt x="4020" y="2402"/>
                  <a:pt x="3947" y="2852"/>
                  <a:pt x="3955" y="3342"/>
                </a:cubicBezTo>
                <a:cubicBezTo>
                  <a:pt x="3957" y="3498"/>
                  <a:pt x="3975" y="3740"/>
                  <a:pt x="3997" y="3880"/>
                </a:cubicBezTo>
                <a:cubicBezTo>
                  <a:pt x="4016" y="3998"/>
                  <a:pt x="4051" y="4127"/>
                  <a:pt x="4058" y="4252"/>
                </a:cubicBezTo>
                <a:cubicBezTo>
                  <a:pt x="4063" y="4325"/>
                  <a:pt x="4059" y="4420"/>
                  <a:pt x="4060" y="4507"/>
                </a:cubicBezTo>
                <a:cubicBezTo>
                  <a:pt x="4062" y="4706"/>
                  <a:pt x="4086" y="4910"/>
                  <a:pt x="4129" y="5042"/>
                </a:cubicBezTo>
                <a:cubicBezTo>
                  <a:pt x="4159" y="5136"/>
                  <a:pt x="4185" y="5135"/>
                  <a:pt x="4217" y="5053"/>
                </a:cubicBezTo>
                <a:cubicBezTo>
                  <a:pt x="4225" y="5031"/>
                  <a:pt x="4238" y="4975"/>
                  <a:pt x="4246" y="4931"/>
                </a:cubicBezTo>
                <a:cubicBezTo>
                  <a:pt x="4259" y="4850"/>
                  <a:pt x="4272" y="4739"/>
                  <a:pt x="4285" y="4693"/>
                </a:cubicBezTo>
                <a:cubicBezTo>
                  <a:pt x="4286" y="4686"/>
                  <a:pt x="4295" y="4702"/>
                  <a:pt x="4302" y="4720"/>
                </a:cubicBezTo>
                <a:cubicBezTo>
                  <a:pt x="4307" y="4734"/>
                  <a:pt x="4359" y="4779"/>
                  <a:pt x="4373" y="4784"/>
                </a:cubicBezTo>
                <a:cubicBezTo>
                  <a:pt x="4401" y="4791"/>
                  <a:pt x="4430" y="4818"/>
                  <a:pt x="4459" y="4826"/>
                </a:cubicBezTo>
                <a:cubicBezTo>
                  <a:pt x="4550" y="4855"/>
                  <a:pt x="4676" y="4751"/>
                  <a:pt x="4757" y="4640"/>
                </a:cubicBezTo>
                <a:cubicBezTo>
                  <a:pt x="4940" y="4386"/>
                  <a:pt x="5081" y="4019"/>
                  <a:pt x="5224" y="3500"/>
                </a:cubicBezTo>
                <a:cubicBezTo>
                  <a:pt x="5308" y="3198"/>
                  <a:pt x="5382" y="2703"/>
                  <a:pt x="5355" y="2251"/>
                </a:cubicBezTo>
                <a:cubicBezTo>
                  <a:pt x="5342" y="2026"/>
                  <a:pt x="5313" y="1872"/>
                  <a:pt x="5260" y="1710"/>
                </a:cubicBezTo>
                <a:cubicBezTo>
                  <a:pt x="5233" y="1630"/>
                  <a:pt x="5168" y="1507"/>
                  <a:pt x="5123" y="1480"/>
                </a:cubicBezTo>
                <a:cubicBezTo>
                  <a:pt x="5110" y="1471"/>
                  <a:pt x="5094" y="1466"/>
                  <a:pt x="5088" y="1452"/>
                </a:cubicBezTo>
                <a:cubicBezTo>
                  <a:pt x="5081" y="1437"/>
                  <a:pt x="5075" y="1405"/>
                  <a:pt x="5069" y="1375"/>
                </a:cubicBezTo>
                <a:cubicBezTo>
                  <a:pt x="5036" y="1230"/>
                  <a:pt x="4973" y="1091"/>
                  <a:pt x="4927" y="1036"/>
                </a:cubicBezTo>
                <a:cubicBezTo>
                  <a:pt x="4891" y="993"/>
                  <a:pt x="4854" y="970"/>
                  <a:pt x="4815" y="961"/>
                </a:cubicBezTo>
                <a:close/>
                <a:moveTo>
                  <a:pt x="4550" y="2013"/>
                </a:moveTo>
                <a:cubicBezTo>
                  <a:pt x="4550" y="2013"/>
                  <a:pt x="4521" y="2100"/>
                  <a:pt x="4496" y="2176"/>
                </a:cubicBezTo>
                <a:cubicBezTo>
                  <a:pt x="4413" y="2427"/>
                  <a:pt x="4302" y="2833"/>
                  <a:pt x="4242" y="3125"/>
                </a:cubicBezTo>
                <a:cubicBezTo>
                  <a:pt x="4208" y="3285"/>
                  <a:pt x="4169" y="3497"/>
                  <a:pt x="4169" y="3497"/>
                </a:cubicBezTo>
                <a:cubicBezTo>
                  <a:pt x="4169" y="3497"/>
                  <a:pt x="4160" y="3433"/>
                  <a:pt x="4155" y="3386"/>
                </a:cubicBezTo>
                <a:cubicBezTo>
                  <a:pt x="4117" y="3054"/>
                  <a:pt x="4200" y="2681"/>
                  <a:pt x="4276" y="2451"/>
                </a:cubicBezTo>
                <a:cubicBezTo>
                  <a:pt x="4322" y="2311"/>
                  <a:pt x="4415" y="2092"/>
                  <a:pt x="4478" y="2049"/>
                </a:cubicBezTo>
                <a:cubicBezTo>
                  <a:pt x="4504" y="2029"/>
                  <a:pt x="4550" y="2013"/>
                  <a:pt x="4550" y="2013"/>
                </a:cubicBezTo>
                <a:close/>
                <a:moveTo>
                  <a:pt x="5039" y="2107"/>
                </a:moveTo>
                <a:cubicBezTo>
                  <a:pt x="5058" y="2105"/>
                  <a:pt x="5075" y="2122"/>
                  <a:pt x="5098" y="2157"/>
                </a:cubicBezTo>
                <a:cubicBezTo>
                  <a:pt x="5134" y="2210"/>
                  <a:pt x="5161" y="2323"/>
                  <a:pt x="5166" y="2473"/>
                </a:cubicBezTo>
                <a:cubicBezTo>
                  <a:pt x="5181" y="2940"/>
                  <a:pt x="5031" y="3335"/>
                  <a:pt x="4928" y="3539"/>
                </a:cubicBezTo>
                <a:cubicBezTo>
                  <a:pt x="4824" y="3744"/>
                  <a:pt x="4711" y="3868"/>
                  <a:pt x="4591" y="3896"/>
                </a:cubicBezTo>
                <a:cubicBezTo>
                  <a:pt x="4544" y="3908"/>
                  <a:pt x="4420" y="3913"/>
                  <a:pt x="4416" y="3866"/>
                </a:cubicBezTo>
                <a:cubicBezTo>
                  <a:pt x="4415" y="3855"/>
                  <a:pt x="4424" y="3812"/>
                  <a:pt x="4434" y="3766"/>
                </a:cubicBezTo>
                <a:cubicBezTo>
                  <a:pt x="4451" y="3691"/>
                  <a:pt x="4472" y="3583"/>
                  <a:pt x="4493" y="3486"/>
                </a:cubicBezTo>
                <a:cubicBezTo>
                  <a:pt x="4584" y="3072"/>
                  <a:pt x="4750" y="2554"/>
                  <a:pt x="4868" y="2312"/>
                </a:cubicBezTo>
                <a:cubicBezTo>
                  <a:pt x="4908" y="2231"/>
                  <a:pt x="4927" y="2204"/>
                  <a:pt x="4970" y="2160"/>
                </a:cubicBezTo>
                <a:cubicBezTo>
                  <a:pt x="4999" y="2129"/>
                  <a:pt x="5020" y="2109"/>
                  <a:pt x="5039" y="2107"/>
                </a:cubicBezTo>
                <a:close/>
                <a:moveTo>
                  <a:pt x="7044" y="4809"/>
                </a:moveTo>
                <a:cubicBezTo>
                  <a:pt x="7026" y="4811"/>
                  <a:pt x="7006" y="4840"/>
                  <a:pt x="6998" y="4951"/>
                </a:cubicBezTo>
                <a:cubicBezTo>
                  <a:pt x="6982" y="5171"/>
                  <a:pt x="7006" y="5406"/>
                  <a:pt x="7006" y="5406"/>
                </a:cubicBezTo>
                <a:cubicBezTo>
                  <a:pt x="7163" y="7287"/>
                  <a:pt x="7198" y="8399"/>
                  <a:pt x="7198" y="8399"/>
                </a:cubicBezTo>
                <a:cubicBezTo>
                  <a:pt x="7198" y="8399"/>
                  <a:pt x="7206" y="8725"/>
                  <a:pt x="7188" y="8743"/>
                </a:cubicBezTo>
                <a:cubicBezTo>
                  <a:pt x="7175" y="8777"/>
                  <a:pt x="7161" y="8732"/>
                  <a:pt x="7161" y="8732"/>
                </a:cubicBezTo>
                <a:cubicBezTo>
                  <a:pt x="7143" y="8734"/>
                  <a:pt x="6972" y="7714"/>
                  <a:pt x="6972" y="7714"/>
                </a:cubicBezTo>
                <a:lnTo>
                  <a:pt x="6938" y="7514"/>
                </a:lnTo>
                <a:cubicBezTo>
                  <a:pt x="6749" y="6435"/>
                  <a:pt x="6635" y="6066"/>
                  <a:pt x="6635" y="6066"/>
                </a:cubicBezTo>
                <a:cubicBezTo>
                  <a:pt x="6608" y="5977"/>
                  <a:pt x="6539" y="5732"/>
                  <a:pt x="6453" y="6069"/>
                </a:cubicBezTo>
                <a:cubicBezTo>
                  <a:pt x="6368" y="6408"/>
                  <a:pt x="6300" y="7498"/>
                  <a:pt x="6273" y="8521"/>
                </a:cubicBezTo>
                <a:cubicBezTo>
                  <a:pt x="6250" y="9543"/>
                  <a:pt x="6268" y="10124"/>
                  <a:pt x="6310" y="10369"/>
                </a:cubicBezTo>
                <a:cubicBezTo>
                  <a:pt x="6356" y="10617"/>
                  <a:pt x="6446" y="10701"/>
                  <a:pt x="6519" y="10488"/>
                </a:cubicBezTo>
                <a:cubicBezTo>
                  <a:pt x="6597" y="10276"/>
                  <a:pt x="6582" y="8930"/>
                  <a:pt x="6595" y="8238"/>
                </a:cubicBezTo>
                <a:cubicBezTo>
                  <a:pt x="6606" y="7545"/>
                  <a:pt x="6626" y="7667"/>
                  <a:pt x="6626" y="7667"/>
                </a:cubicBezTo>
                <a:cubicBezTo>
                  <a:pt x="6643" y="7650"/>
                  <a:pt x="6732" y="8285"/>
                  <a:pt x="6732" y="8285"/>
                </a:cubicBezTo>
                <a:cubicBezTo>
                  <a:pt x="6732" y="8285"/>
                  <a:pt x="6967" y="9989"/>
                  <a:pt x="7115" y="10241"/>
                </a:cubicBezTo>
                <a:cubicBezTo>
                  <a:pt x="7264" y="10493"/>
                  <a:pt x="7385" y="10088"/>
                  <a:pt x="7430" y="9709"/>
                </a:cubicBezTo>
                <a:cubicBezTo>
                  <a:pt x="7476" y="9327"/>
                  <a:pt x="7555" y="8065"/>
                  <a:pt x="7438" y="6665"/>
                </a:cubicBezTo>
                <a:cubicBezTo>
                  <a:pt x="7320" y="5266"/>
                  <a:pt x="7077" y="4831"/>
                  <a:pt x="7077" y="4831"/>
                </a:cubicBezTo>
                <a:lnTo>
                  <a:pt x="7077" y="4834"/>
                </a:lnTo>
                <a:cubicBezTo>
                  <a:pt x="7077" y="4834"/>
                  <a:pt x="7061" y="4807"/>
                  <a:pt x="7044" y="4809"/>
                </a:cubicBezTo>
                <a:close/>
                <a:moveTo>
                  <a:pt x="9288" y="5378"/>
                </a:moveTo>
                <a:cubicBezTo>
                  <a:pt x="9263" y="5400"/>
                  <a:pt x="9236" y="5481"/>
                  <a:pt x="9236" y="5481"/>
                </a:cubicBezTo>
                <a:cubicBezTo>
                  <a:pt x="8838" y="6745"/>
                  <a:pt x="8783" y="8147"/>
                  <a:pt x="8783" y="8147"/>
                </a:cubicBezTo>
                <a:cubicBezTo>
                  <a:pt x="8745" y="8902"/>
                  <a:pt x="8789" y="9435"/>
                  <a:pt x="8853" y="9806"/>
                </a:cubicBezTo>
                <a:cubicBezTo>
                  <a:pt x="8632" y="11474"/>
                  <a:pt x="8524" y="12927"/>
                  <a:pt x="8553" y="13787"/>
                </a:cubicBezTo>
                <a:cubicBezTo>
                  <a:pt x="8580" y="14442"/>
                  <a:pt x="8713" y="14916"/>
                  <a:pt x="8793" y="15016"/>
                </a:cubicBezTo>
                <a:cubicBezTo>
                  <a:pt x="8874" y="15136"/>
                  <a:pt x="8889" y="14791"/>
                  <a:pt x="8889" y="14791"/>
                </a:cubicBezTo>
                <a:cubicBezTo>
                  <a:pt x="8955" y="13012"/>
                  <a:pt x="9069" y="11822"/>
                  <a:pt x="9206" y="10646"/>
                </a:cubicBezTo>
                <a:cubicBezTo>
                  <a:pt x="9621" y="10984"/>
                  <a:pt x="9933" y="9554"/>
                  <a:pt x="10043" y="8871"/>
                </a:cubicBezTo>
                <a:cubicBezTo>
                  <a:pt x="10108" y="8461"/>
                  <a:pt x="10144" y="7912"/>
                  <a:pt x="10144" y="7398"/>
                </a:cubicBezTo>
                <a:cubicBezTo>
                  <a:pt x="10144" y="6811"/>
                  <a:pt x="10098" y="6269"/>
                  <a:pt x="9999" y="6019"/>
                </a:cubicBezTo>
                <a:cubicBezTo>
                  <a:pt x="9705" y="5296"/>
                  <a:pt x="9231" y="7588"/>
                  <a:pt x="9022" y="8724"/>
                </a:cubicBezTo>
                <a:cubicBezTo>
                  <a:pt x="8991" y="8146"/>
                  <a:pt x="9101" y="7412"/>
                  <a:pt x="9101" y="7412"/>
                </a:cubicBezTo>
                <a:cubicBezTo>
                  <a:pt x="9101" y="7412"/>
                  <a:pt x="9279" y="6325"/>
                  <a:pt x="9304" y="6105"/>
                </a:cubicBezTo>
                <a:cubicBezTo>
                  <a:pt x="9328" y="5883"/>
                  <a:pt x="9342" y="5426"/>
                  <a:pt x="9311" y="5381"/>
                </a:cubicBezTo>
                <a:cubicBezTo>
                  <a:pt x="9304" y="5369"/>
                  <a:pt x="9296" y="5371"/>
                  <a:pt x="9288" y="5378"/>
                </a:cubicBezTo>
                <a:close/>
                <a:moveTo>
                  <a:pt x="5586" y="5497"/>
                </a:moveTo>
                <a:cubicBezTo>
                  <a:pt x="5522" y="5504"/>
                  <a:pt x="5463" y="5519"/>
                  <a:pt x="5411" y="5542"/>
                </a:cubicBezTo>
                <a:cubicBezTo>
                  <a:pt x="5197" y="5635"/>
                  <a:pt x="4912" y="5872"/>
                  <a:pt x="4789" y="6493"/>
                </a:cubicBezTo>
                <a:cubicBezTo>
                  <a:pt x="4743" y="6730"/>
                  <a:pt x="4715" y="7095"/>
                  <a:pt x="4736" y="7392"/>
                </a:cubicBezTo>
                <a:cubicBezTo>
                  <a:pt x="4748" y="7557"/>
                  <a:pt x="4789" y="7706"/>
                  <a:pt x="4831" y="7772"/>
                </a:cubicBezTo>
                <a:cubicBezTo>
                  <a:pt x="4872" y="7838"/>
                  <a:pt x="4924" y="7873"/>
                  <a:pt x="4972" y="7897"/>
                </a:cubicBezTo>
                <a:cubicBezTo>
                  <a:pt x="5019" y="7922"/>
                  <a:pt x="5212" y="7976"/>
                  <a:pt x="5335" y="8014"/>
                </a:cubicBezTo>
                <a:cubicBezTo>
                  <a:pt x="5452" y="8048"/>
                  <a:pt x="5680" y="8137"/>
                  <a:pt x="5803" y="8319"/>
                </a:cubicBezTo>
                <a:cubicBezTo>
                  <a:pt x="5803" y="8319"/>
                  <a:pt x="5919" y="8464"/>
                  <a:pt x="5918" y="8699"/>
                </a:cubicBezTo>
                <a:cubicBezTo>
                  <a:pt x="5918" y="8815"/>
                  <a:pt x="5894" y="8908"/>
                  <a:pt x="5869" y="8971"/>
                </a:cubicBezTo>
                <a:cubicBezTo>
                  <a:pt x="5686" y="9429"/>
                  <a:pt x="5435" y="9558"/>
                  <a:pt x="5211" y="9545"/>
                </a:cubicBezTo>
                <a:cubicBezTo>
                  <a:pt x="5135" y="9541"/>
                  <a:pt x="5073" y="9501"/>
                  <a:pt x="4996" y="9384"/>
                </a:cubicBezTo>
                <a:cubicBezTo>
                  <a:pt x="4964" y="9333"/>
                  <a:pt x="4921" y="9211"/>
                  <a:pt x="4927" y="9082"/>
                </a:cubicBezTo>
                <a:cubicBezTo>
                  <a:pt x="4940" y="8830"/>
                  <a:pt x="5018" y="8766"/>
                  <a:pt x="5083" y="8788"/>
                </a:cubicBezTo>
                <a:cubicBezTo>
                  <a:pt x="5120" y="8799"/>
                  <a:pt x="5167" y="8854"/>
                  <a:pt x="5203" y="8904"/>
                </a:cubicBezTo>
                <a:cubicBezTo>
                  <a:pt x="5346" y="9104"/>
                  <a:pt x="5411" y="9272"/>
                  <a:pt x="5537" y="9204"/>
                </a:cubicBezTo>
                <a:cubicBezTo>
                  <a:pt x="5584" y="9179"/>
                  <a:pt x="5747" y="9053"/>
                  <a:pt x="5769" y="8815"/>
                </a:cubicBezTo>
                <a:cubicBezTo>
                  <a:pt x="5775" y="8758"/>
                  <a:pt x="5766" y="8695"/>
                  <a:pt x="5754" y="8652"/>
                </a:cubicBezTo>
                <a:cubicBezTo>
                  <a:pt x="5737" y="8590"/>
                  <a:pt x="5639" y="8455"/>
                  <a:pt x="5612" y="8421"/>
                </a:cubicBezTo>
                <a:cubicBezTo>
                  <a:pt x="5516" y="8301"/>
                  <a:pt x="5334" y="8191"/>
                  <a:pt x="5233" y="8177"/>
                </a:cubicBezTo>
                <a:cubicBezTo>
                  <a:pt x="5100" y="8161"/>
                  <a:pt x="4925" y="8248"/>
                  <a:pt x="4843" y="8646"/>
                </a:cubicBezTo>
                <a:cubicBezTo>
                  <a:pt x="4791" y="8896"/>
                  <a:pt x="4789" y="9238"/>
                  <a:pt x="4832" y="9501"/>
                </a:cubicBezTo>
                <a:cubicBezTo>
                  <a:pt x="4889" y="9860"/>
                  <a:pt x="5004" y="10138"/>
                  <a:pt x="5098" y="10300"/>
                </a:cubicBezTo>
                <a:cubicBezTo>
                  <a:pt x="5256" y="10570"/>
                  <a:pt x="5445" y="10698"/>
                  <a:pt x="5621" y="10630"/>
                </a:cubicBezTo>
                <a:cubicBezTo>
                  <a:pt x="5722" y="10589"/>
                  <a:pt x="5810" y="10519"/>
                  <a:pt x="5899" y="10366"/>
                </a:cubicBezTo>
                <a:cubicBezTo>
                  <a:pt x="5984" y="10220"/>
                  <a:pt x="6078" y="9945"/>
                  <a:pt x="6120" y="9617"/>
                </a:cubicBezTo>
                <a:cubicBezTo>
                  <a:pt x="6178" y="9176"/>
                  <a:pt x="6174" y="8593"/>
                  <a:pt x="6110" y="8177"/>
                </a:cubicBezTo>
                <a:cubicBezTo>
                  <a:pt x="6069" y="7903"/>
                  <a:pt x="6023" y="7750"/>
                  <a:pt x="5946" y="7628"/>
                </a:cubicBezTo>
                <a:cubicBezTo>
                  <a:pt x="5862" y="7495"/>
                  <a:pt x="5751" y="7423"/>
                  <a:pt x="5640" y="7370"/>
                </a:cubicBezTo>
                <a:cubicBezTo>
                  <a:pt x="5633" y="7367"/>
                  <a:pt x="5632" y="7365"/>
                  <a:pt x="5625" y="7362"/>
                </a:cubicBezTo>
                <a:lnTo>
                  <a:pt x="5110" y="7148"/>
                </a:lnTo>
                <a:cubicBezTo>
                  <a:pt x="5103" y="7146"/>
                  <a:pt x="5102" y="7143"/>
                  <a:pt x="5095" y="7137"/>
                </a:cubicBezTo>
                <a:cubicBezTo>
                  <a:pt x="5073" y="7121"/>
                  <a:pt x="4969" y="7080"/>
                  <a:pt x="5005" y="6940"/>
                </a:cubicBezTo>
                <a:cubicBezTo>
                  <a:pt x="5015" y="6900"/>
                  <a:pt x="5046" y="6870"/>
                  <a:pt x="5065" y="6851"/>
                </a:cubicBezTo>
                <a:cubicBezTo>
                  <a:pt x="5298" y="6626"/>
                  <a:pt x="5594" y="6653"/>
                  <a:pt x="5839" y="6604"/>
                </a:cubicBezTo>
                <a:cubicBezTo>
                  <a:pt x="5894" y="6592"/>
                  <a:pt x="6018" y="6566"/>
                  <a:pt x="6078" y="6499"/>
                </a:cubicBezTo>
                <a:cubicBezTo>
                  <a:pt x="6135" y="6436"/>
                  <a:pt x="6182" y="6292"/>
                  <a:pt x="6196" y="6069"/>
                </a:cubicBezTo>
                <a:cubicBezTo>
                  <a:pt x="6202" y="5950"/>
                  <a:pt x="6186" y="5895"/>
                  <a:pt x="6155" y="5836"/>
                </a:cubicBezTo>
                <a:cubicBezTo>
                  <a:pt x="6002" y="5549"/>
                  <a:pt x="5777" y="5477"/>
                  <a:pt x="5586" y="5497"/>
                </a:cubicBezTo>
                <a:close/>
                <a:moveTo>
                  <a:pt x="8572" y="5547"/>
                </a:moveTo>
                <a:cubicBezTo>
                  <a:pt x="8217" y="5505"/>
                  <a:pt x="7700" y="5839"/>
                  <a:pt x="7644" y="5938"/>
                </a:cubicBezTo>
                <a:cubicBezTo>
                  <a:pt x="7591" y="6023"/>
                  <a:pt x="7597" y="6161"/>
                  <a:pt x="7666" y="6468"/>
                </a:cubicBezTo>
                <a:cubicBezTo>
                  <a:pt x="7740" y="6791"/>
                  <a:pt x="7864" y="6762"/>
                  <a:pt x="7864" y="6762"/>
                </a:cubicBezTo>
                <a:lnTo>
                  <a:pt x="7755" y="7559"/>
                </a:lnTo>
                <a:cubicBezTo>
                  <a:pt x="7666" y="7581"/>
                  <a:pt x="7635" y="7681"/>
                  <a:pt x="7635" y="7681"/>
                </a:cubicBezTo>
                <a:cubicBezTo>
                  <a:pt x="7584" y="7874"/>
                  <a:pt x="7655" y="8444"/>
                  <a:pt x="7655" y="8444"/>
                </a:cubicBezTo>
                <a:cubicBezTo>
                  <a:pt x="7655" y="8444"/>
                  <a:pt x="7501" y="9669"/>
                  <a:pt x="7613" y="10316"/>
                </a:cubicBezTo>
                <a:cubicBezTo>
                  <a:pt x="7733" y="10996"/>
                  <a:pt x="7874" y="10963"/>
                  <a:pt x="7874" y="10963"/>
                </a:cubicBezTo>
                <a:cubicBezTo>
                  <a:pt x="8145" y="11032"/>
                  <a:pt x="8589" y="10032"/>
                  <a:pt x="8613" y="9700"/>
                </a:cubicBezTo>
                <a:lnTo>
                  <a:pt x="8614" y="9700"/>
                </a:lnTo>
                <a:cubicBezTo>
                  <a:pt x="8633" y="9433"/>
                  <a:pt x="8564" y="9142"/>
                  <a:pt x="8502" y="9087"/>
                </a:cubicBezTo>
                <a:cubicBezTo>
                  <a:pt x="8444" y="9045"/>
                  <a:pt x="7999" y="9339"/>
                  <a:pt x="7946" y="9390"/>
                </a:cubicBezTo>
                <a:cubicBezTo>
                  <a:pt x="7889" y="9444"/>
                  <a:pt x="7914" y="9254"/>
                  <a:pt x="7914" y="9254"/>
                </a:cubicBezTo>
                <a:lnTo>
                  <a:pt x="7983" y="8430"/>
                </a:lnTo>
                <a:cubicBezTo>
                  <a:pt x="7983" y="8430"/>
                  <a:pt x="8408" y="8372"/>
                  <a:pt x="8469" y="8335"/>
                </a:cubicBezTo>
                <a:cubicBezTo>
                  <a:pt x="8526" y="8299"/>
                  <a:pt x="8531" y="8155"/>
                  <a:pt x="8531" y="8155"/>
                </a:cubicBezTo>
                <a:cubicBezTo>
                  <a:pt x="8531" y="8155"/>
                  <a:pt x="8537" y="7920"/>
                  <a:pt x="8535" y="7700"/>
                </a:cubicBezTo>
                <a:cubicBezTo>
                  <a:pt x="8529" y="7464"/>
                  <a:pt x="8476" y="7486"/>
                  <a:pt x="8476" y="7486"/>
                </a:cubicBezTo>
                <a:cubicBezTo>
                  <a:pt x="8311" y="7426"/>
                  <a:pt x="8086" y="7495"/>
                  <a:pt x="8086" y="7495"/>
                </a:cubicBezTo>
                <a:lnTo>
                  <a:pt x="8143" y="6862"/>
                </a:lnTo>
                <a:cubicBezTo>
                  <a:pt x="8143" y="6862"/>
                  <a:pt x="8595" y="6784"/>
                  <a:pt x="8766" y="6643"/>
                </a:cubicBezTo>
                <a:cubicBezTo>
                  <a:pt x="8855" y="6569"/>
                  <a:pt x="8803" y="6263"/>
                  <a:pt x="8803" y="6263"/>
                </a:cubicBezTo>
                <a:cubicBezTo>
                  <a:pt x="8696" y="5504"/>
                  <a:pt x="8572" y="5547"/>
                  <a:pt x="8572" y="5547"/>
                </a:cubicBezTo>
                <a:close/>
                <a:moveTo>
                  <a:pt x="4449" y="5694"/>
                </a:moveTo>
                <a:cubicBezTo>
                  <a:pt x="4409" y="5667"/>
                  <a:pt x="4386" y="5863"/>
                  <a:pt x="4375" y="5961"/>
                </a:cubicBezTo>
                <a:cubicBezTo>
                  <a:pt x="4343" y="6249"/>
                  <a:pt x="4320" y="6939"/>
                  <a:pt x="4314" y="7154"/>
                </a:cubicBezTo>
                <a:cubicBezTo>
                  <a:pt x="4295" y="7805"/>
                  <a:pt x="4279" y="9349"/>
                  <a:pt x="4311" y="10136"/>
                </a:cubicBezTo>
                <a:cubicBezTo>
                  <a:pt x="4325" y="10466"/>
                  <a:pt x="4356" y="10680"/>
                  <a:pt x="4450" y="10749"/>
                </a:cubicBezTo>
                <a:cubicBezTo>
                  <a:pt x="4488" y="10777"/>
                  <a:pt x="4557" y="10771"/>
                  <a:pt x="4588" y="10702"/>
                </a:cubicBezTo>
                <a:cubicBezTo>
                  <a:pt x="4615" y="10643"/>
                  <a:pt x="4634" y="10529"/>
                  <a:pt x="4640" y="10430"/>
                </a:cubicBezTo>
                <a:cubicBezTo>
                  <a:pt x="4657" y="10156"/>
                  <a:pt x="4650" y="9768"/>
                  <a:pt x="4647" y="9476"/>
                </a:cubicBezTo>
                <a:cubicBezTo>
                  <a:pt x="4643" y="9131"/>
                  <a:pt x="4640" y="8787"/>
                  <a:pt x="4636" y="8438"/>
                </a:cubicBezTo>
                <a:cubicBezTo>
                  <a:pt x="4630" y="7972"/>
                  <a:pt x="4614" y="6781"/>
                  <a:pt x="4577" y="6244"/>
                </a:cubicBezTo>
                <a:cubicBezTo>
                  <a:pt x="4561" y="6012"/>
                  <a:pt x="4535" y="5803"/>
                  <a:pt x="4470" y="5716"/>
                </a:cubicBezTo>
                <a:cubicBezTo>
                  <a:pt x="4463" y="5706"/>
                  <a:pt x="4455" y="5698"/>
                  <a:pt x="4449" y="5694"/>
                </a:cubicBezTo>
                <a:close/>
                <a:moveTo>
                  <a:pt x="9916" y="6887"/>
                </a:moveTo>
                <a:cubicBezTo>
                  <a:pt x="9951" y="6898"/>
                  <a:pt x="9958" y="7073"/>
                  <a:pt x="9958" y="7073"/>
                </a:cubicBezTo>
                <a:cubicBezTo>
                  <a:pt x="9987" y="7951"/>
                  <a:pt x="9806" y="8610"/>
                  <a:pt x="9729" y="8854"/>
                </a:cubicBezTo>
                <a:cubicBezTo>
                  <a:pt x="9681" y="9014"/>
                  <a:pt x="9524" y="9328"/>
                  <a:pt x="9361" y="9392"/>
                </a:cubicBezTo>
                <a:cubicBezTo>
                  <a:pt x="9516" y="8324"/>
                  <a:pt x="9709" y="7537"/>
                  <a:pt x="9817" y="7117"/>
                </a:cubicBezTo>
                <a:cubicBezTo>
                  <a:pt x="9864" y="6931"/>
                  <a:pt x="9895" y="6881"/>
                  <a:pt x="9916" y="6887"/>
                </a:cubicBezTo>
                <a:close/>
                <a:moveTo>
                  <a:pt x="1584" y="7004"/>
                </a:moveTo>
                <a:cubicBezTo>
                  <a:pt x="1584" y="7004"/>
                  <a:pt x="1581" y="7500"/>
                  <a:pt x="1580" y="8002"/>
                </a:cubicBezTo>
                <a:cubicBezTo>
                  <a:pt x="1579" y="8955"/>
                  <a:pt x="1586" y="9922"/>
                  <a:pt x="1586" y="9922"/>
                </a:cubicBezTo>
                <a:cubicBezTo>
                  <a:pt x="1586" y="9922"/>
                  <a:pt x="1490" y="9799"/>
                  <a:pt x="1432" y="9714"/>
                </a:cubicBezTo>
                <a:cubicBezTo>
                  <a:pt x="1263" y="9464"/>
                  <a:pt x="1034" y="8949"/>
                  <a:pt x="921" y="8616"/>
                </a:cubicBezTo>
                <a:cubicBezTo>
                  <a:pt x="894" y="8536"/>
                  <a:pt x="798" y="8209"/>
                  <a:pt x="781" y="8138"/>
                </a:cubicBezTo>
                <a:cubicBezTo>
                  <a:pt x="752" y="8017"/>
                  <a:pt x="725" y="7898"/>
                  <a:pt x="733" y="7747"/>
                </a:cubicBezTo>
                <a:cubicBezTo>
                  <a:pt x="740" y="7602"/>
                  <a:pt x="820" y="7482"/>
                  <a:pt x="860" y="7431"/>
                </a:cubicBezTo>
                <a:cubicBezTo>
                  <a:pt x="993" y="7262"/>
                  <a:pt x="1224" y="7123"/>
                  <a:pt x="1347" y="7076"/>
                </a:cubicBezTo>
                <a:cubicBezTo>
                  <a:pt x="1444" y="7038"/>
                  <a:pt x="1584" y="7004"/>
                  <a:pt x="1584" y="7004"/>
                </a:cubicBezTo>
                <a:close/>
                <a:moveTo>
                  <a:pt x="905" y="12838"/>
                </a:moveTo>
                <a:lnTo>
                  <a:pt x="905" y="13718"/>
                </a:lnTo>
                <a:lnTo>
                  <a:pt x="8266" y="13718"/>
                </a:lnTo>
                <a:lnTo>
                  <a:pt x="8266" y="12838"/>
                </a:lnTo>
                <a:lnTo>
                  <a:pt x="905" y="12838"/>
                </a:lnTo>
                <a:close/>
                <a:moveTo>
                  <a:pt x="9293" y="12838"/>
                </a:moveTo>
                <a:lnTo>
                  <a:pt x="9293" y="13718"/>
                </a:lnTo>
                <a:lnTo>
                  <a:pt x="18948" y="13718"/>
                </a:lnTo>
                <a:lnTo>
                  <a:pt x="18948" y="12838"/>
                </a:lnTo>
                <a:lnTo>
                  <a:pt x="9293" y="12838"/>
                </a:lnTo>
                <a:close/>
                <a:moveTo>
                  <a:pt x="19277" y="12838"/>
                </a:moveTo>
                <a:lnTo>
                  <a:pt x="19277" y="13718"/>
                </a:lnTo>
                <a:lnTo>
                  <a:pt x="19663" y="13718"/>
                </a:lnTo>
                <a:lnTo>
                  <a:pt x="19663" y="12838"/>
                </a:lnTo>
                <a:lnTo>
                  <a:pt x="19277" y="12838"/>
                </a:lnTo>
                <a:close/>
                <a:moveTo>
                  <a:pt x="19922" y="12838"/>
                </a:moveTo>
                <a:lnTo>
                  <a:pt x="19922" y="13718"/>
                </a:lnTo>
                <a:lnTo>
                  <a:pt x="20309" y="13718"/>
                </a:lnTo>
                <a:lnTo>
                  <a:pt x="20309" y="12838"/>
                </a:lnTo>
                <a:lnTo>
                  <a:pt x="19922" y="12838"/>
                </a:lnTo>
                <a:close/>
                <a:moveTo>
                  <a:pt x="20567" y="12838"/>
                </a:moveTo>
                <a:lnTo>
                  <a:pt x="20567" y="13718"/>
                </a:lnTo>
                <a:lnTo>
                  <a:pt x="20954" y="13718"/>
                </a:lnTo>
                <a:lnTo>
                  <a:pt x="20954" y="12838"/>
                </a:lnTo>
                <a:lnTo>
                  <a:pt x="20567" y="12838"/>
                </a:lnTo>
                <a:close/>
                <a:moveTo>
                  <a:pt x="21204" y="12838"/>
                </a:moveTo>
                <a:lnTo>
                  <a:pt x="21204" y="13718"/>
                </a:lnTo>
                <a:lnTo>
                  <a:pt x="21590" y="13718"/>
                </a:lnTo>
                <a:lnTo>
                  <a:pt x="21590" y="12838"/>
                </a:lnTo>
                <a:lnTo>
                  <a:pt x="21204" y="12838"/>
                </a:lnTo>
                <a:close/>
                <a:moveTo>
                  <a:pt x="5031" y="15388"/>
                </a:moveTo>
                <a:cubicBezTo>
                  <a:pt x="4873" y="15388"/>
                  <a:pt x="4726" y="15521"/>
                  <a:pt x="4594" y="15785"/>
                </a:cubicBezTo>
                <a:cubicBezTo>
                  <a:pt x="4461" y="16048"/>
                  <a:pt x="4356" y="16413"/>
                  <a:pt x="4279" y="16883"/>
                </a:cubicBezTo>
                <a:cubicBezTo>
                  <a:pt x="4202" y="17353"/>
                  <a:pt x="4164" y="17884"/>
                  <a:pt x="4164" y="18473"/>
                </a:cubicBezTo>
                <a:cubicBezTo>
                  <a:pt x="4164" y="19062"/>
                  <a:pt x="4202" y="19592"/>
                  <a:pt x="4279" y="20063"/>
                </a:cubicBezTo>
                <a:cubicBezTo>
                  <a:pt x="4356" y="20533"/>
                  <a:pt x="4461" y="20901"/>
                  <a:pt x="4594" y="21164"/>
                </a:cubicBezTo>
                <a:cubicBezTo>
                  <a:pt x="4726" y="21428"/>
                  <a:pt x="4873" y="21558"/>
                  <a:pt x="5031" y="21558"/>
                </a:cubicBezTo>
                <a:cubicBezTo>
                  <a:pt x="5189" y="21558"/>
                  <a:pt x="5335" y="21427"/>
                  <a:pt x="5467" y="21164"/>
                </a:cubicBezTo>
                <a:cubicBezTo>
                  <a:pt x="5599" y="20901"/>
                  <a:pt x="5703" y="20533"/>
                  <a:pt x="5779" y="20063"/>
                </a:cubicBezTo>
                <a:cubicBezTo>
                  <a:pt x="5856" y="19592"/>
                  <a:pt x="5895" y="19062"/>
                  <a:pt x="5895" y="18473"/>
                </a:cubicBezTo>
                <a:cubicBezTo>
                  <a:pt x="5895" y="17884"/>
                  <a:pt x="5857" y="17353"/>
                  <a:pt x="5781" y="16883"/>
                </a:cubicBezTo>
                <a:cubicBezTo>
                  <a:pt x="5705" y="16413"/>
                  <a:pt x="5601" y="16048"/>
                  <a:pt x="5469" y="15785"/>
                </a:cubicBezTo>
                <a:cubicBezTo>
                  <a:pt x="5337" y="15521"/>
                  <a:pt x="5189" y="15388"/>
                  <a:pt x="5031" y="15388"/>
                </a:cubicBezTo>
                <a:close/>
                <a:moveTo>
                  <a:pt x="20726" y="15421"/>
                </a:moveTo>
                <a:cubicBezTo>
                  <a:pt x="20558" y="15421"/>
                  <a:pt x="20411" y="15552"/>
                  <a:pt x="20286" y="15810"/>
                </a:cubicBezTo>
                <a:cubicBezTo>
                  <a:pt x="20160" y="16067"/>
                  <a:pt x="20063" y="16427"/>
                  <a:pt x="19995" y="16892"/>
                </a:cubicBezTo>
                <a:cubicBezTo>
                  <a:pt x="19927" y="17356"/>
                  <a:pt x="19893" y="17887"/>
                  <a:pt x="19893" y="18481"/>
                </a:cubicBezTo>
                <a:cubicBezTo>
                  <a:pt x="19893" y="19076"/>
                  <a:pt x="19927" y="19606"/>
                  <a:pt x="19995" y="20071"/>
                </a:cubicBezTo>
                <a:cubicBezTo>
                  <a:pt x="20063" y="20535"/>
                  <a:pt x="20160" y="20895"/>
                  <a:pt x="20286" y="21153"/>
                </a:cubicBezTo>
                <a:cubicBezTo>
                  <a:pt x="20411" y="21411"/>
                  <a:pt x="20558" y="21541"/>
                  <a:pt x="20726" y="21541"/>
                </a:cubicBezTo>
                <a:cubicBezTo>
                  <a:pt x="20946" y="21541"/>
                  <a:pt x="21126" y="21333"/>
                  <a:pt x="21269" y="20917"/>
                </a:cubicBezTo>
                <a:cubicBezTo>
                  <a:pt x="21413" y="20501"/>
                  <a:pt x="21504" y="19941"/>
                  <a:pt x="21542" y="19239"/>
                </a:cubicBezTo>
                <a:lnTo>
                  <a:pt x="21045" y="19239"/>
                </a:lnTo>
                <a:cubicBezTo>
                  <a:pt x="21018" y="19476"/>
                  <a:pt x="20976" y="19663"/>
                  <a:pt x="20918" y="19799"/>
                </a:cubicBezTo>
                <a:cubicBezTo>
                  <a:pt x="20861" y="19935"/>
                  <a:pt x="20794" y="20002"/>
                  <a:pt x="20719" y="20002"/>
                </a:cubicBezTo>
                <a:cubicBezTo>
                  <a:pt x="20615" y="20002"/>
                  <a:pt x="20531" y="19863"/>
                  <a:pt x="20467" y="19585"/>
                </a:cubicBezTo>
                <a:cubicBezTo>
                  <a:pt x="20403" y="19308"/>
                  <a:pt x="20370" y="18940"/>
                  <a:pt x="20370" y="18481"/>
                </a:cubicBezTo>
                <a:cubicBezTo>
                  <a:pt x="20370" y="18022"/>
                  <a:pt x="20403" y="17654"/>
                  <a:pt x="20467" y="17380"/>
                </a:cubicBezTo>
                <a:cubicBezTo>
                  <a:pt x="20531" y="17105"/>
                  <a:pt x="20615" y="16969"/>
                  <a:pt x="20719" y="16969"/>
                </a:cubicBezTo>
                <a:cubicBezTo>
                  <a:pt x="20795" y="16969"/>
                  <a:pt x="20861" y="17036"/>
                  <a:pt x="20918" y="17169"/>
                </a:cubicBezTo>
                <a:cubicBezTo>
                  <a:pt x="20976" y="17302"/>
                  <a:pt x="21018" y="17489"/>
                  <a:pt x="21045" y="17727"/>
                </a:cubicBezTo>
                <a:lnTo>
                  <a:pt x="21542" y="17727"/>
                </a:lnTo>
                <a:cubicBezTo>
                  <a:pt x="21517" y="17268"/>
                  <a:pt x="21468" y="16863"/>
                  <a:pt x="21396" y="16514"/>
                </a:cubicBezTo>
                <a:cubicBezTo>
                  <a:pt x="21324" y="16166"/>
                  <a:pt x="21230" y="15897"/>
                  <a:pt x="21116" y="15707"/>
                </a:cubicBezTo>
                <a:cubicBezTo>
                  <a:pt x="21001" y="15517"/>
                  <a:pt x="20872" y="15421"/>
                  <a:pt x="20726" y="15421"/>
                </a:cubicBezTo>
                <a:close/>
                <a:moveTo>
                  <a:pt x="6932" y="15429"/>
                </a:moveTo>
                <a:cubicBezTo>
                  <a:pt x="6760" y="15429"/>
                  <a:pt x="6609" y="15560"/>
                  <a:pt x="6481" y="15818"/>
                </a:cubicBezTo>
                <a:cubicBezTo>
                  <a:pt x="6353" y="16075"/>
                  <a:pt x="6254" y="16435"/>
                  <a:pt x="6185" y="16897"/>
                </a:cubicBezTo>
                <a:cubicBezTo>
                  <a:pt x="6115" y="17359"/>
                  <a:pt x="6080" y="17887"/>
                  <a:pt x="6080" y="18481"/>
                </a:cubicBezTo>
                <a:cubicBezTo>
                  <a:pt x="6080" y="19076"/>
                  <a:pt x="6115" y="19606"/>
                  <a:pt x="6185" y="20071"/>
                </a:cubicBezTo>
                <a:cubicBezTo>
                  <a:pt x="6254" y="20535"/>
                  <a:pt x="6354" y="20895"/>
                  <a:pt x="6483" y="21153"/>
                </a:cubicBezTo>
                <a:cubicBezTo>
                  <a:pt x="6613" y="21411"/>
                  <a:pt x="6764" y="21541"/>
                  <a:pt x="6937" y="21541"/>
                </a:cubicBezTo>
                <a:cubicBezTo>
                  <a:pt x="7140" y="21541"/>
                  <a:pt x="7309" y="21363"/>
                  <a:pt x="7443" y="21009"/>
                </a:cubicBezTo>
                <a:cubicBezTo>
                  <a:pt x="7576" y="20654"/>
                  <a:pt x="7673" y="20228"/>
                  <a:pt x="7734" y="19730"/>
                </a:cubicBezTo>
                <a:lnTo>
                  <a:pt x="7734" y="18073"/>
                </a:lnTo>
                <a:lnTo>
                  <a:pt x="6872" y="18073"/>
                </a:lnTo>
                <a:lnTo>
                  <a:pt x="6872" y="19264"/>
                </a:lnTo>
                <a:lnTo>
                  <a:pt x="7342" y="19264"/>
                </a:lnTo>
                <a:cubicBezTo>
                  <a:pt x="7307" y="19530"/>
                  <a:pt x="7259" y="19730"/>
                  <a:pt x="7198" y="19866"/>
                </a:cubicBezTo>
                <a:cubicBezTo>
                  <a:pt x="7137" y="20002"/>
                  <a:pt x="7067" y="20071"/>
                  <a:pt x="6987" y="20071"/>
                </a:cubicBezTo>
                <a:cubicBezTo>
                  <a:pt x="6846" y="20071"/>
                  <a:pt x="6739" y="19935"/>
                  <a:pt x="6667" y="19666"/>
                </a:cubicBezTo>
                <a:cubicBezTo>
                  <a:pt x="6594" y="19396"/>
                  <a:pt x="6558" y="19003"/>
                  <a:pt x="6558" y="18481"/>
                </a:cubicBezTo>
                <a:cubicBezTo>
                  <a:pt x="6558" y="18022"/>
                  <a:pt x="6592" y="17654"/>
                  <a:pt x="6660" y="17380"/>
                </a:cubicBezTo>
                <a:cubicBezTo>
                  <a:pt x="6728" y="17105"/>
                  <a:pt x="6819" y="16969"/>
                  <a:pt x="6934" y="16969"/>
                </a:cubicBezTo>
                <a:cubicBezTo>
                  <a:pt x="7001" y="16969"/>
                  <a:pt x="7060" y="17017"/>
                  <a:pt x="7109" y="17113"/>
                </a:cubicBezTo>
                <a:cubicBezTo>
                  <a:pt x="7159" y="17210"/>
                  <a:pt x="7197" y="17340"/>
                  <a:pt x="7222" y="17505"/>
                </a:cubicBezTo>
                <a:lnTo>
                  <a:pt x="7719" y="17505"/>
                </a:lnTo>
                <a:cubicBezTo>
                  <a:pt x="7691" y="16871"/>
                  <a:pt x="7606" y="16367"/>
                  <a:pt x="7467" y="15993"/>
                </a:cubicBezTo>
                <a:lnTo>
                  <a:pt x="7468" y="15990"/>
                </a:lnTo>
                <a:cubicBezTo>
                  <a:pt x="7328" y="15616"/>
                  <a:pt x="7150" y="15429"/>
                  <a:pt x="6932" y="15429"/>
                </a:cubicBezTo>
                <a:close/>
                <a:moveTo>
                  <a:pt x="1079" y="15482"/>
                </a:moveTo>
                <a:lnTo>
                  <a:pt x="1079" y="21497"/>
                </a:lnTo>
                <a:lnTo>
                  <a:pt x="1552" y="21497"/>
                </a:lnTo>
                <a:lnTo>
                  <a:pt x="1552" y="19486"/>
                </a:lnTo>
                <a:lnTo>
                  <a:pt x="1785" y="19486"/>
                </a:lnTo>
                <a:cubicBezTo>
                  <a:pt x="1920" y="19486"/>
                  <a:pt x="2034" y="19398"/>
                  <a:pt x="2129" y="19225"/>
                </a:cubicBezTo>
                <a:cubicBezTo>
                  <a:pt x="2224" y="19052"/>
                  <a:pt x="2296" y="18817"/>
                  <a:pt x="2344" y="18517"/>
                </a:cubicBezTo>
                <a:cubicBezTo>
                  <a:pt x="2392" y="18217"/>
                  <a:pt x="2416" y="17876"/>
                  <a:pt x="2416" y="17496"/>
                </a:cubicBezTo>
                <a:cubicBezTo>
                  <a:pt x="2416" y="16885"/>
                  <a:pt x="2363" y="16397"/>
                  <a:pt x="2255" y="16031"/>
                </a:cubicBezTo>
                <a:cubicBezTo>
                  <a:pt x="2147" y="15666"/>
                  <a:pt x="1990" y="15482"/>
                  <a:pt x="1785" y="15482"/>
                </a:cubicBezTo>
                <a:lnTo>
                  <a:pt x="1079" y="15482"/>
                </a:lnTo>
                <a:close/>
                <a:moveTo>
                  <a:pt x="2623" y="15482"/>
                </a:moveTo>
                <a:lnTo>
                  <a:pt x="2623" y="21500"/>
                </a:lnTo>
                <a:lnTo>
                  <a:pt x="3096" y="21500"/>
                </a:lnTo>
                <a:lnTo>
                  <a:pt x="3096" y="19280"/>
                </a:lnTo>
                <a:lnTo>
                  <a:pt x="3144" y="19280"/>
                </a:lnTo>
                <a:lnTo>
                  <a:pt x="3487" y="21500"/>
                </a:lnTo>
                <a:lnTo>
                  <a:pt x="4008" y="21500"/>
                </a:lnTo>
                <a:lnTo>
                  <a:pt x="3622" y="19161"/>
                </a:lnTo>
                <a:cubicBezTo>
                  <a:pt x="3745" y="19036"/>
                  <a:pt x="3839" y="18820"/>
                  <a:pt x="3905" y="18512"/>
                </a:cubicBezTo>
                <a:cubicBezTo>
                  <a:pt x="3970" y="18203"/>
                  <a:pt x="4003" y="17838"/>
                  <a:pt x="4003" y="17419"/>
                </a:cubicBezTo>
                <a:cubicBezTo>
                  <a:pt x="4003" y="17050"/>
                  <a:pt x="3979" y="16720"/>
                  <a:pt x="3931" y="16425"/>
                </a:cubicBezTo>
                <a:cubicBezTo>
                  <a:pt x="3883" y="16131"/>
                  <a:pt x="3812" y="15899"/>
                  <a:pt x="3716" y="15732"/>
                </a:cubicBezTo>
                <a:cubicBezTo>
                  <a:pt x="3621" y="15565"/>
                  <a:pt x="3505" y="15482"/>
                  <a:pt x="3369" y="15482"/>
                </a:cubicBezTo>
                <a:lnTo>
                  <a:pt x="2623" y="15482"/>
                </a:lnTo>
                <a:close/>
                <a:moveTo>
                  <a:pt x="7967" y="15482"/>
                </a:moveTo>
                <a:lnTo>
                  <a:pt x="7967" y="21500"/>
                </a:lnTo>
                <a:lnTo>
                  <a:pt x="8440" y="21500"/>
                </a:lnTo>
                <a:lnTo>
                  <a:pt x="8440" y="19280"/>
                </a:lnTo>
                <a:lnTo>
                  <a:pt x="8487" y="19280"/>
                </a:lnTo>
                <a:lnTo>
                  <a:pt x="8831" y="21500"/>
                </a:lnTo>
                <a:lnTo>
                  <a:pt x="9352" y="21500"/>
                </a:lnTo>
                <a:lnTo>
                  <a:pt x="8966" y="19161"/>
                </a:lnTo>
                <a:cubicBezTo>
                  <a:pt x="9089" y="19036"/>
                  <a:pt x="9183" y="18820"/>
                  <a:pt x="9248" y="18512"/>
                </a:cubicBezTo>
                <a:cubicBezTo>
                  <a:pt x="9314" y="18203"/>
                  <a:pt x="9347" y="17838"/>
                  <a:pt x="9347" y="17419"/>
                </a:cubicBezTo>
                <a:cubicBezTo>
                  <a:pt x="9347" y="17050"/>
                  <a:pt x="9323" y="16720"/>
                  <a:pt x="9275" y="16425"/>
                </a:cubicBezTo>
                <a:cubicBezTo>
                  <a:pt x="9227" y="16131"/>
                  <a:pt x="9156" y="15899"/>
                  <a:pt x="9060" y="15732"/>
                </a:cubicBezTo>
                <a:cubicBezTo>
                  <a:pt x="8965" y="15565"/>
                  <a:pt x="8849" y="15482"/>
                  <a:pt x="8713" y="15482"/>
                </a:cubicBezTo>
                <a:lnTo>
                  <a:pt x="7967" y="15482"/>
                </a:lnTo>
                <a:close/>
                <a:moveTo>
                  <a:pt x="17624" y="15482"/>
                </a:moveTo>
                <a:lnTo>
                  <a:pt x="17624" y="16817"/>
                </a:lnTo>
                <a:lnTo>
                  <a:pt x="18078" y="16817"/>
                </a:lnTo>
                <a:lnTo>
                  <a:pt x="18078" y="21500"/>
                </a:lnTo>
                <a:lnTo>
                  <a:pt x="18549" y="21500"/>
                </a:lnTo>
                <a:lnTo>
                  <a:pt x="18549" y="16817"/>
                </a:lnTo>
                <a:lnTo>
                  <a:pt x="19007" y="16817"/>
                </a:lnTo>
                <a:lnTo>
                  <a:pt x="19007" y="15482"/>
                </a:lnTo>
                <a:lnTo>
                  <a:pt x="17624" y="15482"/>
                </a:lnTo>
                <a:close/>
                <a:moveTo>
                  <a:pt x="19185" y="15482"/>
                </a:moveTo>
                <a:lnTo>
                  <a:pt x="19185" y="21500"/>
                </a:lnTo>
                <a:lnTo>
                  <a:pt x="19658" y="21500"/>
                </a:lnTo>
                <a:lnTo>
                  <a:pt x="19658" y="15482"/>
                </a:lnTo>
                <a:lnTo>
                  <a:pt x="19185" y="15482"/>
                </a:lnTo>
                <a:close/>
                <a:moveTo>
                  <a:pt x="10057" y="15507"/>
                </a:moveTo>
                <a:lnTo>
                  <a:pt x="9436" y="21500"/>
                </a:lnTo>
                <a:lnTo>
                  <a:pt x="9933" y="21500"/>
                </a:lnTo>
                <a:lnTo>
                  <a:pt x="10026" y="20495"/>
                </a:lnTo>
                <a:lnTo>
                  <a:pt x="10629" y="20495"/>
                </a:lnTo>
                <a:lnTo>
                  <a:pt x="10723" y="21500"/>
                </a:lnTo>
                <a:lnTo>
                  <a:pt x="11222" y="21500"/>
                </a:lnTo>
                <a:lnTo>
                  <a:pt x="10603" y="15507"/>
                </a:lnTo>
                <a:lnTo>
                  <a:pt x="10057" y="15507"/>
                </a:lnTo>
                <a:close/>
                <a:moveTo>
                  <a:pt x="11383" y="15507"/>
                </a:moveTo>
                <a:lnTo>
                  <a:pt x="11383" y="21497"/>
                </a:lnTo>
                <a:lnTo>
                  <a:pt x="11855" y="21497"/>
                </a:lnTo>
                <a:lnTo>
                  <a:pt x="11855" y="18098"/>
                </a:lnTo>
                <a:lnTo>
                  <a:pt x="12170" y="21497"/>
                </a:lnTo>
                <a:lnTo>
                  <a:pt x="12576" y="21497"/>
                </a:lnTo>
                <a:lnTo>
                  <a:pt x="12890" y="18098"/>
                </a:lnTo>
                <a:lnTo>
                  <a:pt x="12890" y="21497"/>
                </a:lnTo>
                <a:lnTo>
                  <a:pt x="13359" y="21497"/>
                </a:lnTo>
                <a:lnTo>
                  <a:pt x="13359" y="15507"/>
                </a:lnTo>
                <a:lnTo>
                  <a:pt x="12785" y="15507"/>
                </a:lnTo>
                <a:lnTo>
                  <a:pt x="12379" y="19400"/>
                </a:lnTo>
                <a:lnTo>
                  <a:pt x="11961" y="15507"/>
                </a:lnTo>
                <a:lnTo>
                  <a:pt x="11383" y="15507"/>
                </a:lnTo>
                <a:close/>
                <a:moveTo>
                  <a:pt x="13642" y="15507"/>
                </a:moveTo>
                <a:lnTo>
                  <a:pt x="13642" y="21497"/>
                </a:lnTo>
                <a:lnTo>
                  <a:pt x="14114" y="21497"/>
                </a:lnTo>
                <a:lnTo>
                  <a:pt x="14114" y="18098"/>
                </a:lnTo>
                <a:lnTo>
                  <a:pt x="14429" y="21497"/>
                </a:lnTo>
                <a:lnTo>
                  <a:pt x="14835" y="21497"/>
                </a:lnTo>
                <a:lnTo>
                  <a:pt x="15149" y="18098"/>
                </a:lnTo>
                <a:lnTo>
                  <a:pt x="15149" y="21497"/>
                </a:lnTo>
                <a:lnTo>
                  <a:pt x="15618" y="21497"/>
                </a:lnTo>
                <a:lnTo>
                  <a:pt x="15618" y="15507"/>
                </a:lnTo>
                <a:lnTo>
                  <a:pt x="15044" y="15507"/>
                </a:lnTo>
                <a:lnTo>
                  <a:pt x="14638" y="19400"/>
                </a:lnTo>
                <a:lnTo>
                  <a:pt x="14220" y="15507"/>
                </a:lnTo>
                <a:lnTo>
                  <a:pt x="13642" y="15507"/>
                </a:lnTo>
                <a:close/>
                <a:moveTo>
                  <a:pt x="16402" y="15507"/>
                </a:moveTo>
                <a:lnTo>
                  <a:pt x="15781" y="21500"/>
                </a:lnTo>
                <a:lnTo>
                  <a:pt x="16277" y="21500"/>
                </a:lnTo>
                <a:lnTo>
                  <a:pt x="16372" y="20495"/>
                </a:lnTo>
                <a:lnTo>
                  <a:pt x="16973" y="20495"/>
                </a:lnTo>
                <a:lnTo>
                  <a:pt x="17068" y="21500"/>
                </a:lnTo>
                <a:lnTo>
                  <a:pt x="17567" y="21500"/>
                </a:lnTo>
                <a:lnTo>
                  <a:pt x="16948" y="15507"/>
                </a:lnTo>
                <a:lnTo>
                  <a:pt x="16402" y="15507"/>
                </a:lnTo>
                <a:close/>
                <a:moveTo>
                  <a:pt x="1552" y="16833"/>
                </a:moveTo>
                <a:lnTo>
                  <a:pt x="1732" y="16833"/>
                </a:lnTo>
                <a:cubicBezTo>
                  <a:pt x="1869" y="16833"/>
                  <a:pt x="1939" y="17055"/>
                  <a:pt x="1939" y="17496"/>
                </a:cubicBezTo>
                <a:cubicBezTo>
                  <a:pt x="1939" y="17944"/>
                  <a:pt x="1870" y="18168"/>
                  <a:pt x="1732" y="18168"/>
                </a:cubicBezTo>
                <a:lnTo>
                  <a:pt x="1552" y="18168"/>
                </a:lnTo>
                <a:lnTo>
                  <a:pt x="1552" y="16833"/>
                </a:lnTo>
                <a:close/>
                <a:moveTo>
                  <a:pt x="3096" y="16894"/>
                </a:moveTo>
                <a:lnTo>
                  <a:pt x="3328" y="16894"/>
                </a:lnTo>
                <a:cubicBezTo>
                  <a:pt x="3394" y="16894"/>
                  <a:pt x="3444" y="16950"/>
                  <a:pt x="3477" y="17064"/>
                </a:cubicBezTo>
                <a:cubicBezTo>
                  <a:pt x="3509" y="17177"/>
                  <a:pt x="3525" y="17331"/>
                  <a:pt x="3525" y="17530"/>
                </a:cubicBezTo>
                <a:cubicBezTo>
                  <a:pt x="3525" y="17949"/>
                  <a:pt x="3460" y="18159"/>
                  <a:pt x="3328" y="18159"/>
                </a:cubicBezTo>
                <a:lnTo>
                  <a:pt x="3096" y="18159"/>
                </a:lnTo>
                <a:lnTo>
                  <a:pt x="3096" y="16894"/>
                </a:lnTo>
                <a:close/>
                <a:moveTo>
                  <a:pt x="8440" y="16894"/>
                </a:moveTo>
                <a:lnTo>
                  <a:pt x="8672" y="16894"/>
                </a:lnTo>
                <a:cubicBezTo>
                  <a:pt x="8738" y="16894"/>
                  <a:pt x="8787" y="16950"/>
                  <a:pt x="8820" y="17064"/>
                </a:cubicBezTo>
                <a:cubicBezTo>
                  <a:pt x="8852" y="17177"/>
                  <a:pt x="8869" y="17331"/>
                  <a:pt x="8869" y="17530"/>
                </a:cubicBezTo>
                <a:cubicBezTo>
                  <a:pt x="8869" y="17949"/>
                  <a:pt x="8804" y="18159"/>
                  <a:pt x="8672" y="18159"/>
                </a:cubicBezTo>
                <a:lnTo>
                  <a:pt x="8440" y="18159"/>
                </a:lnTo>
                <a:lnTo>
                  <a:pt x="8440" y="16894"/>
                </a:lnTo>
                <a:close/>
                <a:moveTo>
                  <a:pt x="5031" y="16936"/>
                </a:moveTo>
                <a:cubicBezTo>
                  <a:pt x="5151" y="16936"/>
                  <a:pt x="5245" y="17072"/>
                  <a:pt x="5313" y="17347"/>
                </a:cubicBezTo>
                <a:cubicBezTo>
                  <a:pt x="5381" y="17622"/>
                  <a:pt x="5415" y="18008"/>
                  <a:pt x="5415" y="18473"/>
                </a:cubicBezTo>
                <a:cubicBezTo>
                  <a:pt x="5415" y="18937"/>
                  <a:pt x="5380" y="19308"/>
                  <a:pt x="5311" y="19585"/>
                </a:cubicBezTo>
                <a:cubicBezTo>
                  <a:pt x="5243" y="19863"/>
                  <a:pt x="5151" y="20002"/>
                  <a:pt x="5031" y="20002"/>
                </a:cubicBezTo>
                <a:cubicBezTo>
                  <a:pt x="4911" y="20002"/>
                  <a:pt x="4816" y="19863"/>
                  <a:pt x="4747" y="19585"/>
                </a:cubicBezTo>
                <a:cubicBezTo>
                  <a:pt x="4678" y="19308"/>
                  <a:pt x="4644" y="18949"/>
                  <a:pt x="4644" y="18473"/>
                </a:cubicBezTo>
                <a:cubicBezTo>
                  <a:pt x="4644" y="17997"/>
                  <a:pt x="4678" y="17621"/>
                  <a:pt x="4747" y="17347"/>
                </a:cubicBezTo>
                <a:cubicBezTo>
                  <a:pt x="4816" y="17072"/>
                  <a:pt x="4911" y="16936"/>
                  <a:pt x="5031" y="16936"/>
                </a:cubicBezTo>
                <a:close/>
                <a:moveTo>
                  <a:pt x="10329" y="17283"/>
                </a:moveTo>
                <a:lnTo>
                  <a:pt x="10511" y="19239"/>
                </a:lnTo>
                <a:lnTo>
                  <a:pt x="10144" y="19239"/>
                </a:lnTo>
                <a:lnTo>
                  <a:pt x="10329" y="17283"/>
                </a:lnTo>
                <a:close/>
                <a:moveTo>
                  <a:pt x="16674" y="17283"/>
                </a:moveTo>
                <a:lnTo>
                  <a:pt x="16856" y="19239"/>
                </a:lnTo>
                <a:lnTo>
                  <a:pt x="16489" y="19239"/>
                </a:lnTo>
                <a:lnTo>
                  <a:pt x="16674" y="17283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889" name="Shape"/>
          <p:cNvSpPr/>
          <p:nvPr/>
        </p:nvSpPr>
        <p:spPr>
          <a:xfrm>
            <a:off x="19163217" y="3891455"/>
            <a:ext cx="3430678" cy="7293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5" h="21572" fill="norm" stroke="1" extrusionOk="0">
                <a:moveTo>
                  <a:pt x="420" y="4"/>
                </a:moveTo>
                <a:cubicBezTo>
                  <a:pt x="341" y="18"/>
                  <a:pt x="235" y="97"/>
                  <a:pt x="151" y="207"/>
                </a:cubicBezTo>
                <a:cubicBezTo>
                  <a:pt x="91" y="283"/>
                  <a:pt x="51" y="403"/>
                  <a:pt x="23" y="637"/>
                </a:cubicBezTo>
                <a:cubicBezTo>
                  <a:pt x="9" y="753"/>
                  <a:pt x="-5" y="873"/>
                  <a:pt x="2" y="1002"/>
                </a:cubicBezTo>
                <a:cubicBezTo>
                  <a:pt x="8" y="1111"/>
                  <a:pt x="41" y="1153"/>
                  <a:pt x="68" y="1172"/>
                </a:cubicBezTo>
                <a:cubicBezTo>
                  <a:pt x="93" y="1192"/>
                  <a:pt x="152" y="1204"/>
                  <a:pt x="168" y="1116"/>
                </a:cubicBezTo>
                <a:cubicBezTo>
                  <a:pt x="174" y="1077"/>
                  <a:pt x="173" y="1048"/>
                  <a:pt x="168" y="1002"/>
                </a:cubicBezTo>
                <a:cubicBezTo>
                  <a:pt x="162" y="953"/>
                  <a:pt x="147" y="917"/>
                  <a:pt x="133" y="905"/>
                </a:cubicBezTo>
                <a:cubicBezTo>
                  <a:pt x="117" y="891"/>
                  <a:pt x="87" y="879"/>
                  <a:pt x="80" y="864"/>
                </a:cubicBezTo>
                <a:cubicBezTo>
                  <a:pt x="76" y="856"/>
                  <a:pt x="71" y="848"/>
                  <a:pt x="71" y="848"/>
                </a:cubicBezTo>
                <a:cubicBezTo>
                  <a:pt x="71" y="848"/>
                  <a:pt x="73" y="838"/>
                  <a:pt x="75" y="832"/>
                </a:cubicBezTo>
                <a:cubicBezTo>
                  <a:pt x="78" y="819"/>
                  <a:pt x="90" y="798"/>
                  <a:pt x="97" y="791"/>
                </a:cubicBezTo>
                <a:cubicBezTo>
                  <a:pt x="106" y="781"/>
                  <a:pt x="115" y="763"/>
                  <a:pt x="125" y="750"/>
                </a:cubicBezTo>
                <a:cubicBezTo>
                  <a:pt x="193" y="662"/>
                  <a:pt x="329" y="650"/>
                  <a:pt x="391" y="661"/>
                </a:cubicBezTo>
                <a:cubicBezTo>
                  <a:pt x="631" y="703"/>
                  <a:pt x="855" y="954"/>
                  <a:pt x="1081" y="1391"/>
                </a:cubicBezTo>
                <a:cubicBezTo>
                  <a:pt x="1303" y="1821"/>
                  <a:pt x="1557" y="2554"/>
                  <a:pt x="1705" y="3444"/>
                </a:cubicBezTo>
                <a:cubicBezTo>
                  <a:pt x="1760" y="3781"/>
                  <a:pt x="1829" y="4334"/>
                  <a:pt x="1838" y="4799"/>
                </a:cubicBezTo>
                <a:cubicBezTo>
                  <a:pt x="1845" y="5226"/>
                  <a:pt x="1817" y="5628"/>
                  <a:pt x="1762" y="5927"/>
                </a:cubicBezTo>
                <a:cubicBezTo>
                  <a:pt x="1720" y="6153"/>
                  <a:pt x="1663" y="6320"/>
                  <a:pt x="1603" y="6455"/>
                </a:cubicBezTo>
                <a:cubicBezTo>
                  <a:pt x="1465" y="6761"/>
                  <a:pt x="1299" y="6830"/>
                  <a:pt x="1149" y="6812"/>
                </a:cubicBezTo>
                <a:cubicBezTo>
                  <a:pt x="1129" y="6809"/>
                  <a:pt x="1054" y="6776"/>
                  <a:pt x="1036" y="6763"/>
                </a:cubicBezTo>
                <a:cubicBezTo>
                  <a:pt x="1006" y="6740"/>
                  <a:pt x="967" y="6706"/>
                  <a:pt x="967" y="6706"/>
                </a:cubicBezTo>
                <a:lnTo>
                  <a:pt x="957" y="4524"/>
                </a:lnTo>
                <a:cubicBezTo>
                  <a:pt x="957" y="4524"/>
                  <a:pt x="1003" y="4532"/>
                  <a:pt x="1036" y="4540"/>
                </a:cubicBezTo>
                <a:cubicBezTo>
                  <a:pt x="1121" y="4563"/>
                  <a:pt x="1296" y="4694"/>
                  <a:pt x="1384" y="4856"/>
                </a:cubicBezTo>
                <a:cubicBezTo>
                  <a:pt x="1402" y="4891"/>
                  <a:pt x="1422" y="4948"/>
                  <a:pt x="1423" y="5035"/>
                </a:cubicBezTo>
                <a:cubicBezTo>
                  <a:pt x="1424" y="5101"/>
                  <a:pt x="1413" y="5153"/>
                  <a:pt x="1401" y="5205"/>
                </a:cubicBezTo>
                <a:cubicBezTo>
                  <a:pt x="1395" y="5230"/>
                  <a:pt x="1388" y="5251"/>
                  <a:pt x="1380" y="5270"/>
                </a:cubicBezTo>
                <a:cubicBezTo>
                  <a:pt x="1365" y="5308"/>
                  <a:pt x="1340" y="5374"/>
                  <a:pt x="1339" y="5384"/>
                </a:cubicBezTo>
                <a:cubicBezTo>
                  <a:pt x="1334" y="5413"/>
                  <a:pt x="1332" y="5456"/>
                  <a:pt x="1339" y="5481"/>
                </a:cubicBezTo>
                <a:cubicBezTo>
                  <a:pt x="1355" y="5542"/>
                  <a:pt x="1411" y="5574"/>
                  <a:pt x="1425" y="5570"/>
                </a:cubicBezTo>
                <a:cubicBezTo>
                  <a:pt x="1474" y="5558"/>
                  <a:pt x="1522" y="5406"/>
                  <a:pt x="1548" y="5197"/>
                </a:cubicBezTo>
                <a:cubicBezTo>
                  <a:pt x="1570" y="5013"/>
                  <a:pt x="1573" y="4866"/>
                  <a:pt x="1558" y="4662"/>
                </a:cubicBezTo>
                <a:cubicBezTo>
                  <a:pt x="1542" y="4439"/>
                  <a:pt x="1492" y="4234"/>
                  <a:pt x="1439" y="4110"/>
                </a:cubicBezTo>
                <a:cubicBezTo>
                  <a:pt x="1375" y="3957"/>
                  <a:pt x="1265" y="3836"/>
                  <a:pt x="1207" y="3793"/>
                </a:cubicBezTo>
                <a:cubicBezTo>
                  <a:pt x="1163" y="3760"/>
                  <a:pt x="1114" y="3734"/>
                  <a:pt x="1071" y="3728"/>
                </a:cubicBezTo>
                <a:cubicBezTo>
                  <a:pt x="1027" y="3723"/>
                  <a:pt x="955" y="3728"/>
                  <a:pt x="955" y="3728"/>
                </a:cubicBezTo>
                <a:cubicBezTo>
                  <a:pt x="955" y="3728"/>
                  <a:pt x="955" y="3438"/>
                  <a:pt x="952" y="3242"/>
                </a:cubicBezTo>
                <a:cubicBezTo>
                  <a:pt x="947" y="2917"/>
                  <a:pt x="928" y="2280"/>
                  <a:pt x="866" y="2097"/>
                </a:cubicBezTo>
                <a:cubicBezTo>
                  <a:pt x="854" y="2064"/>
                  <a:pt x="839" y="2054"/>
                  <a:pt x="831" y="2105"/>
                </a:cubicBezTo>
                <a:cubicBezTo>
                  <a:pt x="819" y="2180"/>
                  <a:pt x="808" y="2469"/>
                  <a:pt x="805" y="2544"/>
                </a:cubicBezTo>
                <a:cubicBezTo>
                  <a:pt x="800" y="2681"/>
                  <a:pt x="784" y="3322"/>
                  <a:pt x="784" y="3420"/>
                </a:cubicBezTo>
                <a:cubicBezTo>
                  <a:pt x="785" y="3520"/>
                  <a:pt x="782" y="3801"/>
                  <a:pt x="781" y="3810"/>
                </a:cubicBezTo>
                <a:cubicBezTo>
                  <a:pt x="780" y="3814"/>
                  <a:pt x="780" y="3813"/>
                  <a:pt x="779" y="3818"/>
                </a:cubicBezTo>
                <a:cubicBezTo>
                  <a:pt x="777" y="3825"/>
                  <a:pt x="736" y="3858"/>
                  <a:pt x="710" y="3874"/>
                </a:cubicBezTo>
                <a:cubicBezTo>
                  <a:pt x="655" y="3912"/>
                  <a:pt x="525" y="4112"/>
                  <a:pt x="482" y="4199"/>
                </a:cubicBezTo>
                <a:cubicBezTo>
                  <a:pt x="424" y="4318"/>
                  <a:pt x="340" y="4532"/>
                  <a:pt x="316" y="4808"/>
                </a:cubicBezTo>
                <a:cubicBezTo>
                  <a:pt x="299" y="5006"/>
                  <a:pt x="306" y="5164"/>
                  <a:pt x="328" y="5351"/>
                </a:cubicBezTo>
                <a:cubicBezTo>
                  <a:pt x="357" y="5591"/>
                  <a:pt x="395" y="5781"/>
                  <a:pt x="437" y="5968"/>
                </a:cubicBezTo>
                <a:cubicBezTo>
                  <a:pt x="452" y="6034"/>
                  <a:pt x="520" y="6302"/>
                  <a:pt x="536" y="6357"/>
                </a:cubicBezTo>
                <a:cubicBezTo>
                  <a:pt x="593" y="6555"/>
                  <a:pt x="659" y="6750"/>
                  <a:pt x="727" y="6909"/>
                </a:cubicBezTo>
                <a:cubicBezTo>
                  <a:pt x="750" y="6962"/>
                  <a:pt x="776" y="7023"/>
                  <a:pt x="776" y="7023"/>
                </a:cubicBezTo>
                <a:cubicBezTo>
                  <a:pt x="776" y="7023"/>
                  <a:pt x="781" y="7274"/>
                  <a:pt x="786" y="7420"/>
                </a:cubicBezTo>
                <a:cubicBezTo>
                  <a:pt x="792" y="7602"/>
                  <a:pt x="806" y="7756"/>
                  <a:pt x="841" y="7826"/>
                </a:cubicBezTo>
                <a:cubicBezTo>
                  <a:pt x="863" y="7870"/>
                  <a:pt x="889" y="7863"/>
                  <a:pt x="912" y="7842"/>
                </a:cubicBezTo>
                <a:cubicBezTo>
                  <a:pt x="932" y="7824"/>
                  <a:pt x="945" y="7785"/>
                  <a:pt x="954" y="7704"/>
                </a:cubicBezTo>
                <a:cubicBezTo>
                  <a:pt x="957" y="7674"/>
                  <a:pt x="961" y="7585"/>
                  <a:pt x="962" y="7550"/>
                </a:cubicBezTo>
                <a:cubicBezTo>
                  <a:pt x="964" y="7474"/>
                  <a:pt x="964" y="7364"/>
                  <a:pt x="964" y="7364"/>
                </a:cubicBezTo>
                <a:cubicBezTo>
                  <a:pt x="964" y="7364"/>
                  <a:pt x="1022" y="7428"/>
                  <a:pt x="1061" y="7461"/>
                </a:cubicBezTo>
                <a:cubicBezTo>
                  <a:pt x="1174" y="7559"/>
                  <a:pt x="1296" y="7569"/>
                  <a:pt x="1403" y="7510"/>
                </a:cubicBezTo>
                <a:cubicBezTo>
                  <a:pt x="1559" y="7420"/>
                  <a:pt x="1742" y="7146"/>
                  <a:pt x="1860" y="6666"/>
                </a:cubicBezTo>
                <a:cubicBezTo>
                  <a:pt x="1892" y="6537"/>
                  <a:pt x="1946" y="6231"/>
                  <a:pt x="1969" y="6041"/>
                </a:cubicBezTo>
                <a:cubicBezTo>
                  <a:pt x="1982" y="5930"/>
                  <a:pt x="1995" y="5820"/>
                  <a:pt x="2007" y="5684"/>
                </a:cubicBezTo>
                <a:cubicBezTo>
                  <a:pt x="2010" y="5656"/>
                  <a:pt x="2025" y="5432"/>
                  <a:pt x="2028" y="5335"/>
                </a:cubicBezTo>
                <a:cubicBezTo>
                  <a:pt x="2029" y="5293"/>
                  <a:pt x="2039" y="4977"/>
                  <a:pt x="2035" y="4808"/>
                </a:cubicBezTo>
                <a:lnTo>
                  <a:pt x="2033" y="4799"/>
                </a:lnTo>
                <a:cubicBezTo>
                  <a:pt x="2033" y="4729"/>
                  <a:pt x="2025" y="4549"/>
                  <a:pt x="2024" y="4515"/>
                </a:cubicBezTo>
                <a:cubicBezTo>
                  <a:pt x="2024" y="4511"/>
                  <a:pt x="2019" y="4424"/>
                  <a:pt x="2016" y="4361"/>
                </a:cubicBezTo>
                <a:cubicBezTo>
                  <a:pt x="2013" y="4299"/>
                  <a:pt x="1994" y="4081"/>
                  <a:pt x="1990" y="4045"/>
                </a:cubicBezTo>
                <a:cubicBezTo>
                  <a:pt x="1977" y="3941"/>
                  <a:pt x="1970" y="3859"/>
                  <a:pt x="1960" y="3769"/>
                </a:cubicBezTo>
                <a:cubicBezTo>
                  <a:pt x="1920" y="3392"/>
                  <a:pt x="1838" y="2919"/>
                  <a:pt x="1772" y="2609"/>
                </a:cubicBezTo>
                <a:cubicBezTo>
                  <a:pt x="1738" y="2448"/>
                  <a:pt x="1691" y="2245"/>
                  <a:pt x="1655" y="2105"/>
                </a:cubicBezTo>
                <a:cubicBezTo>
                  <a:pt x="1637" y="2038"/>
                  <a:pt x="1525" y="1654"/>
                  <a:pt x="1506" y="1594"/>
                </a:cubicBezTo>
                <a:cubicBezTo>
                  <a:pt x="1445" y="1407"/>
                  <a:pt x="1336" y="1116"/>
                  <a:pt x="1268" y="961"/>
                </a:cubicBezTo>
                <a:cubicBezTo>
                  <a:pt x="1172" y="745"/>
                  <a:pt x="1043" y="510"/>
                  <a:pt x="943" y="369"/>
                </a:cubicBezTo>
                <a:cubicBezTo>
                  <a:pt x="769" y="121"/>
                  <a:pt x="600" y="-28"/>
                  <a:pt x="420" y="4"/>
                </a:cubicBezTo>
                <a:close/>
                <a:moveTo>
                  <a:pt x="2297" y="637"/>
                </a:moveTo>
                <a:cubicBezTo>
                  <a:pt x="2258" y="659"/>
                  <a:pt x="2218" y="712"/>
                  <a:pt x="2187" y="775"/>
                </a:cubicBezTo>
                <a:cubicBezTo>
                  <a:pt x="2120" y="906"/>
                  <a:pt x="2061" y="1102"/>
                  <a:pt x="2014" y="1335"/>
                </a:cubicBezTo>
                <a:cubicBezTo>
                  <a:pt x="1968" y="1566"/>
                  <a:pt x="1931" y="1852"/>
                  <a:pt x="1934" y="2170"/>
                </a:cubicBezTo>
                <a:cubicBezTo>
                  <a:pt x="1936" y="2273"/>
                  <a:pt x="1944" y="2437"/>
                  <a:pt x="1955" y="2527"/>
                </a:cubicBezTo>
                <a:cubicBezTo>
                  <a:pt x="1964" y="2604"/>
                  <a:pt x="1983" y="2682"/>
                  <a:pt x="1986" y="2763"/>
                </a:cubicBezTo>
                <a:cubicBezTo>
                  <a:pt x="1989" y="2811"/>
                  <a:pt x="1986" y="2878"/>
                  <a:pt x="1986" y="2933"/>
                </a:cubicBezTo>
                <a:cubicBezTo>
                  <a:pt x="1987" y="3062"/>
                  <a:pt x="1998" y="3196"/>
                  <a:pt x="2019" y="3282"/>
                </a:cubicBezTo>
                <a:cubicBezTo>
                  <a:pt x="2034" y="3343"/>
                  <a:pt x="2047" y="3335"/>
                  <a:pt x="2062" y="3282"/>
                </a:cubicBezTo>
                <a:cubicBezTo>
                  <a:pt x="2067" y="3268"/>
                  <a:pt x="2074" y="3237"/>
                  <a:pt x="2078" y="3209"/>
                </a:cubicBezTo>
                <a:cubicBezTo>
                  <a:pt x="2085" y="3156"/>
                  <a:pt x="2091" y="3077"/>
                  <a:pt x="2097" y="3047"/>
                </a:cubicBezTo>
                <a:cubicBezTo>
                  <a:pt x="2098" y="3043"/>
                  <a:pt x="2102" y="3060"/>
                  <a:pt x="2105" y="3071"/>
                </a:cubicBezTo>
                <a:cubicBezTo>
                  <a:pt x="2108" y="3079"/>
                  <a:pt x="2133" y="3109"/>
                  <a:pt x="2140" y="3112"/>
                </a:cubicBezTo>
                <a:cubicBezTo>
                  <a:pt x="2154" y="3116"/>
                  <a:pt x="2167" y="3130"/>
                  <a:pt x="2181" y="3136"/>
                </a:cubicBezTo>
                <a:cubicBezTo>
                  <a:pt x="2226" y="3155"/>
                  <a:pt x="2287" y="3086"/>
                  <a:pt x="2326" y="3014"/>
                </a:cubicBezTo>
                <a:cubicBezTo>
                  <a:pt x="2416" y="2850"/>
                  <a:pt x="2486" y="2614"/>
                  <a:pt x="2556" y="2276"/>
                </a:cubicBezTo>
                <a:cubicBezTo>
                  <a:pt x="2597" y="2079"/>
                  <a:pt x="2633" y="1758"/>
                  <a:pt x="2620" y="1464"/>
                </a:cubicBezTo>
                <a:cubicBezTo>
                  <a:pt x="2614" y="1319"/>
                  <a:pt x="2599" y="1221"/>
                  <a:pt x="2573" y="1116"/>
                </a:cubicBezTo>
                <a:cubicBezTo>
                  <a:pt x="2560" y="1063"/>
                  <a:pt x="2530" y="979"/>
                  <a:pt x="2508" y="961"/>
                </a:cubicBezTo>
                <a:cubicBezTo>
                  <a:pt x="2501" y="956"/>
                  <a:pt x="2493" y="953"/>
                  <a:pt x="2491" y="945"/>
                </a:cubicBezTo>
                <a:cubicBezTo>
                  <a:pt x="2487" y="935"/>
                  <a:pt x="2483" y="916"/>
                  <a:pt x="2480" y="896"/>
                </a:cubicBezTo>
                <a:cubicBezTo>
                  <a:pt x="2465" y="802"/>
                  <a:pt x="2433" y="713"/>
                  <a:pt x="2411" y="677"/>
                </a:cubicBezTo>
                <a:cubicBezTo>
                  <a:pt x="2377" y="621"/>
                  <a:pt x="2337" y="614"/>
                  <a:pt x="2297" y="637"/>
                </a:cubicBezTo>
                <a:close/>
                <a:moveTo>
                  <a:pt x="2226" y="1310"/>
                </a:moveTo>
                <a:cubicBezTo>
                  <a:pt x="2226" y="1310"/>
                  <a:pt x="2213" y="1366"/>
                  <a:pt x="2200" y="1416"/>
                </a:cubicBezTo>
                <a:cubicBezTo>
                  <a:pt x="2160" y="1579"/>
                  <a:pt x="2106" y="1843"/>
                  <a:pt x="2076" y="2032"/>
                </a:cubicBezTo>
                <a:cubicBezTo>
                  <a:pt x="2060" y="2136"/>
                  <a:pt x="2040" y="2276"/>
                  <a:pt x="2040" y="2276"/>
                </a:cubicBezTo>
                <a:cubicBezTo>
                  <a:pt x="2040" y="2276"/>
                  <a:pt x="2036" y="2233"/>
                  <a:pt x="2033" y="2203"/>
                </a:cubicBezTo>
                <a:cubicBezTo>
                  <a:pt x="2014" y="1987"/>
                  <a:pt x="2056" y="1744"/>
                  <a:pt x="2093" y="1594"/>
                </a:cubicBezTo>
                <a:cubicBezTo>
                  <a:pt x="2116" y="1503"/>
                  <a:pt x="2161" y="1364"/>
                  <a:pt x="2192" y="1335"/>
                </a:cubicBezTo>
                <a:cubicBezTo>
                  <a:pt x="2205" y="1322"/>
                  <a:pt x="2226" y="1310"/>
                  <a:pt x="2226" y="1310"/>
                </a:cubicBezTo>
                <a:close/>
                <a:moveTo>
                  <a:pt x="2432" y="1408"/>
                </a:moveTo>
                <a:cubicBezTo>
                  <a:pt x="2460" y="1367"/>
                  <a:pt x="2472" y="1362"/>
                  <a:pt x="2494" y="1408"/>
                </a:cubicBezTo>
                <a:cubicBezTo>
                  <a:pt x="2511" y="1442"/>
                  <a:pt x="2526" y="1512"/>
                  <a:pt x="2528" y="1611"/>
                </a:cubicBezTo>
                <a:cubicBezTo>
                  <a:pt x="2536" y="1914"/>
                  <a:pt x="2461" y="2169"/>
                  <a:pt x="2411" y="2300"/>
                </a:cubicBezTo>
                <a:cubicBezTo>
                  <a:pt x="2360" y="2435"/>
                  <a:pt x="2306" y="2516"/>
                  <a:pt x="2247" y="2536"/>
                </a:cubicBezTo>
                <a:cubicBezTo>
                  <a:pt x="2224" y="2542"/>
                  <a:pt x="2162" y="2542"/>
                  <a:pt x="2161" y="2511"/>
                </a:cubicBezTo>
                <a:cubicBezTo>
                  <a:pt x="2160" y="2504"/>
                  <a:pt x="2164" y="2477"/>
                  <a:pt x="2169" y="2446"/>
                </a:cubicBezTo>
                <a:cubicBezTo>
                  <a:pt x="2178" y="2398"/>
                  <a:pt x="2189" y="2331"/>
                  <a:pt x="2199" y="2268"/>
                </a:cubicBezTo>
                <a:cubicBezTo>
                  <a:pt x="2243" y="1999"/>
                  <a:pt x="2324" y="1663"/>
                  <a:pt x="2382" y="1505"/>
                </a:cubicBezTo>
                <a:cubicBezTo>
                  <a:pt x="2401" y="1452"/>
                  <a:pt x="2411" y="1435"/>
                  <a:pt x="2432" y="1408"/>
                </a:cubicBezTo>
                <a:close/>
                <a:moveTo>
                  <a:pt x="3447" y="3128"/>
                </a:moveTo>
                <a:cubicBezTo>
                  <a:pt x="3439" y="3129"/>
                  <a:pt x="3429" y="3145"/>
                  <a:pt x="3425" y="3217"/>
                </a:cubicBezTo>
                <a:cubicBezTo>
                  <a:pt x="3417" y="3360"/>
                  <a:pt x="3428" y="3517"/>
                  <a:pt x="3428" y="3517"/>
                </a:cubicBezTo>
                <a:cubicBezTo>
                  <a:pt x="3505" y="4740"/>
                  <a:pt x="3523" y="5465"/>
                  <a:pt x="3523" y="5465"/>
                </a:cubicBezTo>
                <a:cubicBezTo>
                  <a:pt x="3523" y="5465"/>
                  <a:pt x="3527" y="5673"/>
                  <a:pt x="3518" y="5684"/>
                </a:cubicBezTo>
                <a:cubicBezTo>
                  <a:pt x="3512" y="5706"/>
                  <a:pt x="3504" y="5676"/>
                  <a:pt x="3504" y="5676"/>
                </a:cubicBezTo>
                <a:cubicBezTo>
                  <a:pt x="3495" y="5677"/>
                  <a:pt x="3411" y="5019"/>
                  <a:pt x="3411" y="5019"/>
                </a:cubicBezTo>
                <a:lnTo>
                  <a:pt x="3395" y="4889"/>
                </a:lnTo>
                <a:cubicBezTo>
                  <a:pt x="3303" y="4188"/>
                  <a:pt x="3247" y="3947"/>
                  <a:pt x="3247" y="3947"/>
                </a:cubicBezTo>
                <a:cubicBezTo>
                  <a:pt x="3234" y="3891"/>
                  <a:pt x="3201" y="3729"/>
                  <a:pt x="3159" y="3947"/>
                </a:cubicBezTo>
                <a:cubicBezTo>
                  <a:pt x="3117" y="4168"/>
                  <a:pt x="3084" y="4873"/>
                  <a:pt x="3071" y="5538"/>
                </a:cubicBezTo>
                <a:cubicBezTo>
                  <a:pt x="3060" y="6201"/>
                  <a:pt x="3067" y="6580"/>
                  <a:pt x="3088" y="6739"/>
                </a:cubicBezTo>
                <a:cubicBezTo>
                  <a:pt x="3111" y="6899"/>
                  <a:pt x="3154" y="6958"/>
                  <a:pt x="3190" y="6820"/>
                </a:cubicBezTo>
                <a:cubicBezTo>
                  <a:pt x="3228" y="6681"/>
                  <a:pt x="3222" y="5808"/>
                  <a:pt x="3228" y="5359"/>
                </a:cubicBezTo>
                <a:cubicBezTo>
                  <a:pt x="3234" y="4909"/>
                  <a:pt x="3243" y="4986"/>
                  <a:pt x="3243" y="4986"/>
                </a:cubicBezTo>
                <a:cubicBezTo>
                  <a:pt x="3252" y="4975"/>
                  <a:pt x="3295" y="5392"/>
                  <a:pt x="3295" y="5392"/>
                </a:cubicBezTo>
                <a:cubicBezTo>
                  <a:pt x="3295" y="5392"/>
                  <a:pt x="3410" y="6494"/>
                  <a:pt x="3482" y="6658"/>
                </a:cubicBezTo>
                <a:cubicBezTo>
                  <a:pt x="3554" y="6819"/>
                  <a:pt x="3612" y="6560"/>
                  <a:pt x="3635" y="6317"/>
                </a:cubicBezTo>
                <a:cubicBezTo>
                  <a:pt x="3658" y="6069"/>
                  <a:pt x="3698" y="5247"/>
                  <a:pt x="3641" y="4337"/>
                </a:cubicBezTo>
                <a:cubicBezTo>
                  <a:pt x="3583" y="3427"/>
                  <a:pt x="3463" y="3144"/>
                  <a:pt x="3463" y="3144"/>
                </a:cubicBezTo>
                <a:cubicBezTo>
                  <a:pt x="3463" y="3144"/>
                  <a:pt x="3456" y="3127"/>
                  <a:pt x="3447" y="3128"/>
                </a:cubicBezTo>
                <a:close/>
                <a:moveTo>
                  <a:pt x="4558" y="3501"/>
                </a:moveTo>
                <a:cubicBezTo>
                  <a:pt x="4544" y="3472"/>
                  <a:pt x="4521" y="3566"/>
                  <a:pt x="4521" y="3566"/>
                </a:cubicBezTo>
                <a:cubicBezTo>
                  <a:pt x="4327" y="4387"/>
                  <a:pt x="4299" y="5294"/>
                  <a:pt x="4299" y="5294"/>
                </a:cubicBezTo>
                <a:cubicBezTo>
                  <a:pt x="4280" y="5785"/>
                  <a:pt x="4302" y="6133"/>
                  <a:pt x="4333" y="6374"/>
                </a:cubicBezTo>
                <a:cubicBezTo>
                  <a:pt x="4225" y="7458"/>
                  <a:pt x="4172" y="8403"/>
                  <a:pt x="4186" y="8962"/>
                </a:cubicBezTo>
                <a:cubicBezTo>
                  <a:pt x="4200" y="9387"/>
                  <a:pt x="4265" y="9692"/>
                  <a:pt x="4304" y="9757"/>
                </a:cubicBezTo>
                <a:cubicBezTo>
                  <a:pt x="4344" y="9835"/>
                  <a:pt x="4350" y="9611"/>
                  <a:pt x="4350" y="9611"/>
                </a:cubicBezTo>
                <a:cubicBezTo>
                  <a:pt x="4382" y="8455"/>
                  <a:pt x="4439" y="7682"/>
                  <a:pt x="4506" y="6917"/>
                </a:cubicBezTo>
                <a:cubicBezTo>
                  <a:pt x="4709" y="7136"/>
                  <a:pt x="4863" y="6210"/>
                  <a:pt x="4917" y="5765"/>
                </a:cubicBezTo>
                <a:cubicBezTo>
                  <a:pt x="4949" y="5499"/>
                  <a:pt x="4965" y="5143"/>
                  <a:pt x="4965" y="4808"/>
                </a:cubicBezTo>
                <a:cubicBezTo>
                  <a:pt x="4965" y="4430"/>
                  <a:pt x="4942" y="4079"/>
                  <a:pt x="4894" y="3915"/>
                </a:cubicBezTo>
                <a:cubicBezTo>
                  <a:pt x="4751" y="3446"/>
                  <a:pt x="4518" y="4930"/>
                  <a:pt x="4416" y="5668"/>
                </a:cubicBezTo>
                <a:cubicBezTo>
                  <a:pt x="4401" y="5292"/>
                  <a:pt x="4456" y="4816"/>
                  <a:pt x="4456" y="4816"/>
                </a:cubicBezTo>
                <a:cubicBezTo>
                  <a:pt x="4456" y="4816"/>
                  <a:pt x="4542" y="4114"/>
                  <a:pt x="4554" y="3972"/>
                </a:cubicBezTo>
                <a:cubicBezTo>
                  <a:pt x="4566" y="3828"/>
                  <a:pt x="4573" y="3530"/>
                  <a:pt x="4558" y="3501"/>
                </a:cubicBezTo>
                <a:close/>
                <a:moveTo>
                  <a:pt x="2831" y="3582"/>
                </a:moveTo>
                <a:cubicBezTo>
                  <a:pt x="2765" y="3558"/>
                  <a:pt x="2698" y="3577"/>
                  <a:pt x="2648" y="3607"/>
                </a:cubicBezTo>
                <a:cubicBezTo>
                  <a:pt x="2543" y="3668"/>
                  <a:pt x="2404" y="3819"/>
                  <a:pt x="2344" y="4223"/>
                </a:cubicBezTo>
                <a:cubicBezTo>
                  <a:pt x="2321" y="4378"/>
                  <a:pt x="2307" y="4615"/>
                  <a:pt x="2318" y="4808"/>
                </a:cubicBezTo>
                <a:cubicBezTo>
                  <a:pt x="2324" y="4914"/>
                  <a:pt x="2344" y="5008"/>
                  <a:pt x="2364" y="5051"/>
                </a:cubicBezTo>
                <a:cubicBezTo>
                  <a:pt x="2385" y="5094"/>
                  <a:pt x="2410" y="5117"/>
                  <a:pt x="2434" y="5132"/>
                </a:cubicBezTo>
                <a:cubicBezTo>
                  <a:pt x="2456" y="5149"/>
                  <a:pt x="2551" y="5188"/>
                  <a:pt x="2611" y="5213"/>
                </a:cubicBezTo>
                <a:cubicBezTo>
                  <a:pt x="2669" y="5235"/>
                  <a:pt x="2779" y="5290"/>
                  <a:pt x="2839" y="5408"/>
                </a:cubicBezTo>
                <a:cubicBezTo>
                  <a:pt x="2839" y="5408"/>
                  <a:pt x="2897" y="5506"/>
                  <a:pt x="2896" y="5660"/>
                </a:cubicBezTo>
                <a:cubicBezTo>
                  <a:pt x="2896" y="5736"/>
                  <a:pt x="2884" y="5797"/>
                  <a:pt x="2872" y="5838"/>
                </a:cubicBezTo>
                <a:cubicBezTo>
                  <a:pt x="2783" y="6136"/>
                  <a:pt x="2660" y="6220"/>
                  <a:pt x="2551" y="6211"/>
                </a:cubicBezTo>
                <a:cubicBezTo>
                  <a:pt x="2514" y="6210"/>
                  <a:pt x="2483" y="6182"/>
                  <a:pt x="2446" y="6106"/>
                </a:cubicBezTo>
                <a:cubicBezTo>
                  <a:pt x="2430" y="6074"/>
                  <a:pt x="2408" y="5996"/>
                  <a:pt x="2411" y="5911"/>
                </a:cubicBezTo>
                <a:cubicBezTo>
                  <a:pt x="2417" y="5748"/>
                  <a:pt x="2455" y="5703"/>
                  <a:pt x="2487" y="5716"/>
                </a:cubicBezTo>
                <a:cubicBezTo>
                  <a:pt x="2505" y="5723"/>
                  <a:pt x="2528" y="5758"/>
                  <a:pt x="2546" y="5789"/>
                </a:cubicBezTo>
                <a:cubicBezTo>
                  <a:pt x="2616" y="5920"/>
                  <a:pt x="2648" y="6028"/>
                  <a:pt x="2710" y="5984"/>
                </a:cubicBezTo>
                <a:cubicBezTo>
                  <a:pt x="2733" y="5968"/>
                  <a:pt x="2813" y="5888"/>
                  <a:pt x="2824" y="5733"/>
                </a:cubicBezTo>
                <a:cubicBezTo>
                  <a:pt x="2826" y="5695"/>
                  <a:pt x="2823" y="5655"/>
                  <a:pt x="2817" y="5627"/>
                </a:cubicBezTo>
                <a:cubicBezTo>
                  <a:pt x="2808" y="5586"/>
                  <a:pt x="2759" y="5495"/>
                  <a:pt x="2746" y="5473"/>
                </a:cubicBezTo>
                <a:cubicBezTo>
                  <a:pt x="2699" y="5394"/>
                  <a:pt x="2611" y="5327"/>
                  <a:pt x="2561" y="5319"/>
                </a:cubicBezTo>
                <a:cubicBezTo>
                  <a:pt x="2496" y="5308"/>
                  <a:pt x="2410" y="5360"/>
                  <a:pt x="2370" y="5619"/>
                </a:cubicBezTo>
                <a:cubicBezTo>
                  <a:pt x="2345" y="5781"/>
                  <a:pt x="2344" y="6009"/>
                  <a:pt x="2364" y="6179"/>
                </a:cubicBezTo>
                <a:cubicBezTo>
                  <a:pt x="2393" y="6412"/>
                  <a:pt x="2448" y="6593"/>
                  <a:pt x="2494" y="6698"/>
                </a:cubicBezTo>
                <a:cubicBezTo>
                  <a:pt x="2571" y="6874"/>
                  <a:pt x="2665" y="6954"/>
                  <a:pt x="2751" y="6909"/>
                </a:cubicBezTo>
                <a:cubicBezTo>
                  <a:pt x="2800" y="6883"/>
                  <a:pt x="2842" y="6839"/>
                  <a:pt x="2886" y="6739"/>
                </a:cubicBezTo>
                <a:cubicBezTo>
                  <a:pt x="2928" y="6643"/>
                  <a:pt x="2974" y="6465"/>
                  <a:pt x="2995" y="6252"/>
                </a:cubicBezTo>
                <a:cubicBezTo>
                  <a:pt x="3023" y="5965"/>
                  <a:pt x="3022" y="5589"/>
                  <a:pt x="2991" y="5319"/>
                </a:cubicBezTo>
                <a:cubicBezTo>
                  <a:pt x="2971" y="5140"/>
                  <a:pt x="2948" y="5041"/>
                  <a:pt x="2910" y="4962"/>
                </a:cubicBezTo>
                <a:cubicBezTo>
                  <a:pt x="2869" y="4876"/>
                  <a:pt x="2814" y="4826"/>
                  <a:pt x="2760" y="4791"/>
                </a:cubicBezTo>
                <a:cubicBezTo>
                  <a:pt x="2757" y="4789"/>
                  <a:pt x="2756" y="4786"/>
                  <a:pt x="2753" y="4783"/>
                </a:cubicBezTo>
                <a:lnTo>
                  <a:pt x="2753" y="4791"/>
                </a:lnTo>
                <a:lnTo>
                  <a:pt x="2501" y="4645"/>
                </a:lnTo>
                <a:cubicBezTo>
                  <a:pt x="2497" y="4644"/>
                  <a:pt x="2497" y="4649"/>
                  <a:pt x="2494" y="4645"/>
                </a:cubicBezTo>
                <a:cubicBezTo>
                  <a:pt x="2483" y="4636"/>
                  <a:pt x="2431" y="4607"/>
                  <a:pt x="2449" y="4515"/>
                </a:cubicBezTo>
                <a:cubicBezTo>
                  <a:pt x="2454" y="4489"/>
                  <a:pt x="2470" y="4471"/>
                  <a:pt x="2478" y="4459"/>
                </a:cubicBezTo>
                <a:cubicBezTo>
                  <a:pt x="2593" y="4312"/>
                  <a:pt x="2738" y="4328"/>
                  <a:pt x="2858" y="4296"/>
                </a:cubicBezTo>
                <a:cubicBezTo>
                  <a:pt x="2885" y="4288"/>
                  <a:pt x="2945" y="4268"/>
                  <a:pt x="2974" y="4223"/>
                </a:cubicBezTo>
                <a:cubicBezTo>
                  <a:pt x="3002" y="4182"/>
                  <a:pt x="3026" y="4093"/>
                  <a:pt x="3033" y="3947"/>
                </a:cubicBezTo>
                <a:cubicBezTo>
                  <a:pt x="3036" y="3871"/>
                  <a:pt x="3027" y="3832"/>
                  <a:pt x="3012" y="3793"/>
                </a:cubicBezTo>
                <a:cubicBezTo>
                  <a:pt x="2962" y="3669"/>
                  <a:pt x="2897" y="3606"/>
                  <a:pt x="2831" y="3582"/>
                </a:cubicBezTo>
                <a:close/>
                <a:moveTo>
                  <a:pt x="4195" y="3607"/>
                </a:moveTo>
                <a:cubicBezTo>
                  <a:pt x="4021" y="3579"/>
                  <a:pt x="3768" y="3794"/>
                  <a:pt x="3741" y="3858"/>
                </a:cubicBezTo>
                <a:cubicBezTo>
                  <a:pt x="3715" y="3912"/>
                  <a:pt x="3718" y="4008"/>
                  <a:pt x="3751" y="4207"/>
                </a:cubicBezTo>
                <a:cubicBezTo>
                  <a:pt x="3787" y="4416"/>
                  <a:pt x="3848" y="4394"/>
                  <a:pt x="3848" y="4394"/>
                </a:cubicBezTo>
                <a:lnTo>
                  <a:pt x="3794" y="4913"/>
                </a:lnTo>
                <a:cubicBezTo>
                  <a:pt x="3751" y="4927"/>
                  <a:pt x="3737" y="4994"/>
                  <a:pt x="3737" y="4994"/>
                </a:cubicBezTo>
                <a:cubicBezTo>
                  <a:pt x="3712" y="5119"/>
                  <a:pt x="3746" y="5489"/>
                  <a:pt x="3746" y="5489"/>
                </a:cubicBezTo>
                <a:cubicBezTo>
                  <a:pt x="3746" y="5489"/>
                  <a:pt x="3670" y="6285"/>
                  <a:pt x="3725" y="6706"/>
                </a:cubicBezTo>
                <a:cubicBezTo>
                  <a:pt x="3784" y="7148"/>
                  <a:pt x="3855" y="7128"/>
                  <a:pt x="3855" y="7128"/>
                </a:cubicBezTo>
                <a:cubicBezTo>
                  <a:pt x="3987" y="7174"/>
                  <a:pt x="4204" y="6523"/>
                  <a:pt x="4216" y="6309"/>
                </a:cubicBezTo>
                <a:cubicBezTo>
                  <a:pt x="4225" y="6134"/>
                  <a:pt x="4192" y="5939"/>
                  <a:pt x="4162" y="5903"/>
                </a:cubicBezTo>
                <a:cubicBezTo>
                  <a:pt x="4134" y="5875"/>
                  <a:pt x="3915" y="6073"/>
                  <a:pt x="3889" y="6106"/>
                </a:cubicBezTo>
                <a:cubicBezTo>
                  <a:pt x="3861" y="6141"/>
                  <a:pt x="3874" y="6017"/>
                  <a:pt x="3874" y="6017"/>
                </a:cubicBezTo>
                <a:lnTo>
                  <a:pt x="3907" y="5481"/>
                </a:lnTo>
                <a:cubicBezTo>
                  <a:pt x="3907" y="5481"/>
                  <a:pt x="4115" y="5440"/>
                  <a:pt x="4145" y="5416"/>
                </a:cubicBezTo>
                <a:cubicBezTo>
                  <a:pt x="4173" y="5393"/>
                  <a:pt x="4174" y="5303"/>
                  <a:pt x="4174" y="5303"/>
                </a:cubicBezTo>
                <a:cubicBezTo>
                  <a:pt x="4174" y="5303"/>
                  <a:pt x="4179" y="5145"/>
                  <a:pt x="4178" y="5002"/>
                </a:cubicBezTo>
                <a:cubicBezTo>
                  <a:pt x="4174" y="4850"/>
                  <a:pt x="4148" y="4864"/>
                  <a:pt x="4148" y="4864"/>
                </a:cubicBezTo>
                <a:cubicBezTo>
                  <a:pt x="4068" y="4826"/>
                  <a:pt x="3957" y="4873"/>
                  <a:pt x="3957" y="4873"/>
                </a:cubicBezTo>
                <a:lnTo>
                  <a:pt x="3986" y="4459"/>
                </a:lnTo>
                <a:cubicBezTo>
                  <a:pt x="3986" y="4459"/>
                  <a:pt x="4205" y="4411"/>
                  <a:pt x="4290" y="4321"/>
                </a:cubicBezTo>
                <a:cubicBezTo>
                  <a:pt x="4333" y="4272"/>
                  <a:pt x="4309" y="4077"/>
                  <a:pt x="4309" y="4077"/>
                </a:cubicBezTo>
                <a:cubicBezTo>
                  <a:pt x="4256" y="3584"/>
                  <a:pt x="4195" y="3607"/>
                  <a:pt x="4195" y="3607"/>
                </a:cubicBezTo>
                <a:close/>
                <a:moveTo>
                  <a:pt x="2176" y="3704"/>
                </a:moveTo>
                <a:cubicBezTo>
                  <a:pt x="2156" y="3686"/>
                  <a:pt x="2145" y="3811"/>
                  <a:pt x="2140" y="3874"/>
                </a:cubicBezTo>
                <a:cubicBezTo>
                  <a:pt x="2124" y="4063"/>
                  <a:pt x="2114" y="4505"/>
                  <a:pt x="2111" y="4645"/>
                </a:cubicBezTo>
                <a:cubicBezTo>
                  <a:pt x="2101" y="5069"/>
                  <a:pt x="2093" y="6074"/>
                  <a:pt x="2109" y="6585"/>
                </a:cubicBezTo>
                <a:cubicBezTo>
                  <a:pt x="2116" y="6799"/>
                  <a:pt x="2130" y="6946"/>
                  <a:pt x="2176" y="6990"/>
                </a:cubicBezTo>
                <a:cubicBezTo>
                  <a:pt x="2195" y="7008"/>
                  <a:pt x="2230" y="7002"/>
                  <a:pt x="2245" y="6958"/>
                </a:cubicBezTo>
                <a:cubicBezTo>
                  <a:pt x="2259" y="6919"/>
                  <a:pt x="2267" y="6843"/>
                  <a:pt x="2269" y="6779"/>
                </a:cubicBezTo>
                <a:cubicBezTo>
                  <a:pt x="2278" y="6602"/>
                  <a:pt x="2275" y="6344"/>
                  <a:pt x="2273" y="6155"/>
                </a:cubicBezTo>
                <a:cubicBezTo>
                  <a:pt x="2271" y="5930"/>
                  <a:pt x="2270" y="5708"/>
                  <a:pt x="2268" y="5481"/>
                </a:cubicBezTo>
                <a:cubicBezTo>
                  <a:pt x="2265" y="5178"/>
                  <a:pt x="2258" y="4410"/>
                  <a:pt x="2240" y="4061"/>
                </a:cubicBezTo>
                <a:cubicBezTo>
                  <a:pt x="2232" y="3911"/>
                  <a:pt x="2220" y="3769"/>
                  <a:pt x="2188" y="3712"/>
                </a:cubicBezTo>
                <a:cubicBezTo>
                  <a:pt x="2185" y="3707"/>
                  <a:pt x="2179" y="3707"/>
                  <a:pt x="2176" y="3704"/>
                </a:cubicBezTo>
                <a:close/>
                <a:moveTo>
                  <a:pt x="4863" y="4491"/>
                </a:moveTo>
                <a:cubicBezTo>
                  <a:pt x="4873" y="4524"/>
                  <a:pt x="4874" y="4597"/>
                  <a:pt x="4874" y="4597"/>
                </a:cubicBezTo>
                <a:cubicBezTo>
                  <a:pt x="4888" y="5167"/>
                  <a:pt x="4799" y="5599"/>
                  <a:pt x="4761" y="5757"/>
                </a:cubicBezTo>
                <a:cubicBezTo>
                  <a:pt x="4738" y="5861"/>
                  <a:pt x="4662" y="6063"/>
                  <a:pt x="4582" y="6106"/>
                </a:cubicBezTo>
                <a:cubicBezTo>
                  <a:pt x="4658" y="5412"/>
                  <a:pt x="4752" y="4902"/>
                  <a:pt x="4805" y="4629"/>
                </a:cubicBezTo>
                <a:cubicBezTo>
                  <a:pt x="4835" y="4468"/>
                  <a:pt x="4854" y="4458"/>
                  <a:pt x="4863" y="4491"/>
                </a:cubicBezTo>
                <a:close/>
                <a:moveTo>
                  <a:pt x="774" y="4556"/>
                </a:moveTo>
                <a:cubicBezTo>
                  <a:pt x="774" y="4556"/>
                  <a:pt x="773" y="4878"/>
                  <a:pt x="772" y="5205"/>
                </a:cubicBezTo>
                <a:cubicBezTo>
                  <a:pt x="772" y="5824"/>
                  <a:pt x="776" y="6447"/>
                  <a:pt x="776" y="6447"/>
                </a:cubicBezTo>
                <a:cubicBezTo>
                  <a:pt x="776" y="6447"/>
                  <a:pt x="728" y="6372"/>
                  <a:pt x="700" y="6317"/>
                </a:cubicBezTo>
                <a:cubicBezTo>
                  <a:pt x="617" y="6155"/>
                  <a:pt x="505" y="5820"/>
                  <a:pt x="449" y="5603"/>
                </a:cubicBezTo>
                <a:cubicBezTo>
                  <a:pt x="436" y="5552"/>
                  <a:pt x="391" y="5332"/>
                  <a:pt x="382" y="5286"/>
                </a:cubicBezTo>
                <a:cubicBezTo>
                  <a:pt x="368" y="5207"/>
                  <a:pt x="354" y="5132"/>
                  <a:pt x="358" y="5035"/>
                </a:cubicBezTo>
                <a:cubicBezTo>
                  <a:pt x="361" y="4941"/>
                  <a:pt x="401" y="4865"/>
                  <a:pt x="420" y="4832"/>
                </a:cubicBezTo>
                <a:cubicBezTo>
                  <a:pt x="485" y="4723"/>
                  <a:pt x="598" y="4627"/>
                  <a:pt x="658" y="4597"/>
                </a:cubicBezTo>
                <a:cubicBezTo>
                  <a:pt x="705" y="4572"/>
                  <a:pt x="774" y="4556"/>
                  <a:pt x="774" y="4556"/>
                </a:cubicBezTo>
                <a:close/>
                <a:moveTo>
                  <a:pt x="1225" y="10828"/>
                </a:moveTo>
                <a:cubicBezTo>
                  <a:pt x="647" y="10828"/>
                  <a:pt x="318" y="12510"/>
                  <a:pt x="318" y="14910"/>
                </a:cubicBezTo>
                <a:cubicBezTo>
                  <a:pt x="318" y="17321"/>
                  <a:pt x="630" y="18992"/>
                  <a:pt x="1232" y="18992"/>
                </a:cubicBezTo>
                <a:cubicBezTo>
                  <a:pt x="1439" y="18992"/>
                  <a:pt x="1621" y="18744"/>
                  <a:pt x="1736" y="18464"/>
                </a:cubicBezTo>
                <a:lnTo>
                  <a:pt x="1736" y="16817"/>
                </a:lnTo>
                <a:cubicBezTo>
                  <a:pt x="1621" y="17198"/>
                  <a:pt x="1465" y="17531"/>
                  <a:pt x="1259" y="17531"/>
                </a:cubicBezTo>
                <a:cubicBezTo>
                  <a:pt x="925" y="17531"/>
                  <a:pt x="712" y="16580"/>
                  <a:pt x="712" y="14910"/>
                </a:cubicBezTo>
                <a:cubicBezTo>
                  <a:pt x="712" y="13240"/>
                  <a:pt x="916" y="12265"/>
                  <a:pt x="1251" y="12265"/>
                </a:cubicBezTo>
                <a:cubicBezTo>
                  <a:pt x="1456" y="12265"/>
                  <a:pt x="1621" y="12622"/>
                  <a:pt x="1736" y="13003"/>
                </a:cubicBezTo>
                <a:lnTo>
                  <a:pt x="1736" y="11332"/>
                </a:lnTo>
                <a:cubicBezTo>
                  <a:pt x="1621" y="11062"/>
                  <a:pt x="1432" y="10828"/>
                  <a:pt x="1225" y="10828"/>
                </a:cubicBezTo>
                <a:close/>
                <a:moveTo>
                  <a:pt x="11956" y="10983"/>
                </a:moveTo>
                <a:lnTo>
                  <a:pt x="11956" y="18837"/>
                </a:lnTo>
                <a:lnTo>
                  <a:pt x="12316" y="18837"/>
                </a:lnTo>
                <a:lnTo>
                  <a:pt x="12316" y="13977"/>
                </a:lnTo>
                <a:lnTo>
                  <a:pt x="12824" y="17150"/>
                </a:lnTo>
                <a:lnTo>
                  <a:pt x="12967" y="17150"/>
                </a:lnTo>
                <a:lnTo>
                  <a:pt x="13475" y="13977"/>
                </a:lnTo>
                <a:lnTo>
                  <a:pt x="13475" y="18837"/>
                </a:lnTo>
                <a:lnTo>
                  <a:pt x="13836" y="18837"/>
                </a:lnTo>
                <a:lnTo>
                  <a:pt x="13836" y="10983"/>
                </a:lnTo>
                <a:lnTo>
                  <a:pt x="13537" y="10983"/>
                </a:lnTo>
                <a:lnTo>
                  <a:pt x="12898" y="15056"/>
                </a:lnTo>
                <a:lnTo>
                  <a:pt x="12254" y="10983"/>
                </a:lnTo>
                <a:lnTo>
                  <a:pt x="11956" y="10983"/>
                </a:lnTo>
                <a:close/>
                <a:moveTo>
                  <a:pt x="8219" y="10991"/>
                </a:moveTo>
                <a:cubicBezTo>
                  <a:pt x="8092" y="10991"/>
                  <a:pt x="7999" y="11300"/>
                  <a:pt x="7999" y="11883"/>
                </a:cubicBezTo>
                <a:cubicBezTo>
                  <a:pt x="7999" y="12433"/>
                  <a:pt x="8087" y="12711"/>
                  <a:pt x="8219" y="12711"/>
                </a:cubicBezTo>
                <a:cubicBezTo>
                  <a:pt x="8350" y="12711"/>
                  <a:pt x="8447" y="12433"/>
                  <a:pt x="8447" y="11883"/>
                </a:cubicBezTo>
                <a:cubicBezTo>
                  <a:pt x="8447" y="11300"/>
                  <a:pt x="8345" y="10991"/>
                  <a:pt x="8219" y="10991"/>
                </a:cubicBezTo>
                <a:close/>
                <a:moveTo>
                  <a:pt x="2409" y="13238"/>
                </a:moveTo>
                <a:cubicBezTo>
                  <a:pt x="2142" y="13238"/>
                  <a:pt x="1979" y="13596"/>
                  <a:pt x="1979" y="13596"/>
                </a:cubicBezTo>
                <a:lnTo>
                  <a:pt x="1979" y="14853"/>
                </a:lnTo>
                <a:cubicBezTo>
                  <a:pt x="1979" y="14853"/>
                  <a:pt x="2122" y="14431"/>
                  <a:pt x="2349" y="14431"/>
                </a:cubicBezTo>
                <a:cubicBezTo>
                  <a:pt x="2530" y="14431"/>
                  <a:pt x="2589" y="14761"/>
                  <a:pt x="2589" y="15243"/>
                </a:cubicBezTo>
                <a:lnTo>
                  <a:pt x="2589" y="15584"/>
                </a:lnTo>
                <a:cubicBezTo>
                  <a:pt x="2527" y="15516"/>
                  <a:pt x="2461" y="15478"/>
                  <a:pt x="2380" y="15478"/>
                </a:cubicBezTo>
                <a:cubicBezTo>
                  <a:pt x="2055" y="15478"/>
                  <a:pt x="1884" y="16232"/>
                  <a:pt x="1884" y="17174"/>
                </a:cubicBezTo>
                <a:cubicBezTo>
                  <a:pt x="1884" y="18351"/>
                  <a:pt x="2062" y="18919"/>
                  <a:pt x="2275" y="18919"/>
                </a:cubicBezTo>
                <a:cubicBezTo>
                  <a:pt x="2459" y="18919"/>
                  <a:pt x="2552" y="18634"/>
                  <a:pt x="2630" y="18196"/>
                </a:cubicBezTo>
                <a:cubicBezTo>
                  <a:pt x="2661" y="18544"/>
                  <a:pt x="2719" y="18902"/>
                  <a:pt x="2874" y="18902"/>
                </a:cubicBezTo>
                <a:cubicBezTo>
                  <a:pt x="3015" y="18902"/>
                  <a:pt x="3090" y="18748"/>
                  <a:pt x="3090" y="18748"/>
                </a:cubicBezTo>
                <a:lnTo>
                  <a:pt x="3090" y="17726"/>
                </a:lnTo>
                <a:cubicBezTo>
                  <a:pt x="3090" y="17726"/>
                  <a:pt x="3067" y="17758"/>
                  <a:pt x="3036" y="17758"/>
                </a:cubicBezTo>
                <a:cubicBezTo>
                  <a:pt x="2981" y="17758"/>
                  <a:pt x="2941" y="17630"/>
                  <a:pt x="2941" y="17215"/>
                </a:cubicBezTo>
                <a:lnTo>
                  <a:pt x="2941" y="15105"/>
                </a:lnTo>
                <a:cubicBezTo>
                  <a:pt x="2941" y="13882"/>
                  <a:pt x="2753" y="13238"/>
                  <a:pt x="2409" y="13238"/>
                </a:cubicBezTo>
                <a:close/>
                <a:moveTo>
                  <a:pt x="7169" y="13238"/>
                </a:moveTo>
                <a:cubicBezTo>
                  <a:pt x="6901" y="13238"/>
                  <a:pt x="6740" y="13596"/>
                  <a:pt x="6740" y="13596"/>
                </a:cubicBezTo>
                <a:lnTo>
                  <a:pt x="6740" y="14853"/>
                </a:lnTo>
                <a:cubicBezTo>
                  <a:pt x="6740" y="14853"/>
                  <a:pt x="6883" y="14431"/>
                  <a:pt x="7110" y="14431"/>
                </a:cubicBezTo>
                <a:cubicBezTo>
                  <a:pt x="7291" y="14431"/>
                  <a:pt x="7348" y="14761"/>
                  <a:pt x="7348" y="15243"/>
                </a:cubicBezTo>
                <a:lnTo>
                  <a:pt x="7348" y="15584"/>
                </a:lnTo>
                <a:cubicBezTo>
                  <a:pt x="7286" y="15516"/>
                  <a:pt x="7222" y="15478"/>
                  <a:pt x="7141" y="15478"/>
                </a:cubicBezTo>
                <a:cubicBezTo>
                  <a:pt x="6816" y="15478"/>
                  <a:pt x="6644" y="16232"/>
                  <a:pt x="6644" y="17174"/>
                </a:cubicBezTo>
                <a:cubicBezTo>
                  <a:pt x="6644" y="18351"/>
                  <a:pt x="6823" y="18919"/>
                  <a:pt x="7036" y="18919"/>
                </a:cubicBezTo>
                <a:cubicBezTo>
                  <a:pt x="7220" y="18919"/>
                  <a:pt x="7313" y="18634"/>
                  <a:pt x="7391" y="18196"/>
                </a:cubicBezTo>
                <a:cubicBezTo>
                  <a:pt x="7422" y="18544"/>
                  <a:pt x="7480" y="18902"/>
                  <a:pt x="7635" y="18902"/>
                </a:cubicBezTo>
                <a:cubicBezTo>
                  <a:pt x="7776" y="18902"/>
                  <a:pt x="7849" y="18748"/>
                  <a:pt x="7849" y="18748"/>
                </a:cubicBezTo>
                <a:lnTo>
                  <a:pt x="7849" y="17726"/>
                </a:lnTo>
                <a:cubicBezTo>
                  <a:pt x="7849" y="17726"/>
                  <a:pt x="7828" y="17758"/>
                  <a:pt x="7797" y="17758"/>
                </a:cubicBezTo>
                <a:cubicBezTo>
                  <a:pt x="7742" y="17758"/>
                  <a:pt x="7702" y="17630"/>
                  <a:pt x="7702" y="17215"/>
                </a:cubicBezTo>
                <a:lnTo>
                  <a:pt x="7702" y="15105"/>
                </a:lnTo>
                <a:cubicBezTo>
                  <a:pt x="7702" y="13882"/>
                  <a:pt x="7512" y="13238"/>
                  <a:pt x="7169" y="13238"/>
                </a:cubicBezTo>
                <a:close/>
                <a:moveTo>
                  <a:pt x="14579" y="13238"/>
                </a:moveTo>
                <a:cubicBezTo>
                  <a:pt x="14311" y="13238"/>
                  <a:pt x="14149" y="13596"/>
                  <a:pt x="14149" y="13596"/>
                </a:cubicBezTo>
                <a:lnTo>
                  <a:pt x="14149" y="14853"/>
                </a:lnTo>
                <a:cubicBezTo>
                  <a:pt x="14149" y="14853"/>
                  <a:pt x="14293" y="14431"/>
                  <a:pt x="14520" y="14431"/>
                </a:cubicBezTo>
                <a:cubicBezTo>
                  <a:pt x="14701" y="14431"/>
                  <a:pt x="14758" y="14761"/>
                  <a:pt x="14758" y="15243"/>
                </a:cubicBezTo>
                <a:lnTo>
                  <a:pt x="14758" y="15584"/>
                </a:lnTo>
                <a:cubicBezTo>
                  <a:pt x="14696" y="15516"/>
                  <a:pt x="14632" y="15478"/>
                  <a:pt x="14551" y="15478"/>
                </a:cubicBezTo>
                <a:cubicBezTo>
                  <a:pt x="14226" y="15478"/>
                  <a:pt x="14054" y="16232"/>
                  <a:pt x="14054" y="17174"/>
                </a:cubicBezTo>
                <a:cubicBezTo>
                  <a:pt x="14054" y="18351"/>
                  <a:pt x="14233" y="18919"/>
                  <a:pt x="14446" y="18919"/>
                </a:cubicBezTo>
                <a:cubicBezTo>
                  <a:pt x="14630" y="18919"/>
                  <a:pt x="14723" y="18634"/>
                  <a:pt x="14801" y="18196"/>
                </a:cubicBezTo>
                <a:cubicBezTo>
                  <a:pt x="14832" y="18544"/>
                  <a:pt x="14890" y="18902"/>
                  <a:pt x="15045" y="18902"/>
                </a:cubicBezTo>
                <a:cubicBezTo>
                  <a:pt x="15186" y="18902"/>
                  <a:pt x="15259" y="18748"/>
                  <a:pt x="15259" y="18748"/>
                </a:cubicBezTo>
                <a:lnTo>
                  <a:pt x="15259" y="17726"/>
                </a:lnTo>
                <a:cubicBezTo>
                  <a:pt x="15259" y="17726"/>
                  <a:pt x="15238" y="17758"/>
                  <a:pt x="15207" y="17758"/>
                </a:cubicBezTo>
                <a:cubicBezTo>
                  <a:pt x="15152" y="17758"/>
                  <a:pt x="15112" y="17630"/>
                  <a:pt x="15112" y="17215"/>
                </a:cubicBezTo>
                <a:lnTo>
                  <a:pt x="15112" y="15105"/>
                </a:lnTo>
                <a:cubicBezTo>
                  <a:pt x="15112" y="13882"/>
                  <a:pt x="14922" y="13238"/>
                  <a:pt x="14579" y="13238"/>
                </a:cubicBezTo>
                <a:close/>
                <a:moveTo>
                  <a:pt x="17223" y="13238"/>
                </a:moveTo>
                <a:cubicBezTo>
                  <a:pt x="16955" y="13238"/>
                  <a:pt x="16793" y="13596"/>
                  <a:pt x="16793" y="13596"/>
                </a:cubicBezTo>
                <a:lnTo>
                  <a:pt x="16793" y="14853"/>
                </a:lnTo>
                <a:cubicBezTo>
                  <a:pt x="16793" y="14853"/>
                  <a:pt x="16935" y="14431"/>
                  <a:pt x="17162" y="14431"/>
                </a:cubicBezTo>
                <a:cubicBezTo>
                  <a:pt x="17344" y="14431"/>
                  <a:pt x="17400" y="14761"/>
                  <a:pt x="17400" y="15243"/>
                </a:cubicBezTo>
                <a:lnTo>
                  <a:pt x="17400" y="15584"/>
                </a:lnTo>
                <a:cubicBezTo>
                  <a:pt x="17338" y="15516"/>
                  <a:pt x="17274" y="15478"/>
                  <a:pt x="17193" y="15478"/>
                </a:cubicBezTo>
                <a:cubicBezTo>
                  <a:pt x="16868" y="15478"/>
                  <a:pt x="16696" y="16232"/>
                  <a:pt x="16696" y="17174"/>
                </a:cubicBezTo>
                <a:lnTo>
                  <a:pt x="16698" y="17174"/>
                </a:lnTo>
                <a:cubicBezTo>
                  <a:pt x="16698" y="18351"/>
                  <a:pt x="16875" y="18919"/>
                  <a:pt x="17088" y="18919"/>
                </a:cubicBezTo>
                <a:cubicBezTo>
                  <a:pt x="17272" y="18919"/>
                  <a:pt x="17365" y="18634"/>
                  <a:pt x="17444" y="18196"/>
                </a:cubicBezTo>
                <a:cubicBezTo>
                  <a:pt x="17475" y="18544"/>
                  <a:pt x="17532" y="18902"/>
                  <a:pt x="17687" y="18902"/>
                </a:cubicBezTo>
                <a:cubicBezTo>
                  <a:pt x="17828" y="18902"/>
                  <a:pt x="17903" y="18748"/>
                  <a:pt x="17903" y="18748"/>
                </a:cubicBezTo>
                <a:lnTo>
                  <a:pt x="17903" y="17726"/>
                </a:lnTo>
                <a:cubicBezTo>
                  <a:pt x="17903" y="17726"/>
                  <a:pt x="17880" y="17758"/>
                  <a:pt x="17849" y="17758"/>
                </a:cubicBezTo>
                <a:cubicBezTo>
                  <a:pt x="17795" y="17758"/>
                  <a:pt x="17754" y="17630"/>
                  <a:pt x="17754" y="17215"/>
                </a:cubicBezTo>
                <a:lnTo>
                  <a:pt x="17754" y="15105"/>
                </a:lnTo>
                <a:cubicBezTo>
                  <a:pt x="17754" y="13882"/>
                  <a:pt x="17566" y="13238"/>
                  <a:pt x="17223" y="13238"/>
                </a:cubicBezTo>
                <a:close/>
                <a:moveTo>
                  <a:pt x="3953" y="13247"/>
                </a:moveTo>
                <a:cubicBezTo>
                  <a:pt x="3727" y="13247"/>
                  <a:pt x="3629" y="13932"/>
                  <a:pt x="3578" y="14269"/>
                </a:cubicBezTo>
                <a:cubicBezTo>
                  <a:pt x="3564" y="13764"/>
                  <a:pt x="3551" y="13376"/>
                  <a:pt x="3551" y="13376"/>
                </a:cubicBezTo>
                <a:lnTo>
                  <a:pt x="3214" y="13376"/>
                </a:lnTo>
                <a:cubicBezTo>
                  <a:pt x="3214" y="13376"/>
                  <a:pt x="3230" y="13963"/>
                  <a:pt x="3230" y="14715"/>
                </a:cubicBezTo>
                <a:lnTo>
                  <a:pt x="3230" y="18829"/>
                </a:lnTo>
                <a:lnTo>
                  <a:pt x="3589" y="18829"/>
                </a:lnTo>
                <a:lnTo>
                  <a:pt x="3589" y="15178"/>
                </a:lnTo>
                <a:cubicBezTo>
                  <a:pt x="3627" y="14909"/>
                  <a:pt x="3697" y="14602"/>
                  <a:pt x="3787" y="14602"/>
                </a:cubicBezTo>
                <a:cubicBezTo>
                  <a:pt x="3904" y="14602"/>
                  <a:pt x="3970" y="14871"/>
                  <a:pt x="3970" y="15689"/>
                </a:cubicBezTo>
                <a:lnTo>
                  <a:pt x="3970" y="18829"/>
                </a:lnTo>
                <a:lnTo>
                  <a:pt x="4328" y="18829"/>
                </a:lnTo>
                <a:lnTo>
                  <a:pt x="4328" y="15186"/>
                </a:lnTo>
                <a:cubicBezTo>
                  <a:pt x="4371" y="14895"/>
                  <a:pt x="4436" y="14602"/>
                  <a:pt x="4532" y="14602"/>
                </a:cubicBezTo>
                <a:cubicBezTo>
                  <a:pt x="4648" y="14602"/>
                  <a:pt x="4710" y="14879"/>
                  <a:pt x="4710" y="15697"/>
                </a:cubicBezTo>
                <a:lnTo>
                  <a:pt x="4710" y="18837"/>
                </a:lnTo>
                <a:lnTo>
                  <a:pt x="5070" y="18837"/>
                </a:lnTo>
                <a:lnTo>
                  <a:pt x="5070" y="18829"/>
                </a:lnTo>
                <a:lnTo>
                  <a:pt x="5070" y="15300"/>
                </a:lnTo>
                <a:cubicBezTo>
                  <a:pt x="5070" y="14336"/>
                  <a:pt x="4992" y="13247"/>
                  <a:pt x="4677" y="13247"/>
                </a:cubicBezTo>
                <a:cubicBezTo>
                  <a:pt x="4476" y="13247"/>
                  <a:pt x="4366" y="13769"/>
                  <a:pt x="4297" y="14285"/>
                </a:cubicBezTo>
                <a:cubicBezTo>
                  <a:pt x="4242" y="13669"/>
                  <a:pt x="4154" y="13247"/>
                  <a:pt x="3953" y="13247"/>
                </a:cubicBezTo>
                <a:close/>
                <a:moveTo>
                  <a:pt x="5968" y="13247"/>
                </a:moveTo>
                <a:cubicBezTo>
                  <a:pt x="5792" y="13247"/>
                  <a:pt x="5691" y="13617"/>
                  <a:pt x="5613" y="14009"/>
                </a:cubicBezTo>
                <a:cubicBezTo>
                  <a:pt x="5603" y="13706"/>
                  <a:pt x="5587" y="13385"/>
                  <a:pt x="5587" y="13385"/>
                </a:cubicBezTo>
                <a:lnTo>
                  <a:pt x="5286" y="13385"/>
                </a:lnTo>
                <a:cubicBezTo>
                  <a:pt x="5286" y="13385"/>
                  <a:pt x="5302" y="13924"/>
                  <a:pt x="5302" y="14732"/>
                </a:cubicBezTo>
                <a:lnTo>
                  <a:pt x="5302" y="21458"/>
                </a:lnTo>
                <a:lnTo>
                  <a:pt x="5661" y="21458"/>
                </a:lnTo>
                <a:lnTo>
                  <a:pt x="5661" y="18497"/>
                </a:lnTo>
                <a:cubicBezTo>
                  <a:pt x="5723" y="18765"/>
                  <a:pt x="5808" y="18967"/>
                  <a:pt x="5958" y="18967"/>
                </a:cubicBezTo>
                <a:cubicBezTo>
                  <a:pt x="6290" y="18967"/>
                  <a:pt x="6518" y="17688"/>
                  <a:pt x="6518" y="16062"/>
                </a:cubicBezTo>
                <a:cubicBezTo>
                  <a:pt x="6518" y="14436"/>
                  <a:pt x="6296" y="13247"/>
                  <a:pt x="5968" y="13247"/>
                </a:cubicBezTo>
                <a:close/>
                <a:moveTo>
                  <a:pt x="9208" y="13247"/>
                </a:moveTo>
                <a:cubicBezTo>
                  <a:pt x="8864" y="13247"/>
                  <a:pt x="8642" y="14542"/>
                  <a:pt x="8642" y="16168"/>
                </a:cubicBezTo>
                <a:cubicBezTo>
                  <a:pt x="8642" y="17794"/>
                  <a:pt x="8839" y="18902"/>
                  <a:pt x="9217" y="18902"/>
                </a:cubicBezTo>
                <a:cubicBezTo>
                  <a:pt x="9338" y="18902"/>
                  <a:pt x="9431" y="18757"/>
                  <a:pt x="9500" y="18489"/>
                </a:cubicBezTo>
                <a:lnTo>
                  <a:pt x="9500" y="18910"/>
                </a:lnTo>
                <a:cubicBezTo>
                  <a:pt x="9500" y="19865"/>
                  <a:pt x="9396" y="20249"/>
                  <a:pt x="9198" y="20249"/>
                </a:cubicBezTo>
                <a:cubicBezTo>
                  <a:pt x="8964" y="20249"/>
                  <a:pt x="8792" y="19679"/>
                  <a:pt x="8723" y="19422"/>
                </a:cubicBezTo>
                <a:lnTo>
                  <a:pt x="8723" y="20898"/>
                </a:lnTo>
                <a:cubicBezTo>
                  <a:pt x="8780" y="21123"/>
                  <a:pt x="8977" y="21572"/>
                  <a:pt x="9239" y="21572"/>
                </a:cubicBezTo>
                <a:cubicBezTo>
                  <a:pt x="9614" y="21572"/>
                  <a:pt x="9857" y="20654"/>
                  <a:pt x="9857" y="18927"/>
                </a:cubicBezTo>
                <a:lnTo>
                  <a:pt x="9857" y="14715"/>
                </a:lnTo>
                <a:cubicBezTo>
                  <a:pt x="9857" y="13908"/>
                  <a:pt x="9876" y="13385"/>
                  <a:pt x="9876" y="13385"/>
                </a:cubicBezTo>
                <a:lnTo>
                  <a:pt x="9571" y="13385"/>
                </a:lnTo>
                <a:cubicBezTo>
                  <a:pt x="9571" y="13385"/>
                  <a:pt x="9557" y="13677"/>
                  <a:pt x="9550" y="13969"/>
                </a:cubicBezTo>
                <a:cubicBezTo>
                  <a:pt x="9467" y="13588"/>
                  <a:pt x="9399" y="13247"/>
                  <a:pt x="9208" y="13247"/>
                </a:cubicBezTo>
                <a:close/>
                <a:moveTo>
                  <a:pt x="10859" y="13247"/>
                </a:moveTo>
                <a:cubicBezTo>
                  <a:pt x="10630" y="13247"/>
                  <a:pt x="10537" y="13921"/>
                  <a:pt x="10484" y="14269"/>
                </a:cubicBezTo>
                <a:cubicBezTo>
                  <a:pt x="10470" y="13752"/>
                  <a:pt x="10457" y="13385"/>
                  <a:pt x="10457" y="13385"/>
                </a:cubicBezTo>
                <a:lnTo>
                  <a:pt x="10120" y="13385"/>
                </a:lnTo>
                <a:cubicBezTo>
                  <a:pt x="10120" y="13385"/>
                  <a:pt x="10137" y="13974"/>
                  <a:pt x="10137" y="14748"/>
                </a:cubicBezTo>
                <a:lnTo>
                  <a:pt x="10137" y="18837"/>
                </a:lnTo>
                <a:lnTo>
                  <a:pt x="10495" y="18837"/>
                </a:lnTo>
                <a:lnTo>
                  <a:pt x="10495" y="15178"/>
                </a:lnTo>
                <a:cubicBezTo>
                  <a:pt x="10538" y="14909"/>
                  <a:pt x="10592" y="14610"/>
                  <a:pt x="10707" y="14610"/>
                </a:cubicBezTo>
                <a:cubicBezTo>
                  <a:pt x="10822" y="14610"/>
                  <a:pt x="10900" y="14876"/>
                  <a:pt x="10900" y="15705"/>
                </a:cubicBezTo>
                <a:lnTo>
                  <a:pt x="10900" y="18837"/>
                </a:lnTo>
                <a:lnTo>
                  <a:pt x="11258" y="18837"/>
                </a:lnTo>
                <a:lnTo>
                  <a:pt x="11258" y="15348"/>
                </a:lnTo>
                <a:cubicBezTo>
                  <a:pt x="11258" y="14361"/>
                  <a:pt x="11172" y="13247"/>
                  <a:pt x="10859" y="13247"/>
                </a:cubicBezTo>
                <a:close/>
                <a:moveTo>
                  <a:pt x="16124" y="13247"/>
                </a:moveTo>
                <a:cubicBezTo>
                  <a:pt x="15895" y="13247"/>
                  <a:pt x="15802" y="13921"/>
                  <a:pt x="15750" y="14269"/>
                </a:cubicBezTo>
                <a:cubicBezTo>
                  <a:pt x="15735" y="13752"/>
                  <a:pt x="15720" y="13385"/>
                  <a:pt x="15720" y="13385"/>
                </a:cubicBezTo>
                <a:lnTo>
                  <a:pt x="15383" y="13385"/>
                </a:lnTo>
                <a:cubicBezTo>
                  <a:pt x="15383" y="13385"/>
                  <a:pt x="15401" y="13974"/>
                  <a:pt x="15401" y="14748"/>
                </a:cubicBezTo>
                <a:lnTo>
                  <a:pt x="15401" y="18837"/>
                </a:lnTo>
                <a:lnTo>
                  <a:pt x="15758" y="18837"/>
                </a:lnTo>
                <a:lnTo>
                  <a:pt x="15758" y="15178"/>
                </a:lnTo>
                <a:cubicBezTo>
                  <a:pt x="15801" y="14909"/>
                  <a:pt x="15856" y="14610"/>
                  <a:pt x="15971" y="14610"/>
                </a:cubicBezTo>
                <a:cubicBezTo>
                  <a:pt x="16085" y="14610"/>
                  <a:pt x="16164" y="14876"/>
                  <a:pt x="16164" y="15705"/>
                </a:cubicBezTo>
                <a:lnTo>
                  <a:pt x="16164" y="18837"/>
                </a:lnTo>
                <a:lnTo>
                  <a:pt x="16523" y="18837"/>
                </a:lnTo>
                <a:lnTo>
                  <a:pt x="16523" y="15348"/>
                </a:lnTo>
                <a:cubicBezTo>
                  <a:pt x="16523" y="14361"/>
                  <a:pt x="16437" y="13247"/>
                  <a:pt x="16124" y="13247"/>
                </a:cubicBezTo>
                <a:close/>
                <a:moveTo>
                  <a:pt x="18554" y="13247"/>
                </a:moveTo>
                <a:cubicBezTo>
                  <a:pt x="18210" y="13247"/>
                  <a:pt x="17988" y="14542"/>
                  <a:pt x="17988" y="16168"/>
                </a:cubicBezTo>
                <a:cubicBezTo>
                  <a:pt x="17988" y="17794"/>
                  <a:pt x="18185" y="18902"/>
                  <a:pt x="18563" y="18902"/>
                </a:cubicBezTo>
                <a:cubicBezTo>
                  <a:pt x="18684" y="18902"/>
                  <a:pt x="18777" y="18757"/>
                  <a:pt x="18846" y="18489"/>
                </a:cubicBezTo>
                <a:lnTo>
                  <a:pt x="18846" y="18910"/>
                </a:lnTo>
                <a:cubicBezTo>
                  <a:pt x="18846" y="19865"/>
                  <a:pt x="18742" y="20249"/>
                  <a:pt x="18544" y="20249"/>
                </a:cubicBezTo>
                <a:cubicBezTo>
                  <a:pt x="18310" y="20249"/>
                  <a:pt x="18138" y="19679"/>
                  <a:pt x="18069" y="19422"/>
                </a:cubicBezTo>
                <a:lnTo>
                  <a:pt x="18069" y="20898"/>
                </a:lnTo>
                <a:cubicBezTo>
                  <a:pt x="18126" y="21123"/>
                  <a:pt x="18322" y="21572"/>
                  <a:pt x="18585" y="21572"/>
                </a:cubicBezTo>
                <a:cubicBezTo>
                  <a:pt x="18960" y="21572"/>
                  <a:pt x="19203" y="20654"/>
                  <a:pt x="19203" y="18927"/>
                </a:cubicBezTo>
                <a:lnTo>
                  <a:pt x="19203" y="14715"/>
                </a:lnTo>
                <a:cubicBezTo>
                  <a:pt x="19203" y="13908"/>
                  <a:pt x="19222" y="13385"/>
                  <a:pt x="19222" y="13385"/>
                </a:cubicBezTo>
                <a:lnTo>
                  <a:pt x="18917" y="13385"/>
                </a:lnTo>
                <a:cubicBezTo>
                  <a:pt x="18917" y="13385"/>
                  <a:pt x="18903" y="13677"/>
                  <a:pt x="18896" y="13969"/>
                </a:cubicBezTo>
                <a:cubicBezTo>
                  <a:pt x="18812" y="13588"/>
                  <a:pt x="18745" y="13247"/>
                  <a:pt x="18554" y="13247"/>
                </a:cubicBezTo>
                <a:close/>
                <a:moveTo>
                  <a:pt x="19989" y="13247"/>
                </a:moveTo>
                <a:cubicBezTo>
                  <a:pt x="19614" y="13247"/>
                  <a:pt x="19362" y="14448"/>
                  <a:pt x="19362" y="16087"/>
                </a:cubicBezTo>
                <a:cubicBezTo>
                  <a:pt x="19362" y="17847"/>
                  <a:pt x="19631" y="18967"/>
                  <a:pt x="20039" y="18967"/>
                </a:cubicBezTo>
                <a:cubicBezTo>
                  <a:pt x="20228" y="18967"/>
                  <a:pt x="20375" y="18745"/>
                  <a:pt x="20490" y="18375"/>
                </a:cubicBezTo>
                <a:lnTo>
                  <a:pt x="20490" y="17109"/>
                </a:lnTo>
                <a:cubicBezTo>
                  <a:pt x="20365" y="17512"/>
                  <a:pt x="20232" y="17693"/>
                  <a:pt x="20091" y="17693"/>
                </a:cubicBezTo>
                <a:cubicBezTo>
                  <a:pt x="19864" y="17693"/>
                  <a:pt x="19752" y="17331"/>
                  <a:pt x="19723" y="16557"/>
                </a:cubicBezTo>
                <a:lnTo>
                  <a:pt x="20540" y="16557"/>
                </a:lnTo>
                <a:cubicBezTo>
                  <a:pt x="20540" y="16557"/>
                  <a:pt x="20552" y="16090"/>
                  <a:pt x="20552" y="15754"/>
                </a:cubicBezTo>
                <a:cubicBezTo>
                  <a:pt x="20552" y="14262"/>
                  <a:pt x="20318" y="13247"/>
                  <a:pt x="19989" y="13247"/>
                </a:cubicBezTo>
                <a:close/>
                <a:moveTo>
                  <a:pt x="21457" y="13247"/>
                </a:moveTo>
                <a:cubicBezTo>
                  <a:pt x="21261" y="13247"/>
                  <a:pt x="21146" y="14014"/>
                  <a:pt x="21108" y="14350"/>
                </a:cubicBezTo>
                <a:cubicBezTo>
                  <a:pt x="21099" y="13867"/>
                  <a:pt x="21079" y="13385"/>
                  <a:pt x="21079" y="13385"/>
                </a:cubicBezTo>
                <a:lnTo>
                  <a:pt x="20742" y="13385"/>
                </a:lnTo>
                <a:cubicBezTo>
                  <a:pt x="20749" y="13609"/>
                  <a:pt x="20759" y="14143"/>
                  <a:pt x="20759" y="14772"/>
                </a:cubicBezTo>
                <a:lnTo>
                  <a:pt x="20759" y="18837"/>
                </a:lnTo>
                <a:lnTo>
                  <a:pt x="21118" y="18837"/>
                </a:lnTo>
                <a:lnTo>
                  <a:pt x="21118" y="15170"/>
                </a:lnTo>
                <a:cubicBezTo>
                  <a:pt x="21164" y="14980"/>
                  <a:pt x="21273" y="14683"/>
                  <a:pt x="21412" y="14683"/>
                </a:cubicBezTo>
                <a:cubicBezTo>
                  <a:pt x="21512" y="14683"/>
                  <a:pt x="21559" y="14785"/>
                  <a:pt x="21595" y="14853"/>
                </a:cubicBezTo>
                <a:lnTo>
                  <a:pt x="21595" y="13393"/>
                </a:lnTo>
                <a:cubicBezTo>
                  <a:pt x="21569" y="13326"/>
                  <a:pt x="21524" y="13247"/>
                  <a:pt x="21457" y="13247"/>
                </a:cubicBezTo>
                <a:close/>
                <a:moveTo>
                  <a:pt x="8046" y="13385"/>
                </a:moveTo>
                <a:lnTo>
                  <a:pt x="8046" y="18837"/>
                </a:lnTo>
                <a:lnTo>
                  <a:pt x="8403" y="18837"/>
                </a:lnTo>
                <a:lnTo>
                  <a:pt x="8403" y="13385"/>
                </a:lnTo>
                <a:lnTo>
                  <a:pt x="8046" y="13385"/>
                </a:lnTo>
                <a:close/>
                <a:moveTo>
                  <a:pt x="19970" y="14407"/>
                </a:moveTo>
                <a:cubicBezTo>
                  <a:pt x="20130" y="14407"/>
                  <a:pt x="20222" y="14871"/>
                  <a:pt x="20217" y="15511"/>
                </a:cubicBezTo>
                <a:lnTo>
                  <a:pt x="19723" y="15511"/>
                </a:lnTo>
                <a:cubicBezTo>
                  <a:pt x="19725" y="14905"/>
                  <a:pt x="19831" y="14407"/>
                  <a:pt x="19970" y="14407"/>
                </a:cubicBezTo>
                <a:close/>
                <a:moveTo>
                  <a:pt x="5867" y="14504"/>
                </a:moveTo>
                <a:cubicBezTo>
                  <a:pt x="6045" y="14504"/>
                  <a:pt x="6160" y="14952"/>
                  <a:pt x="6160" y="16062"/>
                </a:cubicBezTo>
                <a:cubicBezTo>
                  <a:pt x="6160" y="17217"/>
                  <a:pt x="6036" y="17815"/>
                  <a:pt x="5861" y="17815"/>
                </a:cubicBezTo>
                <a:cubicBezTo>
                  <a:pt x="5761" y="17815"/>
                  <a:pt x="5704" y="17597"/>
                  <a:pt x="5661" y="17417"/>
                </a:cubicBezTo>
                <a:lnTo>
                  <a:pt x="5661" y="14845"/>
                </a:lnTo>
                <a:cubicBezTo>
                  <a:pt x="5711" y="14689"/>
                  <a:pt x="5776" y="14504"/>
                  <a:pt x="5867" y="14504"/>
                </a:cubicBezTo>
                <a:close/>
                <a:moveTo>
                  <a:pt x="9289" y="14521"/>
                </a:moveTo>
                <a:cubicBezTo>
                  <a:pt x="9406" y="14521"/>
                  <a:pt x="9455" y="14779"/>
                  <a:pt x="9498" y="14902"/>
                </a:cubicBezTo>
                <a:lnTo>
                  <a:pt x="9498" y="17296"/>
                </a:lnTo>
                <a:cubicBezTo>
                  <a:pt x="9467" y="17463"/>
                  <a:pt x="9397" y="17677"/>
                  <a:pt x="9282" y="17677"/>
                </a:cubicBezTo>
                <a:cubicBezTo>
                  <a:pt x="9096" y="17677"/>
                  <a:pt x="8999" y="17177"/>
                  <a:pt x="8999" y="16168"/>
                </a:cubicBezTo>
                <a:cubicBezTo>
                  <a:pt x="8999" y="15057"/>
                  <a:pt x="9124" y="14521"/>
                  <a:pt x="9289" y="14521"/>
                </a:cubicBezTo>
                <a:close/>
                <a:moveTo>
                  <a:pt x="18635" y="14521"/>
                </a:moveTo>
                <a:cubicBezTo>
                  <a:pt x="18752" y="14521"/>
                  <a:pt x="18801" y="14779"/>
                  <a:pt x="18844" y="14902"/>
                </a:cubicBezTo>
                <a:lnTo>
                  <a:pt x="18844" y="17296"/>
                </a:lnTo>
                <a:cubicBezTo>
                  <a:pt x="18813" y="17463"/>
                  <a:pt x="18743" y="17677"/>
                  <a:pt x="18628" y="17677"/>
                </a:cubicBezTo>
                <a:cubicBezTo>
                  <a:pt x="18442" y="17677"/>
                  <a:pt x="18345" y="17177"/>
                  <a:pt x="18345" y="16168"/>
                </a:cubicBezTo>
                <a:cubicBezTo>
                  <a:pt x="18345" y="15057"/>
                  <a:pt x="18470" y="14521"/>
                  <a:pt x="18635" y="14521"/>
                </a:cubicBezTo>
                <a:close/>
                <a:moveTo>
                  <a:pt x="2468" y="16427"/>
                </a:moveTo>
                <a:cubicBezTo>
                  <a:pt x="2513" y="16427"/>
                  <a:pt x="2552" y="16435"/>
                  <a:pt x="2587" y="16468"/>
                </a:cubicBezTo>
                <a:lnTo>
                  <a:pt x="2587" y="17417"/>
                </a:lnTo>
                <a:lnTo>
                  <a:pt x="2587" y="17426"/>
                </a:lnTo>
                <a:cubicBezTo>
                  <a:pt x="2544" y="17617"/>
                  <a:pt x="2483" y="17758"/>
                  <a:pt x="2402" y="17758"/>
                </a:cubicBezTo>
                <a:cubicBezTo>
                  <a:pt x="2307" y="17758"/>
                  <a:pt x="2249" y="17527"/>
                  <a:pt x="2249" y="17101"/>
                </a:cubicBezTo>
                <a:cubicBezTo>
                  <a:pt x="2249" y="16775"/>
                  <a:pt x="2308" y="16427"/>
                  <a:pt x="2468" y="16427"/>
                </a:cubicBezTo>
                <a:close/>
                <a:moveTo>
                  <a:pt x="7229" y="16427"/>
                </a:moveTo>
                <a:cubicBezTo>
                  <a:pt x="7274" y="16427"/>
                  <a:pt x="7313" y="16435"/>
                  <a:pt x="7348" y="16468"/>
                </a:cubicBezTo>
                <a:lnTo>
                  <a:pt x="7348" y="17417"/>
                </a:lnTo>
                <a:lnTo>
                  <a:pt x="7348" y="17426"/>
                </a:lnTo>
                <a:cubicBezTo>
                  <a:pt x="7305" y="17617"/>
                  <a:pt x="7243" y="17758"/>
                  <a:pt x="7162" y="17758"/>
                </a:cubicBezTo>
                <a:cubicBezTo>
                  <a:pt x="7067" y="17758"/>
                  <a:pt x="7010" y="17527"/>
                  <a:pt x="7010" y="17101"/>
                </a:cubicBezTo>
                <a:cubicBezTo>
                  <a:pt x="7010" y="16775"/>
                  <a:pt x="7069" y="16427"/>
                  <a:pt x="7229" y="16427"/>
                </a:cubicBezTo>
                <a:close/>
                <a:moveTo>
                  <a:pt x="14639" y="16427"/>
                </a:moveTo>
                <a:cubicBezTo>
                  <a:pt x="14685" y="16427"/>
                  <a:pt x="14723" y="16435"/>
                  <a:pt x="14758" y="16468"/>
                </a:cubicBezTo>
                <a:lnTo>
                  <a:pt x="14758" y="17417"/>
                </a:lnTo>
                <a:lnTo>
                  <a:pt x="14758" y="17426"/>
                </a:lnTo>
                <a:cubicBezTo>
                  <a:pt x="14715" y="17617"/>
                  <a:pt x="14653" y="17758"/>
                  <a:pt x="14572" y="17758"/>
                </a:cubicBezTo>
                <a:cubicBezTo>
                  <a:pt x="14476" y="17758"/>
                  <a:pt x="14420" y="17527"/>
                  <a:pt x="14420" y="17101"/>
                </a:cubicBezTo>
                <a:cubicBezTo>
                  <a:pt x="14420" y="16775"/>
                  <a:pt x="14479" y="16427"/>
                  <a:pt x="14639" y="16427"/>
                </a:cubicBezTo>
                <a:close/>
                <a:moveTo>
                  <a:pt x="17281" y="16427"/>
                </a:moveTo>
                <a:cubicBezTo>
                  <a:pt x="17327" y="16427"/>
                  <a:pt x="17365" y="16435"/>
                  <a:pt x="17400" y="16468"/>
                </a:cubicBezTo>
                <a:lnTo>
                  <a:pt x="17400" y="17417"/>
                </a:lnTo>
                <a:lnTo>
                  <a:pt x="17400" y="17426"/>
                </a:lnTo>
                <a:cubicBezTo>
                  <a:pt x="17357" y="17617"/>
                  <a:pt x="17295" y="17758"/>
                  <a:pt x="17214" y="17758"/>
                </a:cubicBezTo>
                <a:cubicBezTo>
                  <a:pt x="17119" y="17758"/>
                  <a:pt x="17062" y="17527"/>
                  <a:pt x="17062" y="17101"/>
                </a:cubicBezTo>
                <a:cubicBezTo>
                  <a:pt x="17062" y="16775"/>
                  <a:pt x="17121" y="16427"/>
                  <a:pt x="17281" y="16427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890" name="Shape"/>
          <p:cNvSpPr/>
          <p:nvPr/>
        </p:nvSpPr>
        <p:spPr>
          <a:xfrm>
            <a:off x="18626053" y="6285788"/>
            <a:ext cx="4505007" cy="4875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4" h="21406" fill="norm" stroke="1" extrusionOk="0">
                <a:moveTo>
                  <a:pt x="470" y="9"/>
                </a:moveTo>
                <a:cubicBezTo>
                  <a:pt x="381" y="39"/>
                  <a:pt x="262" y="207"/>
                  <a:pt x="168" y="445"/>
                </a:cubicBezTo>
                <a:cubicBezTo>
                  <a:pt x="101" y="612"/>
                  <a:pt x="57" y="875"/>
                  <a:pt x="25" y="1386"/>
                </a:cubicBezTo>
                <a:cubicBezTo>
                  <a:pt x="9" y="1642"/>
                  <a:pt x="-6" y="1908"/>
                  <a:pt x="2" y="2187"/>
                </a:cubicBezTo>
                <a:cubicBezTo>
                  <a:pt x="9" y="2425"/>
                  <a:pt x="46" y="2512"/>
                  <a:pt x="76" y="2553"/>
                </a:cubicBezTo>
                <a:cubicBezTo>
                  <a:pt x="105" y="2595"/>
                  <a:pt x="171" y="2642"/>
                  <a:pt x="189" y="2449"/>
                </a:cubicBezTo>
                <a:cubicBezTo>
                  <a:pt x="196" y="2366"/>
                  <a:pt x="195" y="2271"/>
                  <a:pt x="189" y="2170"/>
                </a:cubicBezTo>
                <a:cubicBezTo>
                  <a:pt x="182" y="2063"/>
                  <a:pt x="165" y="1991"/>
                  <a:pt x="149" y="1961"/>
                </a:cubicBezTo>
                <a:cubicBezTo>
                  <a:pt x="131" y="1931"/>
                  <a:pt x="98" y="1924"/>
                  <a:pt x="90" y="1891"/>
                </a:cubicBezTo>
                <a:cubicBezTo>
                  <a:pt x="85" y="1873"/>
                  <a:pt x="80" y="1839"/>
                  <a:pt x="80" y="1839"/>
                </a:cubicBezTo>
                <a:cubicBezTo>
                  <a:pt x="80" y="1839"/>
                  <a:pt x="82" y="1816"/>
                  <a:pt x="84" y="1804"/>
                </a:cubicBezTo>
                <a:cubicBezTo>
                  <a:pt x="88" y="1777"/>
                  <a:pt x="101" y="1735"/>
                  <a:pt x="109" y="1717"/>
                </a:cubicBezTo>
                <a:cubicBezTo>
                  <a:pt x="119" y="1696"/>
                  <a:pt x="130" y="1660"/>
                  <a:pt x="141" y="1630"/>
                </a:cubicBezTo>
                <a:cubicBezTo>
                  <a:pt x="218" y="1437"/>
                  <a:pt x="370" y="1414"/>
                  <a:pt x="440" y="1438"/>
                </a:cubicBezTo>
                <a:cubicBezTo>
                  <a:pt x="710" y="1530"/>
                  <a:pt x="961" y="2084"/>
                  <a:pt x="1216" y="3041"/>
                </a:cubicBezTo>
                <a:cubicBezTo>
                  <a:pt x="1465" y="3981"/>
                  <a:pt x="1748" y="5571"/>
                  <a:pt x="1914" y="7519"/>
                </a:cubicBezTo>
                <a:cubicBezTo>
                  <a:pt x="1977" y="8257"/>
                  <a:pt x="2055" y="9479"/>
                  <a:pt x="2064" y="10499"/>
                </a:cubicBezTo>
                <a:cubicBezTo>
                  <a:pt x="2073" y="11433"/>
                  <a:pt x="2041" y="12319"/>
                  <a:pt x="1979" y="12973"/>
                </a:cubicBezTo>
                <a:cubicBezTo>
                  <a:pt x="1932" y="13467"/>
                  <a:pt x="1868" y="13832"/>
                  <a:pt x="1800" y="14123"/>
                </a:cubicBezTo>
                <a:cubicBezTo>
                  <a:pt x="1645" y="14792"/>
                  <a:pt x="1457" y="14931"/>
                  <a:pt x="1288" y="14890"/>
                </a:cubicBezTo>
                <a:cubicBezTo>
                  <a:pt x="1266" y="14884"/>
                  <a:pt x="1182" y="14812"/>
                  <a:pt x="1163" y="14785"/>
                </a:cubicBezTo>
                <a:cubicBezTo>
                  <a:pt x="1128" y="14735"/>
                  <a:pt x="1085" y="14663"/>
                  <a:pt x="1085" y="14663"/>
                </a:cubicBezTo>
                <a:lnTo>
                  <a:pt x="1073" y="9889"/>
                </a:lnTo>
                <a:cubicBezTo>
                  <a:pt x="1073" y="9889"/>
                  <a:pt x="1127" y="9906"/>
                  <a:pt x="1164" y="9924"/>
                </a:cubicBezTo>
                <a:cubicBezTo>
                  <a:pt x="1259" y="9974"/>
                  <a:pt x="1455" y="10264"/>
                  <a:pt x="1553" y="10621"/>
                </a:cubicBezTo>
                <a:cubicBezTo>
                  <a:pt x="1573" y="10695"/>
                  <a:pt x="1594" y="10814"/>
                  <a:pt x="1596" y="11004"/>
                </a:cubicBezTo>
                <a:cubicBezTo>
                  <a:pt x="1598" y="11150"/>
                  <a:pt x="1586" y="11274"/>
                  <a:pt x="1572" y="11387"/>
                </a:cubicBezTo>
                <a:cubicBezTo>
                  <a:pt x="1565" y="11441"/>
                  <a:pt x="1557" y="11485"/>
                  <a:pt x="1549" y="11527"/>
                </a:cubicBezTo>
                <a:cubicBezTo>
                  <a:pt x="1532" y="11607"/>
                  <a:pt x="1503" y="11747"/>
                  <a:pt x="1501" y="11771"/>
                </a:cubicBezTo>
                <a:cubicBezTo>
                  <a:pt x="1496" y="11836"/>
                  <a:pt x="1496" y="11944"/>
                  <a:pt x="1503" y="11997"/>
                </a:cubicBezTo>
                <a:cubicBezTo>
                  <a:pt x="1522" y="12131"/>
                  <a:pt x="1584" y="12198"/>
                  <a:pt x="1600" y="12189"/>
                </a:cubicBezTo>
                <a:cubicBezTo>
                  <a:pt x="1655" y="12162"/>
                  <a:pt x="1709" y="11825"/>
                  <a:pt x="1737" y="11370"/>
                </a:cubicBezTo>
                <a:cubicBezTo>
                  <a:pt x="1762" y="10966"/>
                  <a:pt x="1765" y="10649"/>
                  <a:pt x="1749" y="10203"/>
                </a:cubicBezTo>
                <a:cubicBezTo>
                  <a:pt x="1731" y="9712"/>
                  <a:pt x="1674" y="9256"/>
                  <a:pt x="1615" y="8983"/>
                </a:cubicBezTo>
                <a:cubicBezTo>
                  <a:pt x="1544" y="8650"/>
                  <a:pt x="1419" y="8399"/>
                  <a:pt x="1355" y="8303"/>
                </a:cubicBezTo>
                <a:cubicBezTo>
                  <a:pt x="1304" y="8229"/>
                  <a:pt x="1251" y="8158"/>
                  <a:pt x="1203" y="8147"/>
                </a:cubicBezTo>
                <a:cubicBezTo>
                  <a:pt x="1153" y="8135"/>
                  <a:pt x="1073" y="8147"/>
                  <a:pt x="1073" y="8147"/>
                </a:cubicBezTo>
                <a:cubicBezTo>
                  <a:pt x="1073" y="8147"/>
                  <a:pt x="1070" y="7497"/>
                  <a:pt x="1067" y="7066"/>
                </a:cubicBezTo>
                <a:cubicBezTo>
                  <a:pt x="1062" y="6358"/>
                  <a:pt x="1041" y="4976"/>
                  <a:pt x="970" y="4575"/>
                </a:cubicBezTo>
                <a:cubicBezTo>
                  <a:pt x="957" y="4503"/>
                  <a:pt x="941" y="4499"/>
                  <a:pt x="932" y="4609"/>
                </a:cubicBezTo>
                <a:cubicBezTo>
                  <a:pt x="919" y="4773"/>
                  <a:pt x="905" y="5387"/>
                  <a:pt x="902" y="5550"/>
                </a:cubicBezTo>
                <a:cubicBezTo>
                  <a:pt x="896" y="5851"/>
                  <a:pt x="879" y="7267"/>
                  <a:pt x="879" y="7484"/>
                </a:cubicBezTo>
                <a:cubicBezTo>
                  <a:pt x="880" y="7704"/>
                  <a:pt x="877" y="8303"/>
                  <a:pt x="875" y="8321"/>
                </a:cubicBezTo>
                <a:cubicBezTo>
                  <a:pt x="875" y="8330"/>
                  <a:pt x="874" y="8329"/>
                  <a:pt x="873" y="8338"/>
                </a:cubicBezTo>
                <a:cubicBezTo>
                  <a:pt x="870" y="8353"/>
                  <a:pt x="826" y="8439"/>
                  <a:pt x="797" y="8478"/>
                </a:cubicBezTo>
                <a:cubicBezTo>
                  <a:pt x="736" y="8561"/>
                  <a:pt x="588" y="8999"/>
                  <a:pt x="540" y="9192"/>
                </a:cubicBezTo>
                <a:cubicBezTo>
                  <a:pt x="476" y="9451"/>
                  <a:pt x="380" y="9892"/>
                  <a:pt x="354" y="10499"/>
                </a:cubicBezTo>
                <a:cubicBezTo>
                  <a:pt x="335" y="10933"/>
                  <a:pt x="342" y="11308"/>
                  <a:pt x="367" y="11718"/>
                </a:cubicBezTo>
                <a:cubicBezTo>
                  <a:pt x="400" y="12242"/>
                  <a:pt x="442" y="12650"/>
                  <a:pt x="489" y="13060"/>
                </a:cubicBezTo>
                <a:cubicBezTo>
                  <a:pt x="506" y="13206"/>
                  <a:pt x="584" y="13792"/>
                  <a:pt x="601" y="13914"/>
                </a:cubicBezTo>
                <a:cubicBezTo>
                  <a:pt x="665" y="14348"/>
                  <a:pt x="739" y="14768"/>
                  <a:pt x="816" y="15116"/>
                </a:cubicBezTo>
                <a:cubicBezTo>
                  <a:pt x="841" y="15229"/>
                  <a:pt x="872" y="15360"/>
                  <a:pt x="872" y="15360"/>
                </a:cubicBezTo>
                <a:cubicBezTo>
                  <a:pt x="872" y="15360"/>
                  <a:pt x="877" y="15913"/>
                  <a:pt x="883" y="16231"/>
                </a:cubicBezTo>
                <a:cubicBezTo>
                  <a:pt x="890" y="16630"/>
                  <a:pt x="904" y="16983"/>
                  <a:pt x="944" y="17137"/>
                </a:cubicBezTo>
                <a:cubicBezTo>
                  <a:pt x="968" y="17233"/>
                  <a:pt x="997" y="17217"/>
                  <a:pt x="1024" y="17172"/>
                </a:cubicBezTo>
                <a:cubicBezTo>
                  <a:pt x="1046" y="17134"/>
                  <a:pt x="1060" y="17034"/>
                  <a:pt x="1069" y="16859"/>
                </a:cubicBezTo>
                <a:cubicBezTo>
                  <a:pt x="1073" y="16793"/>
                  <a:pt x="1080" y="16605"/>
                  <a:pt x="1081" y="16528"/>
                </a:cubicBezTo>
                <a:cubicBezTo>
                  <a:pt x="1083" y="16361"/>
                  <a:pt x="1083" y="16109"/>
                  <a:pt x="1083" y="16109"/>
                </a:cubicBezTo>
                <a:cubicBezTo>
                  <a:pt x="1083" y="16109"/>
                  <a:pt x="1148" y="16247"/>
                  <a:pt x="1191" y="16318"/>
                </a:cubicBezTo>
                <a:cubicBezTo>
                  <a:pt x="1318" y="16533"/>
                  <a:pt x="1456" y="16557"/>
                  <a:pt x="1575" y="16423"/>
                </a:cubicBezTo>
                <a:cubicBezTo>
                  <a:pt x="1752" y="16227"/>
                  <a:pt x="1956" y="15626"/>
                  <a:pt x="2089" y="14576"/>
                </a:cubicBezTo>
                <a:cubicBezTo>
                  <a:pt x="2125" y="14294"/>
                  <a:pt x="2185" y="13633"/>
                  <a:pt x="2211" y="13217"/>
                </a:cubicBezTo>
                <a:cubicBezTo>
                  <a:pt x="2225" y="12973"/>
                  <a:pt x="2238" y="12730"/>
                  <a:pt x="2253" y="12433"/>
                </a:cubicBezTo>
                <a:cubicBezTo>
                  <a:pt x="2256" y="12373"/>
                  <a:pt x="2274" y="11877"/>
                  <a:pt x="2277" y="11666"/>
                </a:cubicBezTo>
                <a:cubicBezTo>
                  <a:pt x="2279" y="11574"/>
                  <a:pt x="2289" y="10885"/>
                  <a:pt x="2285" y="10516"/>
                </a:cubicBezTo>
                <a:lnTo>
                  <a:pt x="2283" y="10516"/>
                </a:lnTo>
                <a:cubicBezTo>
                  <a:pt x="2284" y="10362"/>
                  <a:pt x="2275" y="9943"/>
                  <a:pt x="2274" y="9872"/>
                </a:cubicBezTo>
                <a:cubicBezTo>
                  <a:pt x="2273" y="9863"/>
                  <a:pt x="2268" y="9674"/>
                  <a:pt x="2264" y="9540"/>
                </a:cubicBezTo>
                <a:cubicBezTo>
                  <a:pt x="2261" y="9407"/>
                  <a:pt x="2240" y="8941"/>
                  <a:pt x="2236" y="8861"/>
                </a:cubicBezTo>
                <a:cubicBezTo>
                  <a:pt x="2222" y="8632"/>
                  <a:pt x="2214" y="8430"/>
                  <a:pt x="2203" y="8234"/>
                </a:cubicBezTo>
                <a:cubicBezTo>
                  <a:pt x="2158" y="7410"/>
                  <a:pt x="2065" y="6368"/>
                  <a:pt x="1990" y="5690"/>
                </a:cubicBezTo>
                <a:cubicBezTo>
                  <a:pt x="1951" y="5339"/>
                  <a:pt x="1898" y="4916"/>
                  <a:pt x="1857" y="4609"/>
                </a:cubicBezTo>
                <a:cubicBezTo>
                  <a:pt x="1837" y="4461"/>
                  <a:pt x="1713" y="3608"/>
                  <a:pt x="1691" y="3477"/>
                </a:cubicBezTo>
                <a:cubicBezTo>
                  <a:pt x="1623" y="3069"/>
                  <a:pt x="1502" y="2442"/>
                  <a:pt x="1425" y="2100"/>
                </a:cubicBezTo>
                <a:cubicBezTo>
                  <a:pt x="1318" y="1628"/>
                  <a:pt x="1172" y="1120"/>
                  <a:pt x="1060" y="811"/>
                </a:cubicBezTo>
                <a:cubicBezTo>
                  <a:pt x="864" y="267"/>
                  <a:pt x="672" y="-59"/>
                  <a:pt x="470" y="9"/>
                </a:cubicBezTo>
                <a:close/>
                <a:moveTo>
                  <a:pt x="2580" y="1386"/>
                </a:moveTo>
                <a:cubicBezTo>
                  <a:pt x="2536" y="1436"/>
                  <a:pt x="2493" y="1547"/>
                  <a:pt x="2458" y="1682"/>
                </a:cubicBezTo>
                <a:cubicBezTo>
                  <a:pt x="2383" y="1971"/>
                  <a:pt x="2314" y="2390"/>
                  <a:pt x="2262" y="2902"/>
                </a:cubicBezTo>
                <a:cubicBezTo>
                  <a:pt x="2210" y="3407"/>
                  <a:pt x="2170" y="4053"/>
                  <a:pt x="2175" y="4749"/>
                </a:cubicBezTo>
                <a:cubicBezTo>
                  <a:pt x="2176" y="4972"/>
                  <a:pt x="2185" y="5316"/>
                  <a:pt x="2197" y="5515"/>
                </a:cubicBezTo>
                <a:cubicBezTo>
                  <a:pt x="2208" y="5685"/>
                  <a:pt x="2227" y="5860"/>
                  <a:pt x="2232" y="6038"/>
                </a:cubicBezTo>
                <a:cubicBezTo>
                  <a:pt x="2234" y="6142"/>
                  <a:pt x="2231" y="6279"/>
                  <a:pt x="2232" y="6404"/>
                </a:cubicBezTo>
                <a:cubicBezTo>
                  <a:pt x="2233" y="6687"/>
                  <a:pt x="2246" y="6980"/>
                  <a:pt x="2270" y="7171"/>
                </a:cubicBezTo>
                <a:cubicBezTo>
                  <a:pt x="2286" y="7305"/>
                  <a:pt x="2300" y="7304"/>
                  <a:pt x="2317" y="7188"/>
                </a:cubicBezTo>
                <a:cubicBezTo>
                  <a:pt x="2322" y="7155"/>
                  <a:pt x="2331" y="7076"/>
                  <a:pt x="2334" y="7014"/>
                </a:cubicBezTo>
                <a:cubicBezTo>
                  <a:pt x="2342" y="6898"/>
                  <a:pt x="2349" y="6748"/>
                  <a:pt x="2355" y="6683"/>
                </a:cubicBezTo>
                <a:cubicBezTo>
                  <a:pt x="2356" y="6674"/>
                  <a:pt x="2361" y="6691"/>
                  <a:pt x="2365" y="6718"/>
                </a:cubicBezTo>
                <a:cubicBezTo>
                  <a:pt x="2368" y="6736"/>
                  <a:pt x="2397" y="6799"/>
                  <a:pt x="2405" y="6805"/>
                </a:cubicBezTo>
                <a:cubicBezTo>
                  <a:pt x="2420" y="6814"/>
                  <a:pt x="2435" y="6863"/>
                  <a:pt x="2450" y="6875"/>
                </a:cubicBezTo>
                <a:cubicBezTo>
                  <a:pt x="2501" y="6916"/>
                  <a:pt x="2570" y="6771"/>
                  <a:pt x="2614" y="6613"/>
                </a:cubicBezTo>
                <a:cubicBezTo>
                  <a:pt x="2715" y="6250"/>
                  <a:pt x="2794" y="5730"/>
                  <a:pt x="2873" y="4993"/>
                </a:cubicBezTo>
                <a:cubicBezTo>
                  <a:pt x="2919" y="4565"/>
                  <a:pt x="2958" y="3840"/>
                  <a:pt x="2943" y="3198"/>
                </a:cubicBezTo>
                <a:cubicBezTo>
                  <a:pt x="2936" y="2877"/>
                  <a:pt x="2921" y="2660"/>
                  <a:pt x="2892" y="2431"/>
                </a:cubicBezTo>
                <a:cubicBezTo>
                  <a:pt x="2877" y="2318"/>
                  <a:pt x="2840" y="2139"/>
                  <a:pt x="2816" y="2100"/>
                </a:cubicBezTo>
                <a:cubicBezTo>
                  <a:pt x="2809" y="2088"/>
                  <a:pt x="2800" y="2083"/>
                  <a:pt x="2797" y="2065"/>
                </a:cubicBezTo>
                <a:cubicBezTo>
                  <a:pt x="2793" y="2042"/>
                  <a:pt x="2791" y="2006"/>
                  <a:pt x="2787" y="1961"/>
                </a:cubicBezTo>
                <a:cubicBezTo>
                  <a:pt x="2770" y="1756"/>
                  <a:pt x="2734" y="1553"/>
                  <a:pt x="2709" y="1473"/>
                </a:cubicBezTo>
                <a:cubicBezTo>
                  <a:pt x="2671" y="1350"/>
                  <a:pt x="2624" y="1336"/>
                  <a:pt x="2580" y="1386"/>
                </a:cubicBezTo>
                <a:close/>
                <a:moveTo>
                  <a:pt x="2502" y="2867"/>
                </a:moveTo>
                <a:cubicBezTo>
                  <a:pt x="2502" y="2867"/>
                  <a:pt x="2483" y="2983"/>
                  <a:pt x="2469" y="3094"/>
                </a:cubicBezTo>
                <a:cubicBezTo>
                  <a:pt x="2424" y="3450"/>
                  <a:pt x="2364" y="4019"/>
                  <a:pt x="2331" y="4435"/>
                </a:cubicBezTo>
                <a:cubicBezTo>
                  <a:pt x="2312" y="4664"/>
                  <a:pt x="2291" y="4975"/>
                  <a:pt x="2291" y="4975"/>
                </a:cubicBezTo>
                <a:cubicBezTo>
                  <a:pt x="2291" y="4975"/>
                  <a:pt x="2286" y="4887"/>
                  <a:pt x="2283" y="4819"/>
                </a:cubicBezTo>
                <a:cubicBezTo>
                  <a:pt x="2262" y="4346"/>
                  <a:pt x="2308" y="3804"/>
                  <a:pt x="2350" y="3477"/>
                </a:cubicBezTo>
                <a:cubicBezTo>
                  <a:pt x="2375" y="3278"/>
                  <a:pt x="2426" y="2982"/>
                  <a:pt x="2460" y="2919"/>
                </a:cubicBezTo>
                <a:cubicBezTo>
                  <a:pt x="2475" y="2893"/>
                  <a:pt x="2502" y="2867"/>
                  <a:pt x="2502" y="2867"/>
                </a:cubicBezTo>
                <a:close/>
                <a:moveTo>
                  <a:pt x="2732" y="3059"/>
                </a:moveTo>
                <a:cubicBezTo>
                  <a:pt x="2764" y="2972"/>
                  <a:pt x="2777" y="2958"/>
                  <a:pt x="2802" y="3059"/>
                </a:cubicBezTo>
                <a:cubicBezTo>
                  <a:pt x="2822" y="3133"/>
                  <a:pt x="2838" y="3298"/>
                  <a:pt x="2840" y="3512"/>
                </a:cubicBezTo>
                <a:cubicBezTo>
                  <a:pt x="2849" y="4175"/>
                  <a:pt x="2766" y="4739"/>
                  <a:pt x="2709" y="5028"/>
                </a:cubicBezTo>
                <a:cubicBezTo>
                  <a:pt x="2652" y="5319"/>
                  <a:pt x="2589" y="5509"/>
                  <a:pt x="2523" y="5550"/>
                </a:cubicBezTo>
                <a:cubicBezTo>
                  <a:pt x="2497" y="5565"/>
                  <a:pt x="2430" y="5566"/>
                  <a:pt x="2428" y="5498"/>
                </a:cubicBezTo>
                <a:cubicBezTo>
                  <a:pt x="2427" y="5483"/>
                  <a:pt x="2431" y="5424"/>
                  <a:pt x="2437" y="5359"/>
                </a:cubicBezTo>
                <a:cubicBezTo>
                  <a:pt x="2446" y="5252"/>
                  <a:pt x="2458" y="5098"/>
                  <a:pt x="2469" y="4958"/>
                </a:cubicBezTo>
                <a:cubicBezTo>
                  <a:pt x="2519" y="4369"/>
                  <a:pt x="2610" y="3630"/>
                  <a:pt x="2675" y="3285"/>
                </a:cubicBezTo>
                <a:cubicBezTo>
                  <a:pt x="2697" y="3169"/>
                  <a:pt x="2709" y="3121"/>
                  <a:pt x="2732" y="3059"/>
                </a:cubicBezTo>
                <a:close/>
                <a:moveTo>
                  <a:pt x="6706" y="4958"/>
                </a:moveTo>
                <a:cubicBezTo>
                  <a:pt x="6269" y="4958"/>
                  <a:pt x="6021" y="7431"/>
                  <a:pt x="6021" y="10969"/>
                </a:cubicBezTo>
                <a:cubicBezTo>
                  <a:pt x="6021" y="14523"/>
                  <a:pt x="6259" y="16998"/>
                  <a:pt x="6714" y="16998"/>
                </a:cubicBezTo>
                <a:cubicBezTo>
                  <a:pt x="6871" y="16998"/>
                  <a:pt x="7007" y="16627"/>
                  <a:pt x="7094" y="16214"/>
                </a:cubicBezTo>
                <a:lnTo>
                  <a:pt x="7094" y="13792"/>
                </a:lnTo>
                <a:cubicBezTo>
                  <a:pt x="7007" y="14354"/>
                  <a:pt x="6888" y="14837"/>
                  <a:pt x="6733" y="14837"/>
                </a:cubicBezTo>
                <a:cubicBezTo>
                  <a:pt x="6480" y="14837"/>
                  <a:pt x="6320" y="13432"/>
                  <a:pt x="6320" y="10969"/>
                </a:cubicBezTo>
                <a:cubicBezTo>
                  <a:pt x="6320" y="8507"/>
                  <a:pt x="6474" y="7066"/>
                  <a:pt x="6727" y="7066"/>
                </a:cubicBezTo>
                <a:cubicBezTo>
                  <a:pt x="6882" y="7066"/>
                  <a:pt x="7007" y="7602"/>
                  <a:pt x="7094" y="8164"/>
                </a:cubicBezTo>
                <a:lnTo>
                  <a:pt x="7094" y="5707"/>
                </a:lnTo>
                <a:cubicBezTo>
                  <a:pt x="7007" y="5312"/>
                  <a:pt x="6863" y="4958"/>
                  <a:pt x="6706" y="4958"/>
                </a:cubicBezTo>
                <a:close/>
                <a:moveTo>
                  <a:pt x="14468" y="5184"/>
                </a:moveTo>
                <a:lnTo>
                  <a:pt x="14468" y="16754"/>
                </a:lnTo>
                <a:lnTo>
                  <a:pt x="14742" y="16754"/>
                </a:lnTo>
                <a:lnTo>
                  <a:pt x="14742" y="9610"/>
                </a:lnTo>
                <a:lnTo>
                  <a:pt x="15126" y="14280"/>
                </a:lnTo>
                <a:lnTo>
                  <a:pt x="15234" y="14280"/>
                </a:lnTo>
                <a:lnTo>
                  <a:pt x="15619" y="9610"/>
                </a:lnTo>
                <a:lnTo>
                  <a:pt x="15619" y="16754"/>
                </a:lnTo>
                <a:lnTo>
                  <a:pt x="15891" y="16754"/>
                </a:lnTo>
                <a:lnTo>
                  <a:pt x="15891" y="5184"/>
                </a:lnTo>
                <a:lnTo>
                  <a:pt x="15664" y="5184"/>
                </a:lnTo>
                <a:lnTo>
                  <a:pt x="15181" y="11196"/>
                </a:lnTo>
                <a:lnTo>
                  <a:pt x="14694" y="5184"/>
                </a:lnTo>
                <a:lnTo>
                  <a:pt x="14468" y="5184"/>
                </a:lnTo>
                <a:close/>
                <a:moveTo>
                  <a:pt x="11823" y="5202"/>
                </a:moveTo>
                <a:cubicBezTo>
                  <a:pt x="11728" y="5202"/>
                  <a:pt x="11658" y="5649"/>
                  <a:pt x="11658" y="6509"/>
                </a:cubicBezTo>
                <a:cubicBezTo>
                  <a:pt x="11658" y="7318"/>
                  <a:pt x="11724" y="7728"/>
                  <a:pt x="11823" y="7728"/>
                </a:cubicBezTo>
                <a:cubicBezTo>
                  <a:pt x="11923" y="7728"/>
                  <a:pt x="11995" y="7318"/>
                  <a:pt x="11995" y="6509"/>
                </a:cubicBezTo>
                <a:cubicBezTo>
                  <a:pt x="11995" y="5649"/>
                  <a:pt x="11919" y="5202"/>
                  <a:pt x="11823" y="5202"/>
                </a:cubicBezTo>
                <a:close/>
                <a:moveTo>
                  <a:pt x="3872" y="6840"/>
                </a:moveTo>
                <a:cubicBezTo>
                  <a:pt x="3862" y="6842"/>
                  <a:pt x="3851" y="6891"/>
                  <a:pt x="3847" y="7049"/>
                </a:cubicBezTo>
                <a:cubicBezTo>
                  <a:pt x="3838" y="7361"/>
                  <a:pt x="3851" y="7694"/>
                  <a:pt x="3851" y="7694"/>
                </a:cubicBezTo>
                <a:cubicBezTo>
                  <a:pt x="3937" y="10370"/>
                  <a:pt x="3957" y="11945"/>
                  <a:pt x="3957" y="11945"/>
                </a:cubicBezTo>
                <a:cubicBezTo>
                  <a:pt x="3957" y="11945"/>
                  <a:pt x="3961" y="12406"/>
                  <a:pt x="3951" y="12433"/>
                </a:cubicBezTo>
                <a:cubicBezTo>
                  <a:pt x="3945" y="12480"/>
                  <a:pt x="3936" y="12415"/>
                  <a:pt x="3936" y="12415"/>
                </a:cubicBezTo>
                <a:cubicBezTo>
                  <a:pt x="3926" y="12418"/>
                  <a:pt x="3832" y="10969"/>
                  <a:pt x="3832" y="10969"/>
                </a:cubicBezTo>
                <a:lnTo>
                  <a:pt x="3814" y="10690"/>
                </a:lnTo>
                <a:cubicBezTo>
                  <a:pt x="3711" y="9153"/>
                  <a:pt x="3647" y="8634"/>
                  <a:pt x="3647" y="8634"/>
                </a:cubicBezTo>
                <a:cubicBezTo>
                  <a:pt x="3632" y="8509"/>
                  <a:pt x="3595" y="8156"/>
                  <a:pt x="3548" y="8634"/>
                </a:cubicBezTo>
                <a:cubicBezTo>
                  <a:pt x="3501" y="9119"/>
                  <a:pt x="3464" y="10662"/>
                  <a:pt x="3449" y="12119"/>
                </a:cubicBezTo>
                <a:cubicBezTo>
                  <a:pt x="3437" y="13573"/>
                  <a:pt x="3445" y="14402"/>
                  <a:pt x="3468" y="14750"/>
                </a:cubicBezTo>
                <a:cubicBezTo>
                  <a:pt x="3494" y="15104"/>
                  <a:pt x="3544" y="15228"/>
                  <a:pt x="3584" y="14925"/>
                </a:cubicBezTo>
                <a:cubicBezTo>
                  <a:pt x="3627" y="14624"/>
                  <a:pt x="3619" y="12703"/>
                  <a:pt x="3626" y="11718"/>
                </a:cubicBezTo>
                <a:cubicBezTo>
                  <a:pt x="3633" y="10731"/>
                  <a:pt x="3643" y="10917"/>
                  <a:pt x="3643" y="10917"/>
                </a:cubicBezTo>
                <a:cubicBezTo>
                  <a:pt x="3653" y="10893"/>
                  <a:pt x="3700" y="11788"/>
                  <a:pt x="3700" y="11788"/>
                </a:cubicBezTo>
                <a:cubicBezTo>
                  <a:pt x="3700" y="11788"/>
                  <a:pt x="3830" y="14216"/>
                  <a:pt x="3911" y="14576"/>
                </a:cubicBezTo>
                <a:cubicBezTo>
                  <a:pt x="3994" y="14933"/>
                  <a:pt x="4060" y="14348"/>
                  <a:pt x="4085" y="13809"/>
                </a:cubicBezTo>
                <a:lnTo>
                  <a:pt x="4088" y="9488"/>
                </a:lnTo>
                <a:cubicBezTo>
                  <a:pt x="4023" y="7499"/>
                  <a:pt x="3891" y="6875"/>
                  <a:pt x="3891" y="6875"/>
                </a:cubicBezTo>
                <a:cubicBezTo>
                  <a:pt x="3891" y="6875"/>
                  <a:pt x="3881" y="6837"/>
                  <a:pt x="3872" y="6840"/>
                </a:cubicBezTo>
                <a:close/>
                <a:moveTo>
                  <a:pt x="5119" y="7659"/>
                </a:moveTo>
                <a:cubicBezTo>
                  <a:pt x="5104" y="7593"/>
                  <a:pt x="5078" y="7798"/>
                  <a:pt x="5078" y="7798"/>
                </a:cubicBezTo>
                <a:cubicBezTo>
                  <a:pt x="4859" y="9597"/>
                  <a:pt x="4828" y="11597"/>
                  <a:pt x="4828" y="11597"/>
                </a:cubicBezTo>
                <a:cubicBezTo>
                  <a:pt x="4808" y="12670"/>
                  <a:pt x="4833" y="13419"/>
                  <a:pt x="4868" y="13949"/>
                </a:cubicBezTo>
                <a:cubicBezTo>
                  <a:pt x="4747" y="16322"/>
                  <a:pt x="4687" y="18386"/>
                  <a:pt x="4703" y="19612"/>
                </a:cubicBezTo>
                <a:cubicBezTo>
                  <a:pt x="4717" y="20542"/>
                  <a:pt x="4790" y="21229"/>
                  <a:pt x="4834" y="21371"/>
                </a:cubicBezTo>
                <a:cubicBezTo>
                  <a:pt x="4879" y="21541"/>
                  <a:pt x="4887" y="21040"/>
                  <a:pt x="4887" y="21040"/>
                </a:cubicBezTo>
                <a:cubicBezTo>
                  <a:pt x="4923" y="18510"/>
                  <a:pt x="4987" y="16825"/>
                  <a:pt x="5062" y="15151"/>
                </a:cubicBezTo>
                <a:cubicBezTo>
                  <a:pt x="5290" y="15630"/>
                  <a:pt x="5462" y="13597"/>
                  <a:pt x="5523" y="12625"/>
                </a:cubicBezTo>
                <a:cubicBezTo>
                  <a:pt x="5559" y="12042"/>
                  <a:pt x="5576" y="11265"/>
                  <a:pt x="5576" y="10534"/>
                </a:cubicBezTo>
                <a:cubicBezTo>
                  <a:pt x="5576" y="9698"/>
                  <a:pt x="5552" y="8922"/>
                  <a:pt x="5498" y="8565"/>
                </a:cubicBezTo>
                <a:cubicBezTo>
                  <a:pt x="5336" y="7536"/>
                  <a:pt x="5075" y="10798"/>
                  <a:pt x="4960" y="12415"/>
                </a:cubicBezTo>
                <a:cubicBezTo>
                  <a:pt x="4942" y="11592"/>
                  <a:pt x="5003" y="10534"/>
                  <a:pt x="5003" y="10534"/>
                </a:cubicBezTo>
                <a:cubicBezTo>
                  <a:pt x="5003" y="10534"/>
                  <a:pt x="5102" y="8999"/>
                  <a:pt x="5116" y="8687"/>
                </a:cubicBezTo>
                <a:cubicBezTo>
                  <a:pt x="5129" y="8371"/>
                  <a:pt x="5136" y="7724"/>
                  <a:pt x="5119" y="7659"/>
                </a:cubicBezTo>
                <a:close/>
                <a:moveTo>
                  <a:pt x="3179" y="7850"/>
                </a:moveTo>
                <a:cubicBezTo>
                  <a:pt x="3105" y="7798"/>
                  <a:pt x="3030" y="7820"/>
                  <a:pt x="2974" y="7885"/>
                </a:cubicBezTo>
                <a:cubicBezTo>
                  <a:pt x="2856" y="8019"/>
                  <a:pt x="2700" y="8361"/>
                  <a:pt x="2633" y="9244"/>
                </a:cubicBezTo>
                <a:cubicBezTo>
                  <a:pt x="2607" y="9583"/>
                  <a:pt x="2591" y="10094"/>
                  <a:pt x="2603" y="10516"/>
                </a:cubicBezTo>
                <a:cubicBezTo>
                  <a:pt x="2609" y="10751"/>
                  <a:pt x="2633" y="10961"/>
                  <a:pt x="2656" y="11056"/>
                </a:cubicBezTo>
                <a:cubicBezTo>
                  <a:pt x="2679" y="11148"/>
                  <a:pt x="2708" y="11195"/>
                  <a:pt x="2734" y="11231"/>
                </a:cubicBezTo>
                <a:cubicBezTo>
                  <a:pt x="2759" y="11266"/>
                  <a:pt x="2864" y="11351"/>
                  <a:pt x="2932" y="11405"/>
                </a:cubicBezTo>
                <a:cubicBezTo>
                  <a:pt x="2996" y="11455"/>
                  <a:pt x="3121" y="11582"/>
                  <a:pt x="3189" y="11840"/>
                </a:cubicBezTo>
                <a:cubicBezTo>
                  <a:pt x="3189" y="11841"/>
                  <a:pt x="3254" y="12045"/>
                  <a:pt x="3253" y="12381"/>
                </a:cubicBezTo>
                <a:cubicBezTo>
                  <a:pt x="3253" y="12544"/>
                  <a:pt x="3240" y="12675"/>
                  <a:pt x="3227" y="12764"/>
                </a:cubicBezTo>
                <a:cubicBezTo>
                  <a:pt x="3126" y="13415"/>
                  <a:pt x="2988" y="13601"/>
                  <a:pt x="2865" y="13583"/>
                </a:cubicBezTo>
                <a:cubicBezTo>
                  <a:pt x="2824" y="13577"/>
                  <a:pt x="2789" y="13523"/>
                  <a:pt x="2747" y="13356"/>
                </a:cubicBezTo>
                <a:cubicBezTo>
                  <a:pt x="2729" y="13285"/>
                  <a:pt x="2704" y="13105"/>
                  <a:pt x="2707" y="12921"/>
                </a:cubicBezTo>
                <a:cubicBezTo>
                  <a:pt x="2714" y="12561"/>
                  <a:pt x="2757" y="12473"/>
                  <a:pt x="2793" y="12503"/>
                </a:cubicBezTo>
                <a:cubicBezTo>
                  <a:pt x="2813" y="12517"/>
                  <a:pt x="2840" y="12605"/>
                  <a:pt x="2859" y="12677"/>
                </a:cubicBezTo>
                <a:cubicBezTo>
                  <a:pt x="2938" y="12962"/>
                  <a:pt x="2975" y="13193"/>
                  <a:pt x="3044" y="13095"/>
                </a:cubicBezTo>
                <a:cubicBezTo>
                  <a:pt x="3070" y="13059"/>
                  <a:pt x="3159" y="12894"/>
                  <a:pt x="3171" y="12555"/>
                </a:cubicBezTo>
                <a:cubicBezTo>
                  <a:pt x="3175" y="12475"/>
                  <a:pt x="3170" y="12373"/>
                  <a:pt x="3164" y="12311"/>
                </a:cubicBezTo>
                <a:cubicBezTo>
                  <a:pt x="3154" y="12222"/>
                  <a:pt x="3100" y="12027"/>
                  <a:pt x="3086" y="11980"/>
                </a:cubicBezTo>
                <a:cubicBezTo>
                  <a:pt x="3033" y="11810"/>
                  <a:pt x="2932" y="11652"/>
                  <a:pt x="2877" y="11631"/>
                </a:cubicBezTo>
                <a:cubicBezTo>
                  <a:pt x="2804" y="11608"/>
                  <a:pt x="2707" y="11746"/>
                  <a:pt x="2662" y="12311"/>
                </a:cubicBezTo>
                <a:cubicBezTo>
                  <a:pt x="2633" y="12668"/>
                  <a:pt x="2633" y="13138"/>
                  <a:pt x="2656" y="13513"/>
                </a:cubicBezTo>
                <a:cubicBezTo>
                  <a:pt x="2688" y="14022"/>
                  <a:pt x="2751" y="14434"/>
                  <a:pt x="2802" y="14663"/>
                </a:cubicBezTo>
                <a:cubicBezTo>
                  <a:pt x="2889" y="15047"/>
                  <a:pt x="2993" y="15214"/>
                  <a:pt x="3090" y="15116"/>
                </a:cubicBezTo>
                <a:cubicBezTo>
                  <a:pt x="3145" y="15060"/>
                  <a:pt x="3193" y="14967"/>
                  <a:pt x="3242" y="14750"/>
                </a:cubicBezTo>
                <a:cubicBezTo>
                  <a:pt x="3289" y="14545"/>
                  <a:pt x="3340" y="14154"/>
                  <a:pt x="3364" y="13687"/>
                </a:cubicBezTo>
                <a:cubicBezTo>
                  <a:pt x="3395" y="13060"/>
                  <a:pt x="3395" y="12223"/>
                  <a:pt x="3360" y="11631"/>
                </a:cubicBezTo>
                <a:cubicBezTo>
                  <a:pt x="3337" y="11242"/>
                  <a:pt x="3311" y="11020"/>
                  <a:pt x="3268" y="10847"/>
                </a:cubicBezTo>
                <a:cubicBezTo>
                  <a:pt x="3222" y="10660"/>
                  <a:pt x="3162" y="10559"/>
                  <a:pt x="3101" y="10481"/>
                </a:cubicBezTo>
                <a:cubicBezTo>
                  <a:pt x="3098" y="10475"/>
                  <a:pt x="3095" y="10487"/>
                  <a:pt x="3092" y="10481"/>
                </a:cubicBezTo>
                <a:lnTo>
                  <a:pt x="2808" y="10185"/>
                </a:lnTo>
                <a:cubicBezTo>
                  <a:pt x="2804" y="10182"/>
                  <a:pt x="2804" y="10177"/>
                  <a:pt x="2801" y="10168"/>
                </a:cubicBezTo>
                <a:cubicBezTo>
                  <a:pt x="2788" y="10144"/>
                  <a:pt x="2731" y="10088"/>
                  <a:pt x="2751" y="9889"/>
                </a:cubicBezTo>
                <a:cubicBezTo>
                  <a:pt x="2757" y="9830"/>
                  <a:pt x="2773" y="9776"/>
                  <a:pt x="2783" y="9750"/>
                </a:cubicBezTo>
                <a:cubicBezTo>
                  <a:pt x="2912" y="9428"/>
                  <a:pt x="3075" y="9469"/>
                  <a:pt x="3210" y="9401"/>
                </a:cubicBezTo>
                <a:cubicBezTo>
                  <a:pt x="3239" y="9383"/>
                  <a:pt x="3308" y="9339"/>
                  <a:pt x="3341" y="9244"/>
                </a:cubicBezTo>
                <a:cubicBezTo>
                  <a:pt x="3372" y="9152"/>
                  <a:pt x="3398" y="8953"/>
                  <a:pt x="3405" y="8634"/>
                </a:cubicBezTo>
                <a:cubicBezTo>
                  <a:pt x="3409" y="8465"/>
                  <a:pt x="3400" y="8387"/>
                  <a:pt x="3383" y="8303"/>
                </a:cubicBezTo>
                <a:cubicBezTo>
                  <a:pt x="3327" y="8031"/>
                  <a:pt x="3253" y="7903"/>
                  <a:pt x="3179" y="7850"/>
                </a:cubicBezTo>
                <a:close/>
                <a:moveTo>
                  <a:pt x="4712" y="7885"/>
                </a:moveTo>
                <a:cubicBezTo>
                  <a:pt x="4517" y="7826"/>
                  <a:pt x="4233" y="8303"/>
                  <a:pt x="4203" y="8443"/>
                </a:cubicBezTo>
                <a:cubicBezTo>
                  <a:pt x="4174" y="8562"/>
                  <a:pt x="4176" y="8772"/>
                  <a:pt x="4214" y="9209"/>
                </a:cubicBezTo>
                <a:cubicBezTo>
                  <a:pt x="4255" y="9667"/>
                  <a:pt x="4324" y="9610"/>
                  <a:pt x="4324" y="9610"/>
                </a:cubicBezTo>
                <a:lnTo>
                  <a:pt x="4263" y="10743"/>
                </a:lnTo>
                <a:cubicBezTo>
                  <a:pt x="4215" y="10775"/>
                  <a:pt x="4199" y="10917"/>
                  <a:pt x="4199" y="10917"/>
                </a:cubicBezTo>
                <a:cubicBezTo>
                  <a:pt x="4171" y="11191"/>
                  <a:pt x="4208" y="12015"/>
                  <a:pt x="4208" y="12015"/>
                </a:cubicBezTo>
                <a:cubicBezTo>
                  <a:pt x="4208" y="12015"/>
                  <a:pt x="4124" y="13759"/>
                  <a:pt x="4185" y="14681"/>
                </a:cubicBezTo>
                <a:cubicBezTo>
                  <a:pt x="4251" y="15647"/>
                  <a:pt x="4330" y="15587"/>
                  <a:pt x="4330" y="15587"/>
                </a:cubicBezTo>
                <a:cubicBezTo>
                  <a:pt x="4479" y="15685"/>
                  <a:pt x="4722" y="14265"/>
                  <a:pt x="4735" y="13792"/>
                </a:cubicBezTo>
                <a:cubicBezTo>
                  <a:pt x="4746" y="13411"/>
                  <a:pt x="4708" y="12998"/>
                  <a:pt x="4674" y="12921"/>
                </a:cubicBezTo>
                <a:cubicBezTo>
                  <a:pt x="4643" y="12858"/>
                  <a:pt x="4399" y="13285"/>
                  <a:pt x="4370" y="13356"/>
                </a:cubicBezTo>
                <a:cubicBezTo>
                  <a:pt x="4338" y="13434"/>
                  <a:pt x="4351" y="13165"/>
                  <a:pt x="4351" y="13165"/>
                </a:cubicBezTo>
                <a:lnTo>
                  <a:pt x="4389" y="11980"/>
                </a:lnTo>
                <a:cubicBezTo>
                  <a:pt x="4389" y="11980"/>
                  <a:pt x="4623" y="11911"/>
                  <a:pt x="4657" y="11858"/>
                </a:cubicBezTo>
                <a:cubicBezTo>
                  <a:pt x="4689" y="11804"/>
                  <a:pt x="4690" y="11597"/>
                  <a:pt x="4690" y="11597"/>
                </a:cubicBezTo>
                <a:cubicBezTo>
                  <a:pt x="4690" y="11597"/>
                  <a:pt x="4695" y="11264"/>
                  <a:pt x="4693" y="10952"/>
                </a:cubicBezTo>
                <a:cubicBezTo>
                  <a:pt x="4690" y="10619"/>
                  <a:pt x="4661" y="10638"/>
                  <a:pt x="4661" y="10638"/>
                </a:cubicBezTo>
                <a:cubicBezTo>
                  <a:pt x="4570" y="10552"/>
                  <a:pt x="4446" y="10656"/>
                  <a:pt x="4446" y="10656"/>
                </a:cubicBezTo>
                <a:lnTo>
                  <a:pt x="4476" y="9767"/>
                </a:lnTo>
                <a:cubicBezTo>
                  <a:pt x="4476" y="9767"/>
                  <a:pt x="4724" y="9653"/>
                  <a:pt x="4819" y="9453"/>
                </a:cubicBezTo>
                <a:lnTo>
                  <a:pt x="4840" y="8913"/>
                </a:lnTo>
                <a:cubicBezTo>
                  <a:pt x="4781" y="7837"/>
                  <a:pt x="4712" y="7885"/>
                  <a:pt x="4712" y="7885"/>
                </a:cubicBezTo>
                <a:close/>
                <a:moveTo>
                  <a:pt x="2445" y="8094"/>
                </a:moveTo>
                <a:cubicBezTo>
                  <a:pt x="2423" y="8068"/>
                  <a:pt x="2411" y="8341"/>
                  <a:pt x="2405" y="8478"/>
                </a:cubicBezTo>
                <a:cubicBezTo>
                  <a:pt x="2387" y="8888"/>
                  <a:pt x="2376" y="9879"/>
                  <a:pt x="2372" y="10185"/>
                </a:cubicBezTo>
                <a:cubicBezTo>
                  <a:pt x="2362" y="11113"/>
                  <a:pt x="2353" y="13301"/>
                  <a:pt x="2371" y="14419"/>
                </a:cubicBezTo>
                <a:cubicBezTo>
                  <a:pt x="2378" y="14889"/>
                  <a:pt x="2395" y="15192"/>
                  <a:pt x="2447" y="15290"/>
                </a:cubicBezTo>
                <a:cubicBezTo>
                  <a:pt x="2467" y="15332"/>
                  <a:pt x="2506" y="15319"/>
                  <a:pt x="2523" y="15221"/>
                </a:cubicBezTo>
                <a:cubicBezTo>
                  <a:pt x="2537" y="15138"/>
                  <a:pt x="2548" y="14977"/>
                  <a:pt x="2551" y="14837"/>
                </a:cubicBezTo>
                <a:cubicBezTo>
                  <a:pt x="2561" y="14448"/>
                  <a:pt x="2557" y="13895"/>
                  <a:pt x="2555" y="13478"/>
                </a:cubicBezTo>
                <a:cubicBezTo>
                  <a:pt x="2553" y="12988"/>
                  <a:pt x="2552" y="12494"/>
                  <a:pt x="2549" y="11997"/>
                </a:cubicBezTo>
                <a:cubicBezTo>
                  <a:pt x="2546" y="11334"/>
                  <a:pt x="2537" y="9643"/>
                  <a:pt x="2517" y="8878"/>
                </a:cubicBezTo>
                <a:cubicBezTo>
                  <a:pt x="2508" y="8548"/>
                  <a:pt x="2493" y="8251"/>
                  <a:pt x="2458" y="8129"/>
                </a:cubicBezTo>
                <a:cubicBezTo>
                  <a:pt x="2454" y="8116"/>
                  <a:pt x="2450" y="8101"/>
                  <a:pt x="2447" y="8094"/>
                </a:cubicBezTo>
                <a:lnTo>
                  <a:pt x="2445" y="8094"/>
                </a:lnTo>
                <a:close/>
                <a:moveTo>
                  <a:pt x="7575" y="8512"/>
                </a:moveTo>
                <a:cubicBezTo>
                  <a:pt x="7373" y="8512"/>
                  <a:pt x="7250" y="9035"/>
                  <a:pt x="7250" y="9035"/>
                </a:cubicBezTo>
                <a:lnTo>
                  <a:pt x="7250" y="10882"/>
                </a:lnTo>
                <a:cubicBezTo>
                  <a:pt x="7250" y="10882"/>
                  <a:pt x="7358" y="10255"/>
                  <a:pt x="7530" y="10255"/>
                </a:cubicBezTo>
                <a:cubicBezTo>
                  <a:pt x="7667" y="10255"/>
                  <a:pt x="7711" y="10764"/>
                  <a:pt x="7711" y="11475"/>
                </a:cubicBezTo>
                <a:lnTo>
                  <a:pt x="7711" y="11962"/>
                </a:lnTo>
                <a:cubicBezTo>
                  <a:pt x="7663" y="11864"/>
                  <a:pt x="7614" y="11823"/>
                  <a:pt x="7553" y="11823"/>
                </a:cubicBezTo>
                <a:cubicBezTo>
                  <a:pt x="7307" y="11823"/>
                  <a:pt x="7178" y="12926"/>
                  <a:pt x="7178" y="14315"/>
                </a:cubicBezTo>
                <a:cubicBezTo>
                  <a:pt x="7178" y="16051"/>
                  <a:pt x="7314" y="16876"/>
                  <a:pt x="7475" y="16876"/>
                </a:cubicBezTo>
                <a:cubicBezTo>
                  <a:pt x="7614" y="16876"/>
                  <a:pt x="7683" y="16458"/>
                  <a:pt x="7743" y="15813"/>
                </a:cubicBezTo>
                <a:cubicBezTo>
                  <a:pt x="7766" y="16325"/>
                  <a:pt x="7810" y="16859"/>
                  <a:pt x="7927" y="16859"/>
                </a:cubicBezTo>
                <a:cubicBezTo>
                  <a:pt x="8034" y="16859"/>
                  <a:pt x="8089" y="16632"/>
                  <a:pt x="8089" y="16632"/>
                </a:cubicBezTo>
                <a:lnTo>
                  <a:pt x="8089" y="15116"/>
                </a:lnTo>
                <a:cubicBezTo>
                  <a:pt x="8089" y="15116"/>
                  <a:pt x="8073" y="15168"/>
                  <a:pt x="8049" y="15168"/>
                </a:cubicBezTo>
                <a:cubicBezTo>
                  <a:pt x="8008" y="15168"/>
                  <a:pt x="7977" y="14980"/>
                  <a:pt x="7977" y="14367"/>
                </a:cubicBezTo>
                <a:lnTo>
                  <a:pt x="7977" y="11248"/>
                </a:lnTo>
                <a:cubicBezTo>
                  <a:pt x="7977" y="9446"/>
                  <a:pt x="7835" y="8512"/>
                  <a:pt x="7575" y="8512"/>
                </a:cubicBezTo>
                <a:close/>
                <a:moveTo>
                  <a:pt x="11093" y="8512"/>
                </a:moveTo>
                <a:cubicBezTo>
                  <a:pt x="10891" y="8512"/>
                  <a:pt x="10768" y="9035"/>
                  <a:pt x="10768" y="9035"/>
                </a:cubicBezTo>
                <a:lnTo>
                  <a:pt x="10768" y="10882"/>
                </a:lnTo>
                <a:cubicBezTo>
                  <a:pt x="10768" y="10882"/>
                  <a:pt x="10876" y="10255"/>
                  <a:pt x="11047" y="10255"/>
                </a:cubicBezTo>
                <a:cubicBezTo>
                  <a:pt x="11185" y="10255"/>
                  <a:pt x="11228" y="10764"/>
                  <a:pt x="11228" y="11475"/>
                </a:cubicBezTo>
                <a:lnTo>
                  <a:pt x="11228" y="11962"/>
                </a:lnTo>
                <a:cubicBezTo>
                  <a:pt x="11181" y="11864"/>
                  <a:pt x="11133" y="11823"/>
                  <a:pt x="11072" y="11823"/>
                </a:cubicBezTo>
                <a:cubicBezTo>
                  <a:pt x="10827" y="11823"/>
                  <a:pt x="10695" y="12926"/>
                  <a:pt x="10695" y="14315"/>
                </a:cubicBezTo>
                <a:cubicBezTo>
                  <a:pt x="10695" y="16051"/>
                  <a:pt x="10831" y="16876"/>
                  <a:pt x="10992" y="16876"/>
                </a:cubicBezTo>
                <a:cubicBezTo>
                  <a:pt x="11131" y="16876"/>
                  <a:pt x="11201" y="16458"/>
                  <a:pt x="11260" y="15813"/>
                </a:cubicBezTo>
                <a:cubicBezTo>
                  <a:pt x="11284" y="16325"/>
                  <a:pt x="11328" y="16859"/>
                  <a:pt x="11445" y="16859"/>
                </a:cubicBezTo>
                <a:cubicBezTo>
                  <a:pt x="11551" y="16859"/>
                  <a:pt x="11607" y="16632"/>
                  <a:pt x="11607" y="16632"/>
                </a:cubicBezTo>
                <a:lnTo>
                  <a:pt x="11607" y="15116"/>
                </a:lnTo>
                <a:cubicBezTo>
                  <a:pt x="11607" y="15116"/>
                  <a:pt x="11592" y="15168"/>
                  <a:pt x="11569" y="15168"/>
                </a:cubicBezTo>
                <a:cubicBezTo>
                  <a:pt x="11527" y="15168"/>
                  <a:pt x="11496" y="14980"/>
                  <a:pt x="11496" y="14367"/>
                </a:cubicBezTo>
                <a:lnTo>
                  <a:pt x="11496" y="11248"/>
                </a:lnTo>
                <a:cubicBezTo>
                  <a:pt x="11496" y="9446"/>
                  <a:pt x="11353" y="8512"/>
                  <a:pt x="11093" y="8512"/>
                </a:cubicBezTo>
                <a:close/>
                <a:moveTo>
                  <a:pt x="16423" y="8512"/>
                </a:moveTo>
                <a:cubicBezTo>
                  <a:pt x="16221" y="8512"/>
                  <a:pt x="16100" y="9035"/>
                  <a:pt x="16100" y="9035"/>
                </a:cubicBezTo>
                <a:lnTo>
                  <a:pt x="16100" y="10882"/>
                </a:lnTo>
                <a:cubicBezTo>
                  <a:pt x="16100" y="10882"/>
                  <a:pt x="16208" y="10255"/>
                  <a:pt x="16380" y="10255"/>
                </a:cubicBezTo>
                <a:cubicBezTo>
                  <a:pt x="16517" y="10255"/>
                  <a:pt x="16560" y="10764"/>
                  <a:pt x="16560" y="11475"/>
                </a:cubicBezTo>
                <a:lnTo>
                  <a:pt x="16560" y="11962"/>
                </a:lnTo>
                <a:cubicBezTo>
                  <a:pt x="16513" y="11864"/>
                  <a:pt x="16464" y="11823"/>
                  <a:pt x="16402" y="11823"/>
                </a:cubicBezTo>
                <a:cubicBezTo>
                  <a:pt x="16157" y="11823"/>
                  <a:pt x="16028" y="12926"/>
                  <a:pt x="16028" y="14315"/>
                </a:cubicBezTo>
                <a:cubicBezTo>
                  <a:pt x="16028" y="16051"/>
                  <a:pt x="16162" y="16876"/>
                  <a:pt x="16323" y="16876"/>
                </a:cubicBezTo>
                <a:cubicBezTo>
                  <a:pt x="16461" y="16876"/>
                  <a:pt x="16533" y="16458"/>
                  <a:pt x="16593" y="15813"/>
                </a:cubicBezTo>
                <a:cubicBezTo>
                  <a:pt x="16616" y="16325"/>
                  <a:pt x="16658" y="16859"/>
                  <a:pt x="16775" y="16859"/>
                </a:cubicBezTo>
                <a:cubicBezTo>
                  <a:pt x="16882" y="16859"/>
                  <a:pt x="16939" y="16632"/>
                  <a:pt x="16939" y="16632"/>
                </a:cubicBezTo>
                <a:lnTo>
                  <a:pt x="16939" y="15116"/>
                </a:lnTo>
                <a:cubicBezTo>
                  <a:pt x="16939" y="15116"/>
                  <a:pt x="16922" y="15168"/>
                  <a:pt x="16899" y="15168"/>
                </a:cubicBezTo>
                <a:cubicBezTo>
                  <a:pt x="16858" y="15168"/>
                  <a:pt x="16827" y="14980"/>
                  <a:pt x="16827" y="14367"/>
                </a:cubicBezTo>
                <a:lnTo>
                  <a:pt x="16827" y="11248"/>
                </a:lnTo>
                <a:cubicBezTo>
                  <a:pt x="16827" y="9446"/>
                  <a:pt x="16683" y="8512"/>
                  <a:pt x="16423" y="8512"/>
                </a:cubicBezTo>
                <a:close/>
                <a:moveTo>
                  <a:pt x="18368" y="8512"/>
                </a:moveTo>
                <a:cubicBezTo>
                  <a:pt x="18165" y="8512"/>
                  <a:pt x="18042" y="9035"/>
                  <a:pt x="18042" y="9035"/>
                </a:cubicBezTo>
                <a:lnTo>
                  <a:pt x="18042" y="10882"/>
                </a:lnTo>
                <a:cubicBezTo>
                  <a:pt x="18042" y="10882"/>
                  <a:pt x="18151" y="10255"/>
                  <a:pt x="18322" y="10255"/>
                </a:cubicBezTo>
                <a:cubicBezTo>
                  <a:pt x="18459" y="10255"/>
                  <a:pt x="18503" y="10764"/>
                  <a:pt x="18503" y="11475"/>
                </a:cubicBezTo>
                <a:lnTo>
                  <a:pt x="18503" y="11962"/>
                </a:lnTo>
                <a:cubicBezTo>
                  <a:pt x="18456" y="11864"/>
                  <a:pt x="18408" y="11823"/>
                  <a:pt x="18347" y="11823"/>
                </a:cubicBezTo>
                <a:cubicBezTo>
                  <a:pt x="18101" y="11823"/>
                  <a:pt x="17970" y="12926"/>
                  <a:pt x="17970" y="14315"/>
                </a:cubicBezTo>
                <a:cubicBezTo>
                  <a:pt x="17970" y="16051"/>
                  <a:pt x="18106" y="16876"/>
                  <a:pt x="18267" y="16876"/>
                </a:cubicBezTo>
                <a:cubicBezTo>
                  <a:pt x="18406" y="16876"/>
                  <a:pt x="18476" y="16458"/>
                  <a:pt x="18535" y="15813"/>
                </a:cubicBezTo>
                <a:cubicBezTo>
                  <a:pt x="18558" y="16325"/>
                  <a:pt x="18602" y="16859"/>
                  <a:pt x="18720" y="16859"/>
                </a:cubicBezTo>
                <a:cubicBezTo>
                  <a:pt x="18826" y="16859"/>
                  <a:pt x="18881" y="16632"/>
                  <a:pt x="18881" y="16632"/>
                </a:cubicBezTo>
                <a:lnTo>
                  <a:pt x="18881" y="15116"/>
                </a:lnTo>
                <a:cubicBezTo>
                  <a:pt x="18881" y="15116"/>
                  <a:pt x="18867" y="15168"/>
                  <a:pt x="18843" y="15168"/>
                </a:cubicBezTo>
                <a:cubicBezTo>
                  <a:pt x="18802" y="15168"/>
                  <a:pt x="18771" y="14980"/>
                  <a:pt x="18771" y="14367"/>
                </a:cubicBezTo>
                <a:lnTo>
                  <a:pt x="18771" y="11248"/>
                </a:lnTo>
                <a:cubicBezTo>
                  <a:pt x="18771" y="9446"/>
                  <a:pt x="18627" y="8512"/>
                  <a:pt x="18368" y="8512"/>
                </a:cubicBezTo>
                <a:close/>
                <a:moveTo>
                  <a:pt x="8717" y="8530"/>
                </a:moveTo>
                <a:cubicBezTo>
                  <a:pt x="8545" y="8530"/>
                  <a:pt x="8471" y="9532"/>
                  <a:pt x="8433" y="10028"/>
                </a:cubicBezTo>
                <a:cubicBezTo>
                  <a:pt x="8422" y="9285"/>
                  <a:pt x="8411" y="8722"/>
                  <a:pt x="8411" y="8722"/>
                </a:cubicBezTo>
                <a:lnTo>
                  <a:pt x="8158" y="8722"/>
                </a:lnTo>
                <a:cubicBezTo>
                  <a:pt x="8158" y="8722"/>
                  <a:pt x="8169" y="9584"/>
                  <a:pt x="8169" y="10690"/>
                </a:cubicBezTo>
                <a:lnTo>
                  <a:pt x="8169" y="16772"/>
                </a:lnTo>
                <a:lnTo>
                  <a:pt x="8441" y="16772"/>
                </a:lnTo>
                <a:lnTo>
                  <a:pt x="8441" y="11370"/>
                </a:lnTo>
                <a:cubicBezTo>
                  <a:pt x="8470" y="10974"/>
                  <a:pt x="8521" y="10534"/>
                  <a:pt x="8589" y="10534"/>
                </a:cubicBezTo>
                <a:cubicBezTo>
                  <a:pt x="8678" y="10534"/>
                  <a:pt x="8728" y="10929"/>
                  <a:pt x="8728" y="12137"/>
                </a:cubicBezTo>
                <a:lnTo>
                  <a:pt x="8728" y="16772"/>
                </a:lnTo>
                <a:lnTo>
                  <a:pt x="9000" y="16772"/>
                </a:lnTo>
                <a:lnTo>
                  <a:pt x="9000" y="11387"/>
                </a:lnTo>
                <a:cubicBezTo>
                  <a:pt x="9033" y="10959"/>
                  <a:pt x="9080" y="10534"/>
                  <a:pt x="9153" y="10534"/>
                </a:cubicBezTo>
                <a:cubicBezTo>
                  <a:pt x="9241" y="10534"/>
                  <a:pt x="9288" y="10929"/>
                  <a:pt x="9288" y="12137"/>
                </a:cubicBezTo>
                <a:lnTo>
                  <a:pt x="9288" y="16754"/>
                </a:lnTo>
                <a:lnTo>
                  <a:pt x="9560" y="16754"/>
                </a:lnTo>
                <a:lnTo>
                  <a:pt x="9562" y="11562"/>
                </a:lnTo>
                <a:cubicBezTo>
                  <a:pt x="9562" y="10140"/>
                  <a:pt x="9501" y="8530"/>
                  <a:pt x="9263" y="8530"/>
                </a:cubicBezTo>
                <a:cubicBezTo>
                  <a:pt x="9111" y="8530"/>
                  <a:pt x="9028" y="9302"/>
                  <a:pt x="8976" y="10063"/>
                </a:cubicBezTo>
                <a:cubicBezTo>
                  <a:pt x="8934" y="9153"/>
                  <a:pt x="8868" y="8530"/>
                  <a:pt x="8717" y="8530"/>
                </a:cubicBezTo>
                <a:close/>
                <a:moveTo>
                  <a:pt x="10212" y="8530"/>
                </a:moveTo>
                <a:cubicBezTo>
                  <a:pt x="10079" y="8530"/>
                  <a:pt x="10003" y="9065"/>
                  <a:pt x="9944" y="9645"/>
                </a:cubicBezTo>
                <a:cubicBezTo>
                  <a:pt x="9937" y="9199"/>
                  <a:pt x="9923" y="8722"/>
                  <a:pt x="9923" y="8722"/>
                </a:cubicBezTo>
                <a:lnTo>
                  <a:pt x="9697" y="8722"/>
                </a:lnTo>
                <a:cubicBezTo>
                  <a:pt x="9697" y="8722"/>
                  <a:pt x="9708" y="9518"/>
                  <a:pt x="9708" y="10708"/>
                </a:cubicBezTo>
                <a:lnTo>
                  <a:pt x="9708" y="20640"/>
                </a:lnTo>
                <a:lnTo>
                  <a:pt x="9978" y="20640"/>
                </a:lnTo>
                <a:lnTo>
                  <a:pt x="9978" y="16266"/>
                </a:lnTo>
                <a:cubicBezTo>
                  <a:pt x="10025" y="16662"/>
                  <a:pt x="10091" y="16963"/>
                  <a:pt x="10205" y="16963"/>
                </a:cubicBezTo>
                <a:cubicBezTo>
                  <a:pt x="10455" y="16963"/>
                  <a:pt x="10627" y="15074"/>
                  <a:pt x="10627" y="12677"/>
                </a:cubicBezTo>
                <a:cubicBezTo>
                  <a:pt x="10627" y="10280"/>
                  <a:pt x="10460" y="8530"/>
                  <a:pt x="10212" y="8530"/>
                </a:cubicBezTo>
                <a:close/>
                <a:moveTo>
                  <a:pt x="12506" y="8530"/>
                </a:moveTo>
                <a:cubicBezTo>
                  <a:pt x="12247" y="8530"/>
                  <a:pt x="12080" y="10437"/>
                  <a:pt x="12080" y="12834"/>
                </a:cubicBezTo>
                <a:cubicBezTo>
                  <a:pt x="12080" y="15230"/>
                  <a:pt x="12229" y="16859"/>
                  <a:pt x="12514" y="16859"/>
                </a:cubicBezTo>
                <a:cubicBezTo>
                  <a:pt x="12606" y="16859"/>
                  <a:pt x="12675" y="16644"/>
                  <a:pt x="12727" y="16249"/>
                </a:cubicBezTo>
                <a:lnTo>
                  <a:pt x="12727" y="16876"/>
                </a:lnTo>
                <a:cubicBezTo>
                  <a:pt x="12727" y="18283"/>
                  <a:pt x="12650" y="18845"/>
                  <a:pt x="12501" y="18845"/>
                </a:cubicBezTo>
                <a:cubicBezTo>
                  <a:pt x="12324" y="18845"/>
                  <a:pt x="12193" y="18006"/>
                  <a:pt x="12141" y="17625"/>
                </a:cubicBezTo>
                <a:lnTo>
                  <a:pt x="12141" y="19803"/>
                </a:lnTo>
                <a:cubicBezTo>
                  <a:pt x="12185" y="20133"/>
                  <a:pt x="12332" y="20796"/>
                  <a:pt x="12531" y="20796"/>
                </a:cubicBezTo>
                <a:cubicBezTo>
                  <a:pt x="12815" y="20797"/>
                  <a:pt x="12999" y="19439"/>
                  <a:pt x="12999" y="16893"/>
                </a:cubicBezTo>
                <a:lnTo>
                  <a:pt x="12999" y="10690"/>
                </a:lnTo>
                <a:cubicBezTo>
                  <a:pt x="12999" y="9498"/>
                  <a:pt x="13012" y="8722"/>
                  <a:pt x="13012" y="8722"/>
                </a:cubicBezTo>
                <a:lnTo>
                  <a:pt x="12782" y="8722"/>
                </a:lnTo>
                <a:cubicBezTo>
                  <a:pt x="12782" y="8722"/>
                  <a:pt x="12771" y="9162"/>
                  <a:pt x="12765" y="9593"/>
                </a:cubicBezTo>
                <a:cubicBezTo>
                  <a:pt x="12702" y="9031"/>
                  <a:pt x="12651" y="8530"/>
                  <a:pt x="12506" y="8530"/>
                </a:cubicBezTo>
                <a:close/>
                <a:moveTo>
                  <a:pt x="13693" y="8530"/>
                </a:moveTo>
                <a:cubicBezTo>
                  <a:pt x="13520" y="8530"/>
                  <a:pt x="13450" y="9517"/>
                  <a:pt x="13410" y="10028"/>
                </a:cubicBezTo>
                <a:cubicBezTo>
                  <a:pt x="13399" y="9267"/>
                  <a:pt x="13389" y="8722"/>
                  <a:pt x="13389" y="8722"/>
                </a:cubicBezTo>
                <a:lnTo>
                  <a:pt x="13134" y="8722"/>
                </a:lnTo>
                <a:cubicBezTo>
                  <a:pt x="13134" y="8722"/>
                  <a:pt x="13146" y="9604"/>
                  <a:pt x="13146" y="10743"/>
                </a:cubicBezTo>
                <a:lnTo>
                  <a:pt x="13146" y="16754"/>
                </a:lnTo>
                <a:lnTo>
                  <a:pt x="13418" y="16754"/>
                </a:lnTo>
                <a:lnTo>
                  <a:pt x="13418" y="11370"/>
                </a:lnTo>
                <a:cubicBezTo>
                  <a:pt x="13450" y="10975"/>
                  <a:pt x="13491" y="10534"/>
                  <a:pt x="13577" y="10534"/>
                </a:cubicBezTo>
                <a:cubicBezTo>
                  <a:pt x="13664" y="10534"/>
                  <a:pt x="13724" y="10932"/>
                  <a:pt x="13724" y="12154"/>
                </a:cubicBezTo>
                <a:lnTo>
                  <a:pt x="13724" y="16754"/>
                </a:lnTo>
                <a:lnTo>
                  <a:pt x="13994" y="16754"/>
                </a:lnTo>
                <a:lnTo>
                  <a:pt x="13994" y="11614"/>
                </a:lnTo>
                <a:cubicBezTo>
                  <a:pt x="13994" y="10160"/>
                  <a:pt x="13930" y="8530"/>
                  <a:pt x="13693" y="8530"/>
                </a:cubicBezTo>
                <a:close/>
                <a:moveTo>
                  <a:pt x="17565" y="8530"/>
                </a:moveTo>
                <a:cubicBezTo>
                  <a:pt x="17391" y="8530"/>
                  <a:pt x="17321" y="9517"/>
                  <a:pt x="17281" y="10028"/>
                </a:cubicBezTo>
                <a:cubicBezTo>
                  <a:pt x="17270" y="9267"/>
                  <a:pt x="17260" y="8722"/>
                  <a:pt x="17260" y="8722"/>
                </a:cubicBezTo>
                <a:lnTo>
                  <a:pt x="17005" y="8722"/>
                </a:lnTo>
                <a:cubicBezTo>
                  <a:pt x="17005" y="8722"/>
                  <a:pt x="17019" y="9604"/>
                  <a:pt x="17019" y="10743"/>
                </a:cubicBezTo>
                <a:lnTo>
                  <a:pt x="17019" y="16754"/>
                </a:lnTo>
                <a:lnTo>
                  <a:pt x="17289" y="16754"/>
                </a:lnTo>
                <a:lnTo>
                  <a:pt x="17289" y="11370"/>
                </a:lnTo>
                <a:cubicBezTo>
                  <a:pt x="17321" y="10975"/>
                  <a:pt x="17362" y="10534"/>
                  <a:pt x="17449" y="10534"/>
                </a:cubicBezTo>
                <a:cubicBezTo>
                  <a:pt x="17535" y="10534"/>
                  <a:pt x="17595" y="10932"/>
                  <a:pt x="17595" y="12154"/>
                </a:cubicBezTo>
                <a:lnTo>
                  <a:pt x="17595" y="16754"/>
                </a:lnTo>
                <a:lnTo>
                  <a:pt x="17865" y="16754"/>
                </a:lnTo>
                <a:lnTo>
                  <a:pt x="17865" y="11614"/>
                </a:lnTo>
                <a:cubicBezTo>
                  <a:pt x="17865" y="10160"/>
                  <a:pt x="17801" y="8530"/>
                  <a:pt x="17565" y="8530"/>
                </a:cubicBezTo>
                <a:close/>
                <a:moveTo>
                  <a:pt x="19347" y="8530"/>
                </a:moveTo>
                <a:cubicBezTo>
                  <a:pt x="19088" y="8530"/>
                  <a:pt x="18919" y="10437"/>
                  <a:pt x="18919" y="12834"/>
                </a:cubicBezTo>
                <a:cubicBezTo>
                  <a:pt x="18919" y="15230"/>
                  <a:pt x="19070" y="16859"/>
                  <a:pt x="19355" y="16859"/>
                </a:cubicBezTo>
                <a:cubicBezTo>
                  <a:pt x="19447" y="16859"/>
                  <a:pt x="19516" y="16644"/>
                  <a:pt x="19568" y="16249"/>
                </a:cubicBezTo>
                <a:lnTo>
                  <a:pt x="19568" y="16876"/>
                </a:lnTo>
                <a:cubicBezTo>
                  <a:pt x="19568" y="18283"/>
                  <a:pt x="19489" y="18845"/>
                  <a:pt x="19340" y="18845"/>
                </a:cubicBezTo>
                <a:cubicBezTo>
                  <a:pt x="19163" y="18845"/>
                  <a:pt x="19034" y="18006"/>
                  <a:pt x="18982" y="17625"/>
                </a:cubicBezTo>
                <a:lnTo>
                  <a:pt x="18982" y="19803"/>
                </a:lnTo>
                <a:cubicBezTo>
                  <a:pt x="19026" y="20135"/>
                  <a:pt x="19173" y="20796"/>
                  <a:pt x="19370" y="20796"/>
                </a:cubicBezTo>
                <a:cubicBezTo>
                  <a:pt x="19654" y="20797"/>
                  <a:pt x="19838" y="19439"/>
                  <a:pt x="19838" y="16893"/>
                </a:cubicBezTo>
                <a:lnTo>
                  <a:pt x="19838" y="10690"/>
                </a:lnTo>
                <a:cubicBezTo>
                  <a:pt x="19838" y="9498"/>
                  <a:pt x="19853" y="8722"/>
                  <a:pt x="19853" y="8722"/>
                </a:cubicBezTo>
                <a:lnTo>
                  <a:pt x="19621" y="8722"/>
                </a:lnTo>
                <a:cubicBezTo>
                  <a:pt x="19621" y="8722"/>
                  <a:pt x="19612" y="9162"/>
                  <a:pt x="19606" y="9593"/>
                </a:cubicBezTo>
                <a:cubicBezTo>
                  <a:pt x="19543" y="9031"/>
                  <a:pt x="19492" y="8530"/>
                  <a:pt x="19347" y="8530"/>
                </a:cubicBezTo>
                <a:close/>
                <a:moveTo>
                  <a:pt x="20405" y="8530"/>
                </a:moveTo>
                <a:cubicBezTo>
                  <a:pt x="20122" y="8530"/>
                  <a:pt x="19933" y="10297"/>
                  <a:pt x="19933" y="12712"/>
                </a:cubicBezTo>
                <a:cubicBezTo>
                  <a:pt x="19933" y="15308"/>
                  <a:pt x="20135" y="16963"/>
                  <a:pt x="20443" y="16963"/>
                </a:cubicBezTo>
                <a:cubicBezTo>
                  <a:pt x="20586" y="16963"/>
                  <a:pt x="20697" y="16619"/>
                  <a:pt x="20784" y="16075"/>
                </a:cubicBezTo>
                <a:lnTo>
                  <a:pt x="20784" y="14210"/>
                </a:lnTo>
                <a:cubicBezTo>
                  <a:pt x="20690" y="14805"/>
                  <a:pt x="20590" y="15081"/>
                  <a:pt x="20483" y="15081"/>
                </a:cubicBezTo>
                <a:cubicBezTo>
                  <a:pt x="20312" y="15081"/>
                  <a:pt x="20227" y="14548"/>
                  <a:pt x="20205" y="13409"/>
                </a:cubicBezTo>
                <a:lnTo>
                  <a:pt x="20822" y="13409"/>
                </a:lnTo>
                <a:cubicBezTo>
                  <a:pt x="20822" y="13409"/>
                  <a:pt x="20831" y="12720"/>
                  <a:pt x="20831" y="12224"/>
                </a:cubicBezTo>
                <a:cubicBezTo>
                  <a:pt x="20831" y="10023"/>
                  <a:pt x="20654" y="8530"/>
                  <a:pt x="20405" y="8530"/>
                </a:cubicBezTo>
                <a:close/>
                <a:moveTo>
                  <a:pt x="21489" y="8530"/>
                </a:moveTo>
                <a:cubicBezTo>
                  <a:pt x="21341" y="8530"/>
                  <a:pt x="21254" y="9654"/>
                  <a:pt x="21225" y="10150"/>
                </a:cubicBezTo>
                <a:cubicBezTo>
                  <a:pt x="21218" y="9440"/>
                  <a:pt x="21204" y="8722"/>
                  <a:pt x="21204" y="8722"/>
                </a:cubicBezTo>
                <a:lnTo>
                  <a:pt x="20949" y="8722"/>
                </a:lnTo>
                <a:cubicBezTo>
                  <a:pt x="20955" y="9052"/>
                  <a:pt x="20961" y="9853"/>
                  <a:pt x="20961" y="10778"/>
                </a:cubicBezTo>
                <a:lnTo>
                  <a:pt x="20961" y="16772"/>
                </a:lnTo>
                <a:lnTo>
                  <a:pt x="21233" y="16772"/>
                </a:lnTo>
                <a:lnTo>
                  <a:pt x="21233" y="11353"/>
                </a:lnTo>
                <a:cubicBezTo>
                  <a:pt x="21267" y="11073"/>
                  <a:pt x="21351" y="10638"/>
                  <a:pt x="21455" y="10638"/>
                </a:cubicBezTo>
                <a:cubicBezTo>
                  <a:pt x="21531" y="10638"/>
                  <a:pt x="21567" y="10801"/>
                  <a:pt x="21594" y="10900"/>
                </a:cubicBezTo>
                <a:lnTo>
                  <a:pt x="21594" y="8739"/>
                </a:lnTo>
                <a:cubicBezTo>
                  <a:pt x="21574" y="8641"/>
                  <a:pt x="21540" y="8530"/>
                  <a:pt x="21489" y="8530"/>
                </a:cubicBezTo>
                <a:close/>
                <a:moveTo>
                  <a:pt x="11692" y="8722"/>
                </a:moveTo>
                <a:lnTo>
                  <a:pt x="11692" y="16772"/>
                </a:lnTo>
                <a:lnTo>
                  <a:pt x="11962" y="16772"/>
                </a:lnTo>
                <a:lnTo>
                  <a:pt x="11962" y="8722"/>
                </a:lnTo>
                <a:lnTo>
                  <a:pt x="11692" y="8722"/>
                </a:lnTo>
                <a:close/>
                <a:moveTo>
                  <a:pt x="5462" y="9837"/>
                </a:moveTo>
                <a:cubicBezTo>
                  <a:pt x="5473" y="9909"/>
                  <a:pt x="5475" y="10063"/>
                  <a:pt x="5475" y="10063"/>
                </a:cubicBezTo>
                <a:cubicBezTo>
                  <a:pt x="5491" y="11312"/>
                  <a:pt x="5393" y="12245"/>
                  <a:pt x="5350" y="12590"/>
                </a:cubicBezTo>
                <a:cubicBezTo>
                  <a:pt x="5323" y="12816"/>
                  <a:pt x="5236" y="13264"/>
                  <a:pt x="5146" y="13356"/>
                </a:cubicBezTo>
                <a:cubicBezTo>
                  <a:pt x="5232" y="11837"/>
                  <a:pt x="5338" y="10731"/>
                  <a:pt x="5397" y="10133"/>
                </a:cubicBezTo>
                <a:cubicBezTo>
                  <a:pt x="5431" y="9779"/>
                  <a:pt x="5451" y="9765"/>
                  <a:pt x="5462" y="9837"/>
                </a:cubicBezTo>
                <a:close/>
                <a:moveTo>
                  <a:pt x="870" y="9959"/>
                </a:moveTo>
                <a:cubicBezTo>
                  <a:pt x="870" y="9959"/>
                  <a:pt x="868" y="10674"/>
                  <a:pt x="868" y="11387"/>
                </a:cubicBezTo>
                <a:cubicBezTo>
                  <a:pt x="867" y="12743"/>
                  <a:pt x="872" y="14106"/>
                  <a:pt x="872" y="14106"/>
                </a:cubicBezTo>
                <a:cubicBezTo>
                  <a:pt x="872" y="14106"/>
                  <a:pt x="820" y="13931"/>
                  <a:pt x="788" y="13809"/>
                </a:cubicBezTo>
                <a:lnTo>
                  <a:pt x="786" y="13827"/>
                </a:lnTo>
                <a:cubicBezTo>
                  <a:pt x="693" y="13470"/>
                  <a:pt x="568" y="12734"/>
                  <a:pt x="506" y="12259"/>
                </a:cubicBezTo>
                <a:cubicBezTo>
                  <a:pt x="491" y="12146"/>
                  <a:pt x="438" y="11680"/>
                  <a:pt x="428" y="11579"/>
                </a:cubicBezTo>
                <a:cubicBezTo>
                  <a:pt x="412" y="11407"/>
                  <a:pt x="397" y="11236"/>
                  <a:pt x="402" y="11022"/>
                </a:cubicBezTo>
                <a:cubicBezTo>
                  <a:pt x="406" y="10813"/>
                  <a:pt x="450" y="10640"/>
                  <a:pt x="472" y="10568"/>
                </a:cubicBezTo>
                <a:cubicBezTo>
                  <a:pt x="545" y="10328"/>
                  <a:pt x="673" y="10129"/>
                  <a:pt x="740" y="10063"/>
                </a:cubicBezTo>
                <a:cubicBezTo>
                  <a:pt x="793" y="10010"/>
                  <a:pt x="870" y="9959"/>
                  <a:pt x="870" y="9959"/>
                </a:cubicBezTo>
                <a:close/>
                <a:moveTo>
                  <a:pt x="20392" y="10237"/>
                </a:moveTo>
                <a:cubicBezTo>
                  <a:pt x="20512" y="10237"/>
                  <a:pt x="20582" y="10933"/>
                  <a:pt x="20578" y="11875"/>
                </a:cubicBezTo>
                <a:lnTo>
                  <a:pt x="20205" y="11875"/>
                </a:lnTo>
                <a:cubicBezTo>
                  <a:pt x="20207" y="10983"/>
                  <a:pt x="20287" y="10237"/>
                  <a:pt x="20392" y="10237"/>
                </a:cubicBezTo>
                <a:close/>
                <a:moveTo>
                  <a:pt x="10134" y="10377"/>
                </a:moveTo>
                <a:cubicBezTo>
                  <a:pt x="10270" y="10377"/>
                  <a:pt x="10357" y="11041"/>
                  <a:pt x="10357" y="12677"/>
                </a:cubicBezTo>
                <a:cubicBezTo>
                  <a:pt x="10357" y="14378"/>
                  <a:pt x="10262" y="15256"/>
                  <a:pt x="10130" y="15256"/>
                </a:cubicBezTo>
                <a:cubicBezTo>
                  <a:pt x="10054" y="15256"/>
                  <a:pt x="10013" y="14945"/>
                  <a:pt x="9980" y="14681"/>
                </a:cubicBezTo>
                <a:lnTo>
                  <a:pt x="9980" y="10882"/>
                </a:lnTo>
                <a:cubicBezTo>
                  <a:pt x="10018" y="10650"/>
                  <a:pt x="10066" y="10377"/>
                  <a:pt x="10134" y="10377"/>
                </a:cubicBezTo>
                <a:close/>
                <a:moveTo>
                  <a:pt x="12569" y="10394"/>
                </a:moveTo>
                <a:cubicBezTo>
                  <a:pt x="12657" y="10394"/>
                  <a:pt x="12696" y="10770"/>
                  <a:pt x="12729" y="10952"/>
                </a:cubicBezTo>
                <a:lnTo>
                  <a:pt x="12729" y="14489"/>
                </a:lnTo>
                <a:cubicBezTo>
                  <a:pt x="12706" y="14736"/>
                  <a:pt x="12650" y="15064"/>
                  <a:pt x="12563" y="15064"/>
                </a:cubicBezTo>
                <a:cubicBezTo>
                  <a:pt x="12423" y="15064"/>
                  <a:pt x="12350" y="14321"/>
                  <a:pt x="12350" y="12834"/>
                </a:cubicBezTo>
                <a:cubicBezTo>
                  <a:pt x="12350" y="11198"/>
                  <a:pt x="12444" y="10394"/>
                  <a:pt x="12569" y="10394"/>
                </a:cubicBezTo>
                <a:close/>
                <a:moveTo>
                  <a:pt x="19410" y="10394"/>
                </a:moveTo>
                <a:cubicBezTo>
                  <a:pt x="19498" y="10394"/>
                  <a:pt x="19536" y="10770"/>
                  <a:pt x="19568" y="10952"/>
                </a:cubicBezTo>
                <a:lnTo>
                  <a:pt x="19568" y="14489"/>
                </a:lnTo>
                <a:cubicBezTo>
                  <a:pt x="19545" y="14736"/>
                  <a:pt x="19491" y="15064"/>
                  <a:pt x="19404" y="15064"/>
                </a:cubicBezTo>
                <a:cubicBezTo>
                  <a:pt x="19263" y="15064"/>
                  <a:pt x="19191" y="14321"/>
                  <a:pt x="19191" y="12834"/>
                </a:cubicBezTo>
                <a:cubicBezTo>
                  <a:pt x="19191" y="11198"/>
                  <a:pt x="19285" y="10394"/>
                  <a:pt x="19410" y="10394"/>
                </a:cubicBezTo>
                <a:close/>
                <a:moveTo>
                  <a:pt x="7621" y="13200"/>
                </a:moveTo>
                <a:cubicBezTo>
                  <a:pt x="7656" y="13200"/>
                  <a:pt x="7684" y="13219"/>
                  <a:pt x="7711" y="13269"/>
                </a:cubicBezTo>
                <a:lnTo>
                  <a:pt x="7711" y="14681"/>
                </a:lnTo>
                <a:cubicBezTo>
                  <a:pt x="7678" y="14963"/>
                  <a:pt x="7631" y="15168"/>
                  <a:pt x="7570" y="15168"/>
                </a:cubicBezTo>
                <a:cubicBezTo>
                  <a:pt x="7497" y="15168"/>
                  <a:pt x="7454" y="14820"/>
                  <a:pt x="7454" y="14193"/>
                </a:cubicBezTo>
                <a:cubicBezTo>
                  <a:pt x="7454" y="13714"/>
                  <a:pt x="7500" y="13200"/>
                  <a:pt x="7621" y="13200"/>
                </a:cubicBezTo>
                <a:close/>
                <a:moveTo>
                  <a:pt x="11139" y="13200"/>
                </a:moveTo>
                <a:cubicBezTo>
                  <a:pt x="11173" y="13200"/>
                  <a:pt x="11201" y="13219"/>
                  <a:pt x="11228" y="13269"/>
                </a:cubicBezTo>
                <a:lnTo>
                  <a:pt x="11228" y="14681"/>
                </a:lnTo>
                <a:cubicBezTo>
                  <a:pt x="11195" y="14963"/>
                  <a:pt x="11149" y="15168"/>
                  <a:pt x="11087" y="15168"/>
                </a:cubicBezTo>
                <a:cubicBezTo>
                  <a:pt x="11015" y="15168"/>
                  <a:pt x="10971" y="14820"/>
                  <a:pt x="10971" y="14193"/>
                </a:cubicBezTo>
                <a:cubicBezTo>
                  <a:pt x="10971" y="13714"/>
                  <a:pt x="11018" y="13200"/>
                  <a:pt x="11139" y="13200"/>
                </a:cubicBezTo>
                <a:close/>
                <a:moveTo>
                  <a:pt x="16469" y="13200"/>
                </a:moveTo>
                <a:cubicBezTo>
                  <a:pt x="16503" y="13200"/>
                  <a:pt x="16533" y="13219"/>
                  <a:pt x="16560" y="13269"/>
                </a:cubicBezTo>
                <a:lnTo>
                  <a:pt x="16560" y="14681"/>
                </a:lnTo>
                <a:cubicBezTo>
                  <a:pt x="16528" y="14963"/>
                  <a:pt x="16481" y="15168"/>
                  <a:pt x="16420" y="15168"/>
                </a:cubicBezTo>
                <a:cubicBezTo>
                  <a:pt x="16347" y="15168"/>
                  <a:pt x="16304" y="14820"/>
                  <a:pt x="16304" y="14193"/>
                </a:cubicBezTo>
                <a:cubicBezTo>
                  <a:pt x="16304" y="13714"/>
                  <a:pt x="16348" y="13200"/>
                  <a:pt x="16469" y="13200"/>
                </a:cubicBezTo>
                <a:close/>
                <a:moveTo>
                  <a:pt x="18413" y="13200"/>
                </a:moveTo>
                <a:cubicBezTo>
                  <a:pt x="18448" y="13200"/>
                  <a:pt x="18476" y="13219"/>
                  <a:pt x="18503" y="13269"/>
                </a:cubicBezTo>
                <a:lnTo>
                  <a:pt x="18503" y="14681"/>
                </a:lnTo>
                <a:cubicBezTo>
                  <a:pt x="18470" y="14963"/>
                  <a:pt x="18423" y="15168"/>
                  <a:pt x="18362" y="15168"/>
                </a:cubicBezTo>
                <a:cubicBezTo>
                  <a:pt x="18289" y="15168"/>
                  <a:pt x="18248" y="14820"/>
                  <a:pt x="18248" y="14193"/>
                </a:cubicBezTo>
                <a:cubicBezTo>
                  <a:pt x="18248" y="13714"/>
                  <a:pt x="18292" y="13200"/>
                  <a:pt x="18413" y="1320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grpSp>
        <p:nvGrpSpPr>
          <p:cNvPr id="1893" name="Group"/>
          <p:cNvGrpSpPr/>
          <p:nvPr/>
        </p:nvGrpSpPr>
        <p:grpSpPr>
          <a:xfrm>
            <a:off x="13231711" y="8407690"/>
            <a:ext cx="3264894" cy="1017406"/>
            <a:chOff x="0" y="0"/>
            <a:chExt cx="3264892" cy="1017405"/>
          </a:xfrm>
        </p:grpSpPr>
        <p:sp>
          <p:nvSpPr>
            <p:cNvPr id="1891" name="Shape"/>
            <p:cNvSpPr/>
            <p:nvPr/>
          </p:nvSpPr>
          <p:spPr>
            <a:xfrm>
              <a:off x="0" y="0"/>
              <a:ext cx="3264894" cy="60703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565" y="0"/>
                  </a:moveTo>
                  <a:cubicBezTo>
                    <a:pt x="1621" y="82"/>
                    <a:pt x="1676" y="173"/>
                    <a:pt x="1732" y="263"/>
                  </a:cubicBezTo>
                  <a:cubicBezTo>
                    <a:pt x="2010" y="715"/>
                    <a:pt x="2373" y="1472"/>
                    <a:pt x="2640" y="2163"/>
                  </a:cubicBezTo>
                  <a:cubicBezTo>
                    <a:pt x="2831" y="2659"/>
                    <a:pt x="3133" y="3571"/>
                    <a:pt x="3302" y="4167"/>
                  </a:cubicBezTo>
                  <a:cubicBezTo>
                    <a:pt x="3355" y="4356"/>
                    <a:pt x="3667" y="5591"/>
                    <a:pt x="3715" y="5809"/>
                  </a:cubicBezTo>
                  <a:cubicBezTo>
                    <a:pt x="3817" y="6255"/>
                    <a:pt x="3949" y="6891"/>
                    <a:pt x="4045" y="7402"/>
                  </a:cubicBezTo>
                  <a:cubicBezTo>
                    <a:pt x="4119" y="7800"/>
                    <a:pt x="4202" y="8285"/>
                    <a:pt x="4280" y="8799"/>
                  </a:cubicBezTo>
                  <a:cubicBezTo>
                    <a:pt x="4359" y="9313"/>
                    <a:pt x="4434" y="9854"/>
                    <a:pt x="4496" y="10374"/>
                  </a:cubicBezTo>
                  <a:lnTo>
                    <a:pt x="4496" y="1949"/>
                  </a:lnTo>
                  <a:cubicBezTo>
                    <a:pt x="4496" y="872"/>
                    <a:pt x="4333" y="0"/>
                    <a:pt x="4133" y="0"/>
                  </a:cubicBezTo>
                  <a:lnTo>
                    <a:pt x="1565" y="0"/>
                  </a:lnTo>
                  <a:close/>
                  <a:moveTo>
                    <a:pt x="187" y="1177"/>
                  </a:moveTo>
                  <a:cubicBezTo>
                    <a:pt x="85" y="1157"/>
                    <a:pt x="0" y="1602"/>
                    <a:pt x="0" y="2151"/>
                  </a:cubicBezTo>
                  <a:lnTo>
                    <a:pt x="0" y="14204"/>
                  </a:lnTo>
                  <a:cubicBezTo>
                    <a:pt x="84" y="13426"/>
                    <a:pt x="294" y="12836"/>
                    <a:pt x="442" y="12488"/>
                  </a:cubicBezTo>
                  <a:cubicBezTo>
                    <a:pt x="560" y="12207"/>
                    <a:pt x="929" y="11560"/>
                    <a:pt x="1081" y="11440"/>
                  </a:cubicBezTo>
                  <a:cubicBezTo>
                    <a:pt x="1153" y="11385"/>
                    <a:pt x="1265" y="11281"/>
                    <a:pt x="1271" y="11257"/>
                  </a:cubicBezTo>
                  <a:cubicBezTo>
                    <a:pt x="1274" y="11245"/>
                    <a:pt x="1276" y="11232"/>
                    <a:pt x="1278" y="11220"/>
                  </a:cubicBezTo>
                  <a:cubicBezTo>
                    <a:pt x="1282" y="11193"/>
                    <a:pt x="1280" y="10865"/>
                    <a:pt x="1286" y="10000"/>
                  </a:cubicBezTo>
                  <a:cubicBezTo>
                    <a:pt x="1298" y="8338"/>
                    <a:pt x="1317" y="7813"/>
                    <a:pt x="1338" y="7194"/>
                  </a:cubicBezTo>
                  <a:cubicBezTo>
                    <a:pt x="1346" y="6959"/>
                    <a:pt x="1384" y="6041"/>
                    <a:pt x="1418" y="5803"/>
                  </a:cubicBezTo>
                  <a:cubicBezTo>
                    <a:pt x="1441" y="5642"/>
                    <a:pt x="1480" y="5653"/>
                    <a:pt x="1512" y="5760"/>
                  </a:cubicBezTo>
                  <a:cubicBezTo>
                    <a:pt x="1687" y="6346"/>
                    <a:pt x="1740" y="8379"/>
                    <a:pt x="1753" y="9412"/>
                  </a:cubicBezTo>
                  <a:cubicBezTo>
                    <a:pt x="1761" y="10042"/>
                    <a:pt x="1765" y="10987"/>
                    <a:pt x="1765" y="10987"/>
                  </a:cubicBezTo>
                  <a:cubicBezTo>
                    <a:pt x="1765" y="10987"/>
                    <a:pt x="1966" y="10957"/>
                    <a:pt x="2089" y="10975"/>
                  </a:cubicBezTo>
                  <a:cubicBezTo>
                    <a:pt x="2209" y="10990"/>
                    <a:pt x="2342" y="11095"/>
                    <a:pt x="2467" y="11201"/>
                  </a:cubicBezTo>
                  <a:cubicBezTo>
                    <a:pt x="2626" y="11338"/>
                    <a:pt x="2937" y="11702"/>
                    <a:pt x="3115" y="12188"/>
                  </a:cubicBezTo>
                  <a:cubicBezTo>
                    <a:pt x="3262" y="12588"/>
                    <a:pt x="3400" y="13263"/>
                    <a:pt x="3444" y="13977"/>
                  </a:cubicBezTo>
                  <a:cubicBezTo>
                    <a:pt x="3486" y="14632"/>
                    <a:pt x="3480" y="15084"/>
                    <a:pt x="3417" y="15675"/>
                  </a:cubicBezTo>
                  <a:cubicBezTo>
                    <a:pt x="3313" y="16652"/>
                    <a:pt x="3024" y="17370"/>
                    <a:pt x="2836" y="16588"/>
                  </a:cubicBezTo>
                  <a:cubicBezTo>
                    <a:pt x="2817" y="16509"/>
                    <a:pt x="2819" y="16369"/>
                    <a:pt x="2832" y="16275"/>
                  </a:cubicBezTo>
                  <a:cubicBezTo>
                    <a:pt x="2837" y="16241"/>
                    <a:pt x="2908" y="16038"/>
                    <a:pt x="2950" y="15920"/>
                  </a:cubicBezTo>
                  <a:cubicBezTo>
                    <a:pt x="2971" y="15858"/>
                    <a:pt x="2989" y="15792"/>
                    <a:pt x="3005" y="15711"/>
                  </a:cubicBezTo>
                  <a:cubicBezTo>
                    <a:pt x="3040" y="15546"/>
                    <a:pt x="3072" y="15361"/>
                    <a:pt x="3068" y="15148"/>
                  </a:cubicBezTo>
                  <a:cubicBezTo>
                    <a:pt x="3063" y="14870"/>
                    <a:pt x="3008" y="14700"/>
                    <a:pt x="2956" y="14590"/>
                  </a:cubicBezTo>
                  <a:cubicBezTo>
                    <a:pt x="2713" y="14070"/>
                    <a:pt x="2227" y="13642"/>
                    <a:pt x="1991" y="13567"/>
                  </a:cubicBezTo>
                  <a:cubicBezTo>
                    <a:pt x="1900" y="13537"/>
                    <a:pt x="1769" y="13511"/>
                    <a:pt x="1769" y="13511"/>
                  </a:cubicBezTo>
                  <a:lnTo>
                    <a:pt x="1797" y="20491"/>
                  </a:lnTo>
                  <a:cubicBezTo>
                    <a:pt x="1797" y="20491"/>
                    <a:pt x="1905" y="20600"/>
                    <a:pt x="1990" y="20675"/>
                  </a:cubicBezTo>
                  <a:cubicBezTo>
                    <a:pt x="2039" y="20714"/>
                    <a:pt x="2246" y="20814"/>
                    <a:pt x="2301" y="20822"/>
                  </a:cubicBezTo>
                  <a:cubicBezTo>
                    <a:pt x="2721" y="20881"/>
                    <a:pt x="3188" y="20683"/>
                    <a:pt x="3573" y="19707"/>
                  </a:cubicBezTo>
                  <a:cubicBezTo>
                    <a:pt x="3742" y="19279"/>
                    <a:pt x="3898" y="18742"/>
                    <a:pt x="4015" y="18021"/>
                  </a:cubicBezTo>
                  <a:cubicBezTo>
                    <a:pt x="4170" y="17068"/>
                    <a:pt x="4250" y="15763"/>
                    <a:pt x="4229" y="14400"/>
                  </a:cubicBezTo>
                  <a:cubicBezTo>
                    <a:pt x="4206" y="12911"/>
                    <a:pt x="4011" y="11149"/>
                    <a:pt x="3855" y="10074"/>
                  </a:cubicBezTo>
                  <a:lnTo>
                    <a:pt x="3855" y="10068"/>
                  </a:lnTo>
                  <a:cubicBezTo>
                    <a:pt x="3444" y="7224"/>
                    <a:pt x="2740" y="4888"/>
                    <a:pt x="2120" y="3517"/>
                  </a:cubicBezTo>
                  <a:cubicBezTo>
                    <a:pt x="1488" y="2119"/>
                    <a:pt x="862" y="1311"/>
                    <a:pt x="190" y="1177"/>
                  </a:cubicBezTo>
                  <a:cubicBezTo>
                    <a:pt x="189" y="1177"/>
                    <a:pt x="188" y="1177"/>
                    <a:pt x="187" y="1177"/>
                  </a:cubicBezTo>
                  <a:close/>
                  <a:moveTo>
                    <a:pt x="15456" y="5435"/>
                  </a:moveTo>
                  <a:cubicBezTo>
                    <a:pt x="15292" y="5435"/>
                    <a:pt x="15183" y="6001"/>
                    <a:pt x="15183" y="6863"/>
                  </a:cubicBezTo>
                  <a:cubicBezTo>
                    <a:pt x="15183" y="7725"/>
                    <a:pt x="15292" y="8309"/>
                    <a:pt x="15456" y="8309"/>
                  </a:cubicBezTo>
                  <a:cubicBezTo>
                    <a:pt x="15619" y="8309"/>
                    <a:pt x="15731" y="7726"/>
                    <a:pt x="15731" y="6863"/>
                  </a:cubicBezTo>
                  <a:cubicBezTo>
                    <a:pt x="15731" y="6000"/>
                    <a:pt x="15619" y="5435"/>
                    <a:pt x="15456" y="5435"/>
                  </a:cubicBezTo>
                  <a:close/>
                  <a:moveTo>
                    <a:pt x="17650" y="5435"/>
                  </a:moveTo>
                  <a:cubicBezTo>
                    <a:pt x="17487" y="5435"/>
                    <a:pt x="17378" y="6001"/>
                    <a:pt x="17378" y="6863"/>
                  </a:cubicBezTo>
                  <a:cubicBezTo>
                    <a:pt x="17378" y="7725"/>
                    <a:pt x="17487" y="8309"/>
                    <a:pt x="17650" y="8309"/>
                  </a:cubicBezTo>
                  <a:cubicBezTo>
                    <a:pt x="17813" y="8309"/>
                    <a:pt x="17926" y="7726"/>
                    <a:pt x="17926" y="6863"/>
                  </a:cubicBezTo>
                  <a:cubicBezTo>
                    <a:pt x="17926" y="6000"/>
                    <a:pt x="17813" y="5435"/>
                    <a:pt x="17650" y="5435"/>
                  </a:cubicBezTo>
                  <a:close/>
                  <a:moveTo>
                    <a:pt x="8596" y="5625"/>
                  </a:moveTo>
                  <a:lnTo>
                    <a:pt x="8596" y="10331"/>
                  </a:lnTo>
                  <a:cubicBezTo>
                    <a:pt x="8466" y="9567"/>
                    <a:pt x="8284" y="9124"/>
                    <a:pt x="8072" y="9124"/>
                  </a:cubicBezTo>
                  <a:cubicBezTo>
                    <a:pt x="7640" y="9124"/>
                    <a:pt x="7328" y="10927"/>
                    <a:pt x="7328" y="13481"/>
                  </a:cubicBezTo>
                  <a:cubicBezTo>
                    <a:pt x="7328" y="16051"/>
                    <a:pt x="7640" y="17856"/>
                    <a:pt x="8072" y="17856"/>
                  </a:cubicBezTo>
                  <a:cubicBezTo>
                    <a:pt x="8299" y="17856"/>
                    <a:pt x="8490" y="17386"/>
                    <a:pt x="8617" y="16557"/>
                  </a:cubicBezTo>
                  <a:lnTo>
                    <a:pt x="8620" y="17666"/>
                  </a:lnTo>
                  <a:lnTo>
                    <a:pt x="9019" y="17666"/>
                  </a:lnTo>
                  <a:lnTo>
                    <a:pt x="9019" y="5625"/>
                  </a:lnTo>
                  <a:lnTo>
                    <a:pt x="8596" y="5625"/>
                  </a:lnTo>
                  <a:close/>
                  <a:moveTo>
                    <a:pt x="6030" y="6281"/>
                  </a:moveTo>
                  <a:lnTo>
                    <a:pt x="5208" y="17666"/>
                  </a:lnTo>
                  <a:lnTo>
                    <a:pt x="5670" y="17666"/>
                  </a:lnTo>
                  <a:lnTo>
                    <a:pt x="5822" y="15503"/>
                  </a:lnTo>
                  <a:lnTo>
                    <a:pt x="6729" y="15503"/>
                  </a:lnTo>
                  <a:lnTo>
                    <a:pt x="6877" y="17666"/>
                  </a:lnTo>
                  <a:lnTo>
                    <a:pt x="7337" y="17666"/>
                  </a:lnTo>
                  <a:lnTo>
                    <a:pt x="6524" y="6281"/>
                  </a:lnTo>
                  <a:lnTo>
                    <a:pt x="6030" y="6281"/>
                  </a:lnTo>
                  <a:close/>
                  <a:moveTo>
                    <a:pt x="14095" y="7335"/>
                  </a:moveTo>
                  <a:lnTo>
                    <a:pt x="14095" y="9320"/>
                  </a:lnTo>
                  <a:lnTo>
                    <a:pt x="14095" y="11385"/>
                  </a:lnTo>
                  <a:lnTo>
                    <a:pt x="14095" y="14627"/>
                  </a:lnTo>
                  <a:cubicBezTo>
                    <a:pt x="14095" y="16562"/>
                    <a:pt x="14286" y="17684"/>
                    <a:pt x="14637" y="17684"/>
                  </a:cubicBezTo>
                  <a:lnTo>
                    <a:pt x="15006" y="17684"/>
                  </a:lnTo>
                  <a:lnTo>
                    <a:pt x="15006" y="15619"/>
                  </a:lnTo>
                  <a:lnTo>
                    <a:pt x="14706" y="15619"/>
                  </a:lnTo>
                  <a:cubicBezTo>
                    <a:pt x="14579" y="15619"/>
                    <a:pt x="14519" y="15213"/>
                    <a:pt x="14519" y="14449"/>
                  </a:cubicBezTo>
                  <a:lnTo>
                    <a:pt x="14519" y="11385"/>
                  </a:lnTo>
                  <a:lnTo>
                    <a:pt x="14924" y="11385"/>
                  </a:lnTo>
                  <a:lnTo>
                    <a:pt x="14924" y="9320"/>
                  </a:lnTo>
                  <a:lnTo>
                    <a:pt x="14519" y="9320"/>
                  </a:lnTo>
                  <a:lnTo>
                    <a:pt x="14519" y="7335"/>
                  </a:lnTo>
                  <a:lnTo>
                    <a:pt x="14095" y="7335"/>
                  </a:lnTo>
                  <a:close/>
                  <a:moveTo>
                    <a:pt x="6279" y="8720"/>
                  </a:moveTo>
                  <a:lnTo>
                    <a:pt x="6617" y="13646"/>
                  </a:lnTo>
                  <a:lnTo>
                    <a:pt x="5933" y="13646"/>
                  </a:lnTo>
                  <a:lnTo>
                    <a:pt x="6279" y="8720"/>
                  </a:lnTo>
                  <a:close/>
                  <a:moveTo>
                    <a:pt x="11714" y="9112"/>
                  </a:moveTo>
                  <a:cubicBezTo>
                    <a:pt x="11237" y="9112"/>
                    <a:pt x="10901" y="10930"/>
                    <a:pt x="10901" y="13499"/>
                  </a:cubicBezTo>
                  <a:cubicBezTo>
                    <a:pt x="10901" y="16069"/>
                    <a:pt x="11237" y="17874"/>
                    <a:pt x="11751" y="17874"/>
                  </a:cubicBezTo>
                  <a:cubicBezTo>
                    <a:pt x="12038" y="17874"/>
                    <a:pt x="12277" y="17356"/>
                    <a:pt x="12440" y="16545"/>
                  </a:cubicBezTo>
                  <a:lnTo>
                    <a:pt x="12197" y="15313"/>
                  </a:lnTo>
                  <a:cubicBezTo>
                    <a:pt x="12078" y="15766"/>
                    <a:pt x="11938" y="16024"/>
                    <a:pt x="11775" y="16024"/>
                  </a:cubicBezTo>
                  <a:cubicBezTo>
                    <a:pt x="11539" y="16024"/>
                    <a:pt x="11367" y="15372"/>
                    <a:pt x="11316" y="14412"/>
                  </a:cubicBezTo>
                  <a:lnTo>
                    <a:pt x="12504" y="14412"/>
                  </a:lnTo>
                  <a:cubicBezTo>
                    <a:pt x="12595" y="11468"/>
                    <a:pt x="12252" y="9112"/>
                    <a:pt x="11714" y="9112"/>
                  </a:cubicBezTo>
                  <a:close/>
                  <a:moveTo>
                    <a:pt x="20662" y="9124"/>
                  </a:moveTo>
                  <a:cubicBezTo>
                    <a:pt x="20227" y="9124"/>
                    <a:pt x="19922" y="10915"/>
                    <a:pt x="19922" y="13420"/>
                  </a:cubicBezTo>
                  <a:cubicBezTo>
                    <a:pt x="19922" y="15924"/>
                    <a:pt x="20227" y="17715"/>
                    <a:pt x="20662" y="17715"/>
                  </a:cubicBezTo>
                  <a:cubicBezTo>
                    <a:pt x="20880" y="17715"/>
                    <a:pt x="21064" y="17256"/>
                    <a:pt x="21194" y="16459"/>
                  </a:cubicBezTo>
                  <a:lnTo>
                    <a:pt x="21194" y="17292"/>
                  </a:lnTo>
                  <a:cubicBezTo>
                    <a:pt x="21194" y="18741"/>
                    <a:pt x="21013" y="19633"/>
                    <a:pt x="20705" y="19633"/>
                  </a:cubicBezTo>
                  <a:cubicBezTo>
                    <a:pt x="20523" y="19633"/>
                    <a:pt x="20324" y="19338"/>
                    <a:pt x="20163" y="18769"/>
                  </a:cubicBezTo>
                  <a:lnTo>
                    <a:pt x="19994" y="20460"/>
                  </a:lnTo>
                  <a:cubicBezTo>
                    <a:pt x="20202" y="21192"/>
                    <a:pt x="20463" y="21600"/>
                    <a:pt x="20726" y="21600"/>
                  </a:cubicBezTo>
                  <a:cubicBezTo>
                    <a:pt x="21261" y="21600"/>
                    <a:pt x="21600" y="19960"/>
                    <a:pt x="21600" y="17390"/>
                  </a:cubicBezTo>
                  <a:lnTo>
                    <a:pt x="21600" y="9320"/>
                  </a:lnTo>
                  <a:lnTo>
                    <a:pt x="21204" y="9320"/>
                  </a:lnTo>
                  <a:lnTo>
                    <a:pt x="21200" y="10393"/>
                  </a:lnTo>
                  <a:cubicBezTo>
                    <a:pt x="21070" y="9596"/>
                    <a:pt x="20883" y="9124"/>
                    <a:pt x="20662" y="9124"/>
                  </a:cubicBezTo>
                  <a:close/>
                  <a:moveTo>
                    <a:pt x="16534" y="9173"/>
                  </a:moveTo>
                  <a:cubicBezTo>
                    <a:pt x="16156" y="9173"/>
                    <a:pt x="15947" y="10136"/>
                    <a:pt x="15947" y="11600"/>
                  </a:cubicBezTo>
                  <a:cubicBezTo>
                    <a:pt x="15947" y="12965"/>
                    <a:pt x="16116" y="13773"/>
                    <a:pt x="16506" y="14277"/>
                  </a:cubicBezTo>
                  <a:cubicBezTo>
                    <a:pt x="16718" y="14570"/>
                    <a:pt x="16791" y="14833"/>
                    <a:pt x="16791" y="15239"/>
                  </a:cubicBezTo>
                  <a:cubicBezTo>
                    <a:pt x="16791" y="15679"/>
                    <a:pt x="16703" y="15926"/>
                    <a:pt x="16552" y="15926"/>
                  </a:cubicBezTo>
                  <a:cubicBezTo>
                    <a:pt x="16386" y="15926"/>
                    <a:pt x="16219" y="15645"/>
                    <a:pt x="16038" y="15043"/>
                  </a:cubicBezTo>
                  <a:lnTo>
                    <a:pt x="15877" y="16686"/>
                  </a:lnTo>
                  <a:cubicBezTo>
                    <a:pt x="16077" y="17418"/>
                    <a:pt x="16310" y="17807"/>
                    <a:pt x="16555" y="17807"/>
                  </a:cubicBezTo>
                  <a:cubicBezTo>
                    <a:pt x="16945" y="17807"/>
                    <a:pt x="17202" y="16803"/>
                    <a:pt x="17202" y="15209"/>
                  </a:cubicBezTo>
                  <a:cubicBezTo>
                    <a:pt x="17202" y="13924"/>
                    <a:pt x="17027" y="13044"/>
                    <a:pt x="16637" y="12556"/>
                  </a:cubicBezTo>
                  <a:cubicBezTo>
                    <a:pt x="16413" y="12264"/>
                    <a:pt x="16347" y="12037"/>
                    <a:pt x="16347" y="11630"/>
                  </a:cubicBezTo>
                  <a:cubicBezTo>
                    <a:pt x="16347" y="11223"/>
                    <a:pt x="16416" y="11011"/>
                    <a:pt x="16549" y="11011"/>
                  </a:cubicBezTo>
                  <a:cubicBezTo>
                    <a:pt x="16704" y="11011"/>
                    <a:pt x="16893" y="11336"/>
                    <a:pt x="17005" y="11808"/>
                  </a:cubicBezTo>
                  <a:lnTo>
                    <a:pt x="17172" y="10233"/>
                  </a:lnTo>
                  <a:cubicBezTo>
                    <a:pt x="16987" y="9550"/>
                    <a:pt x="16763" y="9173"/>
                    <a:pt x="16534" y="9173"/>
                  </a:cubicBezTo>
                  <a:close/>
                  <a:moveTo>
                    <a:pt x="19075" y="9191"/>
                  </a:moveTo>
                  <a:cubicBezTo>
                    <a:pt x="18864" y="9191"/>
                    <a:pt x="18710" y="9582"/>
                    <a:pt x="18571" y="10411"/>
                  </a:cubicBezTo>
                  <a:lnTo>
                    <a:pt x="18567" y="9320"/>
                  </a:lnTo>
                  <a:lnTo>
                    <a:pt x="18168" y="9320"/>
                  </a:lnTo>
                  <a:lnTo>
                    <a:pt x="18168" y="17666"/>
                  </a:lnTo>
                  <a:lnTo>
                    <a:pt x="18591" y="17666"/>
                  </a:lnTo>
                  <a:lnTo>
                    <a:pt x="18591" y="13291"/>
                  </a:lnTo>
                  <a:cubicBezTo>
                    <a:pt x="18591" y="12038"/>
                    <a:pt x="18725" y="11238"/>
                    <a:pt x="18949" y="11238"/>
                  </a:cubicBezTo>
                  <a:cubicBezTo>
                    <a:pt x="19148" y="11238"/>
                    <a:pt x="19251" y="11889"/>
                    <a:pt x="19251" y="13076"/>
                  </a:cubicBezTo>
                  <a:lnTo>
                    <a:pt x="19251" y="17666"/>
                  </a:lnTo>
                  <a:lnTo>
                    <a:pt x="19673" y="17666"/>
                  </a:lnTo>
                  <a:lnTo>
                    <a:pt x="19673" y="12543"/>
                  </a:lnTo>
                  <a:cubicBezTo>
                    <a:pt x="19673" y="10558"/>
                    <a:pt x="19441" y="9191"/>
                    <a:pt x="19075" y="9191"/>
                  </a:cubicBezTo>
                  <a:close/>
                  <a:moveTo>
                    <a:pt x="9195" y="9320"/>
                  </a:moveTo>
                  <a:lnTo>
                    <a:pt x="9818" y="17666"/>
                  </a:lnTo>
                  <a:lnTo>
                    <a:pt x="10263" y="17666"/>
                  </a:lnTo>
                  <a:lnTo>
                    <a:pt x="10886" y="9320"/>
                  </a:lnTo>
                  <a:lnTo>
                    <a:pt x="10435" y="9320"/>
                  </a:lnTo>
                  <a:lnTo>
                    <a:pt x="10173" y="13174"/>
                  </a:lnTo>
                  <a:lnTo>
                    <a:pt x="10045" y="15092"/>
                  </a:lnTo>
                  <a:lnTo>
                    <a:pt x="9915" y="13174"/>
                  </a:lnTo>
                  <a:lnTo>
                    <a:pt x="9652" y="9320"/>
                  </a:lnTo>
                  <a:lnTo>
                    <a:pt x="9195" y="9320"/>
                  </a:lnTo>
                  <a:close/>
                  <a:moveTo>
                    <a:pt x="12764" y="9320"/>
                  </a:moveTo>
                  <a:lnTo>
                    <a:pt x="12764" y="17666"/>
                  </a:lnTo>
                  <a:lnTo>
                    <a:pt x="13186" y="17666"/>
                  </a:lnTo>
                  <a:lnTo>
                    <a:pt x="13186" y="13873"/>
                  </a:lnTo>
                  <a:cubicBezTo>
                    <a:pt x="13186" y="12425"/>
                    <a:pt x="13298" y="11385"/>
                    <a:pt x="13565" y="11385"/>
                  </a:cubicBezTo>
                  <a:lnTo>
                    <a:pt x="13855" y="11385"/>
                  </a:lnTo>
                  <a:lnTo>
                    <a:pt x="13855" y="9320"/>
                  </a:lnTo>
                  <a:lnTo>
                    <a:pt x="13641" y="9320"/>
                  </a:lnTo>
                  <a:cubicBezTo>
                    <a:pt x="13426" y="9320"/>
                    <a:pt x="13269" y="9746"/>
                    <a:pt x="13166" y="10429"/>
                  </a:cubicBezTo>
                  <a:lnTo>
                    <a:pt x="13162" y="9320"/>
                  </a:lnTo>
                  <a:lnTo>
                    <a:pt x="12764" y="9320"/>
                  </a:lnTo>
                  <a:close/>
                  <a:moveTo>
                    <a:pt x="15244" y="9320"/>
                  </a:moveTo>
                  <a:lnTo>
                    <a:pt x="15244" y="17666"/>
                  </a:lnTo>
                  <a:lnTo>
                    <a:pt x="15668" y="17666"/>
                  </a:lnTo>
                  <a:lnTo>
                    <a:pt x="15668" y="9320"/>
                  </a:lnTo>
                  <a:lnTo>
                    <a:pt x="15244" y="9320"/>
                  </a:lnTo>
                  <a:close/>
                  <a:moveTo>
                    <a:pt x="17439" y="9320"/>
                  </a:moveTo>
                  <a:lnTo>
                    <a:pt x="17439" y="17666"/>
                  </a:lnTo>
                  <a:lnTo>
                    <a:pt x="17862" y="17666"/>
                  </a:lnTo>
                  <a:lnTo>
                    <a:pt x="17862" y="9320"/>
                  </a:lnTo>
                  <a:lnTo>
                    <a:pt x="17439" y="9320"/>
                  </a:lnTo>
                  <a:close/>
                  <a:moveTo>
                    <a:pt x="11718" y="10944"/>
                  </a:moveTo>
                  <a:cubicBezTo>
                    <a:pt x="11926" y="10944"/>
                    <a:pt x="12081" y="11711"/>
                    <a:pt x="12123" y="12801"/>
                  </a:cubicBezTo>
                  <a:lnTo>
                    <a:pt x="11312" y="12801"/>
                  </a:lnTo>
                  <a:cubicBezTo>
                    <a:pt x="11351" y="11679"/>
                    <a:pt x="11509" y="10944"/>
                    <a:pt x="11718" y="10944"/>
                  </a:cubicBezTo>
                  <a:close/>
                  <a:moveTo>
                    <a:pt x="20765" y="11109"/>
                  </a:moveTo>
                  <a:cubicBezTo>
                    <a:pt x="21013" y="11109"/>
                    <a:pt x="21189" y="12100"/>
                    <a:pt x="21189" y="13450"/>
                  </a:cubicBezTo>
                  <a:cubicBezTo>
                    <a:pt x="21189" y="14800"/>
                    <a:pt x="21013" y="15779"/>
                    <a:pt x="20765" y="15779"/>
                  </a:cubicBezTo>
                  <a:cubicBezTo>
                    <a:pt x="20517" y="15779"/>
                    <a:pt x="20342" y="14849"/>
                    <a:pt x="20342" y="13450"/>
                  </a:cubicBezTo>
                  <a:cubicBezTo>
                    <a:pt x="20342" y="12051"/>
                    <a:pt x="20517" y="11109"/>
                    <a:pt x="20765" y="11109"/>
                  </a:cubicBezTo>
                  <a:close/>
                  <a:moveTo>
                    <a:pt x="8174" y="11128"/>
                  </a:moveTo>
                  <a:cubicBezTo>
                    <a:pt x="8426" y="11128"/>
                    <a:pt x="8602" y="12066"/>
                    <a:pt x="8602" y="13481"/>
                  </a:cubicBezTo>
                  <a:cubicBezTo>
                    <a:pt x="8602" y="14896"/>
                    <a:pt x="8422" y="15858"/>
                    <a:pt x="8174" y="15858"/>
                  </a:cubicBezTo>
                  <a:cubicBezTo>
                    <a:pt x="7923" y="15858"/>
                    <a:pt x="7748" y="14879"/>
                    <a:pt x="7748" y="13481"/>
                  </a:cubicBezTo>
                  <a:cubicBezTo>
                    <a:pt x="7748" y="12083"/>
                    <a:pt x="7923" y="11128"/>
                    <a:pt x="8174" y="11128"/>
                  </a:cubicBezTo>
                  <a:close/>
                  <a:moveTo>
                    <a:pt x="1267" y="13616"/>
                  </a:moveTo>
                  <a:cubicBezTo>
                    <a:pt x="1267" y="13616"/>
                    <a:pt x="1075" y="13690"/>
                    <a:pt x="943" y="13769"/>
                  </a:cubicBezTo>
                  <a:cubicBezTo>
                    <a:pt x="776" y="13866"/>
                    <a:pt x="461" y="14161"/>
                    <a:pt x="279" y="14510"/>
                  </a:cubicBezTo>
                  <a:cubicBezTo>
                    <a:pt x="225" y="14616"/>
                    <a:pt x="113" y="14865"/>
                    <a:pt x="104" y="15166"/>
                  </a:cubicBezTo>
                  <a:cubicBezTo>
                    <a:pt x="94" y="15479"/>
                    <a:pt x="130" y="15722"/>
                    <a:pt x="170" y="15975"/>
                  </a:cubicBezTo>
                  <a:cubicBezTo>
                    <a:pt x="193" y="16121"/>
                    <a:pt x="324" y="16802"/>
                    <a:pt x="361" y="16967"/>
                  </a:cubicBezTo>
                  <a:cubicBezTo>
                    <a:pt x="516" y="17660"/>
                    <a:pt x="829" y="18728"/>
                    <a:pt x="1060" y="19247"/>
                  </a:cubicBezTo>
                  <a:cubicBezTo>
                    <a:pt x="1139" y="19423"/>
                    <a:pt x="1269" y="19676"/>
                    <a:pt x="1269" y="19676"/>
                  </a:cubicBezTo>
                  <a:cubicBezTo>
                    <a:pt x="1269" y="19676"/>
                    <a:pt x="1259" y="17669"/>
                    <a:pt x="1261" y="15693"/>
                  </a:cubicBezTo>
                  <a:lnTo>
                    <a:pt x="1262" y="15693"/>
                  </a:lnTo>
                  <a:cubicBezTo>
                    <a:pt x="1263" y="14649"/>
                    <a:pt x="1267" y="13616"/>
                    <a:pt x="1267" y="13616"/>
                  </a:cubicBezTo>
                  <a:close/>
                </a:path>
              </a:pathLst>
            </a:custGeom>
            <a:solidFill>
              <a:schemeClr val="accent4">
                <a:hueOff val="-203031"/>
                <a:satOff val="-71423"/>
                <a:lumOff val="-30171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2438337">
                <a:defRPr sz="2400">
                  <a:solidFill>
                    <a:srgbClr val="5E5E5E"/>
                  </a:solidFill>
                  <a:latin typeface="Curiosity-TWDC DemiBold"/>
                  <a:ea typeface="Curiosity-TWDC DemiBold"/>
                  <a:cs typeface="Curiosity-TWDC DemiBold"/>
                  <a:sym typeface="Curiosity-TWDC DemiBold"/>
                </a:defRPr>
              </a:pPr>
            </a:p>
          </p:txBody>
        </p:sp>
        <p:sp>
          <p:nvSpPr>
            <p:cNvPr id="1892" name="Shape"/>
            <p:cNvSpPr/>
            <p:nvPr/>
          </p:nvSpPr>
          <p:spPr>
            <a:xfrm>
              <a:off x="780102" y="637169"/>
              <a:ext cx="2177745" cy="3802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158" y="0"/>
                  </a:moveTo>
                  <a:cubicBezTo>
                    <a:pt x="9826" y="0"/>
                    <a:pt x="9454" y="787"/>
                    <a:pt x="9454" y="3502"/>
                  </a:cubicBezTo>
                  <a:lnTo>
                    <a:pt x="9454" y="18098"/>
                  </a:lnTo>
                  <a:cubicBezTo>
                    <a:pt x="9454" y="20813"/>
                    <a:pt x="9821" y="21600"/>
                    <a:pt x="10158" y="21600"/>
                  </a:cubicBezTo>
                  <a:cubicBezTo>
                    <a:pt x="10494" y="21600"/>
                    <a:pt x="10867" y="20813"/>
                    <a:pt x="10867" y="18098"/>
                  </a:cubicBezTo>
                  <a:lnTo>
                    <a:pt x="10867" y="13343"/>
                  </a:lnTo>
                  <a:lnTo>
                    <a:pt x="10325" y="13343"/>
                  </a:lnTo>
                  <a:lnTo>
                    <a:pt x="10325" y="17843"/>
                  </a:lnTo>
                  <a:cubicBezTo>
                    <a:pt x="10325" y="18894"/>
                    <a:pt x="10275" y="19125"/>
                    <a:pt x="10163" y="19125"/>
                  </a:cubicBezTo>
                  <a:cubicBezTo>
                    <a:pt x="10051" y="19125"/>
                    <a:pt x="9994" y="18894"/>
                    <a:pt x="9994" y="17843"/>
                  </a:cubicBezTo>
                  <a:lnTo>
                    <a:pt x="9994" y="3766"/>
                  </a:lnTo>
                  <a:cubicBezTo>
                    <a:pt x="9994" y="2716"/>
                    <a:pt x="10056" y="2485"/>
                    <a:pt x="10163" y="2485"/>
                  </a:cubicBezTo>
                  <a:cubicBezTo>
                    <a:pt x="10270" y="2485"/>
                    <a:pt x="10325" y="2716"/>
                    <a:pt x="10325" y="3766"/>
                  </a:cubicBezTo>
                  <a:lnTo>
                    <a:pt x="10325" y="8002"/>
                  </a:lnTo>
                  <a:lnTo>
                    <a:pt x="10867" y="8002"/>
                  </a:lnTo>
                  <a:lnTo>
                    <a:pt x="10867" y="3502"/>
                  </a:lnTo>
                  <a:cubicBezTo>
                    <a:pt x="10867" y="787"/>
                    <a:pt x="10489" y="0"/>
                    <a:pt x="10158" y="0"/>
                  </a:cubicBezTo>
                  <a:close/>
                  <a:moveTo>
                    <a:pt x="14117" y="0"/>
                  </a:moveTo>
                  <a:cubicBezTo>
                    <a:pt x="13786" y="0"/>
                    <a:pt x="13415" y="787"/>
                    <a:pt x="13415" y="3502"/>
                  </a:cubicBezTo>
                  <a:lnTo>
                    <a:pt x="13415" y="18098"/>
                  </a:lnTo>
                  <a:cubicBezTo>
                    <a:pt x="13415" y="20813"/>
                    <a:pt x="13787" y="21600"/>
                    <a:pt x="14042" y="21600"/>
                  </a:cubicBezTo>
                  <a:cubicBezTo>
                    <a:pt x="14256" y="21600"/>
                    <a:pt x="14434" y="21017"/>
                    <a:pt x="14530" y="19878"/>
                  </a:cubicBezTo>
                  <a:lnTo>
                    <a:pt x="14541" y="19878"/>
                  </a:lnTo>
                  <a:lnTo>
                    <a:pt x="14556" y="21199"/>
                  </a:lnTo>
                  <a:lnTo>
                    <a:pt x="14826" y="21199"/>
                  </a:lnTo>
                  <a:lnTo>
                    <a:pt x="14826" y="10829"/>
                  </a:lnTo>
                  <a:lnTo>
                    <a:pt x="14073" y="10829"/>
                  </a:lnTo>
                  <a:lnTo>
                    <a:pt x="14073" y="13314"/>
                  </a:lnTo>
                  <a:lnTo>
                    <a:pt x="14286" y="13314"/>
                  </a:lnTo>
                  <a:lnTo>
                    <a:pt x="14286" y="17834"/>
                  </a:lnTo>
                  <a:cubicBezTo>
                    <a:pt x="14286" y="18884"/>
                    <a:pt x="14234" y="19125"/>
                    <a:pt x="14122" y="19125"/>
                  </a:cubicBezTo>
                  <a:cubicBezTo>
                    <a:pt x="14010" y="19125"/>
                    <a:pt x="13955" y="18884"/>
                    <a:pt x="13955" y="17834"/>
                  </a:cubicBezTo>
                  <a:lnTo>
                    <a:pt x="13955" y="3766"/>
                  </a:lnTo>
                  <a:cubicBezTo>
                    <a:pt x="13955" y="2716"/>
                    <a:pt x="14015" y="2485"/>
                    <a:pt x="14122" y="2485"/>
                  </a:cubicBezTo>
                  <a:cubicBezTo>
                    <a:pt x="14229" y="2485"/>
                    <a:pt x="14286" y="2716"/>
                    <a:pt x="14286" y="3766"/>
                  </a:cubicBezTo>
                  <a:lnTo>
                    <a:pt x="14286" y="7914"/>
                  </a:lnTo>
                  <a:lnTo>
                    <a:pt x="14826" y="7914"/>
                  </a:lnTo>
                  <a:lnTo>
                    <a:pt x="14826" y="3502"/>
                  </a:lnTo>
                  <a:cubicBezTo>
                    <a:pt x="14826" y="787"/>
                    <a:pt x="14448" y="0"/>
                    <a:pt x="14117" y="0"/>
                  </a:cubicBezTo>
                  <a:close/>
                  <a:moveTo>
                    <a:pt x="413" y="411"/>
                  </a:moveTo>
                  <a:lnTo>
                    <a:pt x="0" y="21199"/>
                  </a:lnTo>
                  <a:lnTo>
                    <a:pt x="489" y="21199"/>
                  </a:lnTo>
                  <a:lnTo>
                    <a:pt x="606" y="15564"/>
                  </a:lnTo>
                  <a:lnTo>
                    <a:pt x="989" y="15564"/>
                  </a:lnTo>
                  <a:lnTo>
                    <a:pt x="1091" y="21199"/>
                  </a:lnTo>
                  <a:lnTo>
                    <a:pt x="1636" y="21199"/>
                  </a:lnTo>
                  <a:lnTo>
                    <a:pt x="1223" y="411"/>
                  </a:lnTo>
                  <a:lnTo>
                    <a:pt x="413" y="411"/>
                  </a:lnTo>
                  <a:close/>
                  <a:moveTo>
                    <a:pt x="1809" y="411"/>
                  </a:moveTo>
                  <a:lnTo>
                    <a:pt x="1809" y="18098"/>
                  </a:lnTo>
                  <a:cubicBezTo>
                    <a:pt x="1809" y="20813"/>
                    <a:pt x="2176" y="21600"/>
                    <a:pt x="2513" y="21600"/>
                  </a:cubicBezTo>
                  <a:cubicBezTo>
                    <a:pt x="2849" y="21600"/>
                    <a:pt x="3221" y="20813"/>
                    <a:pt x="3221" y="18098"/>
                  </a:cubicBezTo>
                  <a:lnTo>
                    <a:pt x="3221" y="411"/>
                  </a:lnTo>
                  <a:lnTo>
                    <a:pt x="2682" y="411"/>
                  </a:lnTo>
                  <a:lnTo>
                    <a:pt x="2682" y="17843"/>
                  </a:lnTo>
                  <a:cubicBezTo>
                    <a:pt x="2682" y="18894"/>
                    <a:pt x="2630" y="19125"/>
                    <a:pt x="2518" y="19125"/>
                  </a:cubicBezTo>
                  <a:cubicBezTo>
                    <a:pt x="2405" y="19125"/>
                    <a:pt x="2350" y="18894"/>
                    <a:pt x="2350" y="17843"/>
                  </a:cubicBezTo>
                  <a:lnTo>
                    <a:pt x="2350" y="411"/>
                  </a:lnTo>
                  <a:lnTo>
                    <a:pt x="1809" y="411"/>
                  </a:lnTo>
                  <a:close/>
                  <a:moveTo>
                    <a:pt x="3507" y="411"/>
                  </a:moveTo>
                  <a:lnTo>
                    <a:pt x="3507" y="21199"/>
                  </a:lnTo>
                  <a:lnTo>
                    <a:pt x="4277" y="21199"/>
                  </a:lnTo>
                  <a:cubicBezTo>
                    <a:pt x="4695" y="21199"/>
                    <a:pt x="4919" y="19418"/>
                    <a:pt x="4919" y="17433"/>
                  </a:cubicBezTo>
                  <a:lnTo>
                    <a:pt x="4919" y="5107"/>
                  </a:lnTo>
                  <a:cubicBezTo>
                    <a:pt x="4919" y="1457"/>
                    <a:pt x="4694" y="411"/>
                    <a:pt x="4159" y="411"/>
                  </a:cubicBezTo>
                  <a:lnTo>
                    <a:pt x="3507" y="411"/>
                  </a:lnTo>
                  <a:close/>
                  <a:moveTo>
                    <a:pt x="5215" y="411"/>
                  </a:moveTo>
                  <a:lnTo>
                    <a:pt x="5215" y="21199"/>
                  </a:lnTo>
                  <a:lnTo>
                    <a:pt x="5754" y="21199"/>
                  </a:lnTo>
                  <a:lnTo>
                    <a:pt x="5754" y="411"/>
                  </a:lnTo>
                  <a:lnTo>
                    <a:pt x="5215" y="411"/>
                  </a:lnTo>
                  <a:close/>
                  <a:moveTo>
                    <a:pt x="6070" y="411"/>
                  </a:moveTo>
                  <a:lnTo>
                    <a:pt x="6070" y="21199"/>
                  </a:lnTo>
                  <a:lnTo>
                    <a:pt x="7283" y="21199"/>
                  </a:lnTo>
                  <a:lnTo>
                    <a:pt x="7283" y="18479"/>
                  </a:lnTo>
                  <a:lnTo>
                    <a:pt x="6610" y="18479"/>
                  </a:lnTo>
                  <a:lnTo>
                    <a:pt x="6610" y="11182"/>
                  </a:lnTo>
                  <a:lnTo>
                    <a:pt x="7247" y="11182"/>
                  </a:lnTo>
                  <a:lnTo>
                    <a:pt x="7247" y="8472"/>
                  </a:lnTo>
                  <a:lnTo>
                    <a:pt x="6610" y="8472"/>
                  </a:lnTo>
                  <a:lnTo>
                    <a:pt x="6610" y="3130"/>
                  </a:lnTo>
                  <a:lnTo>
                    <a:pt x="7273" y="3130"/>
                  </a:lnTo>
                  <a:lnTo>
                    <a:pt x="7273" y="411"/>
                  </a:lnTo>
                  <a:lnTo>
                    <a:pt x="6070" y="411"/>
                  </a:lnTo>
                  <a:close/>
                  <a:moveTo>
                    <a:pt x="7486" y="411"/>
                  </a:moveTo>
                  <a:lnTo>
                    <a:pt x="7486" y="21199"/>
                  </a:lnTo>
                  <a:lnTo>
                    <a:pt x="7930" y="21199"/>
                  </a:lnTo>
                  <a:lnTo>
                    <a:pt x="7930" y="6134"/>
                  </a:lnTo>
                  <a:cubicBezTo>
                    <a:pt x="7926" y="5257"/>
                    <a:pt x="7915" y="4348"/>
                    <a:pt x="7915" y="3443"/>
                  </a:cubicBezTo>
                  <a:lnTo>
                    <a:pt x="7936" y="3443"/>
                  </a:lnTo>
                  <a:cubicBezTo>
                    <a:pt x="7982" y="5894"/>
                    <a:pt x="8013" y="8231"/>
                    <a:pt x="8100" y="10800"/>
                  </a:cubicBezTo>
                  <a:lnTo>
                    <a:pt x="8354" y="21199"/>
                  </a:lnTo>
                  <a:lnTo>
                    <a:pt x="9153" y="21199"/>
                  </a:lnTo>
                  <a:lnTo>
                    <a:pt x="9153" y="411"/>
                  </a:lnTo>
                  <a:lnTo>
                    <a:pt x="8711" y="411"/>
                  </a:lnTo>
                  <a:lnTo>
                    <a:pt x="8711" y="10976"/>
                  </a:lnTo>
                  <a:cubicBezTo>
                    <a:pt x="8711" y="12991"/>
                    <a:pt x="8731" y="15038"/>
                    <a:pt x="8726" y="17051"/>
                  </a:cubicBezTo>
                  <a:lnTo>
                    <a:pt x="8726" y="18157"/>
                  </a:lnTo>
                  <a:lnTo>
                    <a:pt x="8706" y="18157"/>
                  </a:lnTo>
                  <a:cubicBezTo>
                    <a:pt x="8660" y="14246"/>
                    <a:pt x="8574" y="10251"/>
                    <a:pt x="8451" y="6398"/>
                  </a:cubicBezTo>
                  <a:lnTo>
                    <a:pt x="8298" y="411"/>
                  </a:lnTo>
                  <a:lnTo>
                    <a:pt x="7486" y="411"/>
                  </a:lnTo>
                  <a:close/>
                  <a:moveTo>
                    <a:pt x="11167" y="411"/>
                  </a:moveTo>
                  <a:lnTo>
                    <a:pt x="11167" y="21199"/>
                  </a:lnTo>
                  <a:lnTo>
                    <a:pt x="12380" y="21199"/>
                  </a:lnTo>
                  <a:lnTo>
                    <a:pt x="12380" y="18479"/>
                  </a:lnTo>
                  <a:lnTo>
                    <a:pt x="11707" y="18479"/>
                  </a:lnTo>
                  <a:lnTo>
                    <a:pt x="11707" y="11182"/>
                  </a:lnTo>
                  <a:lnTo>
                    <a:pt x="12344" y="11182"/>
                  </a:lnTo>
                  <a:lnTo>
                    <a:pt x="12344" y="8472"/>
                  </a:lnTo>
                  <a:lnTo>
                    <a:pt x="11707" y="8472"/>
                  </a:lnTo>
                  <a:lnTo>
                    <a:pt x="11707" y="3130"/>
                  </a:lnTo>
                  <a:lnTo>
                    <a:pt x="12370" y="3130"/>
                  </a:lnTo>
                  <a:lnTo>
                    <a:pt x="12370" y="411"/>
                  </a:lnTo>
                  <a:lnTo>
                    <a:pt x="11167" y="411"/>
                  </a:lnTo>
                  <a:close/>
                  <a:moveTo>
                    <a:pt x="15111" y="411"/>
                  </a:moveTo>
                  <a:lnTo>
                    <a:pt x="15111" y="21199"/>
                  </a:lnTo>
                  <a:lnTo>
                    <a:pt x="15653" y="21199"/>
                  </a:lnTo>
                  <a:lnTo>
                    <a:pt x="15653" y="11563"/>
                  </a:lnTo>
                  <a:cubicBezTo>
                    <a:pt x="15902" y="11505"/>
                    <a:pt x="15984" y="12000"/>
                    <a:pt x="15984" y="13255"/>
                  </a:cubicBezTo>
                  <a:cubicBezTo>
                    <a:pt x="15984" y="15678"/>
                    <a:pt x="15957" y="18805"/>
                    <a:pt x="16049" y="21199"/>
                  </a:cubicBezTo>
                  <a:lnTo>
                    <a:pt x="16590" y="21199"/>
                  </a:lnTo>
                  <a:cubicBezTo>
                    <a:pt x="16504" y="18339"/>
                    <a:pt x="16534" y="15412"/>
                    <a:pt x="16503" y="12639"/>
                  </a:cubicBezTo>
                  <a:cubicBezTo>
                    <a:pt x="16483" y="10742"/>
                    <a:pt x="16229" y="10281"/>
                    <a:pt x="15989" y="10105"/>
                  </a:cubicBezTo>
                  <a:lnTo>
                    <a:pt x="15989" y="10047"/>
                  </a:lnTo>
                  <a:cubicBezTo>
                    <a:pt x="16448" y="9755"/>
                    <a:pt x="16524" y="8464"/>
                    <a:pt x="16524" y="6916"/>
                  </a:cubicBezTo>
                  <a:lnTo>
                    <a:pt x="16524" y="3972"/>
                  </a:lnTo>
                  <a:cubicBezTo>
                    <a:pt x="16524" y="1287"/>
                    <a:pt x="16258" y="411"/>
                    <a:pt x="15825" y="411"/>
                  </a:cubicBezTo>
                  <a:lnTo>
                    <a:pt x="15111" y="411"/>
                  </a:lnTo>
                  <a:close/>
                  <a:moveTo>
                    <a:pt x="17110" y="411"/>
                  </a:moveTo>
                  <a:lnTo>
                    <a:pt x="16696" y="21199"/>
                  </a:lnTo>
                  <a:lnTo>
                    <a:pt x="17186" y="21199"/>
                  </a:lnTo>
                  <a:lnTo>
                    <a:pt x="17304" y="15564"/>
                  </a:lnTo>
                  <a:lnTo>
                    <a:pt x="17685" y="15564"/>
                  </a:lnTo>
                  <a:lnTo>
                    <a:pt x="17788" y="21199"/>
                  </a:lnTo>
                  <a:lnTo>
                    <a:pt x="18333" y="21199"/>
                  </a:lnTo>
                  <a:lnTo>
                    <a:pt x="17921" y="411"/>
                  </a:lnTo>
                  <a:lnTo>
                    <a:pt x="17110" y="411"/>
                  </a:lnTo>
                  <a:close/>
                  <a:moveTo>
                    <a:pt x="18507" y="411"/>
                  </a:moveTo>
                  <a:lnTo>
                    <a:pt x="18507" y="21199"/>
                  </a:lnTo>
                  <a:lnTo>
                    <a:pt x="19046" y="21199"/>
                  </a:lnTo>
                  <a:lnTo>
                    <a:pt x="19046" y="13226"/>
                  </a:lnTo>
                  <a:cubicBezTo>
                    <a:pt x="19622" y="13401"/>
                    <a:pt x="19923" y="12347"/>
                    <a:pt x="19918" y="8961"/>
                  </a:cubicBezTo>
                  <a:lnTo>
                    <a:pt x="19918" y="4471"/>
                  </a:lnTo>
                  <a:cubicBezTo>
                    <a:pt x="19933" y="1698"/>
                    <a:pt x="19669" y="411"/>
                    <a:pt x="19072" y="411"/>
                  </a:cubicBezTo>
                  <a:lnTo>
                    <a:pt x="18507" y="411"/>
                  </a:lnTo>
                  <a:close/>
                  <a:moveTo>
                    <a:pt x="20218" y="411"/>
                  </a:moveTo>
                  <a:lnTo>
                    <a:pt x="20218" y="21199"/>
                  </a:lnTo>
                  <a:lnTo>
                    <a:pt x="20760" y="21199"/>
                  </a:lnTo>
                  <a:lnTo>
                    <a:pt x="20760" y="11093"/>
                  </a:lnTo>
                  <a:lnTo>
                    <a:pt x="21060" y="11093"/>
                  </a:lnTo>
                  <a:lnTo>
                    <a:pt x="21060" y="21199"/>
                  </a:lnTo>
                  <a:lnTo>
                    <a:pt x="21600" y="21199"/>
                  </a:lnTo>
                  <a:lnTo>
                    <a:pt x="21600" y="411"/>
                  </a:lnTo>
                  <a:lnTo>
                    <a:pt x="21060" y="411"/>
                  </a:lnTo>
                  <a:lnTo>
                    <a:pt x="21060" y="8384"/>
                  </a:lnTo>
                  <a:lnTo>
                    <a:pt x="20760" y="8384"/>
                  </a:lnTo>
                  <a:lnTo>
                    <a:pt x="20760" y="411"/>
                  </a:lnTo>
                  <a:lnTo>
                    <a:pt x="20218" y="411"/>
                  </a:lnTo>
                  <a:close/>
                  <a:moveTo>
                    <a:pt x="4046" y="2896"/>
                  </a:moveTo>
                  <a:lnTo>
                    <a:pt x="4174" y="2896"/>
                  </a:lnTo>
                  <a:cubicBezTo>
                    <a:pt x="4312" y="2896"/>
                    <a:pt x="4378" y="3099"/>
                    <a:pt x="4378" y="4441"/>
                  </a:cubicBezTo>
                  <a:lnTo>
                    <a:pt x="4378" y="17168"/>
                  </a:lnTo>
                  <a:cubicBezTo>
                    <a:pt x="4378" y="18512"/>
                    <a:pt x="4312" y="18714"/>
                    <a:pt x="4174" y="18714"/>
                  </a:cubicBezTo>
                  <a:lnTo>
                    <a:pt x="4046" y="18714"/>
                  </a:lnTo>
                  <a:lnTo>
                    <a:pt x="4046" y="2896"/>
                  </a:lnTo>
                  <a:close/>
                  <a:moveTo>
                    <a:pt x="15653" y="2896"/>
                  </a:moveTo>
                  <a:lnTo>
                    <a:pt x="15779" y="2896"/>
                  </a:lnTo>
                  <a:cubicBezTo>
                    <a:pt x="15901" y="2896"/>
                    <a:pt x="15984" y="3125"/>
                    <a:pt x="15984" y="3913"/>
                  </a:cubicBezTo>
                  <a:lnTo>
                    <a:pt x="15984" y="7679"/>
                  </a:lnTo>
                  <a:cubicBezTo>
                    <a:pt x="15984" y="8437"/>
                    <a:pt x="15942" y="9020"/>
                    <a:pt x="15753" y="9020"/>
                  </a:cubicBezTo>
                  <a:lnTo>
                    <a:pt x="15653" y="9020"/>
                  </a:lnTo>
                  <a:lnTo>
                    <a:pt x="15653" y="2896"/>
                  </a:lnTo>
                  <a:close/>
                  <a:moveTo>
                    <a:pt x="19046" y="2896"/>
                  </a:moveTo>
                  <a:cubicBezTo>
                    <a:pt x="19261" y="2809"/>
                    <a:pt x="19378" y="2955"/>
                    <a:pt x="19378" y="4882"/>
                  </a:cubicBezTo>
                  <a:lnTo>
                    <a:pt x="19378" y="9812"/>
                  </a:lnTo>
                  <a:cubicBezTo>
                    <a:pt x="19362" y="10777"/>
                    <a:pt x="19204" y="10741"/>
                    <a:pt x="19046" y="10741"/>
                  </a:cubicBezTo>
                  <a:lnTo>
                    <a:pt x="19046" y="2896"/>
                  </a:lnTo>
                  <a:close/>
                  <a:moveTo>
                    <a:pt x="791" y="4207"/>
                  </a:moveTo>
                  <a:lnTo>
                    <a:pt x="825" y="4207"/>
                  </a:lnTo>
                  <a:lnTo>
                    <a:pt x="938" y="12845"/>
                  </a:lnTo>
                  <a:lnTo>
                    <a:pt x="658" y="12845"/>
                  </a:lnTo>
                  <a:lnTo>
                    <a:pt x="791" y="4207"/>
                  </a:lnTo>
                  <a:close/>
                  <a:moveTo>
                    <a:pt x="17487" y="4207"/>
                  </a:moveTo>
                  <a:lnTo>
                    <a:pt x="17523" y="4207"/>
                  </a:lnTo>
                  <a:lnTo>
                    <a:pt x="17636" y="12845"/>
                  </a:lnTo>
                  <a:lnTo>
                    <a:pt x="17354" y="12845"/>
                  </a:lnTo>
                  <a:lnTo>
                    <a:pt x="17487" y="4207"/>
                  </a:lnTo>
                  <a:close/>
                </a:path>
              </a:pathLst>
            </a:custGeom>
            <a:solidFill>
              <a:schemeClr val="accent4">
                <a:hueOff val="-203031"/>
                <a:satOff val="-71423"/>
                <a:lumOff val="-30171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2438337">
                <a:defRPr sz="2400">
                  <a:solidFill>
                    <a:srgbClr val="5E5E5E"/>
                  </a:solidFill>
                  <a:latin typeface="Curiosity-TWDC DemiBold"/>
                  <a:ea typeface="Curiosity-TWDC DemiBold"/>
                  <a:cs typeface="Curiosity-TWDC DemiBold"/>
                  <a:sym typeface="Curiosity-TWDC DemiBold"/>
                </a:defRPr>
              </a:pPr>
            </a:p>
          </p:txBody>
        </p:sp>
      </p:grpSp>
      <p:grpSp>
        <p:nvGrpSpPr>
          <p:cNvPr id="1899" name="Group"/>
          <p:cNvGrpSpPr/>
          <p:nvPr/>
        </p:nvGrpSpPr>
        <p:grpSpPr>
          <a:xfrm>
            <a:off x="19289106" y="8407690"/>
            <a:ext cx="3178902" cy="1220133"/>
            <a:chOff x="0" y="0"/>
            <a:chExt cx="3178901" cy="1220132"/>
          </a:xfrm>
        </p:grpSpPr>
        <p:sp>
          <p:nvSpPr>
            <p:cNvPr id="1894" name="Freeform 40"/>
            <p:cNvSpPr/>
            <p:nvPr/>
          </p:nvSpPr>
          <p:spPr>
            <a:xfrm>
              <a:off x="0" y="238676"/>
              <a:ext cx="1928915" cy="7843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258" y="11501"/>
                  </a:moveTo>
                  <a:lnTo>
                    <a:pt x="1258" y="18710"/>
                  </a:lnTo>
                  <a:lnTo>
                    <a:pt x="1507" y="18710"/>
                  </a:lnTo>
                  <a:cubicBezTo>
                    <a:pt x="1864" y="18710"/>
                    <a:pt x="2030" y="18360"/>
                    <a:pt x="2030" y="17076"/>
                  </a:cubicBezTo>
                  <a:lnTo>
                    <a:pt x="2030" y="13136"/>
                  </a:lnTo>
                  <a:cubicBezTo>
                    <a:pt x="2030" y="11851"/>
                    <a:pt x="1864" y="11501"/>
                    <a:pt x="1507" y="11501"/>
                  </a:cubicBezTo>
                  <a:close/>
                  <a:moveTo>
                    <a:pt x="11714" y="2890"/>
                  </a:moveTo>
                  <a:lnTo>
                    <a:pt x="11714" y="18710"/>
                  </a:lnTo>
                  <a:lnTo>
                    <a:pt x="12010" y="18710"/>
                  </a:lnTo>
                  <a:cubicBezTo>
                    <a:pt x="12331" y="18710"/>
                    <a:pt x="12485" y="18506"/>
                    <a:pt x="12485" y="17164"/>
                  </a:cubicBezTo>
                  <a:lnTo>
                    <a:pt x="12485" y="4437"/>
                  </a:lnTo>
                  <a:cubicBezTo>
                    <a:pt x="12485" y="3094"/>
                    <a:pt x="12331" y="2890"/>
                    <a:pt x="12010" y="2890"/>
                  </a:cubicBezTo>
                  <a:close/>
                  <a:moveTo>
                    <a:pt x="5400" y="2890"/>
                  </a:moveTo>
                  <a:lnTo>
                    <a:pt x="5400" y="9019"/>
                  </a:lnTo>
                  <a:lnTo>
                    <a:pt x="5400" y="9020"/>
                  </a:lnTo>
                  <a:lnTo>
                    <a:pt x="5637" y="9020"/>
                  </a:lnTo>
                  <a:cubicBezTo>
                    <a:pt x="6076" y="9020"/>
                    <a:pt x="6171" y="8436"/>
                    <a:pt x="6171" y="7677"/>
                  </a:cubicBezTo>
                  <a:lnTo>
                    <a:pt x="6171" y="3911"/>
                  </a:lnTo>
                  <a:cubicBezTo>
                    <a:pt x="6171" y="3123"/>
                    <a:pt x="5981" y="2890"/>
                    <a:pt x="5696" y="2890"/>
                  </a:cubicBezTo>
                  <a:close/>
                  <a:moveTo>
                    <a:pt x="1258" y="2774"/>
                  </a:moveTo>
                  <a:lnTo>
                    <a:pt x="1258" y="9020"/>
                  </a:lnTo>
                  <a:lnTo>
                    <a:pt x="1543" y="9020"/>
                  </a:lnTo>
                  <a:cubicBezTo>
                    <a:pt x="1864" y="9020"/>
                    <a:pt x="1994" y="8670"/>
                    <a:pt x="1994" y="7473"/>
                  </a:cubicBezTo>
                  <a:lnTo>
                    <a:pt x="1994" y="4321"/>
                  </a:lnTo>
                  <a:cubicBezTo>
                    <a:pt x="1994" y="3124"/>
                    <a:pt x="1864" y="2774"/>
                    <a:pt x="1543" y="2774"/>
                  </a:cubicBezTo>
                  <a:close/>
                  <a:moveTo>
                    <a:pt x="18775" y="409"/>
                  </a:moveTo>
                  <a:lnTo>
                    <a:pt x="21576" y="409"/>
                  </a:lnTo>
                  <a:lnTo>
                    <a:pt x="21576" y="3124"/>
                  </a:lnTo>
                  <a:lnTo>
                    <a:pt x="20033" y="3124"/>
                  </a:lnTo>
                  <a:lnTo>
                    <a:pt x="20033" y="8466"/>
                  </a:lnTo>
                  <a:lnTo>
                    <a:pt x="21517" y="8466"/>
                  </a:lnTo>
                  <a:lnTo>
                    <a:pt x="21517" y="11180"/>
                  </a:lnTo>
                  <a:lnTo>
                    <a:pt x="20033" y="11180"/>
                  </a:lnTo>
                  <a:lnTo>
                    <a:pt x="20033" y="18477"/>
                  </a:lnTo>
                  <a:lnTo>
                    <a:pt x="21600" y="18477"/>
                  </a:lnTo>
                  <a:lnTo>
                    <a:pt x="21600" y="21192"/>
                  </a:lnTo>
                  <a:lnTo>
                    <a:pt x="18775" y="21192"/>
                  </a:lnTo>
                  <a:lnTo>
                    <a:pt x="18775" y="21191"/>
                  </a:lnTo>
                  <a:close/>
                  <a:moveTo>
                    <a:pt x="10456" y="409"/>
                  </a:moveTo>
                  <a:lnTo>
                    <a:pt x="11975" y="409"/>
                  </a:lnTo>
                  <a:cubicBezTo>
                    <a:pt x="13221" y="409"/>
                    <a:pt x="13743" y="1460"/>
                    <a:pt x="13743" y="5109"/>
                  </a:cubicBezTo>
                  <a:lnTo>
                    <a:pt x="13743" y="17427"/>
                  </a:lnTo>
                  <a:cubicBezTo>
                    <a:pt x="13743" y="19412"/>
                    <a:pt x="13221" y="21192"/>
                    <a:pt x="12248" y="21192"/>
                  </a:cubicBezTo>
                  <a:lnTo>
                    <a:pt x="10456" y="21192"/>
                  </a:lnTo>
                  <a:lnTo>
                    <a:pt x="10456" y="410"/>
                  </a:lnTo>
                  <a:close/>
                  <a:moveTo>
                    <a:pt x="8308" y="409"/>
                  </a:moveTo>
                  <a:lnTo>
                    <a:pt x="9566" y="409"/>
                  </a:lnTo>
                  <a:lnTo>
                    <a:pt x="9566" y="21191"/>
                  </a:lnTo>
                  <a:lnTo>
                    <a:pt x="8308" y="21191"/>
                  </a:lnTo>
                  <a:close/>
                  <a:moveTo>
                    <a:pt x="4142" y="409"/>
                  </a:moveTo>
                  <a:lnTo>
                    <a:pt x="5804" y="409"/>
                  </a:lnTo>
                  <a:cubicBezTo>
                    <a:pt x="6812" y="409"/>
                    <a:pt x="7430" y="1285"/>
                    <a:pt x="7430" y="3970"/>
                  </a:cubicBezTo>
                  <a:lnTo>
                    <a:pt x="7430" y="6918"/>
                  </a:lnTo>
                  <a:cubicBezTo>
                    <a:pt x="7430" y="8465"/>
                    <a:pt x="7252" y="9749"/>
                    <a:pt x="6184" y="10041"/>
                  </a:cubicBezTo>
                  <a:lnTo>
                    <a:pt x="6184" y="10100"/>
                  </a:lnTo>
                  <a:cubicBezTo>
                    <a:pt x="6741" y="10275"/>
                    <a:pt x="7335" y="10742"/>
                    <a:pt x="7382" y="12640"/>
                  </a:cubicBezTo>
                  <a:cubicBezTo>
                    <a:pt x="7453" y="15413"/>
                    <a:pt x="7382" y="18331"/>
                    <a:pt x="7584" y="21192"/>
                  </a:cubicBezTo>
                  <a:lnTo>
                    <a:pt x="6326" y="21192"/>
                  </a:lnTo>
                  <a:cubicBezTo>
                    <a:pt x="6112" y="18798"/>
                    <a:pt x="6171" y="15675"/>
                    <a:pt x="6171" y="13253"/>
                  </a:cubicBezTo>
                  <a:cubicBezTo>
                    <a:pt x="6171" y="11997"/>
                    <a:pt x="5982" y="11501"/>
                    <a:pt x="5400" y="11560"/>
                  </a:cubicBezTo>
                  <a:lnTo>
                    <a:pt x="5400" y="21192"/>
                  </a:lnTo>
                  <a:lnTo>
                    <a:pt x="4142" y="21192"/>
                  </a:lnTo>
                  <a:lnTo>
                    <a:pt x="4142" y="21191"/>
                  </a:lnTo>
                  <a:close/>
                  <a:moveTo>
                    <a:pt x="0" y="409"/>
                  </a:moveTo>
                  <a:lnTo>
                    <a:pt x="1780" y="409"/>
                  </a:lnTo>
                  <a:cubicBezTo>
                    <a:pt x="2789" y="409"/>
                    <a:pt x="3252" y="1927"/>
                    <a:pt x="3252" y="4146"/>
                  </a:cubicBezTo>
                  <a:lnTo>
                    <a:pt x="3252" y="7444"/>
                  </a:lnTo>
                  <a:cubicBezTo>
                    <a:pt x="3240" y="9254"/>
                    <a:pt x="2813" y="9808"/>
                    <a:pt x="2089" y="10217"/>
                  </a:cubicBezTo>
                  <a:lnTo>
                    <a:pt x="2089" y="10276"/>
                  </a:lnTo>
                  <a:cubicBezTo>
                    <a:pt x="2884" y="10655"/>
                    <a:pt x="3288" y="11180"/>
                    <a:pt x="3288" y="13515"/>
                  </a:cubicBezTo>
                  <a:lnTo>
                    <a:pt x="3288" y="16814"/>
                  </a:lnTo>
                  <a:cubicBezTo>
                    <a:pt x="3288" y="19295"/>
                    <a:pt x="2825" y="21192"/>
                    <a:pt x="1768" y="21192"/>
                  </a:cubicBezTo>
                  <a:lnTo>
                    <a:pt x="0" y="21192"/>
                  </a:lnTo>
                  <a:lnTo>
                    <a:pt x="0" y="410"/>
                  </a:lnTo>
                  <a:close/>
                  <a:moveTo>
                    <a:pt x="16235" y="0"/>
                  </a:moveTo>
                  <a:cubicBezTo>
                    <a:pt x="17007" y="0"/>
                    <a:pt x="17885" y="788"/>
                    <a:pt x="17885" y="3503"/>
                  </a:cubicBezTo>
                  <a:lnTo>
                    <a:pt x="17885" y="7910"/>
                  </a:lnTo>
                  <a:lnTo>
                    <a:pt x="16627" y="7910"/>
                  </a:lnTo>
                  <a:lnTo>
                    <a:pt x="16627" y="3765"/>
                  </a:lnTo>
                  <a:cubicBezTo>
                    <a:pt x="16627" y="2715"/>
                    <a:pt x="16496" y="2481"/>
                    <a:pt x="16247" y="2481"/>
                  </a:cubicBezTo>
                  <a:cubicBezTo>
                    <a:pt x="15998" y="2481"/>
                    <a:pt x="15856" y="2715"/>
                    <a:pt x="15856" y="3765"/>
                  </a:cubicBezTo>
                  <a:lnTo>
                    <a:pt x="15856" y="17834"/>
                  </a:lnTo>
                  <a:cubicBezTo>
                    <a:pt x="15856" y="18885"/>
                    <a:pt x="15986" y="19118"/>
                    <a:pt x="16247" y="19118"/>
                  </a:cubicBezTo>
                  <a:cubicBezTo>
                    <a:pt x="16508" y="19118"/>
                    <a:pt x="16627" y="18885"/>
                    <a:pt x="16627" y="17834"/>
                  </a:cubicBezTo>
                  <a:lnTo>
                    <a:pt x="16627" y="13310"/>
                  </a:lnTo>
                  <a:lnTo>
                    <a:pt x="16129" y="13310"/>
                  </a:lnTo>
                  <a:lnTo>
                    <a:pt x="16129" y="10829"/>
                  </a:lnTo>
                  <a:lnTo>
                    <a:pt x="17885" y="10829"/>
                  </a:lnTo>
                  <a:lnTo>
                    <a:pt x="17885" y="21191"/>
                  </a:lnTo>
                  <a:lnTo>
                    <a:pt x="17256" y="21191"/>
                  </a:lnTo>
                  <a:lnTo>
                    <a:pt x="17221" y="19878"/>
                  </a:lnTo>
                  <a:lnTo>
                    <a:pt x="17197" y="19878"/>
                  </a:lnTo>
                  <a:cubicBezTo>
                    <a:pt x="16971" y="21016"/>
                    <a:pt x="16556" y="21600"/>
                    <a:pt x="16057" y="21600"/>
                  </a:cubicBezTo>
                  <a:cubicBezTo>
                    <a:pt x="15464" y="21600"/>
                    <a:pt x="14598" y="20812"/>
                    <a:pt x="14598" y="18097"/>
                  </a:cubicBezTo>
                  <a:lnTo>
                    <a:pt x="14598" y="3503"/>
                  </a:lnTo>
                  <a:cubicBezTo>
                    <a:pt x="14598" y="788"/>
                    <a:pt x="15464" y="0"/>
                    <a:pt x="16235" y="0"/>
                  </a:cubicBezTo>
                  <a:close/>
                </a:path>
              </a:pathLst>
            </a:custGeom>
            <a:solidFill>
              <a:srgbClr val="231F2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defTabSz="914400">
                <a:defRPr sz="1800">
                  <a:solidFill>
                    <a:schemeClr val="accent4">
                      <a:hueOff val="-203031"/>
                      <a:satOff val="-71423"/>
                      <a:lumOff val="-30171"/>
                    </a:schemeClr>
                  </a:solidFill>
                </a:defRPr>
              </a:pPr>
            </a:p>
          </p:txBody>
        </p:sp>
        <p:sp>
          <p:nvSpPr>
            <p:cNvPr id="1895" name="Freeform 39"/>
            <p:cNvSpPr/>
            <p:nvPr/>
          </p:nvSpPr>
          <p:spPr>
            <a:xfrm>
              <a:off x="260805" y="0"/>
              <a:ext cx="1420517" cy="15583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36" y="1090"/>
                  </a:moveTo>
                  <a:lnTo>
                    <a:pt x="136" y="20507"/>
                  </a:lnTo>
                  <a:lnTo>
                    <a:pt x="674" y="20507"/>
                  </a:lnTo>
                  <a:cubicBezTo>
                    <a:pt x="1284" y="20507"/>
                    <a:pt x="1759" y="17452"/>
                    <a:pt x="1759" y="10798"/>
                  </a:cubicBezTo>
                  <a:cubicBezTo>
                    <a:pt x="1759" y="4144"/>
                    <a:pt x="1278" y="1090"/>
                    <a:pt x="674" y="1090"/>
                  </a:cubicBezTo>
                  <a:close/>
                  <a:moveTo>
                    <a:pt x="20960" y="32"/>
                  </a:moveTo>
                  <a:cubicBezTo>
                    <a:pt x="21110" y="32"/>
                    <a:pt x="21305" y="364"/>
                    <a:pt x="21435" y="938"/>
                  </a:cubicBezTo>
                  <a:lnTo>
                    <a:pt x="21435" y="2329"/>
                  </a:lnTo>
                  <a:cubicBezTo>
                    <a:pt x="21292" y="1511"/>
                    <a:pt x="21106" y="1119"/>
                    <a:pt x="20950" y="1119"/>
                  </a:cubicBezTo>
                  <a:cubicBezTo>
                    <a:pt x="20611" y="1119"/>
                    <a:pt x="20439" y="2782"/>
                    <a:pt x="20439" y="4750"/>
                  </a:cubicBezTo>
                  <a:cubicBezTo>
                    <a:pt x="20439" y="6958"/>
                    <a:pt x="20608" y="8077"/>
                    <a:pt x="20874" y="9167"/>
                  </a:cubicBezTo>
                  <a:lnTo>
                    <a:pt x="20996" y="9651"/>
                  </a:lnTo>
                  <a:cubicBezTo>
                    <a:pt x="21335" y="11014"/>
                    <a:pt x="21600" y="12646"/>
                    <a:pt x="21600" y="15852"/>
                  </a:cubicBezTo>
                  <a:cubicBezTo>
                    <a:pt x="21600" y="19331"/>
                    <a:pt x="21301" y="21600"/>
                    <a:pt x="20867" y="21600"/>
                  </a:cubicBezTo>
                  <a:lnTo>
                    <a:pt x="20856" y="21600"/>
                  </a:lnTo>
                  <a:cubicBezTo>
                    <a:pt x="20614" y="21600"/>
                    <a:pt x="20372" y="20783"/>
                    <a:pt x="20256" y="19997"/>
                  </a:cubicBezTo>
                  <a:lnTo>
                    <a:pt x="20256" y="18393"/>
                  </a:lnTo>
                  <a:lnTo>
                    <a:pt x="20256" y="18390"/>
                  </a:lnTo>
                  <a:cubicBezTo>
                    <a:pt x="20389" y="19540"/>
                    <a:pt x="20634" y="20478"/>
                    <a:pt x="20850" y="20478"/>
                  </a:cubicBezTo>
                  <a:lnTo>
                    <a:pt x="20860" y="20478"/>
                  </a:lnTo>
                  <a:cubicBezTo>
                    <a:pt x="21225" y="20478"/>
                    <a:pt x="21454" y="18542"/>
                    <a:pt x="21454" y="15912"/>
                  </a:cubicBezTo>
                  <a:cubicBezTo>
                    <a:pt x="21454" y="13010"/>
                    <a:pt x="21222" y="11800"/>
                    <a:pt x="20950" y="10710"/>
                  </a:cubicBezTo>
                  <a:cubicBezTo>
                    <a:pt x="20542" y="9287"/>
                    <a:pt x="20300" y="7684"/>
                    <a:pt x="20300" y="4750"/>
                  </a:cubicBezTo>
                  <a:cubicBezTo>
                    <a:pt x="20300" y="2513"/>
                    <a:pt x="20509" y="32"/>
                    <a:pt x="20960" y="32"/>
                  </a:cubicBezTo>
                  <a:close/>
                  <a:moveTo>
                    <a:pt x="6298" y="32"/>
                  </a:moveTo>
                  <a:cubicBezTo>
                    <a:pt x="6447" y="32"/>
                    <a:pt x="6643" y="364"/>
                    <a:pt x="6772" y="938"/>
                  </a:cubicBezTo>
                  <a:lnTo>
                    <a:pt x="6772" y="2329"/>
                  </a:lnTo>
                  <a:cubicBezTo>
                    <a:pt x="6630" y="1511"/>
                    <a:pt x="6444" y="1119"/>
                    <a:pt x="6288" y="1119"/>
                  </a:cubicBezTo>
                  <a:cubicBezTo>
                    <a:pt x="5949" y="1119"/>
                    <a:pt x="5777" y="2782"/>
                    <a:pt x="5777" y="4750"/>
                  </a:cubicBezTo>
                  <a:cubicBezTo>
                    <a:pt x="5777" y="6958"/>
                    <a:pt x="5946" y="8077"/>
                    <a:pt x="6212" y="9167"/>
                  </a:cubicBezTo>
                  <a:lnTo>
                    <a:pt x="6334" y="9651"/>
                  </a:lnTo>
                  <a:cubicBezTo>
                    <a:pt x="6673" y="11014"/>
                    <a:pt x="6938" y="12646"/>
                    <a:pt x="6938" y="15852"/>
                  </a:cubicBezTo>
                  <a:cubicBezTo>
                    <a:pt x="6938" y="19331"/>
                    <a:pt x="6639" y="21600"/>
                    <a:pt x="6205" y="21600"/>
                  </a:cubicBezTo>
                  <a:lnTo>
                    <a:pt x="6195" y="21600"/>
                  </a:lnTo>
                  <a:cubicBezTo>
                    <a:pt x="5952" y="21600"/>
                    <a:pt x="5710" y="20783"/>
                    <a:pt x="5594" y="19997"/>
                  </a:cubicBezTo>
                  <a:lnTo>
                    <a:pt x="5594" y="18390"/>
                  </a:lnTo>
                  <a:cubicBezTo>
                    <a:pt x="5727" y="19540"/>
                    <a:pt x="5972" y="20478"/>
                    <a:pt x="6188" y="20478"/>
                  </a:cubicBezTo>
                  <a:lnTo>
                    <a:pt x="6198" y="20478"/>
                  </a:lnTo>
                  <a:cubicBezTo>
                    <a:pt x="6563" y="20478"/>
                    <a:pt x="6792" y="18542"/>
                    <a:pt x="6792" y="15912"/>
                  </a:cubicBezTo>
                  <a:cubicBezTo>
                    <a:pt x="6792" y="13010"/>
                    <a:pt x="6560" y="11800"/>
                    <a:pt x="6288" y="10710"/>
                  </a:cubicBezTo>
                  <a:cubicBezTo>
                    <a:pt x="5880" y="9287"/>
                    <a:pt x="5637" y="7684"/>
                    <a:pt x="5637" y="4750"/>
                  </a:cubicBezTo>
                  <a:cubicBezTo>
                    <a:pt x="5637" y="2513"/>
                    <a:pt x="5846" y="32"/>
                    <a:pt x="6298" y="32"/>
                  </a:cubicBezTo>
                  <a:close/>
                  <a:moveTo>
                    <a:pt x="18487" y="0"/>
                  </a:moveTo>
                  <a:cubicBezTo>
                    <a:pt x="18607" y="0"/>
                    <a:pt x="18646" y="938"/>
                    <a:pt x="18646" y="1904"/>
                  </a:cubicBezTo>
                  <a:cubicBezTo>
                    <a:pt x="18646" y="3387"/>
                    <a:pt x="18550" y="5323"/>
                    <a:pt x="18361" y="5897"/>
                  </a:cubicBezTo>
                  <a:lnTo>
                    <a:pt x="18295" y="5200"/>
                  </a:lnTo>
                  <a:lnTo>
                    <a:pt x="18295" y="5203"/>
                  </a:lnTo>
                  <a:cubicBezTo>
                    <a:pt x="18438" y="4598"/>
                    <a:pt x="18504" y="3327"/>
                    <a:pt x="18507" y="2662"/>
                  </a:cubicBezTo>
                  <a:cubicBezTo>
                    <a:pt x="18355" y="2269"/>
                    <a:pt x="18345" y="1603"/>
                    <a:pt x="18345" y="1299"/>
                  </a:cubicBezTo>
                  <a:cubicBezTo>
                    <a:pt x="18345" y="393"/>
                    <a:pt x="18421" y="0"/>
                    <a:pt x="18487" y="0"/>
                  </a:cubicBezTo>
                  <a:close/>
                  <a:moveTo>
                    <a:pt x="15037" y="0"/>
                  </a:moveTo>
                  <a:lnTo>
                    <a:pt x="15196" y="0"/>
                  </a:lnTo>
                  <a:lnTo>
                    <a:pt x="15899" y="11011"/>
                  </a:lnTo>
                  <a:lnTo>
                    <a:pt x="16603" y="0"/>
                  </a:lnTo>
                  <a:lnTo>
                    <a:pt x="16766" y="0"/>
                  </a:lnTo>
                  <a:lnTo>
                    <a:pt x="15966" y="12037"/>
                  </a:lnTo>
                  <a:lnTo>
                    <a:pt x="15966" y="21597"/>
                  </a:lnTo>
                  <a:lnTo>
                    <a:pt x="15836" y="21597"/>
                  </a:lnTo>
                  <a:lnTo>
                    <a:pt x="15836" y="12037"/>
                  </a:lnTo>
                  <a:close/>
                  <a:moveTo>
                    <a:pt x="12316" y="0"/>
                  </a:moveTo>
                  <a:lnTo>
                    <a:pt x="13514" y="0"/>
                  </a:lnTo>
                  <a:lnTo>
                    <a:pt x="13514" y="1030"/>
                  </a:lnTo>
                  <a:lnTo>
                    <a:pt x="12449" y="1030"/>
                  </a:lnTo>
                  <a:lnTo>
                    <a:pt x="12449" y="9407"/>
                  </a:lnTo>
                  <a:lnTo>
                    <a:pt x="13361" y="9407"/>
                  </a:lnTo>
                  <a:lnTo>
                    <a:pt x="13361" y="10406"/>
                  </a:lnTo>
                  <a:lnTo>
                    <a:pt x="12449" y="10406"/>
                  </a:lnTo>
                  <a:lnTo>
                    <a:pt x="12449" y="20567"/>
                  </a:lnTo>
                  <a:lnTo>
                    <a:pt x="13514" y="20567"/>
                  </a:lnTo>
                  <a:lnTo>
                    <a:pt x="13514" y="21597"/>
                  </a:lnTo>
                  <a:lnTo>
                    <a:pt x="12316" y="21597"/>
                  </a:lnTo>
                  <a:close/>
                  <a:moveTo>
                    <a:pt x="8646" y="0"/>
                  </a:moveTo>
                  <a:lnTo>
                    <a:pt x="8806" y="0"/>
                  </a:lnTo>
                  <a:lnTo>
                    <a:pt x="10269" y="20022"/>
                  </a:lnTo>
                  <a:lnTo>
                    <a:pt x="10269" y="0"/>
                  </a:lnTo>
                  <a:lnTo>
                    <a:pt x="10398" y="0"/>
                  </a:lnTo>
                  <a:lnTo>
                    <a:pt x="10398" y="21597"/>
                  </a:lnTo>
                  <a:lnTo>
                    <a:pt x="10239" y="21597"/>
                  </a:lnTo>
                  <a:lnTo>
                    <a:pt x="8776" y="1575"/>
                  </a:lnTo>
                  <a:lnTo>
                    <a:pt x="8776" y="21597"/>
                  </a:lnTo>
                  <a:lnTo>
                    <a:pt x="8646" y="21597"/>
                  </a:lnTo>
                  <a:close/>
                  <a:moveTo>
                    <a:pt x="3686" y="0"/>
                  </a:moveTo>
                  <a:lnTo>
                    <a:pt x="3832" y="0"/>
                  </a:lnTo>
                  <a:lnTo>
                    <a:pt x="3832" y="21597"/>
                  </a:lnTo>
                  <a:lnTo>
                    <a:pt x="3686" y="21597"/>
                  </a:lnTo>
                  <a:close/>
                  <a:moveTo>
                    <a:pt x="0" y="0"/>
                  </a:moveTo>
                  <a:lnTo>
                    <a:pt x="667" y="0"/>
                  </a:lnTo>
                  <a:cubicBezTo>
                    <a:pt x="1496" y="0"/>
                    <a:pt x="1901" y="4506"/>
                    <a:pt x="1901" y="10707"/>
                  </a:cubicBezTo>
                  <a:cubicBezTo>
                    <a:pt x="1901" y="17452"/>
                    <a:pt x="1467" y="21597"/>
                    <a:pt x="654" y="21597"/>
                  </a:cubicBezTo>
                  <a:lnTo>
                    <a:pt x="0" y="21597"/>
                  </a:lnTo>
                  <a:close/>
                </a:path>
              </a:pathLst>
            </a:custGeom>
            <a:solidFill>
              <a:srgbClr val="231F2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defTabSz="914400">
                <a:defRPr sz="1800">
                  <a:solidFill>
                    <a:schemeClr val="accent4">
                      <a:hueOff val="-203031"/>
                      <a:satOff val="-71423"/>
                      <a:lumOff val="-30171"/>
                    </a:schemeClr>
                  </a:solidFill>
                </a:defRPr>
              </a:pPr>
            </a:p>
          </p:txBody>
        </p:sp>
        <p:sp>
          <p:nvSpPr>
            <p:cNvPr id="1896" name="Freeform 38"/>
            <p:cNvSpPr/>
            <p:nvPr/>
          </p:nvSpPr>
          <p:spPr>
            <a:xfrm>
              <a:off x="2374653" y="418032"/>
              <a:ext cx="478155" cy="4088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9751" y="3480"/>
                  </a:moveTo>
                  <a:lnTo>
                    <a:pt x="9751" y="18122"/>
                  </a:lnTo>
                  <a:lnTo>
                    <a:pt x="12157" y="18122"/>
                  </a:lnTo>
                  <a:cubicBezTo>
                    <a:pt x="15753" y="18122"/>
                    <a:pt x="18108" y="15883"/>
                    <a:pt x="18108" y="10801"/>
                  </a:cubicBezTo>
                  <a:cubicBezTo>
                    <a:pt x="18108" y="5719"/>
                    <a:pt x="15598" y="3480"/>
                    <a:pt x="12157" y="3480"/>
                  </a:cubicBezTo>
                  <a:close/>
                  <a:moveTo>
                    <a:pt x="6389" y="0"/>
                  </a:moveTo>
                  <a:lnTo>
                    <a:pt x="12080" y="0"/>
                  </a:lnTo>
                  <a:cubicBezTo>
                    <a:pt x="17797" y="0"/>
                    <a:pt x="21600" y="3479"/>
                    <a:pt x="21600" y="10679"/>
                  </a:cubicBezTo>
                  <a:cubicBezTo>
                    <a:pt x="21600" y="17879"/>
                    <a:pt x="18133" y="21600"/>
                    <a:pt x="12003" y="21600"/>
                  </a:cubicBezTo>
                  <a:lnTo>
                    <a:pt x="6389" y="21600"/>
                  </a:lnTo>
                  <a:close/>
                  <a:moveTo>
                    <a:pt x="0" y="0"/>
                  </a:moveTo>
                  <a:lnTo>
                    <a:pt x="3492" y="0"/>
                  </a:lnTo>
                  <a:lnTo>
                    <a:pt x="3492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231F2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defTabSz="914400">
                <a:defRPr sz="1800">
                  <a:solidFill>
                    <a:schemeClr val="accent4">
                      <a:hueOff val="-203031"/>
                      <a:satOff val="-71423"/>
                      <a:lumOff val="-30171"/>
                    </a:schemeClr>
                  </a:solidFill>
                </a:defRPr>
              </a:pPr>
            </a:p>
          </p:txBody>
        </p:sp>
        <p:sp>
          <p:nvSpPr>
            <p:cNvPr id="1897" name="Freeform 36"/>
            <p:cNvSpPr/>
            <p:nvPr/>
          </p:nvSpPr>
          <p:spPr>
            <a:xfrm>
              <a:off x="2003119" y="26910"/>
              <a:ext cx="1017364" cy="10072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98" h="21564" fill="norm" stroke="1" extrusionOk="0">
                  <a:moveTo>
                    <a:pt x="11974" y="2122"/>
                  </a:moveTo>
                  <a:cubicBezTo>
                    <a:pt x="13328" y="2102"/>
                    <a:pt x="14667" y="2357"/>
                    <a:pt x="15907" y="2856"/>
                  </a:cubicBezTo>
                  <a:cubicBezTo>
                    <a:pt x="17145" y="3355"/>
                    <a:pt x="18292" y="4099"/>
                    <a:pt x="19263" y="5055"/>
                  </a:cubicBezTo>
                  <a:cubicBezTo>
                    <a:pt x="20183" y="5962"/>
                    <a:pt x="20951" y="7062"/>
                    <a:pt x="21498" y="8323"/>
                  </a:cubicBezTo>
                  <a:lnTo>
                    <a:pt x="19837" y="9051"/>
                  </a:lnTo>
                  <a:cubicBezTo>
                    <a:pt x="19387" y="8017"/>
                    <a:pt x="18757" y="7117"/>
                    <a:pt x="18003" y="6375"/>
                  </a:cubicBezTo>
                  <a:lnTo>
                    <a:pt x="18001" y="6375"/>
                  </a:lnTo>
                  <a:cubicBezTo>
                    <a:pt x="17200" y="5588"/>
                    <a:pt x="16256" y="4975"/>
                    <a:pt x="15234" y="4563"/>
                  </a:cubicBezTo>
                  <a:cubicBezTo>
                    <a:pt x="14214" y="4153"/>
                    <a:pt x="13112" y="3942"/>
                    <a:pt x="11997" y="3958"/>
                  </a:cubicBezTo>
                  <a:cubicBezTo>
                    <a:pt x="10924" y="3973"/>
                    <a:pt x="9834" y="4199"/>
                    <a:pt x="8788" y="4657"/>
                  </a:cubicBezTo>
                  <a:cubicBezTo>
                    <a:pt x="7741" y="5115"/>
                    <a:pt x="6831" y="5764"/>
                    <a:pt x="6084" y="6543"/>
                  </a:cubicBezTo>
                  <a:cubicBezTo>
                    <a:pt x="5307" y="7354"/>
                    <a:pt x="4700" y="8312"/>
                    <a:pt x="4296" y="9347"/>
                  </a:cubicBezTo>
                  <a:cubicBezTo>
                    <a:pt x="3891" y="10380"/>
                    <a:pt x="3683" y="11496"/>
                    <a:pt x="3699" y="12627"/>
                  </a:cubicBezTo>
                  <a:cubicBezTo>
                    <a:pt x="3714" y="13691"/>
                    <a:pt x="3927" y="14774"/>
                    <a:pt x="4361" y="15814"/>
                  </a:cubicBezTo>
                  <a:lnTo>
                    <a:pt x="2700" y="16542"/>
                  </a:lnTo>
                  <a:cubicBezTo>
                    <a:pt x="2169" y="15273"/>
                    <a:pt x="1906" y="13951"/>
                    <a:pt x="1887" y="12650"/>
                  </a:cubicBezTo>
                  <a:cubicBezTo>
                    <a:pt x="1867" y="11278"/>
                    <a:pt x="2119" y="9922"/>
                    <a:pt x="2611" y="8666"/>
                  </a:cubicBezTo>
                  <a:cubicBezTo>
                    <a:pt x="3103" y="7411"/>
                    <a:pt x="3838" y="6249"/>
                    <a:pt x="4782" y="5266"/>
                  </a:cubicBezTo>
                  <a:cubicBezTo>
                    <a:pt x="5693" y="4318"/>
                    <a:pt x="6799" y="3530"/>
                    <a:pt x="8071" y="2974"/>
                  </a:cubicBezTo>
                  <a:cubicBezTo>
                    <a:pt x="9342" y="2417"/>
                    <a:pt x="10669" y="2143"/>
                    <a:pt x="11974" y="2122"/>
                  </a:cubicBezTo>
                  <a:close/>
                  <a:moveTo>
                    <a:pt x="11673" y="11"/>
                  </a:moveTo>
                  <a:cubicBezTo>
                    <a:pt x="12777" y="-36"/>
                    <a:pt x="13890" y="69"/>
                    <a:pt x="14978" y="329"/>
                  </a:cubicBezTo>
                  <a:cubicBezTo>
                    <a:pt x="16327" y="652"/>
                    <a:pt x="17644" y="1214"/>
                    <a:pt x="18858" y="2025"/>
                  </a:cubicBezTo>
                  <a:lnTo>
                    <a:pt x="18714" y="2215"/>
                  </a:lnTo>
                  <a:cubicBezTo>
                    <a:pt x="18199" y="1872"/>
                    <a:pt x="17664" y="1574"/>
                    <a:pt x="17117" y="1323"/>
                  </a:cubicBezTo>
                  <a:cubicBezTo>
                    <a:pt x="16511" y="1043"/>
                    <a:pt x="15887" y="817"/>
                    <a:pt x="15257" y="647"/>
                  </a:cubicBezTo>
                  <a:cubicBezTo>
                    <a:pt x="14499" y="443"/>
                    <a:pt x="13724" y="315"/>
                    <a:pt x="12946" y="265"/>
                  </a:cubicBezTo>
                  <a:cubicBezTo>
                    <a:pt x="12163" y="214"/>
                    <a:pt x="11377" y="241"/>
                    <a:pt x="10604" y="345"/>
                  </a:cubicBezTo>
                  <a:cubicBezTo>
                    <a:pt x="9827" y="451"/>
                    <a:pt x="9060" y="633"/>
                    <a:pt x="8318" y="888"/>
                  </a:cubicBezTo>
                  <a:cubicBezTo>
                    <a:pt x="7586" y="1140"/>
                    <a:pt x="6870" y="1469"/>
                    <a:pt x="6190" y="1867"/>
                  </a:cubicBezTo>
                  <a:cubicBezTo>
                    <a:pt x="5526" y="2256"/>
                    <a:pt x="4890" y="2719"/>
                    <a:pt x="4298" y="3247"/>
                  </a:cubicBezTo>
                  <a:cubicBezTo>
                    <a:pt x="3719" y="3762"/>
                    <a:pt x="3182" y="4344"/>
                    <a:pt x="2696" y="4986"/>
                  </a:cubicBezTo>
                  <a:cubicBezTo>
                    <a:pt x="2212" y="5626"/>
                    <a:pt x="1798" y="6305"/>
                    <a:pt x="1460" y="7002"/>
                  </a:cubicBezTo>
                  <a:cubicBezTo>
                    <a:pt x="1111" y="7720"/>
                    <a:pt x="837" y="8465"/>
                    <a:pt x="639" y="9217"/>
                  </a:cubicBezTo>
                  <a:cubicBezTo>
                    <a:pt x="438" y="9985"/>
                    <a:pt x="311" y="10771"/>
                    <a:pt x="262" y="11559"/>
                  </a:cubicBezTo>
                  <a:cubicBezTo>
                    <a:pt x="211" y="12352"/>
                    <a:pt x="238" y="13148"/>
                    <a:pt x="341" y="13932"/>
                  </a:cubicBezTo>
                  <a:cubicBezTo>
                    <a:pt x="445" y="14719"/>
                    <a:pt x="624" y="15496"/>
                    <a:pt x="877" y="16248"/>
                  </a:cubicBezTo>
                  <a:cubicBezTo>
                    <a:pt x="1125" y="16990"/>
                    <a:pt x="1449" y="17715"/>
                    <a:pt x="1843" y="18404"/>
                  </a:cubicBezTo>
                  <a:cubicBezTo>
                    <a:pt x="2166" y="18972"/>
                    <a:pt x="2545" y="19522"/>
                    <a:pt x="2970" y="20044"/>
                  </a:cubicBezTo>
                  <a:cubicBezTo>
                    <a:pt x="3353" y="20513"/>
                    <a:pt x="3777" y="20960"/>
                    <a:pt x="4240" y="21375"/>
                  </a:cubicBezTo>
                  <a:lnTo>
                    <a:pt x="4096" y="21564"/>
                  </a:lnTo>
                  <a:cubicBezTo>
                    <a:pt x="3008" y="20587"/>
                    <a:pt x="2128" y="19448"/>
                    <a:pt x="1468" y="18211"/>
                  </a:cubicBezTo>
                  <a:cubicBezTo>
                    <a:pt x="759" y="16883"/>
                    <a:pt x="301" y="15439"/>
                    <a:pt x="107" y="13963"/>
                  </a:cubicBezTo>
                  <a:cubicBezTo>
                    <a:pt x="-102" y="12370"/>
                    <a:pt x="-4" y="10732"/>
                    <a:pt x="410" y="9153"/>
                  </a:cubicBezTo>
                  <a:lnTo>
                    <a:pt x="410" y="9153"/>
                  </a:lnTo>
                  <a:cubicBezTo>
                    <a:pt x="810" y="7635"/>
                    <a:pt x="1506" y="6166"/>
                    <a:pt x="2508" y="4841"/>
                  </a:cubicBezTo>
                  <a:cubicBezTo>
                    <a:pt x="3511" y="3514"/>
                    <a:pt x="4729" y="2449"/>
                    <a:pt x="6071" y="1661"/>
                  </a:cubicBezTo>
                  <a:cubicBezTo>
                    <a:pt x="7466" y="843"/>
                    <a:pt x="9001" y="320"/>
                    <a:pt x="10572" y="108"/>
                  </a:cubicBezTo>
                  <a:cubicBezTo>
                    <a:pt x="10937" y="59"/>
                    <a:pt x="11304" y="26"/>
                    <a:pt x="11673" y="11"/>
                  </a:cubicBezTo>
                  <a:close/>
                </a:path>
              </a:pathLst>
            </a:custGeom>
            <a:solidFill>
              <a:srgbClr val="B4B4B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defTabSz="914400">
                <a:defRPr sz="1800">
                  <a:solidFill>
                    <a:schemeClr val="accent4">
                      <a:hueOff val="-203031"/>
                      <a:satOff val="-71423"/>
                      <a:lumOff val="-30171"/>
                    </a:schemeClr>
                  </a:solidFill>
                </a:defRPr>
              </a:pPr>
            </a:p>
          </p:txBody>
        </p:sp>
        <p:sp>
          <p:nvSpPr>
            <p:cNvPr id="1898" name="Freeform 37"/>
            <p:cNvSpPr/>
            <p:nvPr/>
          </p:nvSpPr>
          <p:spPr>
            <a:xfrm>
              <a:off x="2179340" y="113360"/>
              <a:ext cx="999561" cy="110677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73" h="21304" fill="norm" stroke="1" extrusionOk="0">
                  <a:moveTo>
                    <a:pt x="17434" y="6899"/>
                  </a:moveTo>
                  <a:cubicBezTo>
                    <a:pt x="17647" y="7490"/>
                    <a:pt x="17791" y="8108"/>
                    <a:pt x="17858" y="8740"/>
                  </a:cubicBezTo>
                  <a:cubicBezTo>
                    <a:pt x="17929" y="9408"/>
                    <a:pt x="17913" y="10096"/>
                    <a:pt x="17804" y="10790"/>
                  </a:cubicBezTo>
                  <a:cubicBezTo>
                    <a:pt x="17620" y="11947"/>
                    <a:pt x="17192" y="13019"/>
                    <a:pt x="16574" y="13963"/>
                  </a:cubicBezTo>
                  <a:cubicBezTo>
                    <a:pt x="15931" y="14944"/>
                    <a:pt x="15081" y="15795"/>
                    <a:pt x="14088" y="16469"/>
                  </a:cubicBezTo>
                  <a:cubicBezTo>
                    <a:pt x="13094" y="17143"/>
                    <a:pt x="11952" y="17643"/>
                    <a:pt x="10729" y="17927"/>
                  </a:cubicBezTo>
                  <a:cubicBezTo>
                    <a:pt x="9552" y="18199"/>
                    <a:pt x="8295" y="18271"/>
                    <a:pt x="7019" y="18106"/>
                  </a:cubicBezTo>
                  <a:cubicBezTo>
                    <a:pt x="5740" y="17940"/>
                    <a:pt x="4555" y="17553"/>
                    <a:pt x="3511" y="16993"/>
                  </a:cubicBezTo>
                  <a:cubicBezTo>
                    <a:pt x="2426" y="16412"/>
                    <a:pt x="1485" y="15643"/>
                    <a:pt x="740" y="14745"/>
                  </a:cubicBezTo>
                  <a:cubicBezTo>
                    <a:pt x="586" y="14558"/>
                    <a:pt x="439" y="14364"/>
                    <a:pt x="302" y="14167"/>
                  </a:cubicBezTo>
                  <a:lnTo>
                    <a:pt x="0" y="13701"/>
                  </a:lnTo>
                  <a:lnTo>
                    <a:pt x="212" y="13619"/>
                  </a:lnTo>
                  <a:lnTo>
                    <a:pt x="509" y="14075"/>
                  </a:lnTo>
                  <a:lnTo>
                    <a:pt x="509" y="14076"/>
                  </a:lnTo>
                  <a:cubicBezTo>
                    <a:pt x="641" y="14262"/>
                    <a:pt x="778" y="14444"/>
                    <a:pt x="924" y="14620"/>
                  </a:cubicBezTo>
                  <a:cubicBezTo>
                    <a:pt x="1290" y="15061"/>
                    <a:pt x="1706" y="15471"/>
                    <a:pt x="2160" y="15839"/>
                  </a:cubicBezTo>
                  <a:cubicBezTo>
                    <a:pt x="2608" y="16203"/>
                    <a:pt x="3100" y="16532"/>
                    <a:pt x="3628" y="16815"/>
                  </a:cubicBezTo>
                  <a:cubicBezTo>
                    <a:pt x="4141" y="17090"/>
                    <a:pt x="4695" y="17325"/>
                    <a:pt x="5277" y="17510"/>
                  </a:cubicBezTo>
                  <a:cubicBezTo>
                    <a:pt x="5841" y="17688"/>
                    <a:pt x="6436" y="17821"/>
                    <a:pt x="7050" y="17900"/>
                  </a:cubicBezTo>
                  <a:cubicBezTo>
                    <a:pt x="7664" y="17980"/>
                    <a:pt x="8276" y="18003"/>
                    <a:pt x="8874" y="17974"/>
                  </a:cubicBezTo>
                  <a:cubicBezTo>
                    <a:pt x="9488" y="17944"/>
                    <a:pt x="10093" y="17859"/>
                    <a:pt x="10673" y="17724"/>
                  </a:cubicBezTo>
                  <a:cubicBezTo>
                    <a:pt x="11264" y="17587"/>
                    <a:pt x="11840" y="17398"/>
                    <a:pt x="12388" y="17159"/>
                  </a:cubicBezTo>
                  <a:cubicBezTo>
                    <a:pt x="12939" y="16920"/>
                    <a:pt x="13464" y="16634"/>
                    <a:pt x="13949" y="16303"/>
                  </a:cubicBezTo>
                  <a:cubicBezTo>
                    <a:pt x="14437" y="15971"/>
                    <a:pt x="14890" y="15596"/>
                    <a:pt x="15297" y="15185"/>
                  </a:cubicBezTo>
                  <a:cubicBezTo>
                    <a:pt x="15700" y="14780"/>
                    <a:pt x="16063" y="14334"/>
                    <a:pt x="16376" y="13857"/>
                  </a:cubicBezTo>
                  <a:cubicBezTo>
                    <a:pt x="16681" y="13393"/>
                    <a:pt x="16939" y="12892"/>
                    <a:pt x="17143" y="12366"/>
                  </a:cubicBezTo>
                  <a:cubicBezTo>
                    <a:pt x="17342" y="11854"/>
                    <a:pt x="17489" y="11316"/>
                    <a:pt x="17577" y="10762"/>
                  </a:cubicBezTo>
                  <a:cubicBezTo>
                    <a:pt x="17665" y="10207"/>
                    <a:pt x="17690" y="9654"/>
                    <a:pt x="17658" y="9113"/>
                  </a:cubicBezTo>
                  <a:cubicBezTo>
                    <a:pt x="17625" y="8557"/>
                    <a:pt x="17531" y="8010"/>
                    <a:pt x="17381" y="7484"/>
                  </a:cubicBezTo>
                  <a:lnTo>
                    <a:pt x="17221" y="6983"/>
                  </a:lnTo>
                  <a:close/>
                  <a:moveTo>
                    <a:pt x="16122" y="0"/>
                  </a:moveTo>
                  <a:cubicBezTo>
                    <a:pt x="19001" y="1994"/>
                    <a:pt x="20716" y="4855"/>
                    <a:pt x="21158" y="7864"/>
                  </a:cubicBezTo>
                  <a:cubicBezTo>
                    <a:pt x="21600" y="10875"/>
                    <a:pt x="20771" y="14041"/>
                    <a:pt x="18568" y="16645"/>
                  </a:cubicBezTo>
                  <a:cubicBezTo>
                    <a:pt x="16363" y="19249"/>
                    <a:pt x="13200" y="20800"/>
                    <a:pt x="9873" y="21200"/>
                  </a:cubicBezTo>
                  <a:cubicBezTo>
                    <a:pt x="6544" y="21600"/>
                    <a:pt x="3044" y="20850"/>
                    <a:pt x="165" y="18857"/>
                  </a:cubicBezTo>
                  <a:lnTo>
                    <a:pt x="1357" y="17448"/>
                  </a:lnTo>
                  <a:lnTo>
                    <a:pt x="1358" y="17448"/>
                  </a:lnTo>
                  <a:cubicBezTo>
                    <a:pt x="3803" y="19140"/>
                    <a:pt x="6782" y="19777"/>
                    <a:pt x="9614" y="19437"/>
                  </a:cubicBezTo>
                  <a:cubicBezTo>
                    <a:pt x="12446" y="19096"/>
                    <a:pt x="15137" y="17778"/>
                    <a:pt x="17009" y="15566"/>
                  </a:cubicBezTo>
                  <a:cubicBezTo>
                    <a:pt x="18881" y="13354"/>
                    <a:pt x="19585" y="10660"/>
                    <a:pt x="19209" y="8099"/>
                  </a:cubicBezTo>
                  <a:cubicBezTo>
                    <a:pt x="18832" y="5538"/>
                    <a:pt x="17375" y="3103"/>
                    <a:pt x="14929" y="1410"/>
                  </a:cubicBezTo>
                  <a:close/>
                </a:path>
              </a:pathLst>
            </a:custGeom>
            <a:solidFill>
              <a:srgbClr val="78797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defTabSz="914400">
                <a:defRPr sz="1800">
                  <a:solidFill>
                    <a:schemeClr val="accent4">
                      <a:hueOff val="-203031"/>
                      <a:satOff val="-71423"/>
                      <a:lumOff val="-30171"/>
                    </a:schemeClr>
                  </a:solidFill>
                </a:defRPr>
              </a:pPr>
            </a:p>
          </p:txBody>
        </p:sp>
      </p:grpSp>
      <p:sp>
        <p:nvSpPr>
          <p:cNvPr id="1900" name="These are Keynote/PowerPoint shapes. You can change the colors within “Color Fill”"/>
          <p:cNvSpPr txBox="1"/>
          <p:nvPr/>
        </p:nvSpPr>
        <p:spPr>
          <a:xfrm>
            <a:off x="5360538" y="1556088"/>
            <a:ext cx="13954273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defTabSz="1828800">
              <a:spcBef>
                <a:spcPts val="1600"/>
              </a:spcBef>
              <a:defRPr sz="3000">
                <a:solidFill>
                  <a:srgbClr val="474747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These are Keynote/PowerPoint shapes. You can change the colors within “Color Fill”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2" name="Streaming Category Logos"/>
          <p:cNvSpPr txBox="1"/>
          <p:nvPr>
            <p:ph type="body" idx="21"/>
          </p:nvPr>
        </p:nvSpPr>
        <p:spPr>
          <a:xfrm>
            <a:off x="666390" y="897470"/>
            <a:ext cx="22848395" cy="1437642"/>
          </a:xfrm>
          <a:prstGeom prst="rect">
            <a:avLst/>
          </a:prstGeom>
        </p:spPr>
        <p:txBody>
          <a:bodyPr/>
          <a:lstStyle>
            <a:lvl1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319" sz="80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Streaming Category Logos</a:t>
            </a:r>
          </a:p>
        </p:txBody>
      </p:sp>
      <p:sp>
        <p:nvSpPr>
          <p:cNvPr id="1903" name="Freeform 3"/>
          <p:cNvSpPr/>
          <p:nvPr/>
        </p:nvSpPr>
        <p:spPr>
          <a:xfrm>
            <a:off x="16366306" y="3867221"/>
            <a:ext cx="2521105" cy="6439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9639" y="0"/>
                </a:moveTo>
                <a:cubicBezTo>
                  <a:pt x="18616" y="0"/>
                  <a:pt x="17940" y="2157"/>
                  <a:pt x="17940" y="5416"/>
                </a:cubicBezTo>
                <a:cubicBezTo>
                  <a:pt x="17940" y="6832"/>
                  <a:pt x="18057" y="7894"/>
                  <a:pt x="18337" y="9064"/>
                </a:cubicBezTo>
                <a:cubicBezTo>
                  <a:pt x="18526" y="9772"/>
                  <a:pt x="18751" y="10622"/>
                  <a:pt x="19658" y="12322"/>
                </a:cubicBezTo>
                <a:cubicBezTo>
                  <a:pt x="20592" y="14055"/>
                  <a:pt x="20845" y="14976"/>
                  <a:pt x="20845" y="16676"/>
                </a:cubicBezTo>
                <a:cubicBezTo>
                  <a:pt x="20845" y="18979"/>
                  <a:pt x="20322" y="20572"/>
                  <a:pt x="19546" y="20572"/>
                </a:cubicBezTo>
                <a:cubicBezTo>
                  <a:pt x="19095" y="20572"/>
                  <a:pt x="18688" y="20111"/>
                  <a:pt x="18381" y="19190"/>
                </a:cubicBezTo>
                <a:cubicBezTo>
                  <a:pt x="18138" y="18482"/>
                  <a:pt x="18012" y="17844"/>
                  <a:pt x="17867" y="16467"/>
                </a:cubicBezTo>
                <a:lnTo>
                  <a:pt x="17732" y="16642"/>
                </a:lnTo>
                <a:cubicBezTo>
                  <a:pt x="17796" y="17675"/>
                  <a:pt x="17877" y="19199"/>
                  <a:pt x="17950" y="20829"/>
                </a:cubicBezTo>
                <a:lnTo>
                  <a:pt x="17967" y="21322"/>
                </a:lnTo>
                <a:lnTo>
                  <a:pt x="18120" y="21322"/>
                </a:lnTo>
                <a:cubicBezTo>
                  <a:pt x="18192" y="20994"/>
                  <a:pt x="18228" y="20924"/>
                  <a:pt x="18337" y="20924"/>
                </a:cubicBezTo>
                <a:cubicBezTo>
                  <a:pt x="18400" y="20924"/>
                  <a:pt x="18536" y="20997"/>
                  <a:pt x="18661" y="21103"/>
                </a:cubicBezTo>
                <a:cubicBezTo>
                  <a:pt x="19022" y="21420"/>
                  <a:pt x="19320" y="21561"/>
                  <a:pt x="19618" y="21561"/>
                </a:cubicBezTo>
                <a:cubicBezTo>
                  <a:pt x="20801" y="21561"/>
                  <a:pt x="21600" y="18982"/>
                  <a:pt x="21600" y="15156"/>
                </a:cubicBezTo>
                <a:cubicBezTo>
                  <a:pt x="21600" y="11828"/>
                  <a:pt x="20927" y="10021"/>
                  <a:pt x="19816" y="8002"/>
                </a:cubicBezTo>
                <a:cubicBezTo>
                  <a:pt x="18950" y="6444"/>
                  <a:pt x="18706" y="5557"/>
                  <a:pt x="18706" y="3999"/>
                </a:cubicBezTo>
                <a:cubicBezTo>
                  <a:pt x="18706" y="2193"/>
                  <a:pt x="19130" y="989"/>
                  <a:pt x="19780" y="989"/>
                </a:cubicBezTo>
                <a:cubicBezTo>
                  <a:pt x="20292" y="989"/>
                  <a:pt x="20691" y="1628"/>
                  <a:pt x="20945" y="2796"/>
                </a:cubicBezTo>
                <a:cubicBezTo>
                  <a:pt x="21063" y="3376"/>
                  <a:pt x="21116" y="3835"/>
                  <a:pt x="21198" y="4898"/>
                </a:cubicBezTo>
                <a:lnTo>
                  <a:pt x="21327" y="4898"/>
                </a:lnTo>
                <a:lnTo>
                  <a:pt x="21308" y="437"/>
                </a:lnTo>
                <a:lnTo>
                  <a:pt x="21153" y="437"/>
                </a:lnTo>
                <a:cubicBezTo>
                  <a:pt x="21126" y="673"/>
                  <a:pt x="21089" y="741"/>
                  <a:pt x="21017" y="741"/>
                </a:cubicBezTo>
                <a:cubicBezTo>
                  <a:pt x="20936" y="741"/>
                  <a:pt x="20790" y="671"/>
                  <a:pt x="20645" y="531"/>
                </a:cubicBezTo>
                <a:cubicBezTo>
                  <a:pt x="20283" y="178"/>
                  <a:pt x="19947" y="0"/>
                  <a:pt x="19639" y="0"/>
                </a:cubicBezTo>
                <a:close/>
                <a:moveTo>
                  <a:pt x="4251" y="394"/>
                </a:moveTo>
                <a:lnTo>
                  <a:pt x="4251" y="946"/>
                </a:lnTo>
                <a:lnTo>
                  <a:pt x="4405" y="946"/>
                </a:lnTo>
                <a:cubicBezTo>
                  <a:pt x="4930" y="946"/>
                  <a:pt x="5137" y="1658"/>
                  <a:pt x="5137" y="3502"/>
                </a:cubicBezTo>
                <a:lnTo>
                  <a:pt x="5137" y="15105"/>
                </a:lnTo>
                <a:lnTo>
                  <a:pt x="1692" y="398"/>
                </a:lnTo>
                <a:lnTo>
                  <a:pt x="1547" y="398"/>
                </a:lnTo>
                <a:cubicBezTo>
                  <a:pt x="1475" y="398"/>
                  <a:pt x="1131" y="514"/>
                  <a:pt x="1014" y="514"/>
                </a:cubicBezTo>
                <a:cubicBezTo>
                  <a:pt x="941" y="514"/>
                  <a:pt x="199" y="398"/>
                  <a:pt x="136" y="398"/>
                </a:cubicBezTo>
                <a:lnTo>
                  <a:pt x="0" y="398"/>
                </a:lnTo>
                <a:lnTo>
                  <a:pt x="0" y="950"/>
                </a:lnTo>
                <a:lnTo>
                  <a:pt x="163" y="950"/>
                </a:lnTo>
                <a:cubicBezTo>
                  <a:pt x="344" y="950"/>
                  <a:pt x="606" y="1555"/>
                  <a:pt x="851" y="2547"/>
                </a:cubicBezTo>
                <a:lnTo>
                  <a:pt x="851" y="18423"/>
                </a:lnTo>
                <a:cubicBezTo>
                  <a:pt x="851" y="20126"/>
                  <a:pt x="724" y="20516"/>
                  <a:pt x="117" y="20731"/>
                </a:cubicBezTo>
                <a:lnTo>
                  <a:pt x="117" y="21322"/>
                </a:lnTo>
                <a:lnTo>
                  <a:pt x="262" y="21322"/>
                </a:lnTo>
                <a:cubicBezTo>
                  <a:pt x="389" y="21322"/>
                  <a:pt x="968" y="21202"/>
                  <a:pt x="1050" y="21202"/>
                </a:cubicBezTo>
                <a:cubicBezTo>
                  <a:pt x="1195" y="21202"/>
                  <a:pt x="1819" y="21322"/>
                  <a:pt x="1946" y="21322"/>
                </a:cubicBezTo>
                <a:lnTo>
                  <a:pt x="2117" y="21322"/>
                </a:lnTo>
                <a:lnTo>
                  <a:pt x="2117" y="20731"/>
                </a:lnTo>
                <a:lnTo>
                  <a:pt x="1963" y="20731"/>
                </a:lnTo>
                <a:cubicBezTo>
                  <a:pt x="1366" y="20731"/>
                  <a:pt x="1204" y="19986"/>
                  <a:pt x="1204" y="17216"/>
                </a:cubicBezTo>
                <a:lnTo>
                  <a:pt x="1204" y="4003"/>
                </a:lnTo>
                <a:lnTo>
                  <a:pt x="5317" y="21557"/>
                </a:lnTo>
                <a:lnTo>
                  <a:pt x="5480" y="21557"/>
                </a:lnTo>
                <a:lnTo>
                  <a:pt x="5480" y="3220"/>
                </a:lnTo>
                <a:cubicBezTo>
                  <a:pt x="5480" y="1587"/>
                  <a:pt x="5607" y="1088"/>
                  <a:pt x="6087" y="946"/>
                </a:cubicBezTo>
                <a:lnTo>
                  <a:pt x="6077" y="394"/>
                </a:lnTo>
                <a:lnTo>
                  <a:pt x="5978" y="394"/>
                </a:lnTo>
                <a:cubicBezTo>
                  <a:pt x="5878" y="394"/>
                  <a:pt x="5362" y="514"/>
                  <a:pt x="5272" y="514"/>
                </a:cubicBezTo>
                <a:cubicBezTo>
                  <a:pt x="5209" y="514"/>
                  <a:pt x="4432" y="394"/>
                  <a:pt x="4414" y="394"/>
                </a:cubicBezTo>
                <a:lnTo>
                  <a:pt x="4251" y="394"/>
                </a:lnTo>
                <a:close/>
                <a:moveTo>
                  <a:pt x="13063" y="394"/>
                </a:moveTo>
                <a:lnTo>
                  <a:pt x="13063" y="946"/>
                </a:lnTo>
                <a:cubicBezTo>
                  <a:pt x="13498" y="983"/>
                  <a:pt x="13670" y="1553"/>
                  <a:pt x="13869" y="3716"/>
                </a:cubicBezTo>
                <a:lnTo>
                  <a:pt x="14331" y="8756"/>
                </a:lnTo>
                <a:lnTo>
                  <a:pt x="13624" y="16240"/>
                </a:lnTo>
                <a:lnTo>
                  <a:pt x="12384" y="3113"/>
                </a:lnTo>
                <a:cubicBezTo>
                  <a:pt x="12339" y="2617"/>
                  <a:pt x="12312" y="2157"/>
                  <a:pt x="12312" y="1837"/>
                </a:cubicBezTo>
                <a:cubicBezTo>
                  <a:pt x="12312" y="1268"/>
                  <a:pt x="12420" y="987"/>
                  <a:pt x="12683" y="950"/>
                </a:cubicBezTo>
                <a:lnTo>
                  <a:pt x="12683" y="398"/>
                </a:lnTo>
                <a:lnTo>
                  <a:pt x="12520" y="398"/>
                </a:lnTo>
                <a:cubicBezTo>
                  <a:pt x="12411" y="398"/>
                  <a:pt x="11895" y="514"/>
                  <a:pt x="11796" y="514"/>
                </a:cubicBezTo>
                <a:cubicBezTo>
                  <a:pt x="11678" y="514"/>
                  <a:pt x="11179" y="398"/>
                  <a:pt x="11079" y="398"/>
                </a:cubicBezTo>
                <a:lnTo>
                  <a:pt x="10925" y="398"/>
                </a:lnTo>
                <a:lnTo>
                  <a:pt x="10925" y="916"/>
                </a:lnTo>
                <a:cubicBezTo>
                  <a:pt x="11161" y="1092"/>
                  <a:pt x="11288" y="1658"/>
                  <a:pt x="11424" y="3078"/>
                </a:cubicBezTo>
                <a:lnTo>
                  <a:pt x="13190" y="21600"/>
                </a:lnTo>
                <a:lnTo>
                  <a:pt x="13434" y="21600"/>
                </a:lnTo>
                <a:lnTo>
                  <a:pt x="14494" y="10562"/>
                </a:lnTo>
                <a:lnTo>
                  <a:pt x="15526" y="21600"/>
                </a:lnTo>
                <a:lnTo>
                  <a:pt x="15780" y="21600"/>
                </a:lnTo>
                <a:lnTo>
                  <a:pt x="17301" y="3999"/>
                </a:lnTo>
                <a:cubicBezTo>
                  <a:pt x="17482" y="1835"/>
                  <a:pt x="17599" y="1195"/>
                  <a:pt x="17826" y="946"/>
                </a:cubicBezTo>
                <a:lnTo>
                  <a:pt x="17826" y="394"/>
                </a:lnTo>
                <a:lnTo>
                  <a:pt x="17763" y="394"/>
                </a:lnTo>
                <a:cubicBezTo>
                  <a:pt x="17591" y="394"/>
                  <a:pt x="17238" y="514"/>
                  <a:pt x="17148" y="514"/>
                </a:cubicBezTo>
                <a:cubicBezTo>
                  <a:pt x="16957" y="514"/>
                  <a:pt x="16640" y="394"/>
                  <a:pt x="16514" y="394"/>
                </a:cubicBezTo>
                <a:lnTo>
                  <a:pt x="16469" y="394"/>
                </a:lnTo>
                <a:lnTo>
                  <a:pt x="16469" y="946"/>
                </a:lnTo>
                <a:lnTo>
                  <a:pt x="16632" y="946"/>
                </a:lnTo>
                <a:cubicBezTo>
                  <a:pt x="16912" y="946"/>
                  <a:pt x="17039" y="1374"/>
                  <a:pt x="17039" y="2368"/>
                </a:cubicBezTo>
                <a:cubicBezTo>
                  <a:pt x="17039" y="2935"/>
                  <a:pt x="16985" y="3859"/>
                  <a:pt x="16867" y="5279"/>
                </a:cubicBezTo>
                <a:lnTo>
                  <a:pt x="15916" y="16347"/>
                </a:lnTo>
                <a:lnTo>
                  <a:pt x="14711" y="3288"/>
                </a:lnTo>
                <a:cubicBezTo>
                  <a:pt x="14657" y="2721"/>
                  <a:pt x="14622" y="2157"/>
                  <a:pt x="14622" y="1837"/>
                </a:cubicBezTo>
                <a:cubicBezTo>
                  <a:pt x="14622" y="1233"/>
                  <a:pt x="14766" y="946"/>
                  <a:pt x="15065" y="946"/>
                </a:cubicBezTo>
                <a:lnTo>
                  <a:pt x="15282" y="946"/>
                </a:lnTo>
                <a:lnTo>
                  <a:pt x="15282" y="394"/>
                </a:lnTo>
                <a:lnTo>
                  <a:pt x="15065" y="394"/>
                </a:lnTo>
                <a:cubicBezTo>
                  <a:pt x="14920" y="394"/>
                  <a:pt x="14268" y="514"/>
                  <a:pt x="14142" y="514"/>
                </a:cubicBezTo>
                <a:cubicBezTo>
                  <a:pt x="13987" y="514"/>
                  <a:pt x="13336" y="394"/>
                  <a:pt x="13209" y="394"/>
                </a:cubicBezTo>
                <a:lnTo>
                  <a:pt x="13063" y="394"/>
                </a:lnTo>
                <a:close/>
                <a:moveTo>
                  <a:pt x="6390" y="398"/>
                </a:moveTo>
                <a:lnTo>
                  <a:pt x="6390" y="950"/>
                </a:lnTo>
                <a:lnTo>
                  <a:pt x="6526" y="950"/>
                </a:lnTo>
                <a:cubicBezTo>
                  <a:pt x="6951" y="951"/>
                  <a:pt x="7087" y="1375"/>
                  <a:pt x="7087" y="2757"/>
                </a:cubicBezTo>
                <a:lnTo>
                  <a:pt x="7087" y="18886"/>
                </a:lnTo>
                <a:cubicBezTo>
                  <a:pt x="7087" y="20270"/>
                  <a:pt x="6950" y="20694"/>
                  <a:pt x="6525" y="20731"/>
                </a:cubicBezTo>
                <a:lnTo>
                  <a:pt x="6380" y="20731"/>
                </a:lnTo>
                <a:lnTo>
                  <a:pt x="6380" y="21322"/>
                </a:lnTo>
                <a:lnTo>
                  <a:pt x="6615" y="21322"/>
                </a:lnTo>
                <a:cubicBezTo>
                  <a:pt x="6923" y="21286"/>
                  <a:pt x="8273" y="21206"/>
                  <a:pt x="8553" y="21206"/>
                </a:cubicBezTo>
                <a:cubicBezTo>
                  <a:pt x="8968" y="21206"/>
                  <a:pt x="10214" y="21322"/>
                  <a:pt x="10477" y="21322"/>
                </a:cubicBezTo>
                <a:lnTo>
                  <a:pt x="10857" y="16860"/>
                </a:lnTo>
                <a:lnTo>
                  <a:pt x="10694" y="16860"/>
                </a:lnTo>
                <a:cubicBezTo>
                  <a:pt x="10441" y="18992"/>
                  <a:pt x="10016" y="20020"/>
                  <a:pt x="9429" y="20020"/>
                </a:cubicBezTo>
                <a:lnTo>
                  <a:pt x="8526" y="20020"/>
                </a:lnTo>
                <a:cubicBezTo>
                  <a:pt x="8219" y="20020"/>
                  <a:pt x="8064" y="19418"/>
                  <a:pt x="8064" y="18209"/>
                </a:cubicBezTo>
                <a:lnTo>
                  <a:pt x="8064" y="10858"/>
                </a:lnTo>
                <a:lnTo>
                  <a:pt x="8933" y="10858"/>
                </a:lnTo>
                <a:cubicBezTo>
                  <a:pt x="9565" y="10858"/>
                  <a:pt x="9826" y="11639"/>
                  <a:pt x="9898" y="13628"/>
                </a:cubicBezTo>
                <a:lnTo>
                  <a:pt x="10051" y="13628"/>
                </a:lnTo>
                <a:lnTo>
                  <a:pt x="10051" y="7261"/>
                </a:lnTo>
                <a:lnTo>
                  <a:pt x="9890" y="7227"/>
                </a:lnTo>
                <a:cubicBezTo>
                  <a:pt x="9827" y="8897"/>
                  <a:pt x="9591" y="9680"/>
                  <a:pt x="9167" y="9680"/>
                </a:cubicBezTo>
                <a:lnTo>
                  <a:pt x="8074" y="9680"/>
                </a:lnTo>
                <a:lnTo>
                  <a:pt x="8074" y="1623"/>
                </a:lnTo>
                <a:lnTo>
                  <a:pt x="9338" y="1623"/>
                </a:lnTo>
                <a:cubicBezTo>
                  <a:pt x="9970" y="1623"/>
                  <a:pt x="10246" y="2580"/>
                  <a:pt x="10273" y="4958"/>
                </a:cubicBezTo>
                <a:lnTo>
                  <a:pt x="10413" y="4958"/>
                </a:lnTo>
                <a:lnTo>
                  <a:pt x="10396" y="398"/>
                </a:lnTo>
                <a:lnTo>
                  <a:pt x="10034" y="398"/>
                </a:lnTo>
                <a:cubicBezTo>
                  <a:pt x="9764" y="398"/>
                  <a:pt x="8508" y="514"/>
                  <a:pt x="8318" y="514"/>
                </a:cubicBezTo>
                <a:cubicBezTo>
                  <a:pt x="8309" y="514"/>
                  <a:pt x="6987" y="398"/>
                  <a:pt x="6742" y="398"/>
                </a:cubicBezTo>
                <a:lnTo>
                  <a:pt x="6390" y="398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904" name="Shape"/>
          <p:cNvSpPr/>
          <p:nvPr/>
        </p:nvSpPr>
        <p:spPr>
          <a:xfrm>
            <a:off x="20289572" y="3836532"/>
            <a:ext cx="1905001" cy="7053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294" y="0"/>
                </a:moveTo>
                <a:cubicBezTo>
                  <a:pt x="7924" y="0"/>
                  <a:pt x="7627" y="273"/>
                  <a:pt x="7404" y="816"/>
                </a:cubicBezTo>
                <a:cubicBezTo>
                  <a:pt x="7181" y="1358"/>
                  <a:pt x="7069" y="2058"/>
                  <a:pt x="7069" y="2868"/>
                </a:cubicBezTo>
                <a:cubicBezTo>
                  <a:pt x="7069" y="3678"/>
                  <a:pt x="7181" y="4350"/>
                  <a:pt x="7404" y="4884"/>
                </a:cubicBezTo>
                <a:cubicBezTo>
                  <a:pt x="7627" y="5418"/>
                  <a:pt x="7930" y="5684"/>
                  <a:pt x="8294" y="5684"/>
                </a:cubicBezTo>
                <a:cubicBezTo>
                  <a:pt x="8657" y="5684"/>
                  <a:pt x="8950" y="5418"/>
                  <a:pt x="9173" y="4884"/>
                </a:cubicBezTo>
                <a:cubicBezTo>
                  <a:pt x="9397" y="4350"/>
                  <a:pt x="9508" y="3695"/>
                  <a:pt x="9508" y="2868"/>
                </a:cubicBezTo>
                <a:cubicBezTo>
                  <a:pt x="9508" y="2041"/>
                  <a:pt x="9397" y="1358"/>
                  <a:pt x="9173" y="816"/>
                </a:cubicBezTo>
                <a:cubicBezTo>
                  <a:pt x="8950" y="273"/>
                  <a:pt x="8664" y="0"/>
                  <a:pt x="8294" y="0"/>
                </a:cubicBezTo>
                <a:close/>
                <a:moveTo>
                  <a:pt x="13727" y="2299"/>
                </a:moveTo>
                <a:lnTo>
                  <a:pt x="13727" y="8835"/>
                </a:lnTo>
                <a:cubicBezTo>
                  <a:pt x="13593" y="8163"/>
                  <a:pt x="13400" y="7635"/>
                  <a:pt x="13148" y="7247"/>
                </a:cubicBezTo>
                <a:cubicBezTo>
                  <a:pt x="12896" y="6860"/>
                  <a:pt x="12595" y="6666"/>
                  <a:pt x="12244" y="6666"/>
                </a:cubicBezTo>
                <a:cubicBezTo>
                  <a:pt x="11823" y="6666"/>
                  <a:pt x="11444" y="6964"/>
                  <a:pt x="11106" y="7558"/>
                </a:cubicBezTo>
                <a:cubicBezTo>
                  <a:pt x="10768" y="8152"/>
                  <a:pt x="10502" y="9012"/>
                  <a:pt x="10307" y="10140"/>
                </a:cubicBezTo>
                <a:cubicBezTo>
                  <a:pt x="10113" y="11268"/>
                  <a:pt x="10016" y="12598"/>
                  <a:pt x="10016" y="14131"/>
                </a:cubicBezTo>
                <a:cubicBezTo>
                  <a:pt x="10016" y="15664"/>
                  <a:pt x="10113" y="16998"/>
                  <a:pt x="10307" y="18126"/>
                </a:cubicBezTo>
                <a:cubicBezTo>
                  <a:pt x="10502" y="19254"/>
                  <a:pt x="10768" y="20114"/>
                  <a:pt x="11106" y="20708"/>
                </a:cubicBezTo>
                <a:cubicBezTo>
                  <a:pt x="11444" y="21302"/>
                  <a:pt x="11823" y="21600"/>
                  <a:pt x="12244" y="21600"/>
                </a:cubicBezTo>
                <a:cubicBezTo>
                  <a:pt x="12595" y="21600"/>
                  <a:pt x="12896" y="21406"/>
                  <a:pt x="13148" y="21018"/>
                </a:cubicBezTo>
                <a:cubicBezTo>
                  <a:pt x="13400" y="20631"/>
                  <a:pt x="13593" y="20099"/>
                  <a:pt x="13727" y="19427"/>
                </a:cubicBezTo>
                <a:lnTo>
                  <a:pt x="13727" y="21418"/>
                </a:lnTo>
                <a:lnTo>
                  <a:pt x="15850" y="21418"/>
                </a:lnTo>
                <a:lnTo>
                  <a:pt x="15850" y="2299"/>
                </a:lnTo>
                <a:lnTo>
                  <a:pt x="13727" y="2299"/>
                </a:lnTo>
                <a:close/>
                <a:moveTo>
                  <a:pt x="0" y="3127"/>
                </a:moveTo>
                <a:lnTo>
                  <a:pt x="0" y="21418"/>
                </a:lnTo>
                <a:lnTo>
                  <a:pt x="2124" y="21418"/>
                </a:lnTo>
                <a:lnTo>
                  <a:pt x="2124" y="13488"/>
                </a:lnTo>
                <a:lnTo>
                  <a:pt x="4094" y="21418"/>
                </a:lnTo>
                <a:lnTo>
                  <a:pt x="6649" y="21418"/>
                </a:lnTo>
                <a:lnTo>
                  <a:pt x="4142" y="12014"/>
                </a:lnTo>
                <a:lnTo>
                  <a:pt x="6649" y="3127"/>
                </a:lnTo>
                <a:lnTo>
                  <a:pt x="4113" y="3127"/>
                </a:lnTo>
                <a:lnTo>
                  <a:pt x="2124" y="10851"/>
                </a:lnTo>
                <a:lnTo>
                  <a:pt x="2124" y="3127"/>
                </a:lnTo>
                <a:lnTo>
                  <a:pt x="0" y="3127"/>
                </a:lnTo>
                <a:close/>
                <a:moveTo>
                  <a:pt x="18931" y="6669"/>
                </a:moveTo>
                <a:cubicBezTo>
                  <a:pt x="18447" y="6669"/>
                  <a:pt x="18035" y="6867"/>
                  <a:pt x="17697" y="7263"/>
                </a:cubicBezTo>
                <a:cubicBezTo>
                  <a:pt x="17360" y="7659"/>
                  <a:pt x="17104" y="8202"/>
                  <a:pt x="16932" y="8890"/>
                </a:cubicBezTo>
                <a:cubicBezTo>
                  <a:pt x="16760" y="9580"/>
                  <a:pt x="16673" y="10363"/>
                  <a:pt x="16673" y="11242"/>
                </a:cubicBezTo>
                <a:cubicBezTo>
                  <a:pt x="16673" y="12327"/>
                  <a:pt x="16775" y="13179"/>
                  <a:pt x="16980" y="13799"/>
                </a:cubicBezTo>
                <a:cubicBezTo>
                  <a:pt x="17184" y="14419"/>
                  <a:pt x="17421" y="14858"/>
                  <a:pt x="17692" y="15116"/>
                </a:cubicBezTo>
                <a:cubicBezTo>
                  <a:pt x="17963" y="15374"/>
                  <a:pt x="18306" y="15615"/>
                  <a:pt x="18721" y="15839"/>
                </a:cubicBezTo>
                <a:cubicBezTo>
                  <a:pt x="19046" y="15994"/>
                  <a:pt x="19281" y="16149"/>
                  <a:pt x="19428" y="16304"/>
                </a:cubicBezTo>
                <a:cubicBezTo>
                  <a:pt x="19575" y="16459"/>
                  <a:pt x="19648" y="16700"/>
                  <a:pt x="19648" y="17027"/>
                </a:cubicBezTo>
                <a:cubicBezTo>
                  <a:pt x="19648" y="17440"/>
                  <a:pt x="19540" y="17649"/>
                  <a:pt x="19323" y="17649"/>
                </a:cubicBezTo>
                <a:cubicBezTo>
                  <a:pt x="18922" y="17649"/>
                  <a:pt x="18701" y="17225"/>
                  <a:pt x="18663" y="16381"/>
                </a:cubicBezTo>
                <a:lnTo>
                  <a:pt x="16625" y="16381"/>
                </a:lnTo>
                <a:cubicBezTo>
                  <a:pt x="16734" y="18069"/>
                  <a:pt x="17017" y="19363"/>
                  <a:pt x="17476" y="20258"/>
                </a:cubicBezTo>
                <a:cubicBezTo>
                  <a:pt x="17936" y="21154"/>
                  <a:pt x="18554" y="21600"/>
                  <a:pt x="19333" y="21600"/>
                </a:cubicBezTo>
                <a:cubicBezTo>
                  <a:pt x="19798" y="21600"/>
                  <a:pt x="20203" y="21413"/>
                  <a:pt x="20547" y="21034"/>
                </a:cubicBezTo>
                <a:cubicBezTo>
                  <a:pt x="20892" y="20655"/>
                  <a:pt x="21154" y="20127"/>
                  <a:pt x="21332" y="19455"/>
                </a:cubicBezTo>
                <a:cubicBezTo>
                  <a:pt x="21511" y="18783"/>
                  <a:pt x="21600" y="18018"/>
                  <a:pt x="21600" y="17156"/>
                </a:cubicBezTo>
                <a:cubicBezTo>
                  <a:pt x="21600" y="16054"/>
                  <a:pt x="21495" y="15184"/>
                  <a:pt x="21284" y="14547"/>
                </a:cubicBezTo>
                <a:cubicBezTo>
                  <a:pt x="21074" y="13910"/>
                  <a:pt x="20824" y="13449"/>
                  <a:pt x="20534" y="13165"/>
                </a:cubicBezTo>
                <a:cubicBezTo>
                  <a:pt x="20243" y="12881"/>
                  <a:pt x="19893" y="12636"/>
                  <a:pt x="19485" y="12429"/>
                </a:cubicBezTo>
                <a:cubicBezTo>
                  <a:pt x="19173" y="12257"/>
                  <a:pt x="18945" y="12092"/>
                  <a:pt x="18802" y="11937"/>
                </a:cubicBezTo>
                <a:cubicBezTo>
                  <a:pt x="18658" y="11782"/>
                  <a:pt x="18586" y="11559"/>
                  <a:pt x="18586" y="11266"/>
                </a:cubicBezTo>
                <a:cubicBezTo>
                  <a:pt x="18586" y="10853"/>
                  <a:pt x="18685" y="10645"/>
                  <a:pt x="18882" y="10645"/>
                </a:cubicBezTo>
                <a:cubicBezTo>
                  <a:pt x="19233" y="10645"/>
                  <a:pt x="19450" y="11058"/>
                  <a:pt x="19533" y="11885"/>
                </a:cubicBezTo>
                <a:lnTo>
                  <a:pt x="21513" y="11885"/>
                </a:lnTo>
                <a:cubicBezTo>
                  <a:pt x="21399" y="10318"/>
                  <a:pt x="21123" y="9055"/>
                  <a:pt x="20686" y="8100"/>
                </a:cubicBezTo>
                <a:lnTo>
                  <a:pt x="20686" y="8103"/>
                </a:lnTo>
                <a:cubicBezTo>
                  <a:pt x="20249" y="7147"/>
                  <a:pt x="19665" y="6669"/>
                  <a:pt x="18931" y="6669"/>
                </a:cubicBezTo>
                <a:close/>
                <a:moveTo>
                  <a:pt x="7222" y="6847"/>
                </a:moveTo>
                <a:lnTo>
                  <a:pt x="7222" y="21418"/>
                </a:lnTo>
                <a:lnTo>
                  <a:pt x="9346" y="21418"/>
                </a:lnTo>
                <a:lnTo>
                  <a:pt x="9346" y="6847"/>
                </a:lnTo>
                <a:lnTo>
                  <a:pt x="7222" y="6847"/>
                </a:lnTo>
                <a:close/>
                <a:moveTo>
                  <a:pt x="12952" y="11679"/>
                </a:moveTo>
                <a:cubicBezTo>
                  <a:pt x="13181" y="11679"/>
                  <a:pt x="13370" y="11895"/>
                  <a:pt x="13517" y="12325"/>
                </a:cubicBezTo>
                <a:cubicBezTo>
                  <a:pt x="13664" y="12756"/>
                  <a:pt x="13737" y="13359"/>
                  <a:pt x="13737" y="14134"/>
                </a:cubicBezTo>
                <a:cubicBezTo>
                  <a:pt x="13737" y="14910"/>
                  <a:pt x="13664" y="15511"/>
                  <a:pt x="13517" y="15941"/>
                </a:cubicBezTo>
                <a:cubicBezTo>
                  <a:pt x="13370" y="16371"/>
                  <a:pt x="13181" y="16587"/>
                  <a:pt x="12952" y="16587"/>
                </a:cubicBezTo>
                <a:cubicBezTo>
                  <a:pt x="12722" y="16587"/>
                  <a:pt x="12534" y="16371"/>
                  <a:pt x="12388" y="15941"/>
                </a:cubicBezTo>
                <a:cubicBezTo>
                  <a:pt x="12241" y="15510"/>
                  <a:pt x="12168" y="14910"/>
                  <a:pt x="12168" y="14134"/>
                </a:cubicBezTo>
                <a:cubicBezTo>
                  <a:pt x="12168" y="13359"/>
                  <a:pt x="12241" y="12755"/>
                  <a:pt x="12388" y="12325"/>
                </a:cubicBezTo>
                <a:cubicBezTo>
                  <a:pt x="12534" y="11894"/>
                  <a:pt x="12722" y="11679"/>
                  <a:pt x="12952" y="11679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pic>
        <p:nvPicPr>
          <p:cNvPr id="1905" name="Asset 14.svg" descr="Asset 14.sv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705150" y="6204900"/>
            <a:ext cx="2857501" cy="737984"/>
          </a:xfrm>
          <a:prstGeom prst="rect">
            <a:avLst/>
          </a:prstGeom>
          <a:ln w="12700">
            <a:miter lim="400000"/>
          </a:ln>
        </p:spPr>
      </p:pic>
      <p:pic>
        <p:nvPicPr>
          <p:cNvPr id="1906" name="Asset 15.svg" descr="Asset 15.sv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705150" y="3820212"/>
            <a:ext cx="2857501" cy="737984"/>
          </a:xfrm>
          <a:prstGeom prst="rect">
            <a:avLst/>
          </a:prstGeom>
          <a:ln w="12700">
            <a:miter lim="400000"/>
          </a:ln>
        </p:spPr>
      </p:pic>
      <p:pic>
        <p:nvPicPr>
          <p:cNvPr id="1907" name="Asset 16.svg" descr="Asset 16.sv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05150" y="8607281"/>
            <a:ext cx="2857501" cy="737984"/>
          </a:xfrm>
          <a:prstGeom prst="rect">
            <a:avLst/>
          </a:prstGeom>
          <a:ln w="12700">
            <a:miter lim="400000"/>
          </a:ln>
        </p:spPr>
      </p:pic>
      <p:pic>
        <p:nvPicPr>
          <p:cNvPr id="1908" name="Asset 17.svg" descr="Asset 17.sv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705150" y="10984720"/>
            <a:ext cx="2857501" cy="737984"/>
          </a:xfrm>
          <a:prstGeom prst="rect">
            <a:avLst/>
          </a:prstGeom>
          <a:ln w="12700">
            <a:miter lim="400000"/>
          </a:ln>
        </p:spPr>
      </p:pic>
      <p:pic>
        <p:nvPicPr>
          <p:cNvPr id="1909" name="Sports_Black_Color.svg" descr="Sports_Black_Color.sv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427879" y="3820212"/>
            <a:ext cx="1905001" cy="650036"/>
          </a:xfrm>
          <a:prstGeom prst="rect">
            <a:avLst/>
          </a:prstGeom>
          <a:ln w="12700">
            <a:miter lim="400000"/>
          </a:ln>
        </p:spPr>
      </p:pic>
      <p:pic>
        <p:nvPicPr>
          <p:cNvPr id="1910" name="Sports_White_Color.svg" descr="Sports_White_Color.sv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9427879" y="8651255"/>
            <a:ext cx="1905001" cy="650036"/>
          </a:xfrm>
          <a:prstGeom prst="rect">
            <a:avLst/>
          </a:prstGeom>
          <a:ln w="12700">
            <a:miter lim="400000"/>
          </a:ln>
        </p:spPr>
      </p:pic>
      <p:pic>
        <p:nvPicPr>
          <p:cNvPr id="1911" name="Sports_White.svg" descr="Sports_White.svg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9427879" y="11055098"/>
            <a:ext cx="1905001" cy="650036"/>
          </a:xfrm>
          <a:prstGeom prst="rect">
            <a:avLst/>
          </a:prstGeom>
          <a:ln w="12700">
            <a:miter lim="400000"/>
          </a:ln>
        </p:spPr>
      </p:pic>
      <p:pic>
        <p:nvPicPr>
          <p:cNvPr id="1912" name="Sports_Black.svg" descr="Sports_Black.svg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9427879" y="6292848"/>
            <a:ext cx="1905001" cy="650036"/>
          </a:xfrm>
          <a:prstGeom prst="rect">
            <a:avLst/>
          </a:prstGeom>
          <a:ln w="12700">
            <a:miter lim="400000"/>
          </a:ln>
        </p:spPr>
      </p:pic>
      <p:pic>
        <p:nvPicPr>
          <p:cNvPr id="1913" name="Asset 9.svg" descr="Asset 9.svg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5328390" y="10984720"/>
            <a:ext cx="2857501" cy="720414"/>
          </a:xfrm>
          <a:prstGeom prst="rect">
            <a:avLst/>
          </a:prstGeom>
          <a:ln w="12700">
            <a:miter lim="400000"/>
          </a:ln>
        </p:spPr>
      </p:pic>
      <p:pic>
        <p:nvPicPr>
          <p:cNvPr id="1914" name="Asset 10.svg" descr="Asset 10.svg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5328390" y="8624851"/>
            <a:ext cx="2857501" cy="720414"/>
          </a:xfrm>
          <a:prstGeom prst="rect">
            <a:avLst/>
          </a:prstGeom>
          <a:ln w="12700">
            <a:miter lim="400000"/>
          </a:ln>
        </p:spPr>
      </p:pic>
      <p:pic>
        <p:nvPicPr>
          <p:cNvPr id="1915" name="Asset 11.svg" descr="Asset 11.svg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5328390" y="6222470"/>
            <a:ext cx="2857501" cy="720414"/>
          </a:xfrm>
          <a:prstGeom prst="rect">
            <a:avLst/>
          </a:prstGeom>
          <a:ln w="12700">
            <a:miter lim="400000"/>
          </a:ln>
        </p:spPr>
      </p:pic>
      <p:pic>
        <p:nvPicPr>
          <p:cNvPr id="1916" name="Asset 12.svg" descr="Asset 12.svg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5328390" y="3828997"/>
            <a:ext cx="2857501" cy="720414"/>
          </a:xfrm>
          <a:prstGeom prst="rect">
            <a:avLst/>
          </a:prstGeom>
          <a:ln w="12700">
            <a:miter lim="400000"/>
          </a:ln>
        </p:spPr>
      </p:pic>
      <p:sp>
        <p:nvSpPr>
          <p:cNvPr id="1917" name="Shape"/>
          <p:cNvSpPr/>
          <p:nvPr/>
        </p:nvSpPr>
        <p:spPr>
          <a:xfrm>
            <a:off x="12530603" y="11031585"/>
            <a:ext cx="2946033" cy="6970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90" fill="norm" stroke="1" extrusionOk="0">
                <a:moveTo>
                  <a:pt x="1203" y="0"/>
                </a:moveTo>
                <a:cubicBezTo>
                  <a:pt x="890" y="-1"/>
                  <a:pt x="573" y="169"/>
                  <a:pt x="259" y="551"/>
                </a:cubicBezTo>
                <a:cubicBezTo>
                  <a:pt x="99" y="784"/>
                  <a:pt x="25" y="1482"/>
                  <a:pt x="0" y="2104"/>
                </a:cubicBezTo>
                <a:cubicBezTo>
                  <a:pt x="80" y="2519"/>
                  <a:pt x="203" y="2442"/>
                  <a:pt x="333" y="2442"/>
                </a:cubicBezTo>
                <a:cubicBezTo>
                  <a:pt x="364" y="2364"/>
                  <a:pt x="419" y="2366"/>
                  <a:pt x="425" y="2184"/>
                </a:cubicBezTo>
                <a:cubicBezTo>
                  <a:pt x="382" y="1796"/>
                  <a:pt x="258" y="1924"/>
                  <a:pt x="191" y="1717"/>
                </a:cubicBezTo>
                <a:cubicBezTo>
                  <a:pt x="228" y="1562"/>
                  <a:pt x="283" y="1613"/>
                  <a:pt x="326" y="1510"/>
                </a:cubicBezTo>
                <a:cubicBezTo>
                  <a:pt x="1547" y="758"/>
                  <a:pt x="2749" y="2346"/>
                  <a:pt x="3705" y="5244"/>
                </a:cubicBezTo>
                <a:cubicBezTo>
                  <a:pt x="4210" y="6776"/>
                  <a:pt x="4691" y="9052"/>
                  <a:pt x="4524" y="11800"/>
                </a:cubicBezTo>
                <a:cubicBezTo>
                  <a:pt x="4306" y="14453"/>
                  <a:pt x="3452" y="14861"/>
                  <a:pt x="2786" y="14832"/>
                </a:cubicBezTo>
                <a:cubicBezTo>
                  <a:pt x="2638" y="14826"/>
                  <a:pt x="2511" y="14729"/>
                  <a:pt x="2380" y="14522"/>
                </a:cubicBezTo>
                <a:cubicBezTo>
                  <a:pt x="2384" y="12866"/>
                  <a:pt x="2376" y="10809"/>
                  <a:pt x="2369" y="9752"/>
                </a:cubicBezTo>
                <a:cubicBezTo>
                  <a:pt x="2644" y="9685"/>
                  <a:pt x="3175" y="10036"/>
                  <a:pt x="3526" y="10684"/>
                </a:cubicBezTo>
                <a:cubicBezTo>
                  <a:pt x="3594" y="10872"/>
                  <a:pt x="3397" y="11438"/>
                  <a:pt x="3323" y="11723"/>
                </a:cubicBezTo>
                <a:cubicBezTo>
                  <a:pt x="3282" y="11927"/>
                  <a:pt x="3432" y="12119"/>
                  <a:pt x="3532" y="12084"/>
                </a:cubicBezTo>
                <a:cubicBezTo>
                  <a:pt x="3686" y="11980"/>
                  <a:pt x="3815" y="11464"/>
                  <a:pt x="3877" y="10868"/>
                </a:cubicBezTo>
                <a:cubicBezTo>
                  <a:pt x="3920" y="10298"/>
                  <a:pt x="3855" y="9852"/>
                  <a:pt x="3772" y="9465"/>
                </a:cubicBezTo>
                <a:cubicBezTo>
                  <a:pt x="3396" y="8118"/>
                  <a:pt x="2880" y="8124"/>
                  <a:pt x="2374" y="8072"/>
                </a:cubicBezTo>
                <a:cubicBezTo>
                  <a:pt x="2369" y="7323"/>
                  <a:pt x="2364" y="6207"/>
                  <a:pt x="2330" y="5538"/>
                </a:cubicBezTo>
                <a:cubicBezTo>
                  <a:pt x="2297" y="4866"/>
                  <a:pt x="2219" y="4569"/>
                  <a:pt x="2102" y="4465"/>
                </a:cubicBezTo>
                <a:cubicBezTo>
                  <a:pt x="2009" y="4906"/>
                  <a:pt x="1995" y="5480"/>
                  <a:pt x="1979" y="6072"/>
                </a:cubicBezTo>
                <a:cubicBezTo>
                  <a:pt x="1959" y="6797"/>
                  <a:pt x="1941" y="7585"/>
                  <a:pt x="1923" y="8249"/>
                </a:cubicBezTo>
                <a:cubicBezTo>
                  <a:pt x="1923" y="8249"/>
                  <a:pt x="1648" y="8475"/>
                  <a:pt x="1485" y="8637"/>
                </a:cubicBezTo>
                <a:cubicBezTo>
                  <a:pt x="1323" y="8799"/>
                  <a:pt x="685" y="9658"/>
                  <a:pt x="739" y="11021"/>
                </a:cubicBezTo>
                <a:cubicBezTo>
                  <a:pt x="812" y="12234"/>
                  <a:pt x="1269" y="13690"/>
                  <a:pt x="1584" y="14545"/>
                </a:cubicBezTo>
                <a:cubicBezTo>
                  <a:pt x="1686" y="14824"/>
                  <a:pt x="1791" y="15070"/>
                  <a:pt x="1905" y="15300"/>
                </a:cubicBezTo>
                <a:cubicBezTo>
                  <a:pt x="1918" y="15928"/>
                  <a:pt x="1942" y="16541"/>
                  <a:pt x="2041" y="17033"/>
                </a:cubicBezTo>
                <a:cubicBezTo>
                  <a:pt x="2072" y="17157"/>
                  <a:pt x="2184" y="17108"/>
                  <a:pt x="2268" y="17033"/>
                </a:cubicBezTo>
                <a:cubicBezTo>
                  <a:pt x="2373" y="16852"/>
                  <a:pt x="2376" y="16380"/>
                  <a:pt x="2385" y="16025"/>
                </a:cubicBezTo>
                <a:cubicBezTo>
                  <a:pt x="2495" y="16105"/>
                  <a:pt x="2627" y="16235"/>
                  <a:pt x="2818" y="16335"/>
                </a:cubicBezTo>
                <a:cubicBezTo>
                  <a:pt x="3582" y="16737"/>
                  <a:pt x="4518" y="15815"/>
                  <a:pt x="4937" y="12601"/>
                </a:cubicBezTo>
                <a:cubicBezTo>
                  <a:pt x="5289" y="9517"/>
                  <a:pt x="4678" y="6528"/>
                  <a:pt x="4221" y="4863"/>
                </a:cubicBezTo>
                <a:cubicBezTo>
                  <a:pt x="4157" y="4630"/>
                  <a:pt x="3930" y="3848"/>
                  <a:pt x="3809" y="3530"/>
                </a:cubicBezTo>
                <a:cubicBezTo>
                  <a:pt x="3059" y="1547"/>
                  <a:pt x="2144" y="3"/>
                  <a:pt x="1203" y="0"/>
                </a:cubicBezTo>
                <a:close/>
                <a:moveTo>
                  <a:pt x="12364" y="1076"/>
                </a:moveTo>
                <a:lnTo>
                  <a:pt x="14004" y="10728"/>
                </a:lnTo>
                <a:lnTo>
                  <a:pt x="12364" y="20376"/>
                </a:lnTo>
                <a:lnTo>
                  <a:pt x="14192" y="20376"/>
                </a:lnTo>
                <a:lnTo>
                  <a:pt x="14990" y="15834"/>
                </a:lnTo>
                <a:lnTo>
                  <a:pt x="15787" y="20376"/>
                </a:lnTo>
                <a:lnTo>
                  <a:pt x="17616" y="20376"/>
                </a:lnTo>
                <a:lnTo>
                  <a:pt x="15976" y="10728"/>
                </a:lnTo>
                <a:lnTo>
                  <a:pt x="17616" y="1076"/>
                </a:lnTo>
                <a:lnTo>
                  <a:pt x="15787" y="1076"/>
                </a:lnTo>
                <a:lnTo>
                  <a:pt x="14990" y="5618"/>
                </a:lnTo>
                <a:lnTo>
                  <a:pt x="14192" y="1076"/>
                </a:lnTo>
                <a:lnTo>
                  <a:pt x="12364" y="1076"/>
                </a:lnTo>
                <a:close/>
                <a:moveTo>
                  <a:pt x="17749" y="1076"/>
                </a:moveTo>
                <a:lnTo>
                  <a:pt x="17749" y="20376"/>
                </a:lnTo>
                <a:lnTo>
                  <a:pt x="19285" y="20376"/>
                </a:lnTo>
                <a:lnTo>
                  <a:pt x="19285" y="14161"/>
                </a:lnTo>
                <a:lnTo>
                  <a:pt x="19720" y="14161"/>
                </a:lnTo>
                <a:cubicBezTo>
                  <a:pt x="19958" y="14161"/>
                  <a:pt x="20190" y="14043"/>
                  <a:pt x="20417" y="13807"/>
                </a:cubicBezTo>
                <a:cubicBezTo>
                  <a:pt x="20643" y="13571"/>
                  <a:pt x="20845" y="13189"/>
                  <a:pt x="21020" y="12661"/>
                </a:cubicBezTo>
                <a:cubicBezTo>
                  <a:pt x="21195" y="12134"/>
                  <a:pt x="21335" y="11453"/>
                  <a:pt x="21441" y="10617"/>
                </a:cubicBezTo>
                <a:cubicBezTo>
                  <a:pt x="21547" y="9782"/>
                  <a:pt x="21600" y="8764"/>
                  <a:pt x="21600" y="7565"/>
                </a:cubicBezTo>
                <a:cubicBezTo>
                  <a:pt x="21600" y="6366"/>
                  <a:pt x="21546" y="5269"/>
                  <a:pt x="21438" y="4442"/>
                </a:cubicBezTo>
                <a:cubicBezTo>
                  <a:pt x="21330" y="3616"/>
                  <a:pt x="21187" y="2955"/>
                  <a:pt x="21010" y="2455"/>
                </a:cubicBezTo>
                <a:cubicBezTo>
                  <a:pt x="20833" y="1956"/>
                  <a:pt x="20632" y="1599"/>
                  <a:pt x="20407" y="1389"/>
                </a:cubicBezTo>
                <a:lnTo>
                  <a:pt x="19720" y="1076"/>
                </a:lnTo>
                <a:lnTo>
                  <a:pt x="17749" y="1076"/>
                </a:lnTo>
                <a:close/>
                <a:moveTo>
                  <a:pt x="5864" y="1389"/>
                </a:moveTo>
                <a:cubicBezTo>
                  <a:pt x="5819" y="1374"/>
                  <a:pt x="5773" y="1380"/>
                  <a:pt x="5727" y="1406"/>
                </a:cubicBezTo>
                <a:lnTo>
                  <a:pt x="5726" y="1406"/>
                </a:lnTo>
                <a:cubicBezTo>
                  <a:pt x="5350" y="1691"/>
                  <a:pt x="4937" y="2649"/>
                  <a:pt x="4814" y="4282"/>
                </a:cubicBezTo>
                <a:cubicBezTo>
                  <a:pt x="4783" y="4930"/>
                  <a:pt x="4820" y="5528"/>
                  <a:pt x="4931" y="5968"/>
                </a:cubicBezTo>
                <a:cubicBezTo>
                  <a:pt x="4918" y="6370"/>
                  <a:pt x="4906" y="6926"/>
                  <a:pt x="5011" y="7211"/>
                </a:cubicBezTo>
                <a:cubicBezTo>
                  <a:pt x="5128" y="7470"/>
                  <a:pt x="5154" y="6886"/>
                  <a:pt x="5215" y="6666"/>
                </a:cubicBezTo>
                <a:cubicBezTo>
                  <a:pt x="5560" y="7236"/>
                  <a:pt x="5893" y="6563"/>
                  <a:pt x="6152" y="5708"/>
                </a:cubicBezTo>
                <a:cubicBezTo>
                  <a:pt x="6355" y="4982"/>
                  <a:pt x="6602" y="4101"/>
                  <a:pt x="6504" y="2909"/>
                </a:cubicBezTo>
                <a:cubicBezTo>
                  <a:pt x="6448" y="2443"/>
                  <a:pt x="6331" y="2158"/>
                  <a:pt x="6214" y="2158"/>
                </a:cubicBezTo>
                <a:cubicBezTo>
                  <a:pt x="6126" y="1672"/>
                  <a:pt x="6000" y="1434"/>
                  <a:pt x="5864" y="1389"/>
                </a:cubicBezTo>
                <a:close/>
                <a:moveTo>
                  <a:pt x="12853" y="2134"/>
                </a:moveTo>
                <a:lnTo>
                  <a:pt x="14065" y="2134"/>
                </a:lnTo>
                <a:lnTo>
                  <a:pt x="14787" y="6246"/>
                </a:lnTo>
                <a:lnTo>
                  <a:pt x="14990" y="7401"/>
                </a:lnTo>
                <a:lnTo>
                  <a:pt x="15192" y="6246"/>
                </a:lnTo>
                <a:lnTo>
                  <a:pt x="15914" y="2134"/>
                </a:lnTo>
                <a:lnTo>
                  <a:pt x="17126" y="2134"/>
                </a:lnTo>
                <a:lnTo>
                  <a:pt x="15771" y="10110"/>
                </a:lnTo>
                <a:lnTo>
                  <a:pt x="15666" y="10728"/>
                </a:lnTo>
                <a:lnTo>
                  <a:pt x="15771" y="11342"/>
                </a:lnTo>
                <a:lnTo>
                  <a:pt x="17126" y="19318"/>
                </a:lnTo>
                <a:lnTo>
                  <a:pt x="15914" y="19318"/>
                </a:lnTo>
                <a:lnTo>
                  <a:pt x="15192" y="15206"/>
                </a:lnTo>
                <a:lnTo>
                  <a:pt x="14990" y="14054"/>
                </a:lnTo>
                <a:lnTo>
                  <a:pt x="14787" y="15206"/>
                </a:lnTo>
                <a:lnTo>
                  <a:pt x="14065" y="19318"/>
                </a:lnTo>
                <a:lnTo>
                  <a:pt x="12853" y="19318"/>
                </a:lnTo>
                <a:lnTo>
                  <a:pt x="14209" y="11342"/>
                </a:lnTo>
                <a:lnTo>
                  <a:pt x="14314" y="10728"/>
                </a:lnTo>
                <a:lnTo>
                  <a:pt x="14209" y="10110"/>
                </a:lnTo>
                <a:lnTo>
                  <a:pt x="12853" y="2134"/>
                </a:lnTo>
                <a:close/>
                <a:moveTo>
                  <a:pt x="18001" y="2134"/>
                </a:moveTo>
                <a:lnTo>
                  <a:pt x="19720" y="2134"/>
                </a:lnTo>
                <a:cubicBezTo>
                  <a:pt x="19934" y="2134"/>
                  <a:pt x="20147" y="2233"/>
                  <a:pt x="20353" y="2425"/>
                </a:cubicBezTo>
                <a:cubicBezTo>
                  <a:pt x="20546" y="2604"/>
                  <a:pt x="20720" y="2910"/>
                  <a:pt x="20870" y="3333"/>
                </a:cubicBezTo>
                <a:cubicBezTo>
                  <a:pt x="21015" y="3742"/>
                  <a:pt x="21128" y="4271"/>
                  <a:pt x="21217" y="4953"/>
                </a:cubicBezTo>
                <a:cubicBezTo>
                  <a:pt x="21304" y="5619"/>
                  <a:pt x="21348" y="6498"/>
                  <a:pt x="21348" y="7565"/>
                </a:cubicBezTo>
                <a:cubicBezTo>
                  <a:pt x="21348" y="8632"/>
                  <a:pt x="21305" y="9443"/>
                  <a:pt x="21219" y="10120"/>
                </a:cubicBezTo>
                <a:cubicBezTo>
                  <a:pt x="21130" y="10817"/>
                  <a:pt x="21018" y="11368"/>
                  <a:pt x="20873" y="11803"/>
                </a:cubicBezTo>
                <a:cubicBezTo>
                  <a:pt x="20725" y="12249"/>
                  <a:pt x="20551" y="12575"/>
                  <a:pt x="20356" y="12778"/>
                </a:cubicBezTo>
                <a:cubicBezTo>
                  <a:pt x="20150" y="12993"/>
                  <a:pt x="19936" y="13102"/>
                  <a:pt x="19720" y="13102"/>
                </a:cubicBezTo>
                <a:lnTo>
                  <a:pt x="19034" y="13102"/>
                </a:lnTo>
                <a:lnTo>
                  <a:pt x="19034" y="19318"/>
                </a:lnTo>
                <a:lnTo>
                  <a:pt x="18001" y="19318"/>
                </a:lnTo>
                <a:lnTo>
                  <a:pt x="18001" y="2134"/>
                </a:lnTo>
                <a:close/>
                <a:moveTo>
                  <a:pt x="5504" y="2909"/>
                </a:moveTo>
                <a:cubicBezTo>
                  <a:pt x="5331" y="3453"/>
                  <a:pt x="5185" y="4134"/>
                  <a:pt x="5067" y="4880"/>
                </a:cubicBezTo>
                <a:cubicBezTo>
                  <a:pt x="5005" y="4413"/>
                  <a:pt x="5104" y="3946"/>
                  <a:pt x="5178" y="3557"/>
                </a:cubicBezTo>
                <a:cubicBezTo>
                  <a:pt x="5262" y="3210"/>
                  <a:pt x="5381" y="2883"/>
                  <a:pt x="5504" y="2909"/>
                </a:cubicBezTo>
                <a:close/>
                <a:moveTo>
                  <a:pt x="6132" y="3026"/>
                </a:moveTo>
                <a:cubicBezTo>
                  <a:pt x="6161" y="3030"/>
                  <a:pt x="6190" y="3050"/>
                  <a:pt x="6219" y="3089"/>
                </a:cubicBezTo>
                <a:cubicBezTo>
                  <a:pt x="6248" y="3129"/>
                  <a:pt x="6263" y="3179"/>
                  <a:pt x="6281" y="3377"/>
                </a:cubicBezTo>
                <a:cubicBezTo>
                  <a:pt x="6322" y="3831"/>
                  <a:pt x="6183" y="4539"/>
                  <a:pt x="6050" y="4873"/>
                </a:cubicBezTo>
                <a:cubicBezTo>
                  <a:pt x="5847" y="5339"/>
                  <a:pt x="5623" y="5698"/>
                  <a:pt x="5364" y="5568"/>
                </a:cubicBezTo>
                <a:cubicBezTo>
                  <a:pt x="5397" y="5169"/>
                  <a:pt x="5462" y="4848"/>
                  <a:pt x="5563" y="4435"/>
                </a:cubicBezTo>
                <a:cubicBezTo>
                  <a:pt x="5721" y="3789"/>
                  <a:pt x="5928" y="3001"/>
                  <a:pt x="6132" y="3026"/>
                </a:cubicBezTo>
                <a:close/>
                <a:moveTo>
                  <a:pt x="19056" y="5057"/>
                </a:moveTo>
                <a:lnTo>
                  <a:pt x="19058" y="10106"/>
                </a:lnTo>
                <a:lnTo>
                  <a:pt x="20322" y="7581"/>
                </a:lnTo>
                <a:lnTo>
                  <a:pt x="19058" y="5057"/>
                </a:lnTo>
                <a:lnTo>
                  <a:pt x="19056" y="5057"/>
                </a:lnTo>
                <a:close/>
                <a:moveTo>
                  <a:pt x="8550" y="6797"/>
                </a:moveTo>
                <a:cubicBezTo>
                  <a:pt x="8483" y="6757"/>
                  <a:pt x="8491" y="7147"/>
                  <a:pt x="8507" y="7368"/>
                </a:cubicBezTo>
                <a:cubicBezTo>
                  <a:pt x="8587" y="8793"/>
                  <a:pt x="8710" y="10166"/>
                  <a:pt x="8740" y="11669"/>
                </a:cubicBezTo>
                <a:cubicBezTo>
                  <a:pt x="8747" y="11981"/>
                  <a:pt x="8771" y="12396"/>
                  <a:pt x="8722" y="12655"/>
                </a:cubicBezTo>
                <a:cubicBezTo>
                  <a:pt x="8457" y="11282"/>
                  <a:pt x="8303" y="9649"/>
                  <a:pt x="7983" y="8457"/>
                </a:cubicBezTo>
                <a:cubicBezTo>
                  <a:pt x="7932" y="8282"/>
                  <a:pt x="7870" y="8460"/>
                  <a:pt x="7840" y="8690"/>
                </a:cubicBezTo>
                <a:cubicBezTo>
                  <a:pt x="7693" y="9960"/>
                  <a:pt x="7636" y="11360"/>
                  <a:pt x="7613" y="12838"/>
                </a:cubicBezTo>
                <a:cubicBezTo>
                  <a:pt x="7600" y="13628"/>
                  <a:pt x="7563" y="14678"/>
                  <a:pt x="7760" y="15093"/>
                </a:cubicBezTo>
                <a:cubicBezTo>
                  <a:pt x="7816" y="15171"/>
                  <a:pt x="7893" y="15136"/>
                  <a:pt x="7915" y="14912"/>
                </a:cubicBezTo>
                <a:cubicBezTo>
                  <a:pt x="8001" y="13720"/>
                  <a:pt x="7989" y="12333"/>
                  <a:pt x="8001" y="10998"/>
                </a:cubicBezTo>
                <a:cubicBezTo>
                  <a:pt x="8001" y="10875"/>
                  <a:pt x="8020" y="10631"/>
                  <a:pt x="8038" y="10738"/>
                </a:cubicBezTo>
                <a:cubicBezTo>
                  <a:pt x="8171" y="11813"/>
                  <a:pt x="8305" y="12772"/>
                  <a:pt x="8451" y="13770"/>
                </a:cubicBezTo>
                <a:cubicBezTo>
                  <a:pt x="8525" y="14276"/>
                  <a:pt x="8590" y="14760"/>
                  <a:pt x="8728" y="14729"/>
                </a:cubicBezTo>
                <a:cubicBezTo>
                  <a:pt x="8864" y="14651"/>
                  <a:pt x="8975" y="14210"/>
                  <a:pt x="9037" y="13743"/>
                </a:cubicBezTo>
                <a:cubicBezTo>
                  <a:pt x="9191" y="11877"/>
                  <a:pt x="9092" y="9701"/>
                  <a:pt x="8871" y="8146"/>
                </a:cubicBezTo>
                <a:cubicBezTo>
                  <a:pt x="8790" y="7627"/>
                  <a:pt x="8698" y="6952"/>
                  <a:pt x="8550" y="6797"/>
                </a:cubicBezTo>
                <a:close/>
                <a:moveTo>
                  <a:pt x="11327" y="7692"/>
                </a:moveTo>
                <a:cubicBezTo>
                  <a:pt x="11287" y="7653"/>
                  <a:pt x="11203" y="7957"/>
                  <a:pt x="11169" y="8146"/>
                </a:cubicBezTo>
                <a:cubicBezTo>
                  <a:pt x="10849" y="9753"/>
                  <a:pt x="10510" y="11877"/>
                  <a:pt x="10775" y="13977"/>
                </a:cubicBezTo>
                <a:cubicBezTo>
                  <a:pt x="10603" y="15895"/>
                  <a:pt x="10454" y="17864"/>
                  <a:pt x="10424" y="20016"/>
                </a:cubicBezTo>
                <a:cubicBezTo>
                  <a:pt x="10430" y="20560"/>
                  <a:pt x="10534" y="21026"/>
                  <a:pt x="10645" y="21311"/>
                </a:cubicBezTo>
                <a:cubicBezTo>
                  <a:pt x="10682" y="21389"/>
                  <a:pt x="10771" y="21599"/>
                  <a:pt x="10781" y="21418"/>
                </a:cubicBezTo>
                <a:cubicBezTo>
                  <a:pt x="10867" y="19344"/>
                  <a:pt x="10990" y="17347"/>
                  <a:pt x="11163" y="15403"/>
                </a:cubicBezTo>
                <a:cubicBezTo>
                  <a:pt x="11326" y="15491"/>
                  <a:pt x="11426" y="15474"/>
                  <a:pt x="11644" y="15066"/>
                </a:cubicBezTo>
                <a:cubicBezTo>
                  <a:pt x="12014" y="14314"/>
                  <a:pt x="12365" y="12680"/>
                  <a:pt x="12384" y="10891"/>
                </a:cubicBezTo>
                <a:cubicBezTo>
                  <a:pt x="12389" y="9933"/>
                  <a:pt x="12304" y="9028"/>
                  <a:pt x="12107" y="8483"/>
                </a:cubicBezTo>
                <a:cubicBezTo>
                  <a:pt x="12043" y="8315"/>
                  <a:pt x="11977" y="8393"/>
                  <a:pt x="11915" y="8507"/>
                </a:cubicBezTo>
                <a:cubicBezTo>
                  <a:pt x="11533" y="9440"/>
                  <a:pt x="11071" y="11602"/>
                  <a:pt x="10966" y="12548"/>
                </a:cubicBezTo>
                <a:cubicBezTo>
                  <a:pt x="10948" y="10711"/>
                  <a:pt x="11317" y="9544"/>
                  <a:pt x="11348" y="7859"/>
                </a:cubicBezTo>
                <a:cubicBezTo>
                  <a:pt x="11348" y="7753"/>
                  <a:pt x="11340" y="7704"/>
                  <a:pt x="11327" y="7692"/>
                </a:cubicBezTo>
                <a:close/>
                <a:moveTo>
                  <a:pt x="6930" y="7869"/>
                </a:moveTo>
                <a:cubicBezTo>
                  <a:pt x="6527" y="7815"/>
                  <a:pt x="6126" y="8165"/>
                  <a:pt x="5844" y="9312"/>
                </a:cubicBezTo>
                <a:cubicBezTo>
                  <a:pt x="5778" y="9609"/>
                  <a:pt x="5782" y="10165"/>
                  <a:pt x="5788" y="10554"/>
                </a:cubicBezTo>
                <a:cubicBezTo>
                  <a:pt x="5805" y="10807"/>
                  <a:pt x="5874" y="11074"/>
                  <a:pt x="5936" y="11152"/>
                </a:cubicBezTo>
                <a:cubicBezTo>
                  <a:pt x="6349" y="11540"/>
                  <a:pt x="6879" y="11074"/>
                  <a:pt x="7230" y="12241"/>
                </a:cubicBezTo>
                <a:cubicBezTo>
                  <a:pt x="7273" y="12474"/>
                  <a:pt x="7234" y="12718"/>
                  <a:pt x="7181" y="12835"/>
                </a:cubicBezTo>
                <a:cubicBezTo>
                  <a:pt x="6854" y="13405"/>
                  <a:pt x="6509" y="13810"/>
                  <a:pt x="6126" y="13473"/>
                </a:cubicBezTo>
                <a:cubicBezTo>
                  <a:pt x="6075" y="13415"/>
                  <a:pt x="5998" y="13189"/>
                  <a:pt x="6022" y="12965"/>
                </a:cubicBezTo>
                <a:cubicBezTo>
                  <a:pt x="6176" y="11980"/>
                  <a:pt x="6435" y="12939"/>
                  <a:pt x="6626" y="13069"/>
                </a:cubicBezTo>
                <a:cubicBezTo>
                  <a:pt x="6721" y="13156"/>
                  <a:pt x="6934" y="13044"/>
                  <a:pt x="7039" y="12578"/>
                </a:cubicBezTo>
                <a:cubicBezTo>
                  <a:pt x="7072" y="12316"/>
                  <a:pt x="6957" y="12154"/>
                  <a:pt x="6879" y="12060"/>
                </a:cubicBezTo>
                <a:cubicBezTo>
                  <a:pt x="6608" y="11750"/>
                  <a:pt x="6226" y="11384"/>
                  <a:pt x="5973" y="12110"/>
                </a:cubicBezTo>
                <a:cubicBezTo>
                  <a:pt x="5901" y="12314"/>
                  <a:pt x="5843" y="12941"/>
                  <a:pt x="5893" y="13433"/>
                </a:cubicBezTo>
                <a:cubicBezTo>
                  <a:pt x="6102" y="14858"/>
                  <a:pt x="6505" y="15340"/>
                  <a:pt x="6879" y="15093"/>
                </a:cubicBezTo>
                <a:cubicBezTo>
                  <a:pt x="7134" y="14925"/>
                  <a:pt x="7440" y="14547"/>
                  <a:pt x="7501" y="13329"/>
                </a:cubicBezTo>
                <a:cubicBezTo>
                  <a:pt x="7531" y="12558"/>
                  <a:pt x="7520" y="11723"/>
                  <a:pt x="7366" y="11178"/>
                </a:cubicBezTo>
                <a:cubicBezTo>
                  <a:pt x="7009" y="10168"/>
                  <a:pt x="6497" y="10710"/>
                  <a:pt x="6103" y="10036"/>
                </a:cubicBezTo>
                <a:cubicBezTo>
                  <a:pt x="6090" y="9958"/>
                  <a:pt x="6098" y="9934"/>
                  <a:pt x="6121" y="9883"/>
                </a:cubicBezTo>
                <a:cubicBezTo>
                  <a:pt x="6540" y="9338"/>
                  <a:pt x="7033" y="9545"/>
                  <a:pt x="7465" y="9104"/>
                </a:cubicBezTo>
                <a:cubicBezTo>
                  <a:pt x="7527" y="9026"/>
                  <a:pt x="7585" y="8604"/>
                  <a:pt x="7557" y="8403"/>
                </a:cubicBezTo>
                <a:cubicBezTo>
                  <a:pt x="7495" y="8144"/>
                  <a:pt x="7415" y="8101"/>
                  <a:pt x="7329" y="8039"/>
                </a:cubicBezTo>
                <a:lnTo>
                  <a:pt x="7329" y="8042"/>
                </a:lnTo>
                <a:cubicBezTo>
                  <a:pt x="7199" y="7949"/>
                  <a:pt x="7065" y="7886"/>
                  <a:pt x="6930" y="7869"/>
                </a:cubicBezTo>
                <a:close/>
                <a:moveTo>
                  <a:pt x="10201" y="7925"/>
                </a:moveTo>
                <a:cubicBezTo>
                  <a:pt x="9935" y="7996"/>
                  <a:pt x="9575" y="8281"/>
                  <a:pt x="9302" y="8457"/>
                </a:cubicBezTo>
                <a:cubicBezTo>
                  <a:pt x="9253" y="8482"/>
                  <a:pt x="9265" y="8664"/>
                  <a:pt x="9277" y="8821"/>
                </a:cubicBezTo>
                <a:cubicBezTo>
                  <a:pt x="9308" y="9442"/>
                  <a:pt x="9468" y="9338"/>
                  <a:pt x="9573" y="9572"/>
                </a:cubicBezTo>
                <a:cubicBezTo>
                  <a:pt x="9530" y="9986"/>
                  <a:pt x="9505" y="10426"/>
                  <a:pt x="9443" y="10814"/>
                </a:cubicBezTo>
                <a:cubicBezTo>
                  <a:pt x="9388" y="10891"/>
                  <a:pt x="9295" y="10843"/>
                  <a:pt x="9289" y="11205"/>
                </a:cubicBezTo>
                <a:cubicBezTo>
                  <a:pt x="9284" y="11426"/>
                  <a:pt x="9326" y="11569"/>
                  <a:pt x="9323" y="11860"/>
                </a:cubicBezTo>
                <a:cubicBezTo>
                  <a:pt x="9265" y="12477"/>
                  <a:pt x="9165" y="13123"/>
                  <a:pt x="9203" y="13924"/>
                </a:cubicBezTo>
                <a:cubicBezTo>
                  <a:pt x="9250" y="14630"/>
                  <a:pt x="9331" y="15393"/>
                  <a:pt x="9450" y="15507"/>
                </a:cubicBezTo>
                <a:cubicBezTo>
                  <a:pt x="9832" y="15817"/>
                  <a:pt x="10146" y="14911"/>
                  <a:pt x="10436" y="14004"/>
                </a:cubicBezTo>
                <a:cubicBezTo>
                  <a:pt x="10486" y="13790"/>
                  <a:pt x="10390" y="13141"/>
                  <a:pt x="10356" y="13122"/>
                </a:cubicBezTo>
                <a:cubicBezTo>
                  <a:pt x="10097" y="12992"/>
                  <a:pt x="9856" y="13459"/>
                  <a:pt x="9597" y="13433"/>
                </a:cubicBezTo>
                <a:cubicBezTo>
                  <a:pt x="9622" y="12915"/>
                  <a:pt x="9654" y="12470"/>
                  <a:pt x="9716" y="12030"/>
                </a:cubicBezTo>
                <a:cubicBezTo>
                  <a:pt x="9927" y="11899"/>
                  <a:pt x="10241" y="12086"/>
                  <a:pt x="10368" y="11669"/>
                </a:cubicBezTo>
                <a:cubicBezTo>
                  <a:pt x="10405" y="11488"/>
                  <a:pt x="10390" y="10922"/>
                  <a:pt x="10356" y="10841"/>
                </a:cubicBezTo>
                <a:cubicBezTo>
                  <a:pt x="10196" y="10607"/>
                  <a:pt x="9985" y="10695"/>
                  <a:pt x="9825" y="10734"/>
                </a:cubicBezTo>
                <a:cubicBezTo>
                  <a:pt x="9851" y="10387"/>
                  <a:pt x="9877" y="9999"/>
                  <a:pt x="9906" y="9649"/>
                </a:cubicBezTo>
                <a:cubicBezTo>
                  <a:pt x="10041" y="9701"/>
                  <a:pt x="10177" y="9665"/>
                  <a:pt x="10300" y="9622"/>
                </a:cubicBezTo>
                <a:cubicBezTo>
                  <a:pt x="10432" y="9577"/>
                  <a:pt x="10590" y="9675"/>
                  <a:pt x="10682" y="9235"/>
                </a:cubicBezTo>
                <a:cubicBezTo>
                  <a:pt x="10709" y="9011"/>
                  <a:pt x="10605" y="8410"/>
                  <a:pt x="10547" y="8223"/>
                </a:cubicBezTo>
                <a:cubicBezTo>
                  <a:pt x="10488" y="8035"/>
                  <a:pt x="10463" y="7958"/>
                  <a:pt x="10430" y="7939"/>
                </a:cubicBezTo>
                <a:cubicBezTo>
                  <a:pt x="10369" y="7903"/>
                  <a:pt x="10290" y="7902"/>
                  <a:pt x="10201" y="7925"/>
                </a:cubicBezTo>
                <a:close/>
                <a:moveTo>
                  <a:pt x="5401" y="8016"/>
                </a:moveTo>
                <a:cubicBezTo>
                  <a:pt x="5333" y="7990"/>
                  <a:pt x="5310" y="8426"/>
                  <a:pt x="5297" y="8637"/>
                </a:cubicBezTo>
                <a:cubicBezTo>
                  <a:pt x="5242" y="10192"/>
                  <a:pt x="5219" y="11928"/>
                  <a:pt x="5230" y="13613"/>
                </a:cubicBezTo>
                <a:cubicBezTo>
                  <a:pt x="5233" y="14242"/>
                  <a:pt x="5211" y="15091"/>
                  <a:pt x="5395" y="15246"/>
                </a:cubicBezTo>
                <a:cubicBezTo>
                  <a:pt x="5468" y="15324"/>
                  <a:pt x="5605" y="15247"/>
                  <a:pt x="5616" y="15039"/>
                </a:cubicBezTo>
                <a:cubicBezTo>
                  <a:pt x="5652" y="13069"/>
                  <a:pt x="5603" y="10866"/>
                  <a:pt x="5566" y="8844"/>
                </a:cubicBezTo>
                <a:cubicBezTo>
                  <a:pt x="5562" y="8637"/>
                  <a:pt x="5499" y="8119"/>
                  <a:pt x="5401" y="8016"/>
                </a:cubicBezTo>
                <a:close/>
                <a:moveTo>
                  <a:pt x="12080" y="9756"/>
                </a:moveTo>
                <a:cubicBezTo>
                  <a:pt x="12108" y="9801"/>
                  <a:pt x="12128" y="10227"/>
                  <a:pt x="12133" y="10601"/>
                </a:cubicBezTo>
                <a:lnTo>
                  <a:pt x="12131" y="10995"/>
                </a:lnTo>
                <a:cubicBezTo>
                  <a:pt x="12088" y="12213"/>
                  <a:pt x="11731" y="13247"/>
                  <a:pt x="11551" y="13460"/>
                </a:cubicBezTo>
                <a:cubicBezTo>
                  <a:pt x="11491" y="13531"/>
                  <a:pt x="11464" y="13530"/>
                  <a:pt x="11397" y="13536"/>
                </a:cubicBezTo>
                <a:cubicBezTo>
                  <a:pt x="11499" y="12542"/>
                  <a:pt x="11774" y="10842"/>
                  <a:pt x="12064" y="9779"/>
                </a:cubicBezTo>
                <a:cubicBezTo>
                  <a:pt x="12070" y="9754"/>
                  <a:pt x="12075" y="9747"/>
                  <a:pt x="12080" y="9756"/>
                </a:cubicBezTo>
                <a:close/>
                <a:moveTo>
                  <a:pt x="1917" y="9856"/>
                </a:moveTo>
                <a:cubicBezTo>
                  <a:pt x="1894" y="11294"/>
                  <a:pt x="1890" y="12893"/>
                  <a:pt x="1892" y="13900"/>
                </a:cubicBezTo>
                <a:cubicBezTo>
                  <a:pt x="1521" y="13434"/>
                  <a:pt x="1128" y="12550"/>
                  <a:pt x="869" y="11098"/>
                </a:cubicBezTo>
                <a:cubicBezTo>
                  <a:pt x="808" y="10694"/>
                  <a:pt x="1035" y="10450"/>
                  <a:pt x="1146" y="10320"/>
                </a:cubicBezTo>
                <a:cubicBezTo>
                  <a:pt x="1269" y="10177"/>
                  <a:pt x="1395" y="10074"/>
                  <a:pt x="1524" y="10000"/>
                </a:cubicBezTo>
                <a:lnTo>
                  <a:pt x="1917" y="9856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grpSp>
        <p:nvGrpSpPr>
          <p:cNvPr id="1921" name="Group"/>
          <p:cNvGrpSpPr/>
          <p:nvPr/>
        </p:nvGrpSpPr>
        <p:grpSpPr>
          <a:xfrm>
            <a:off x="12642840" y="3914230"/>
            <a:ext cx="2721559" cy="643967"/>
            <a:chOff x="0" y="0"/>
            <a:chExt cx="2721558" cy="643966"/>
          </a:xfrm>
        </p:grpSpPr>
        <p:sp>
          <p:nvSpPr>
            <p:cNvPr id="1918" name="Shape"/>
            <p:cNvSpPr/>
            <p:nvPr/>
          </p:nvSpPr>
          <p:spPr>
            <a:xfrm>
              <a:off x="1557819" y="32249"/>
              <a:ext cx="1163740" cy="5783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3837" y="10800"/>
                  </a:lnTo>
                  <a:lnTo>
                    <a:pt x="0" y="21600"/>
                  </a:lnTo>
                  <a:lnTo>
                    <a:pt x="4276" y="21600"/>
                  </a:lnTo>
                  <a:lnTo>
                    <a:pt x="6141" y="16514"/>
                  </a:lnTo>
                  <a:lnTo>
                    <a:pt x="8007" y="21600"/>
                  </a:lnTo>
                  <a:lnTo>
                    <a:pt x="12282" y="21600"/>
                  </a:lnTo>
                  <a:lnTo>
                    <a:pt x="8447" y="10800"/>
                  </a:lnTo>
                  <a:lnTo>
                    <a:pt x="12282" y="0"/>
                  </a:lnTo>
                  <a:lnTo>
                    <a:pt x="8007" y="0"/>
                  </a:lnTo>
                  <a:lnTo>
                    <a:pt x="6141" y="5082"/>
                  </a:lnTo>
                  <a:lnTo>
                    <a:pt x="4276" y="0"/>
                  </a:lnTo>
                  <a:lnTo>
                    <a:pt x="0" y="0"/>
                  </a:lnTo>
                  <a:close/>
                  <a:moveTo>
                    <a:pt x="12594" y="0"/>
                  </a:moveTo>
                  <a:lnTo>
                    <a:pt x="12594" y="21600"/>
                  </a:lnTo>
                  <a:lnTo>
                    <a:pt x="16187" y="21600"/>
                  </a:lnTo>
                  <a:lnTo>
                    <a:pt x="16187" y="14642"/>
                  </a:lnTo>
                  <a:lnTo>
                    <a:pt x="17204" y="14642"/>
                  </a:lnTo>
                  <a:cubicBezTo>
                    <a:pt x="17760" y="14642"/>
                    <a:pt x="18302" y="14511"/>
                    <a:pt x="18833" y="14247"/>
                  </a:cubicBezTo>
                  <a:cubicBezTo>
                    <a:pt x="19363" y="13983"/>
                    <a:pt x="19835" y="13554"/>
                    <a:pt x="20244" y="12964"/>
                  </a:cubicBezTo>
                  <a:cubicBezTo>
                    <a:pt x="20653" y="12374"/>
                    <a:pt x="20981" y="11613"/>
                    <a:pt x="21229" y="10678"/>
                  </a:cubicBezTo>
                  <a:cubicBezTo>
                    <a:pt x="21477" y="9742"/>
                    <a:pt x="21600" y="8604"/>
                    <a:pt x="21600" y="7262"/>
                  </a:cubicBezTo>
                  <a:cubicBezTo>
                    <a:pt x="21600" y="5920"/>
                    <a:pt x="21474" y="4693"/>
                    <a:pt x="21221" y="3767"/>
                  </a:cubicBezTo>
                  <a:cubicBezTo>
                    <a:pt x="20969" y="2842"/>
                    <a:pt x="20635" y="2104"/>
                    <a:pt x="20220" y="1544"/>
                  </a:cubicBezTo>
                  <a:cubicBezTo>
                    <a:pt x="19806" y="985"/>
                    <a:pt x="19335" y="586"/>
                    <a:pt x="18809" y="351"/>
                  </a:cubicBezTo>
                  <a:lnTo>
                    <a:pt x="17204" y="0"/>
                  </a:lnTo>
                  <a:lnTo>
                    <a:pt x="12594" y="0"/>
                  </a:lnTo>
                  <a:close/>
                  <a:moveTo>
                    <a:pt x="1144" y="1185"/>
                  </a:moveTo>
                  <a:lnTo>
                    <a:pt x="3980" y="1185"/>
                  </a:lnTo>
                  <a:lnTo>
                    <a:pt x="5668" y="5785"/>
                  </a:lnTo>
                  <a:lnTo>
                    <a:pt x="6141" y="7076"/>
                  </a:lnTo>
                  <a:lnTo>
                    <a:pt x="6616" y="5785"/>
                  </a:lnTo>
                  <a:lnTo>
                    <a:pt x="8304" y="1185"/>
                  </a:lnTo>
                  <a:lnTo>
                    <a:pt x="11136" y="1185"/>
                  </a:lnTo>
                  <a:lnTo>
                    <a:pt x="7968" y="10109"/>
                  </a:lnTo>
                  <a:lnTo>
                    <a:pt x="7723" y="10800"/>
                  </a:lnTo>
                  <a:lnTo>
                    <a:pt x="7968" y="11487"/>
                  </a:lnTo>
                  <a:lnTo>
                    <a:pt x="11136" y="20415"/>
                  </a:lnTo>
                  <a:lnTo>
                    <a:pt x="8304" y="20415"/>
                  </a:lnTo>
                  <a:lnTo>
                    <a:pt x="6616" y="15811"/>
                  </a:lnTo>
                  <a:lnTo>
                    <a:pt x="6141" y="14524"/>
                  </a:lnTo>
                  <a:lnTo>
                    <a:pt x="5668" y="15811"/>
                  </a:lnTo>
                  <a:lnTo>
                    <a:pt x="3980" y="20415"/>
                  </a:lnTo>
                  <a:lnTo>
                    <a:pt x="1144" y="20415"/>
                  </a:lnTo>
                  <a:lnTo>
                    <a:pt x="4316" y="11487"/>
                  </a:lnTo>
                  <a:lnTo>
                    <a:pt x="4561" y="10800"/>
                  </a:lnTo>
                  <a:lnTo>
                    <a:pt x="4316" y="10109"/>
                  </a:lnTo>
                  <a:lnTo>
                    <a:pt x="1144" y="1185"/>
                  </a:lnTo>
                  <a:close/>
                  <a:moveTo>
                    <a:pt x="13183" y="1185"/>
                  </a:moveTo>
                  <a:lnTo>
                    <a:pt x="17204" y="1185"/>
                  </a:lnTo>
                  <a:cubicBezTo>
                    <a:pt x="17704" y="1185"/>
                    <a:pt x="18202" y="1294"/>
                    <a:pt x="18684" y="1508"/>
                  </a:cubicBezTo>
                  <a:cubicBezTo>
                    <a:pt x="19135" y="1709"/>
                    <a:pt x="19542" y="2054"/>
                    <a:pt x="19893" y="2527"/>
                  </a:cubicBezTo>
                  <a:cubicBezTo>
                    <a:pt x="20231" y="2985"/>
                    <a:pt x="20496" y="3577"/>
                    <a:pt x="20705" y="4340"/>
                  </a:cubicBezTo>
                  <a:cubicBezTo>
                    <a:pt x="20908" y="5085"/>
                    <a:pt x="21011" y="6068"/>
                    <a:pt x="21011" y="7262"/>
                  </a:cubicBezTo>
                  <a:cubicBezTo>
                    <a:pt x="21011" y="8456"/>
                    <a:pt x="20910" y="9363"/>
                    <a:pt x="20709" y="10121"/>
                  </a:cubicBezTo>
                  <a:cubicBezTo>
                    <a:pt x="20502" y="10901"/>
                    <a:pt x="20238" y="11518"/>
                    <a:pt x="19900" y="12004"/>
                  </a:cubicBezTo>
                  <a:cubicBezTo>
                    <a:pt x="19555" y="12503"/>
                    <a:pt x="19147" y="12867"/>
                    <a:pt x="18691" y="13094"/>
                  </a:cubicBezTo>
                  <a:cubicBezTo>
                    <a:pt x="18210" y="13334"/>
                    <a:pt x="17710" y="13458"/>
                    <a:pt x="17204" y="13458"/>
                  </a:cubicBezTo>
                  <a:lnTo>
                    <a:pt x="15598" y="13458"/>
                  </a:lnTo>
                  <a:lnTo>
                    <a:pt x="15598" y="20415"/>
                  </a:lnTo>
                  <a:lnTo>
                    <a:pt x="13183" y="20415"/>
                  </a:lnTo>
                  <a:lnTo>
                    <a:pt x="13183" y="1185"/>
                  </a:lnTo>
                  <a:close/>
                </a:path>
              </a:pathLst>
            </a:custGeom>
            <a:solidFill>
              <a:schemeClr val="accent4">
                <a:hueOff val="-203031"/>
                <a:satOff val="-71423"/>
                <a:lumOff val="-30171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2438337">
                <a:defRPr sz="2400">
                  <a:solidFill>
                    <a:srgbClr val="5E5E5E"/>
                  </a:solidFill>
                  <a:latin typeface="Curiosity-TWDC DemiBold"/>
                  <a:ea typeface="Curiosity-TWDC DemiBold"/>
                  <a:cs typeface="Curiosity-TWDC DemiBold"/>
                  <a:sym typeface="Curiosity-TWDC DemiBold"/>
                </a:defRPr>
              </a:pPr>
            </a:p>
          </p:txBody>
        </p:sp>
        <p:sp>
          <p:nvSpPr>
            <p:cNvPr id="1919" name="Shape"/>
            <p:cNvSpPr/>
            <p:nvPr/>
          </p:nvSpPr>
          <p:spPr>
            <a:xfrm>
              <a:off x="2400998" y="151537"/>
              <a:ext cx="159558" cy="1513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43" y="21600"/>
                  </a:lnTo>
                  <a:lnTo>
                    <a:pt x="21600" y="10808"/>
                  </a:lnTo>
                  <a:lnTo>
                    <a:pt x="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hueOff val="-377932"/>
                <a:satOff val="-36880"/>
                <a:lumOff val="37949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defRPr sz="3200">
                  <a:solidFill>
                    <a:schemeClr val="accent4">
                      <a:hueOff val="-203031"/>
                      <a:satOff val="-71423"/>
                      <a:lumOff val="-30171"/>
                    </a:schemeClr>
                  </a:solidFill>
                </a:defRPr>
              </a:pPr>
            </a:p>
          </p:txBody>
        </p:sp>
        <p:sp>
          <p:nvSpPr>
            <p:cNvPr id="1920" name="Shape"/>
            <p:cNvSpPr/>
            <p:nvPr/>
          </p:nvSpPr>
          <p:spPr>
            <a:xfrm>
              <a:off x="0" y="-1"/>
              <a:ext cx="1560388" cy="6439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1" h="21586" fill="norm" stroke="1" extrusionOk="0">
                  <a:moveTo>
                    <a:pt x="2098" y="0"/>
                  </a:moveTo>
                  <a:cubicBezTo>
                    <a:pt x="1551" y="-1"/>
                    <a:pt x="1000" y="169"/>
                    <a:pt x="452" y="553"/>
                  </a:cubicBezTo>
                  <a:cubicBezTo>
                    <a:pt x="173" y="787"/>
                    <a:pt x="43" y="1487"/>
                    <a:pt x="0" y="2113"/>
                  </a:cubicBezTo>
                  <a:cubicBezTo>
                    <a:pt x="140" y="2529"/>
                    <a:pt x="355" y="2453"/>
                    <a:pt x="581" y="2453"/>
                  </a:cubicBezTo>
                  <a:cubicBezTo>
                    <a:pt x="634" y="2375"/>
                    <a:pt x="730" y="2377"/>
                    <a:pt x="740" y="2194"/>
                  </a:cubicBezTo>
                  <a:cubicBezTo>
                    <a:pt x="665" y="1804"/>
                    <a:pt x="450" y="1934"/>
                    <a:pt x="332" y="1726"/>
                  </a:cubicBezTo>
                  <a:cubicBezTo>
                    <a:pt x="397" y="1571"/>
                    <a:pt x="494" y="1621"/>
                    <a:pt x="569" y="1517"/>
                  </a:cubicBezTo>
                  <a:cubicBezTo>
                    <a:pt x="2697" y="762"/>
                    <a:pt x="4792" y="2357"/>
                    <a:pt x="6458" y="5267"/>
                  </a:cubicBezTo>
                  <a:cubicBezTo>
                    <a:pt x="7339" y="6807"/>
                    <a:pt x="8177" y="9092"/>
                    <a:pt x="7887" y="11853"/>
                  </a:cubicBezTo>
                  <a:cubicBezTo>
                    <a:pt x="7507" y="14518"/>
                    <a:pt x="6018" y="14926"/>
                    <a:pt x="4857" y="14897"/>
                  </a:cubicBezTo>
                  <a:cubicBezTo>
                    <a:pt x="4599" y="14891"/>
                    <a:pt x="4379" y="14794"/>
                    <a:pt x="4149" y="14585"/>
                  </a:cubicBezTo>
                  <a:cubicBezTo>
                    <a:pt x="4158" y="12923"/>
                    <a:pt x="4143" y="10858"/>
                    <a:pt x="4130" y="9797"/>
                  </a:cubicBezTo>
                  <a:cubicBezTo>
                    <a:pt x="4609" y="9729"/>
                    <a:pt x="5535" y="10082"/>
                    <a:pt x="6148" y="10733"/>
                  </a:cubicBezTo>
                  <a:cubicBezTo>
                    <a:pt x="6266" y="10921"/>
                    <a:pt x="5921" y="11488"/>
                    <a:pt x="5792" y="11775"/>
                  </a:cubicBezTo>
                  <a:cubicBezTo>
                    <a:pt x="5721" y="11980"/>
                    <a:pt x="5984" y="12172"/>
                    <a:pt x="6158" y="12136"/>
                  </a:cubicBezTo>
                  <a:cubicBezTo>
                    <a:pt x="6427" y="12032"/>
                    <a:pt x="6652" y="11516"/>
                    <a:pt x="6759" y="10917"/>
                  </a:cubicBezTo>
                  <a:cubicBezTo>
                    <a:pt x="6834" y="10344"/>
                    <a:pt x="6722" y="9894"/>
                    <a:pt x="6577" y="9506"/>
                  </a:cubicBezTo>
                  <a:cubicBezTo>
                    <a:pt x="5921" y="8153"/>
                    <a:pt x="5020" y="8162"/>
                    <a:pt x="4139" y="8110"/>
                  </a:cubicBezTo>
                  <a:cubicBezTo>
                    <a:pt x="4129" y="7357"/>
                    <a:pt x="4122" y="6234"/>
                    <a:pt x="4063" y="5561"/>
                  </a:cubicBezTo>
                  <a:cubicBezTo>
                    <a:pt x="4004" y="4887"/>
                    <a:pt x="3868" y="4588"/>
                    <a:pt x="3664" y="4484"/>
                  </a:cubicBezTo>
                  <a:cubicBezTo>
                    <a:pt x="3502" y="4926"/>
                    <a:pt x="3478" y="5505"/>
                    <a:pt x="3450" y="6100"/>
                  </a:cubicBezTo>
                  <a:cubicBezTo>
                    <a:pt x="3415" y="6829"/>
                    <a:pt x="3383" y="7620"/>
                    <a:pt x="3352" y="8287"/>
                  </a:cubicBezTo>
                  <a:cubicBezTo>
                    <a:pt x="3352" y="8287"/>
                    <a:pt x="2873" y="8514"/>
                    <a:pt x="2590" y="8677"/>
                  </a:cubicBezTo>
                  <a:cubicBezTo>
                    <a:pt x="2306" y="8839"/>
                    <a:pt x="1194" y="9700"/>
                    <a:pt x="1289" y="11069"/>
                  </a:cubicBezTo>
                  <a:cubicBezTo>
                    <a:pt x="1415" y="12287"/>
                    <a:pt x="2212" y="13751"/>
                    <a:pt x="2761" y="14610"/>
                  </a:cubicBezTo>
                  <a:cubicBezTo>
                    <a:pt x="2939" y="14890"/>
                    <a:pt x="3122" y="15138"/>
                    <a:pt x="3321" y="15369"/>
                  </a:cubicBezTo>
                  <a:cubicBezTo>
                    <a:pt x="3344" y="16000"/>
                    <a:pt x="3386" y="16615"/>
                    <a:pt x="3558" y="17109"/>
                  </a:cubicBezTo>
                  <a:cubicBezTo>
                    <a:pt x="3613" y="17233"/>
                    <a:pt x="3807" y="17184"/>
                    <a:pt x="3955" y="17109"/>
                  </a:cubicBezTo>
                  <a:cubicBezTo>
                    <a:pt x="4138" y="16927"/>
                    <a:pt x="4142" y="16452"/>
                    <a:pt x="4158" y="16095"/>
                  </a:cubicBezTo>
                  <a:cubicBezTo>
                    <a:pt x="4350" y="16176"/>
                    <a:pt x="4580" y="16306"/>
                    <a:pt x="4913" y="16407"/>
                  </a:cubicBezTo>
                  <a:cubicBezTo>
                    <a:pt x="6245" y="16811"/>
                    <a:pt x="7876" y="15885"/>
                    <a:pt x="8607" y="12657"/>
                  </a:cubicBezTo>
                  <a:cubicBezTo>
                    <a:pt x="9220" y="9559"/>
                    <a:pt x="8157" y="6557"/>
                    <a:pt x="7359" y="4884"/>
                  </a:cubicBezTo>
                  <a:cubicBezTo>
                    <a:pt x="7248" y="4650"/>
                    <a:pt x="6851" y="3863"/>
                    <a:pt x="6641" y="3545"/>
                  </a:cubicBezTo>
                  <a:cubicBezTo>
                    <a:pt x="5333" y="1552"/>
                    <a:pt x="3739" y="3"/>
                    <a:pt x="2098" y="0"/>
                  </a:cubicBezTo>
                  <a:close/>
                  <a:moveTo>
                    <a:pt x="10224" y="1397"/>
                  </a:moveTo>
                  <a:cubicBezTo>
                    <a:pt x="10145" y="1382"/>
                    <a:pt x="10065" y="1385"/>
                    <a:pt x="9984" y="1411"/>
                  </a:cubicBezTo>
                  <a:lnTo>
                    <a:pt x="9983" y="1411"/>
                  </a:lnTo>
                  <a:cubicBezTo>
                    <a:pt x="9327" y="1696"/>
                    <a:pt x="8608" y="2659"/>
                    <a:pt x="8394" y="4299"/>
                  </a:cubicBezTo>
                  <a:cubicBezTo>
                    <a:pt x="8340" y="4950"/>
                    <a:pt x="8403" y="5551"/>
                    <a:pt x="8597" y="5994"/>
                  </a:cubicBezTo>
                  <a:cubicBezTo>
                    <a:pt x="8575" y="6397"/>
                    <a:pt x="8553" y="6955"/>
                    <a:pt x="8736" y="7241"/>
                  </a:cubicBezTo>
                  <a:cubicBezTo>
                    <a:pt x="8940" y="7502"/>
                    <a:pt x="8985" y="6916"/>
                    <a:pt x="9092" y="6695"/>
                  </a:cubicBezTo>
                  <a:cubicBezTo>
                    <a:pt x="9693" y="7268"/>
                    <a:pt x="10274" y="6594"/>
                    <a:pt x="10726" y="5735"/>
                  </a:cubicBezTo>
                  <a:cubicBezTo>
                    <a:pt x="11081" y="5006"/>
                    <a:pt x="11511" y="4118"/>
                    <a:pt x="11339" y="2921"/>
                  </a:cubicBezTo>
                  <a:cubicBezTo>
                    <a:pt x="11242" y="2452"/>
                    <a:pt x="11037" y="2166"/>
                    <a:pt x="10833" y="2166"/>
                  </a:cubicBezTo>
                  <a:cubicBezTo>
                    <a:pt x="10679" y="1678"/>
                    <a:pt x="10460" y="1442"/>
                    <a:pt x="10224" y="1397"/>
                  </a:cubicBezTo>
                  <a:close/>
                  <a:moveTo>
                    <a:pt x="9596" y="2921"/>
                  </a:moveTo>
                  <a:cubicBezTo>
                    <a:pt x="9294" y="3467"/>
                    <a:pt x="9039" y="4153"/>
                    <a:pt x="8834" y="4902"/>
                  </a:cubicBezTo>
                  <a:cubicBezTo>
                    <a:pt x="8726" y="4434"/>
                    <a:pt x="8898" y="3963"/>
                    <a:pt x="9027" y="3573"/>
                  </a:cubicBezTo>
                  <a:cubicBezTo>
                    <a:pt x="9174" y="3225"/>
                    <a:pt x="9381" y="2895"/>
                    <a:pt x="9596" y="2921"/>
                  </a:cubicBezTo>
                  <a:close/>
                  <a:moveTo>
                    <a:pt x="10691" y="3041"/>
                  </a:moveTo>
                  <a:cubicBezTo>
                    <a:pt x="10742" y="3045"/>
                    <a:pt x="10792" y="3065"/>
                    <a:pt x="10843" y="3105"/>
                  </a:cubicBezTo>
                  <a:cubicBezTo>
                    <a:pt x="10892" y="3145"/>
                    <a:pt x="10920" y="3193"/>
                    <a:pt x="10951" y="3392"/>
                  </a:cubicBezTo>
                  <a:cubicBezTo>
                    <a:pt x="11022" y="3848"/>
                    <a:pt x="10779" y="4560"/>
                    <a:pt x="10547" y="4895"/>
                  </a:cubicBezTo>
                  <a:cubicBezTo>
                    <a:pt x="10193" y="5363"/>
                    <a:pt x="9803" y="5724"/>
                    <a:pt x="9352" y="5593"/>
                  </a:cubicBezTo>
                  <a:cubicBezTo>
                    <a:pt x="9410" y="5193"/>
                    <a:pt x="9523" y="4870"/>
                    <a:pt x="9699" y="4455"/>
                  </a:cubicBezTo>
                  <a:cubicBezTo>
                    <a:pt x="9974" y="3806"/>
                    <a:pt x="10334" y="3016"/>
                    <a:pt x="10691" y="3041"/>
                  </a:cubicBezTo>
                  <a:close/>
                  <a:moveTo>
                    <a:pt x="14906" y="6827"/>
                  </a:moveTo>
                  <a:cubicBezTo>
                    <a:pt x="14789" y="6787"/>
                    <a:pt x="14803" y="7179"/>
                    <a:pt x="14831" y="7401"/>
                  </a:cubicBezTo>
                  <a:cubicBezTo>
                    <a:pt x="14971" y="8833"/>
                    <a:pt x="15184" y="10212"/>
                    <a:pt x="15238" y="11721"/>
                  </a:cubicBezTo>
                  <a:cubicBezTo>
                    <a:pt x="15249" y="12034"/>
                    <a:pt x="15292" y="12450"/>
                    <a:pt x="15206" y="12710"/>
                  </a:cubicBezTo>
                  <a:cubicBezTo>
                    <a:pt x="14744" y="11331"/>
                    <a:pt x="14476" y="9694"/>
                    <a:pt x="13917" y="8496"/>
                  </a:cubicBezTo>
                  <a:cubicBezTo>
                    <a:pt x="13828" y="8321"/>
                    <a:pt x="13721" y="8499"/>
                    <a:pt x="13669" y="8730"/>
                  </a:cubicBezTo>
                  <a:cubicBezTo>
                    <a:pt x="13412" y="10006"/>
                    <a:pt x="13312" y="11409"/>
                    <a:pt x="13272" y="12895"/>
                  </a:cubicBezTo>
                  <a:cubicBezTo>
                    <a:pt x="13250" y="13688"/>
                    <a:pt x="13185" y="14743"/>
                    <a:pt x="13529" y="15159"/>
                  </a:cubicBezTo>
                  <a:cubicBezTo>
                    <a:pt x="13626" y="15238"/>
                    <a:pt x="13762" y="15203"/>
                    <a:pt x="13800" y="14979"/>
                  </a:cubicBezTo>
                  <a:cubicBezTo>
                    <a:pt x="13950" y="13781"/>
                    <a:pt x="13929" y="12389"/>
                    <a:pt x="13949" y="11048"/>
                  </a:cubicBezTo>
                  <a:cubicBezTo>
                    <a:pt x="13949" y="10924"/>
                    <a:pt x="13984" y="10679"/>
                    <a:pt x="14015" y="10786"/>
                  </a:cubicBezTo>
                  <a:cubicBezTo>
                    <a:pt x="14246" y="11866"/>
                    <a:pt x="14480" y="12828"/>
                    <a:pt x="14735" y="13830"/>
                  </a:cubicBezTo>
                  <a:cubicBezTo>
                    <a:pt x="14863" y="14338"/>
                    <a:pt x="14977" y="14826"/>
                    <a:pt x="15217" y="14794"/>
                  </a:cubicBezTo>
                  <a:cubicBezTo>
                    <a:pt x="15454" y="14716"/>
                    <a:pt x="15647" y="14274"/>
                    <a:pt x="15754" y="13806"/>
                  </a:cubicBezTo>
                  <a:cubicBezTo>
                    <a:pt x="16023" y="11931"/>
                    <a:pt x="15851" y="9746"/>
                    <a:pt x="15465" y="8184"/>
                  </a:cubicBezTo>
                  <a:cubicBezTo>
                    <a:pt x="15325" y="7663"/>
                    <a:pt x="15164" y="6983"/>
                    <a:pt x="14906" y="6827"/>
                  </a:cubicBezTo>
                  <a:close/>
                  <a:moveTo>
                    <a:pt x="19747" y="7727"/>
                  </a:moveTo>
                  <a:cubicBezTo>
                    <a:pt x="19678" y="7688"/>
                    <a:pt x="19532" y="7994"/>
                    <a:pt x="19473" y="8184"/>
                  </a:cubicBezTo>
                  <a:cubicBezTo>
                    <a:pt x="18915" y="9798"/>
                    <a:pt x="18323" y="11930"/>
                    <a:pt x="18786" y="14039"/>
                  </a:cubicBezTo>
                  <a:cubicBezTo>
                    <a:pt x="18485" y="15965"/>
                    <a:pt x="18226" y="17943"/>
                    <a:pt x="18173" y="20104"/>
                  </a:cubicBezTo>
                  <a:cubicBezTo>
                    <a:pt x="18183" y="20651"/>
                    <a:pt x="18366" y="21121"/>
                    <a:pt x="18559" y="21408"/>
                  </a:cubicBezTo>
                  <a:cubicBezTo>
                    <a:pt x="18607" y="21467"/>
                    <a:pt x="18707" y="21599"/>
                    <a:pt x="18761" y="21585"/>
                  </a:cubicBezTo>
                  <a:cubicBezTo>
                    <a:pt x="18779" y="21581"/>
                    <a:pt x="18792" y="21560"/>
                    <a:pt x="18796" y="21515"/>
                  </a:cubicBezTo>
                  <a:cubicBezTo>
                    <a:pt x="18946" y="19431"/>
                    <a:pt x="19161" y="17424"/>
                    <a:pt x="19462" y="15471"/>
                  </a:cubicBezTo>
                  <a:cubicBezTo>
                    <a:pt x="19745" y="15560"/>
                    <a:pt x="19921" y="15545"/>
                    <a:pt x="20302" y="15135"/>
                  </a:cubicBezTo>
                  <a:cubicBezTo>
                    <a:pt x="20946" y="14379"/>
                    <a:pt x="21558" y="12738"/>
                    <a:pt x="21591" y="10942"/>
                  </a:cubicBezTo>
                  <a:cubicBezTo>
                    <a:pt x="21600" y="9979"/>
                    <a:pt x="21452" y="9068"/>
                    <a:pt x="21108" y="8521"/>
                  </a:cubicBezTo>
                  <a:cubicBezTo>
                    <a:pt x="20996" y="8352"/>
                    <a:pt x="20880" y="8432"/>
                    <a:pt x="20773" y="8546"/>
                  </a:cubicBezTo>
                  <a:cubicBezTo>
                    <a:pt x="20106" y="9483"/>
                    <a:pt x="19302" y="11654"/>
                    <a:pt x="19118" y="12604"/>
                  </a:cubicBezTo>
                  <a:cubicBezTo>
                    <a:pt x="19087" y="10759"/>
                    <a:pt x="19732" y="9586"/>
                    <a:pt x="19785" y="7893"/>
                  </a:cubicBezTo>
                  <a:cubicBezTo>
                    <a:pt x="19786" y="7788"/>
                    <a:pt x="19770" y="7740"/>
                    <a:pt x="19747" y="7727"/>
                  </a:cubicBezTo>
                  <a:close/>
                  <a:moveTo>
                    <a:pt x="12082" y="7904"/>
                  </a:moveTo>
                  <a:cubicBezTo>
                    <a:pt x="11379" y="7851"/>
                    <a:pt x="10679" y="8202"/>
                    <a:pt x="10187" y="9354"/>
                  </a:cubicBezTo>
                  <a:cubicBezTo>
                    <a:pt x="10073" y="9653"/>
                    <a:pt x="10080" y="10211"/>
                    <a:pt x="10091" y="10601"/>
                  </a:cubicBezTo>
                  <a:cubicBezTo>
                    <a:pt x="10120" y="10856"/>
                    <a:pt x="10241" y="11122"/>
                    <a:pt x="10348" y="11200"/>
                  </a:cubicBezTo>
                  <a:cubicBezTo>
                    <a:pt x="11068" y="11591"/>
                    <a:pt x="11993" y="11124"/>
                    <a:pt x="12606" y="12296"/>
                  </a:cubicBezTo>
                  <a:cubicBezTo>
                    <a:pt x="12681" y="12530"/>
                    <a:pt x="12612" y="12774"/>
                    <a:pt x="12520" y="12891"/>
                  </a:cubicBezTo>
                  <a:cubicBezTo>
                    <a:pt x="11950" y="13464"/>
                    <a:pt x="11347" y="13872"/>
                    <a:pt x="10680" y="13533"/>
                  </a:cubicBezTo>
                  <a:cubicBezTo>
                    <a:pt x="10591" y="13475"/>
                    <a:pt x="10456" y="13247"/>
                    <a:pt x="10499" y="13022"/>
                  </a:cubicBezTo>
                  <a:cubicBezTo>
                    <a:pt x="10768" y="12033"/>
                    <a:pt x="11219" y="12999"/>
                    <a:pt x="11552" y="13129"/>
                  </a:cubicBezTo>
                  <a:cubicBezTo>
                    <a:pt x="11719" y="13216"/>
                    <a:pt x="12089" y="13104"/>
                    <a:pt x="12272" y="12636"/>
                  </a:cubicBezTo>
                  <a:cubicBezTo>
                    <a:pt x="12330" y="12372"/>
                    <a:pt x="12130" y="12209"/>
                    <a:pt x="11994" y="12115"/>
                  </a:cubicBezTo>
                  <a:cubicBezTo>
                    <a:pt x="11521" y="11803"/>
                    <a:pt x="10855" y="11435"/>
                    <a:pt x="10414" y="12164"/>
                  </a:cubicBezTo>
                  <a:cubicBezTo>
                    <a:pt x="10289" y="12369"/>
                    <a:pt x="10187" y="12999"/>
                    <a:pt x="10274" y="13494"/>
                  </a:cubicBezTo>
                  <a:cubicBezTo>
                    <a:pt x="10639" y="14926"/>
                    <a:pt x="11341" y="15408"/>
                    <a:pt x="11994" y="15159"/>
                  </a:cubicBezTo>
                  <a:cubicBezTo>
                    <a:pt x="12439" y="14991"/>
                    <a:pt x="12971" y="14611"/>
                    <a:pt x="13078" y="13387"/>
                  </a:cubicBezTo>
                  <a:cubicBezTo>
                    <a:pt x="13130" y="12612"/>
                    <a:pt x="13112" y="11776"/>
                    <a:pt x="12843" y="11229"/>
                  </a:cubicBezTo>
                  <a:cubicBezTo>
                    <a:pt x="12220" y="10214"/>
                    <a:pt x="11327" y="10757"/>
                    <a:pt x="10639" y="10080"/>
                  </a:cubicBezTo>
                  <a:cubicBezTo>
                    <a:pt x="10618" y="10002"/>
                    <a:pt x="10631" y="9980"/>
                    <a:pt x="10672" y="9928"/>
                  </a:cubicBezTo>
                  <a:cubicBezTo>
                    <a:pt x="11402" y="9381"/>
                    <a:pt x="12262" y="9587"/>
                    <a:pt x="13014" y="9145"/>
                  </a:cubicBezTo>
                  <a:cubicBezTo>
                    <a:pt x="13123" y="9066"/>
                    <a:pt x="13223" y="8641"/>
                    <a:pt x="13175" y="8439"/>
                  </a:cubicBezTo>
                  <a:cubicBezTo>
                    <a:pt x="13067" y="8179"/>
                    <a:pt x="12928" y="8137"/>
                    <a:pt x="12777" y="8074"/>
                  </a:cubicBezTo>
                  <a:lnTo>
                    <a:pt x="12777" y="8078"/>
                  </a:lnTo>
                  <a:cubicBezTo>
                    <a:pt x="12550" y="7984"/>
                    <a:pt x="12316" y="7922"/>
                    <a:pt x="12082" y="7904"/>
                  </a:cubicBezTo>
                  <a:close/>
                  <a:moveTo>
                    <a:pt x="17785" y="7961"/>
                  </a:moveTo>
                  <a:cubicBezTo>
                    <a:pt x="17320" y="8032"/>
                    <a:pt x="16692" y="8320"/>
                    <a:pt x="16217" y="8496"/>
                  </a:cubicBezTo>
                  <a:cubicBezTo>
                    <a:pt x="16131" y="8522"/>
                    <a:pt x="16153" y="8704"/>
                    <a:pt x="16174" y="8861"/>
                  </a:cubicBezTo>
                  <a:cubicBezTo>
                    <a:pt x="16228" y="9486"/>
                    <a:pt x="16506" y="9381"/>
                    <a:pt x="16689" y="9616"/>
                  </a:cubicBezTo>
                  <a:cubicBezTo>
                    <a:pt x="16614" y="10032"/>
                    <a:pt x="16571" y="10473"/>
                    <a:pt x="16464" y="10864"/>
                  </a:cubicBezTo>
                  <a:cubicBezTo>
                    <a:pt x="16367" y="10941"/>
                    <a:pt x="16206" y="10893"/>
                    <a:pt x="16195" y="11257"/>
                  </a:cubicBezTo>
                  <a:cubicBezTo>
                    <a:pt x="16185" y="11479"/>
                    <a:pt x="16260" y="11621"/>
                    <a:pt x="16253" y="11913"/>
                  </a:cubicBezTo>
                  <a:cubicBezTo>
                    <a:pt x="16153" y="12532"/>
                    <a:pt x="15979" y="13182"/>
                    <a:pt x="16046" y="13986"/>
                  </a:cubicBezTo>
                  <a:cubicBezTo>
                    <a:pt x="16126" y="14696"/>
                    <a:pt x="16266" y="15463"/>
                    <a:pt x="16474" y="15578"/>
                  </a:cubicBezTo>
                  <a:cubicBezTo>
                    <a:pt x="17141" y="15890"/>
                    <a:pt x="17689" y="14979"/>
                    <a:pt x="18195" y="14068"/>
                  </a:cubicBezTo>
                  <a:cubicBezTo>
                    <a:pt x="18282" y="13853"/>
                    <a:pt x="18114" y="13201"/>
                    <a:pt x="18054" y="13182"/>
                  </a:cubicBezTo>
                  <a:cubicBezTo>
                    <a:pt x="17603" y="13051"/>
                    <a:pt x="17184" y="13520"/>
                    <a:pt x="16733" y="13494"/>
                  </a:cubicBezTo>
                  <a:cubicBezTo>
                    <a:pt x="16776" y="12973"/>
                    <a:pt x="16832" y="12525"/>
                    <a:pt x="16939" y="12083"/>
                  </a:cubicBezTo>
                  <a:cubicBezTo>
                    <a:pt x="17308" y="11951"/>
                    <a:pt x="17855" y="12139"/>
                    <a:pt x="18076" y="11721"/>
                  </a:cubicBezTo>
                  <a:cubicBezTo>
                    <a:pt x="18141" y="11539"/>
                    <a:pt x="18114" y="10970"/>
                    <a:pt x="18054" y="10888"/>
                  </a:cubicBezTo>
                  <a:cubicBezTo>
                    <a:pt x="17775" y="10654"/>
                    <a:pt x="17408" y="10743"/>
                    <a:pt x="17128" y="10782"/>
                  </a:cubicBezTo>
                  <a:cubicBezTo>
                    <a:pt x="17174" y="10433"/>
                    <a:pt x="17220" y="10042"/>
                    <a:pt x="17270" y="9690"/>
                  </a:cubicBezTo>
                  <a:cubicBezTo>
                    <a:pt x="17507" y="9743"/>
                    <a:pt x="17743" y="9709"/>
                    <a:pt x="17958" y="9666"/>
                  </a:cubicBezTo>
                  <a:cubicBezTo>
                    <a:pt x="18188" y="9620"/>
                    <a:pt x="18462" y="9718"/>
                    <a:pt x="18623" y="9276"/>
                  </a:cubicBezTo>
                  <a:cubicBezTo>
                    <a:pt x="18670" y="9051"/>
                    <a:pt x="18490" y="8447"/>
                    <a:pt x="18388" y="8259"/>
                  </a:cubicBezTo>
                  <a:cubicBezTo>
                    <a:pt x="18286" y="8070"/>
                    <a:pt x="18241" y="7994"/>
                    <a:pt x="18183" y="7975"/>
                  </a:cubicBezTo>
                  <a:cubicBezTo>
                    <a:pt x="18076" y="7939"/>
                    <a:pt x="17940" y="7937"/>
                    <a:pt x="17785" y="7961"/>
                  </a:cubicBezTo>
                  <a:close/>
                  <a:moveTo>
                    <a:pt x="9416" y="8053"/>
                  </a:moveTo>
                  <a:cubicBezTo>
                    <a:pt x="9297" y="8027"/>
                    <a:pt x="9257" y="8465"/>
                    <a:pt x="9235" y="8677"/>
                  </a:cubicBezTo>
                  <a:cubicBezTo>
                    <a:pt x="9138" y="10239"/>
                    <a:pt x="9100" y="11982"/>
                    <a:pt x="9118" y="13674"/>
                  </a:cubicBezTo>
                  <a:cubicBezTo>
                    <a:pt x="9124" y="14306"/>
                    <a:pt x="9086" y="15159"/>
                    <a:pt x="9406" y="15315"/>
                  </a:cubicBezTo>
                  <a:cubicBezTo>
                    <a:pt x="9534" y="15393"/>
                    <a:pt x="9772" y="15315"/>
                    <a:pt x="9791" y="15106"/>
                  </a:cubicBezTo>
                  <a:cubicBezTo>
                    <a:pt x="9855" y="13128"/>
                    <a:pt x="9769" y="10913"/>
                    <a:pt x="9705" y="8882"/>
                  </a:cubicBezTo>
                  <a:cubicBezTo>
                    <a:pt x="9698" y="8675"/>
                    <a:pt x="9587" y="8157"/>
                    <a:pt x="9416" y="8053"/>
                  </a:cubicBezTo>
                  <a:close/>
                  <a:moveTo>
                    <a:pt x="21061" y="9800"/>
                  </a:moveTo>
                  <a:cubicBezTo>
                    <a:pt x="21109" y="9846"/>
                    <a:pt x="21144" y="10273"/>
                    <a:pt x="21153" y="10647"/>
                  </a:cubicBezTo>
                  <a:lnTo>
                    <a:pt x="21150" y="11044"/>
                  </a:lnTo>
                  <a:cubicBezTo>
                    <a:pt x="21075" y="12268"/>
                    <a:pt x="20452" y="13305"/>
                    <a:pt x="20139" y="13518"/>
                  </a:cubicBezTo>
                  <a:cubicBezTo>
                    <a:pt x="20034" y="13590"/>
                    <a:pt x="19987" y="13590"/>
                    <a:pt x="19870" y="13596"/>
                  </a:cubicBezTo>
                  <a:cubicBezTo>
                    <a:pt x="20047" y="12597"/>
                    <a:pt x="20526" y="10889"/>
                    <a:pt x="21032" y="9822"/>
                  </a:cubicBezTo>
                  <a:cubicBezTo>
                    <a:pt x="21042" y="9796"/>
                    <a:pt x="21051" y="9791"/>
                    <a:pt x="21061" y="9800"/>
                  </a:cubicBezTo>
                  <a:close/>
                  <a:moveTo>
                    <a:pt x="3342" y="9900"/>
                  </a:moveTo>
                  <a:cubicBezTo>
                    <a:pt x="3303" y="11344"/>
                    <a:pt x="3295" y="12949"/>
                    <a:pt x="3299" y="13961"/>
                  </a:cubicBezTo>
                  <a:cubicBezTo>
                    <a:pt x="2652" y="13493"/>
                    <a:pt x="1966" y="12605"/>
                    <a:pt x="1514" y="11147"/>
                  </a:cubicBezTo>
                  <a:cubicBezTo>
                    <a:pt x="1408" y="10741"/>
                    <a:pt x="1805" y="10498"/>
                    <a:pt x="1999" y="10367"/>
                  </a:cubicBezTo>
                  <a:cubicBezTo>
                    <a:pt x="2212" y="10224"/>
                    <a:pt x="2432" y="10120"/>
                    <a:pt x="2657" y="10045"/>
                  </a:cubicBezTo>
                  <a:lnTo>
                    <a:pt x="3342" y="9900"/>
                  </a:lnTo>
                  <a:close/>
                </a:path>
              </a:pathLst>
            </a:custGeom>
            <a:solidFill>
              <a:schemeClr val="accent1">
                <a:hueOff val="-377932"/>
                <a:satOff val="-36880"/>
                <a:lumOff val="37949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defRPr sz="3200">
                  <a:solidFill>
                    <a:schemeClr val="accent4">
                      <a:hueOff val="-203031"/>
                      <a:satOff val="-71423"/>
                      <a:lumOff val="-30171"/>
                    </a:schemeClr>
                  </a:solidFill>
                </a:defRPr>
              </a:pPr>
            </a:p>
          </p:txBody>
        </p:sp>
      </p:grpSp>
      <p:sp>
        <p:nvSpPr>
          <p:cNvPr id="1922" name="Shape"/>
          <p:cNvSpPr/>
          <p:nvPr/>
        </p:nvSpPr>
        <p:spPr>
          <a:xfrm>
            <a:off x="12530603" y="6269335"/>
            <a:ext cx="2946033" cy="6970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90" fill="norm" stroke="1" extrusionOk="0">
                <a:moveTo>
                  <a:pt x="1203" y="0"/>
                </a:moveTo>
                <a:cubicBezTo>
                  <a:pt x="890" y="-1"/>
                  <a:pt x="573" y="169"/>
                  <a:pt x="259" y="551"/>
                </a:cubicBezTo>
                <a:cubicBezTo>
                  <a:pt x="99" y="784"/>
                  <a:pt x="25" y="1482"/>
                  <a:pt x="0" y="2104"/>
                </a:cubicBezTo>
                <a:cubicBezTo>
                  <a:pt x="80" y="2519"/>
                  <a:pt x="203" y="2442"/>
                  <a:pt x="333" y="2442"/>
                </a:cubicBezTo>
                <a:cubicBezTo>
                  <a:pt x="364" y="2364"/>
                  <a:pt x="419" y="2366"/>
                  <a:pt x="425" y="2184"/>
                </a:cubicBezTo>
                <a:cubicBezTo>
                  <a:pt x="382" y="1796"/>
                  <a:pt x="258" y="1924"/>
                  <a:pt x="191" y="1717"/>
                </a:cubicBezTo>
                <a:cubicBezTo>
                  <a:pt x="228" y="1562"/>
                  <a:pt x="283" y="1613"/>
                  <a:pt x="326" y="1510"/>
                </a:cubicBezTo>
                <a:cubicBezTo>
                  <a:pt x="1547" y="758"/>
                  <a:pt x="2749" y="2346"/>
                  <a:pt x="3705" y="5244"/>
                </a:cubicBezTo>
                <a:cubicBezTo>
                  <a:pt x="4210" y="6776"/>
                  <a:pt x="4691" y="9052"/>
                  <a:pt x="4524" y="11800"/>
                </a:cubicBezTo>
                <a:cubicBezTo>
                  <a:pt x="4306" y="14453"/>
                  <a:pt x="3452" y="14861"/>
                  <a:pt x="2786" y="14832"/>
                </a:cubicBezTo>
                <a:cubicBezTo>
                  <a:pt x="2638" y="14826"/>
                  <a:pt x="2511" y="14729"/>
                  <a:pt x="2380" y="14522"/>
                </a:cubicBezTo>
                <a:cubicBezTo>
                  <a:pt x="2384" y="12866"/>
                  <a:pt x="2376" y="10809"/>
                  <a:pt x="2369" y="9752"/>
                </a:cubicBezTo>
                <a:cubicBezTo>
                  <a:pt x="2644" y="9685"/>
                  <a:pt x="3175" y="10036"/>
                  <a:pt x="3526" y="10684"/>
                </a:cubicBezTo>
                <a:cubicBezTo>
                  <a:pt x="3594" y="10872"/>
                  <a:pt x="3397" y="11438"/>
                  <a:pt x="3323" y="11723"/>
                </a:cubicBezTo>
                <a:cubicBezTo>
                  <a:pt x="3282" y="11927"/>
                  <a:pt x="3432" y="12119"/>
                  <a:pt x="3532" y="12084"/>
                </a:cubicBezTo>
                <a:cubicBezTo>
                  <a:pt x="3686" y="11980"/>
                  <a:pt x="3815" y="11464"/>
                  <a:pt x="3877" y="10868"/>
                </a:cubicBezTo>
                <a:cubicBezTo>
                  <a:pt x="3920" y="10298"/>
                  <a:pt x="3855" y="9852"/>
                  <a:pt x="3772" y="9465"/>
                </a:cubicBezTo>
                <a:cubicBezTo>
                  <a:pt x="3396" y="8118"/>
                  <a:pt x="2880" y="8124"/>
                  <a:pt x="2374" y="8072"/>
                </a:cubicBezTo>
                <a:cubicBezTo>
                  <a:pt x="2369" y="7323"/>
                  <a:pt x="2364" y="6207"/>
                  <a:pt x="2330" y="5538"/>
                </a:cubicBezTo>
                <a:cubicBezTo>
                  <a:pt x="2297" y="4866"/>
                  <a:pt x="2219" y="4569"/>
                  <a:pt x="2102" y="4465"/>
                </a:cubicBezTo>
                <a:cubicBezTo>
                  <a:pt x="2009" y="4906"/>
                  <a:pt x="1995" y="5480"/>
                  <a:pt x="1979" y="6072"/>
                </a:cubicBezTo>
                <a:cubicBezTo>
                  <a:pt x="1959" y="6797"/>
                  <a:pt x="1941" y="7585"/>
                  <a:pt x="1923" y="8249"/>
                </a:cubicBezTo>
                <a:cubicBezTo>
                  <a:pt x="1923" y="8249"/>
                  <a:pt x="1648" y="8475"/>
                  <a:pt x="1485" y="8637"/>
                </a:cubicBezTo>
                <a:cubicBezTo>
                  <a:pt x="1323" y="8799"/>
                  <a:pt x="685" y="9658"/>
                  <a:pt x="739" y="11021"/>
                </a:cubicBezTo>
                <a:cubicBezTo>
                  <a:pt x="812" y="12234"/>
                  <a:pt x="1269" y="13690"/>
                  <a:pt x="1584" y="14545"/>
                </a:cubicBezTo>
                <a:cubicBezTo>
                  <a:pt x="1686" y="14824"/>
                  <a:pt x="1791" y="15070"/>
                  <a:pt x="1905" y="15300"/>
                </a:cubicBezTo>
                <a:cubicBezTo>
                  <a:pt x="1918" y="15928"/>
                  <a:pt x="1942" y="16541"/>
                  <a:pt x="2041" y="17033"/>
                </a:cubicBezTo>
                <a:cubicBezTo>
                  <a:pt x="2072" y="17157"/>
                  <a:pt x="2184" y="17108"/>
                  <a:pt x="2268" y="17033"/>
                </a:cubicBezTo>
                <a:cubicBezTo>
                  <a:pt x="2373" y="16852"/>
                  <a:pt x="2376" y="16380"/>
                  <a:pt x="2385" y="16025"/>
                </a:cubicBezTo>
                <a:cubicBezTo>
                  <a:pt x="2495" y="16105"/>
                  <a:pt x="2627" y="16235"/>
                  <a:pt x="2818" y="16335"/>
                </a:cubicBezTo>
                <a:cubicBezTo>
                  <a:pt x="3582" y="16737"/>
                  <a:pt x="4518" y="15815"/>
                  <a:pt x="4937" y="12601"/>
                </a:cubicBezTo>
                <a:cubicBezTo>
                  <a:pt x="5289" y="9517"/>
                  <a:pt x="4678" y="6528"/>
                  <a:pt x="4221" y="4863"/>
                </a:cubicBezTo>
                <a:cubicBezTo>
                  <a:pt x="4157" y="4630"/>
                  <a:pt x="3930" y="3848"/>
                  <a:pt x="3809" y="3530"/>
                </a:cubicBezTo>
                <a:cubicBezTo>
                  <a:pt x="3059" y="1547"/>
                  <a:pt x="2144" y="3"/>
                  <a:pt x="1203" y="0"/>
                </a:cubicBezTo>
                <a:close/>
                <a:moveTo>
                  <a:pt x="12364" y="1076"/>
                </a:moveTo>
                <a:lnTo>
                  <a:pt x="14004" y="10728"/>
                </a:lnTo>
                <a:lnTo>
                  <a:pt x="12364" y="20376"/>
                </a:lnTo>
                <a:lnTo>
                  <a:pt x="14192" y="20376"/>
                </a:lnTo>
                <a:lnTo>
                  <a:pt x="14990" y="15834"/>
                </a:lnTo>
                <a:lnTo>
                  <a:pt x="15787" y="20376"/>
                </a:lnTo>
                <a:lnTo>
                  <a:pt x="17616" y="20376"/>
                </a:lnTo>
                <a:lnTo>
                  <a:pt x="15976" y="10728"/>
                </a:lnTo>
                <a:lnTo>
                  <a:pt x="17616" y="1076"/>
                </a:lnTo>
                <a:lnTo>
                  <a:pt x="15787" y="1076"/>
                </a:lnTo>
                <a:lnTo>
                  <a:pt x="14990" y="5618"/>
                </a:lnTo>
                <a:lnTo>
                  <a:pt x="14192" y="1076"/>
                </a:lnTo>
                <a:lnTo>
                  <a:pt x="12364" y="1076"/>
                </a:lnTo>
                <a:close/>
                <a:moveTo>
                  <a:pt x="17749" y="1076"/>
                </a:moveTo>
                <a:lnTo>
                  <a:pt x="17749" y="20376"/>
                </a:lnTo>
                <a:lnTo>
                  <a:pt x="19285" y="20376"/>
                </a:lnTo>
                <a:lnTo>
                  <a:pt x="19285" y="14161"/>
                </a:lnTo>
                <a:lnTo>
                  <a:pt x="19720" y="14161"/>
                </a:lnTo>
                <a:cubicBezTo>
                  <a:pt x="19958" y="14161"/>
                  <a:pt x="20190" y="14043"/>
                  <a:pt x="20417" y="13807"/>
                </a:cubicBezTo>
                <a:cubicBezTo>
                  <a:pt x="20643" y="13571"/>
                  <a:pt x="20845" y="13189"/>
                  <a:pt x="21020" y="12661"/>
                </a:cubicBezTo>
                <a:cubicBezTo>
                  <a:pt x="21195" y="12134"/>
                  <a:pt x="21335" y="11453"/>
                  <a:pt x="21441" y="10617"/>
                </a:cubicBezTo>
                <a:cubicBezTo>
                  <a:pt x="21547" y="9782"/>
                  <a:pt x="21600" y="8764"/>
                  <a:pt x="21600" y="7565"/>
                </a:cubicBezTo>
                <a:cubicBezTo>
                  <a:pt x="21600" y="6366"/>
                  <a:pt x="21546" y="5269"/>
                  <a:pt x="21438" y="4442"/>
                </a:cubicBezTo>
                <a:cubicBezTo>
                  <a:pt x="21330" y="3616"/>
                  <a:pt x="21187" y="2955"/>
                  <a:pt x="21010" y="2455"/>
                </a:cubicBezTo>
                <a:cubicBezTo>
                  <a:pt x="20833" y="1956"/>
                  <a:pt x="20632" y="1599"/>
                  <a:pt x="20407" y="1389"/>
                </a:cubicBezTo>
                <a:lnTo>
                  <a:pt x="19720" y="1076"/>
                </a:lnTo>
                <a:lnTo>
                  <a:pt x="17749" y="1076"/>
                </a:lnTo>
                <a:close/>
                <a:moveTo>
                  <a:pt x="5864" y="1389"/>
                </a:moveTo>
                <a:cubicBezTo>
                  <a:pt x="5819" y="1374"/>
                  <a:pt x="5773" y="1380"/>
                  <a:pt x="5727" y="1406"/>
                </a:cubicBezTo>
                <a:lnTo>
                  <a:pt x="5726" y="1406"/>
                </a:lnTo>
                <a:cubicBezTo>
                  <a:pt x="5350" y="1691"/>
                  <a:pt x="4937" y="2649"/>
                  <a:pt x="4814" y="4282"/>
                </a:cubicBezTo>
                <a:cubicBezTo>
                  <a:pt x="4783" y="4930"/>
                  <a:pt x="4820" y="5528"/>
                  <a:pt x="4931" y="5968"/>
                </a:cubicBezTo>
                <a:cubicBezTo>
                  <a:pt x="4918" y="6370"/>
                  <a:pt x="4906" y="6926"/>
                  <a:pt x="5011" y="7211"/>
                </a:cubicBezTo>
                <a:cubicBezTo>
                  <a:pt x="5128" y="7470"/>
                  <a:pt x="5154" y="6886"/>
                  <a:pt x="5215" y="6666"/>
                </a:cubicBezTo>
                <a:cubicBezTo>
                  <a:pt x="5560" y="7236"/>
                  <a:pt x="5893" y="6563"/>
                  <a:pt x="6152" y="5708"/>
                </a:cubicBezTo>
                <a:cubicBezTo>
                  <a:pt x="6355" y="4982"/>
                  <a:pt x="6602" y="4101"/>
                  <a:pt x="6504" y="2909"/>
                </a:cubicBezTo>
                <a:cubicBezTo>
                  <a:pt x="6448" y="2443"/>
                  <a:pt x="6331" y="2158"/>
                  <a:pt x="6214" y="2158"/>
                </a:cubicBezTo>
                <a:cubicBezTo>
                  <a:pt x="6126" y="1672"/>
                  <a:pt x="6000" y="1434"/>
                  <a:pt x="5864" y="1389"/>
                </a:cubicBezTo>
                <a:close/>
                <a:moveTo>
                  <a:pt x="12853" y="2134"/>
                </a:moveTo>
                <a:lnTo>
                  <a:pt x="14065" y="2134"/>
                </a:lnTo>
                <a:lnTo>
                  <a:pt x="14787" y="6246"/>
                </a:lnTo>
                <a:lnTo>
                  <a:pt x="14990" y="7401"/>
                </a:lnTo>
                <a:lnTo>
                  <a:pt x="15192" y="6246"/>
                </a:lnTo>
                <a:lnTo>
                  <a:pt x="15914" y="2134"/>
                </a:lnTo>
                <a:lnTo>
                  <a:pt x="17126" y="2134"/>
                </a:lnTo>
                <a:lnTo>
                  <a:pt x="15771" y="10110"/>
                </a:lnTo>
                <a:lnTo>
                  <a:pt x="15666" y="10728"/>
                </a:lnTo>
                <a:lnTo>
                  <a:pt x="15771" y="11342"/>
                </a:lnTo>
                <a:lnTo>
                  <a:pt x="17126" y="19318"/>
                </a:lnTo>
                <a:lnTo>
                  <a:pt x="15914" y="19318"/>
                </a:lnTo>
                <a:lnTo>
                  <a:pt x="15192" y="15206"/>
                </a:lnTo>
                <a:lnTo>
                  <a:pt x="14990" y="14054"/>
                </a:lnTo>
                <a:lnTo>
                  <a:pt x="14787" y="15206"/>
                </a:lnTo>
                <a:lnTo>
                  <a:pt x="14065" y="19318"/>
                </a:lnTo>
                <a:lnTo>
                  <a:pt x="12853" y="19318"/>
                </a:lnTo>
                <a:lnTo>
                  <a:pt x="14209" y="11342"/>
                </a:lnTo>
                <a:lnTo>
                  <a:pt x="14314" y="10728"/>
                </a:lnTo>
                <a:lnTo>
                  <a:pt x="14209" y="10110"/>
                </a:lnTo>
                <a:lnTo>
                  <a:pt x="12853" y="2134"/>
                </a:lnTo>
                <a:close/>
                <a:moveTo>
                  <a:pt x="18001" y="2134"/>
                </a:moveTo>
                <a:lnTo>
                  <a:pt x="19720" y="2134"/>
                </a:lnTo>
                <a:cubicBezTo>
                  <a:pt x="19934" y="2134"/>
                  <a:pt x="20147" y="2233"/>
                  <a:pt x="20353" y="2425"/>
                </a:cubicBezTo>
                <a:cubicBezTo>
                  <a:pt x="20546" y="2604"/>
                  <a:pt x="20720" y="2910"/>
                  <a:pt x="20870" y="3333"/>
                </a:cubicBezTo>
                <a:cubicBezTo>
                  <a:pt x="21015" y="3742"/>
                  <a:pt x="21128" y="4271"/>
                  <a:pt x="21217" y="4953"/>
                </a:cubicBezTo>
                <a:cubicBezTo>
                  <a:pt x="21304" y="5619"/>
                  <a:pt x="21348" y="6498"/>
                  <a:pt x="21348" y="7565"/>
                </a:cubicBezTo>
                <a:cubicBezTo>
                  <a:pt x="21348" y="8632"/>
                  <a:pt x="21305" y="9443"/>
                  <a:pt x="21219" y="10120"/>
                </a:cubicBezTo>
                <a:cubicBezTo>
                  <a:pt x="21130" y="10817"/>
                  <a:pt x="21018" y="11368"/>
                  <a:pt x="20873" y="11803"/>
                </a:cubicBezTo>
                <a:cubicBezTo>
                  <a:pt x="20725" y="12249"/>
                  <a:pt x="20551" y="12575"/>
                  <a:pt x="20356" y="12778"/>
                </a:cubicBezTo>
                <a:cubicBezTo>
                  <a:pt x="20150" y="12993"/>
                  <a:pt x="19936" y="13102"/>
                  <a:pt x="19720" y="13102"/>
                </a:cubicBezTo>
                <a:lnTo>
                  <a:pt x="19034" y="13102"/>
                </a:lnTo>
                <a:lnTo>
                  <a:pt x="19034" y="19318"/>
                </a:lnTo>
                <a:lnTo>
                  <a:pt x="18001" y="19318"/>
                </a:lnTo>
                <a:lnTo>
                  <a:pt x="18001" y="2134"/>
                </a:lnTo>
                <a:close/>
                <a:moveTo>
                  <a:pt x="5504" y="2909"/>
                </a:moveTo>
                <a:cubicBezTo>
                  <a:pt x="5331" y="3453"/>
                  <a:pt x="5185" y="4134"/>
                  <a:pt x="5067" y="4880"/>
                </a:cubicBezTo>
                <a:cubicBezTo>
                  <a:pt x="5005" y="4413"/>
                  <a:pt x="5104" y="3946"/>
                  <a:pt x="5178" y="3557"/>
                </a:cubicBezTo>
                <a:cubicBezTo>
                  <a:pt x="5262" y="3210"/>
                  <a:pt x="5381" y="2883"/>
                  <a:pt x="5504" y="2909"/>
                </a:cubicBezTo>
                <a:close/>
                <a:moveTo>
                  <a:pt x="6132" y="3026"/>
                </a:moveTo>
                <a:cubicBezTo>
                  <a:pt x="6161" y="3030"/>
                  <a:pt x="6190" y="3050"/>
                  <a:pt x="6219" y="3089"/>
                </a:cubicBezTo>
                <a:cubicBezTo>
                  <a:pt x="6248" y="3129"/>
                  <a:pt x="6263" y="3179"/>
                  <a:pt x="6281" y="3377"/>
                </a:cubicBezTo>
                <a:cubicBezTo>
                  <a:pt x="6322" y="3831"/>
                  <a:pt x="6183" y="4539"/>
                  <a:pt x="6050" y="4873"/>
                </a:cubicBezTo>
                <a:cubicBezTo>
                  <a:pt x="5847" y="5339"/>
                  <a:pt x="5623" y="5698"/>
                  <a:pt x="5364" y="5568"/>
                </a:cubicBezTo>
                <a:cubicBezTo>
                  <a:pt x="5397" y="5169"/>
                  <a:pt x="5462" y="4848"/>
                  <a:pt x="5563" y="4435"/>
                </a:cubicBezTo>
                <a:cubicBezTo>
                  <a:pt x="5721" y="3789"/>
                  <a:pt x="5928" y="3001"/>
                  <a:pt x="6132" y="3026"/>
                </a:cubicBezTo>
                <a:close/>
                <a:moveTo>
                  <a:pt x="19056" y="5057"/>
                </a:moveTo>
                <a:lnTo>
                  <a:pt x="19058" y="10106"/>
                </a:lnTo>
                <a:lnTo>
                  <a:pt x="20322" y="7581"/>
                </a:lnTo>
                <a:lnTo>
                  <a:pt x="19058" y="5057"/>
                </a:lnTo>
                <a:lnTo>
                  <a:pt x="19056" y="5057"/>
                </a:lnTo>
                <a:close/>
                <a:moveTo>
                  <a:pt x="8550" y="6797"/>
                </a:moveTo>
                <a:cubicBezTo>
                  <a:pt x="8483" y="6757"/>
                  <a:pt x="8491" y="7147"/>
                  <a:pt x="8507" y="7368"/>
                </a:cubicBezTo>
                <a:cubicBezTo>
                  <a:pt x="8587" y="8793"/>
                  <a:pt x="8710" y="10166"/>
                  <a:pt x="8740" y="11669"/>
                </a:cubicBezTo>
                <a:cubicBezTo>
                  <a:pt x="8747" y="11981"/>
                  <a:pt x="8771" y="12396"/>
                  <a:pt x="8722" y="12655"/>
                </a:cubicBezTo>
                <a:cubicBezTo>
                  <a:pt x="8457" y="11282"/>
                  <a:pt x="8303" y="9649"/>
                  <a:pt x="7983" y="8457"/>
                </a:cubicBezTo>
                <a:cubicBezTo>
                  <a:pt x="7932" y="8282"/>
                  <a:pt x="7870" y="8460"/>
                  <a:pt x="7840" y="8690"/>
                </a:cubicBezTo>
                <a:cubicBezTo>
                  <a:pt x="7693" y="9960"/>
                  <a:pt x="7636" y="11360"/>
                  <a:pt x="7613" y="12838"/>
                </a:cubicBezTo>
                <a:cubicBezTo>
                  <a:pt x="7600" y="13628"/>
                  <a:pt x="7563" y="14678"/>
                  <a:pt x="7760" y="15093"/>
                </a:cubicBezTo>
                <a:cubicBezTo>
                  <a:pt x="7816" y="15171"/>
                  <a:pt x="7893" y="15136"/>
                  <a:pt x="7915" y="14912"/>
                </a:cubicBezTo>
                <a:cubicBezTo>
                  <a:pt x="8001" y="13720"/>
                  <a:pt x="7989" y="12333"/>
                  <a:pt x="8001" y="10998"/>
                </a:cubicBezTo>
                <a:cubicBezTo>
                  <a:pt x="8001" y="10875"/>
                  <a:pt x="8020" y="10631"/>
                  <a:pt x="8038" y="10738"/>
                </a:cubicBezTo>
                <a:cubicBezTo>
                  <a:pt x="8171" y="11813"/>
                  <a:pt x="8305" y="12772"/>
                  <a:pt x="8451" y="13770"/>
                </a:cubicBezTo>
                <a:cubicBezTo>
                  <a:pt x="8525" y="14276"/>
                  <a:pt x="8590" y="14760"/>
                  <a:pt x="8728" y="14729"/>
                </a:cubicBezTo>
                <a:cubicBezTo>
                  <a:pt x="8864" y="14651"/>
                  <a:pt x="8975" y="14210"/>
                  <a:pt x="9037" y="13743"/>
                </a:cubicBezTo>
                <a:cubicBezTo>
                  <a:pt x="9191" y="11877"/>
                  <a:pt x="9092" y="9701"/>
                  <a:pt x="8871" y="8146"/>
                </a:cubicBezTo>
                <a:cubicBezTo>
                  <a:pt x="8790" y="7627"/>
                  <a:pt x="8698" y="6952"/>
                  <a:pt x="8550" y="6797"/>
                </a:cubicBezTo>
                <a:close/>
                <a:moveTo>
                  <a:pt x="11327" y="7692"/>
                </a:moveTo>
                <a:cubicBezTo>
                  <a:pt x="11287" y="7653"/>
                  <a:pt x="11203" y="7957"/>
                  <a:pt x="11169" y="8146"/>
                </a:cubicBezTo>
                <a:cubicBezTo>
                  <a:pt x="10849" y="9753"/>
                  <a:pt x="10510" y="11877"/>
                  <a:pt x="10775" y="13977"/>
                </a:cubicBezTo>
                <a:cubicBezTo>
                  <a:pt x="10603" y="15895"/>
                  <a:pt x="10454" y="17864"/>
                  <a:pt x="10424" y="20016"/>
                </a:cubicBezTo>
                <a:cubicBezTo>
                  <a:pt x="10430" y="20560"/>
                  <a:pt x="10534" y="21026"/>
                  <a:pt x="10645" y="21311"/>
                </a:cubicBezTo>
                <a:cubicBezTo>
                  <a:pt x="10682" y="21389"/>
                  <a:pt x="10771" y="21599"/>
                  <a:pt x="10781" y="21418"/>
                </a:cubicBezTo>
                <a:cubicBezTo>
                  <a:pt x="10867" y="19344"/>
                  <a:pt x="10990" y="17347"/>
                  <a:pt x="11163" y="15403"/>
                </a:cubicBezTo>
                <a:cubicBezTo>
                  <a:pt x="11326" y="15491"/>
                  <a:pt x="11426" y="15474"/>
                  <a:pt x="11644" y="15066"/>
                </a:cubicBezTo>
                <a:cubicBezTo>
                  <a:pt x="12014" y="14314"/>
                  <a:pt x="12365" y="12680"/>
                  <a:pt x="12384" y="10891"/>
                </a:cubicBezTo>
                <a:cubicBezTo>
                  <a:pt x="12389" y="9933"/>
                  <a:pt x="12304" y="9028"/>
                  <a:pt x="12107" y="8483"/>
                </a:cubicBezTo>
                <a:cubicBezTo>
                  <a:pt x="12043" y="8315"/>
                  <a:pt x="11977" y="8393"/>
                  <a:pt x="11915" y="8507"/>
                </a:cubicBezTo>
                <a:cubicBezTo>
                  <a:pt x="11533" y="9440"/>
                  <a:pt x="11071" y="11602"/>
                  <a:pt x="10966" y="12548"/>
                </a:cubicBezTo>
                <a:cubicBezTo>
                  <a:pt x="10948" y="10711"/>
                  <a:pt x="11317" y="9544"/>
                  <a:pt x="11348" y="7859"/>
                </a:cubicBezTo>
                <a:cubicBezTo>
                  <a:pt x="11348" y="7753"/>
                  <a:pt x="11340" y="7704"/>
                  <a:pt x="11327" y="7692"/>
                </a:cubicBezTo>
                <a:close/>
                <a:moveTo>
                  <a:pt x="6930" y="7869"/>
                </a:moveTo>
                <a:cubicBezTo>
                  <a:pt x="6527" y="7815"/>
                  <a:pt x="6126" y="8165"/>
                  <a:pt x="5844" y="9312"/>
                </a:cubicBezTo>
                <a:cubicBezTo>
                  <a:pt x="5778" y="9609"/>
                  <a:pt x="5782" y="10165"/>
                  <a:pt x="5788" y="10554"/>
                </a:cubicBezTo>
                <a:cubicBezTo>
                  <a:pt x="5805" y="10807"/>
                  <a:pt x="5874" y="11074"/>
                  <a:pt x="5936" y="11152"/>
                </a:cubicBezTo>
                <a:cubicBezTo>
                  <a:pt x="6349" y="11540"/>
                  <a:pt x="6879" y="11074"/>
                  <a:pt x="7230" y="12241"/>
                </a:cubicBezTo>
                <a:cubicBezTo>
                  <a:pt x="7273" y="12474"/>
                  <a:pt x="7234" y="12718"/>
                  <a:pt x="7181" y="12835"/>
                </a:cubicBezTo>
                <a:cubicBezTo>
                  <a:pt x="6854" y="13405"/>
                  <a:pt x="6509" y="13810"/>
                  <a:pt x="6126" y="13473"/>
                </a:cubicBezTo>
                <a:cubicBezTo>
                  <a:pt x="6075" y="13415"/>
                  <a:pt x="5998" y="13189"/>
                  <a:pt x="6022" y="12965"/>
                </a:cubicBezTo>
                <a:cubicBezTo>
                  <a:pt x="6176" y="11980"/>
                  <a:pt x="6435" y="12939"/>
                  <a:pt x="6626" y="13069"/>
                </a:cubicBezTo>
                <a:cubicBezTo>
                  <a:pt x="6721" y="13156"/>
                  <a:pt x="6934" y="13044"/>
                  <a:pt x="7039" y="12578"/>
                </a:cubicBezTo>
                <a:cubicBezTo>
                  <a:pt x="7072" y="12316"/>
                  <a:pt x="6957" y="12154"/>
                  <a:pt x="6879" y="12060"/>
                </a:cubicBezTo>
                <a:cubicBezTo>
                  <a:pt x="6608" y="11750"/>
                  <a:pt x="6226" y="11384"/>
                  <a:pt x="5973" y="12110"/>
                </a:cubicBezTo>
                <a:cubicBezTo>
                  <a:pt x="5901" y="12314"/>
                  <a:pt x="5843" y="12941"/>
                  <a:pt x="5893" y="13433"/>
                </a:cubicBezTo>
                <a:cubicBezTo>
                  <a:pt x="6102" y="14858"/>
                  <a:pt x="6505" y="15340"/>
                  <a:pt x="6879" y="15093"/>
                </a:cubicBezTo>
                <a:cubicBezTo>
                  <a:pt x="7134" y="14925"/>
                  <a:pt x="7440" y="14547"/>
                  <a:pt x="7501" y="13329"/>
                </a:cubicBezTo>
                <a:cubicBezTo>
                  <a:pt x="7531" y="12558"/>
                  <a:pt x="7520" y="11723"/>
                  <a:pt x="7366" y="11178"/>
                </a:cubicBezTo>
                <a:cubicBezTo>
                  <a:pt x="7009" y="10168"/>
                  <a:pt x="6497" y="10710"/>
                  <a:pt x="6103" y="10036"/>
                </a:cubicBezTo>
                <a:cubicBezTo>
                  <a:pt x="6090" y="9958"/>
                  <a:pt x="6098" y="9934"/>
                  <a:pt x="6121" y="9883"/>
                </a:cubicBezTo>
                <a:cubicBezTo>
                  <a:pt x="6540" y="9338"/>
                  <a:pt x="7033" y="9545"/>
                  <a:pt x="7465" y="9104"/>
                </a:cubicBezTo>
                <a:cubicBezTo>
                  <a:pt x="7527" y="9026"/>
                  <a:pt x="7585" y="8604"/>
                  <a:pt x="7557" y="8403"/>
                </a:cubicBezTo>
                <a:cubicBezTo>
                  <a:pt x="7495" y="8144"/>
                  <a:pt x="7415" y="8101"/>
                  <a:pt x="7329" y="8039"/>
                </a:cubicBezTo>
                <a:lnTo>
                  <a:pt x="7329" y="8042"/>
                </a:lnTo>
                <a:cubicBezTo>
                  <a:pt x="7199" y="7949"/>
                  <a:pt x="7065" y="7886"/>
                  <a:pt x="6930" y="7869"/>
                </a:cubicBezTo>
                <a:close/>
                <a:moveTo>
                  <a:pt x="10201" y="7925"/>
                </a:moveTo>
                <a:cubicBezTo>
                  <a:pt x="9935" y="7996"/>
                  <a:pt x="9575" y="8281"/>
                  <a:pt x="9302" y="8457"/>
                </a:cubicBezTo>
                <a:cubicBezTo>
                  <a:pt x="9253" y="8482"/>
                  <a:pt x="9265" y="8664"/>
                  <a:pt x="9277" y="8821"/>
                </a:cubicBezTo>
                <a:cubicBezTo>
                  <a:pt x="9308" y="9442"/>
                  <a:pt x="9468" y="9338"/>
                  <a:pt x="9573" y="9572"/>
                </a:cubicBezTo>
                <a:cubicBezTo>
                  <a:pt x="9530" y="9986"/>
                  <a:pt x="9505" y="10426"/>
                  <a:pt x="9443" y="10814"/>
                </a:cubicBezTo>
                <a:cubicBezTo>
                  <a:pt x="9388" y="10891"/>
                  <a:pt x="9295" y="10843"/>
                  <a:pt x="9289" y="11205"/>
                </a:cubicBezTo>
                <a:cubicBezTo>
                  <a:pt x="9284" y="11426"/>
                  <a:pt x="9326" y="11569"/>
                  <a:pt x="9323" y="11860"/>
                </a:cubicBezTo>
                <a:cubicBezTo>
                  <a:pt x="9265" y="12477"/>
                  <a:pt x="9165" y="13123"/>
                  <a:pt x="9203" y="13924"/>
                </a:cubicBezTo>
                <a:cubicBezTo>
                  <a:pt x="9250" y="14630"/>
                  <a:pt x="9331" y="15393"/>
                  <a:pt x="9450" y="15507"/>
                </a:cubicBezTo>
                <a:cubicBezTo>
                  <a:pt x="9832" y="15817"/>
                  <a:pt x="10146" y="14911"/>
                  <a:pt x="10436" y="14004"/>
                </a:cubicBezTo>
                <a:cubicBezTo>
                  <a:pt x="10486" y="13790"/>
                  <a:pt x="10390" y="13141"/>
                  <a:pt x="10356" y="13122"/>
                </a:cubicBezTo>
                <a:cubicBezTo>
                  <a:pt x="10097" y="12992"/>
                  <a:pt x="9856" y="13459"/>
                  <a:pt x="9597" y="13433"/>
                </a:cubicBezTo>
                <a:cubicBezTo>
                  <a:pt x="9622" y="12915"/>
                  <a:pt x="9654" y="12470"/>
                  <a:pt x="9716" y="12030"/>
                </a:cubicBezTo>
                <a:cubicBezTo>
                  <a:pt x="9927" y="11899"/>
                  <a:pt x="10241" y="12086"/>
                  <a:pt x="10368" y="11669"/>
                </a:cubicBezTo>
                <a:cubicBezTo>
                  <a:pt x="10405" y="11488"/>
                  <a:pt x="10390" y="10922"/>
                  <a:pt x="10356" y="10841"/>
                </a:cubicBezTo>
                <a:cubicBezTo>
                  <a:pt x="10196" y="10607"/>
                  <a:pt x="9985" y="10695"/>
                  <a:pt x="9825" y="10734"/>
                </a:cubicBezTo>
                <a:cubicBezTo>
                  <a:pt x="9851" y="10387"/>
                  <a:pt x="9877" y="9999"/>
                  <a:pt x="9906" y="9649"/>
                </a:cubicBezTo>
                <a:cubicBezTo>
                  <a:pt x="10041" y="9701"/>
                  <a:pt x="10177" y="9665"/>
                  <a:pt x="10300" y="9622"/>
                </a:cubicBezTo>
                <a:cubicBezTo>
                  <a:pt x="10432" y="9577"/>
                  <a:pt x="10590" y="9675"/>
                  <a:pt x="10682" y="9235"/>
                </a:cubicBezTo>
                <a:cubicBezTo>
                  <a:pt x="10709" y="9011"/>
                  <a:pt x="10605" y="8410"/>
                  <a:pt x="10547" y="8223"/>
                </a:cubicBezTo>
                <a:cubicBezTo>
                  <a:pt x="10488" y="8035"/>
                  <a:pt x="10463" y="7958"/>
                  <a:pt x="10430" y="7939"/>
                </a:cubicBezTo>
                <a:cubicBezTo>
                  <a:pt x="10369" y="7903"/>
                  <a:pt x="10290" y="7902"/>
                  <a:pt x="10201" y="7925"/>
                </a:cubicBezTo>
                <a:close/>
                <a:moveTo>
                  <a:pt x="5401" y="8016"/>
                </a:moveTo>
                <a:cubicBezTo>
                  <a:pt x="5333" y="7990"/>
                  <a:pt x="5310" y="8426"/>
                  <a:pt x="5297" y="8637"/>
                </a:cubicBezTo>
                <a:cubicBezTo>
                  <a:pt x="5242" y="10192"/>
                  <a:pt x="5219" y="11928"/>
                  <a:pt x="5230" y="13613"/>
                </a:cubicBezTo>
                <a:cubicBezTo>
                  <a:pt x="5233" y="14242"/>
                  <a:pt x="5211" y="15091"/>
                  <a:pt x="5395" y="15246"/>
                </a:cubicBezTo>
                <a:cubicBezTo>
                  <a:pt x="5468" y="15324"/>
                  <a:pt x="5605" y="15247"/>
                  <a:pt x="5616" y="15039"/>
                </a:cubicBezTo>
                <a:cubicBezTo>
                  <a:pt x="5652" y="13069"/>
                  <a:pt x="5603" y="10866"/>
                  <a:pt x="5566" y="8844"/>
                </a:cubicBezTo>
                <a:cubicBezTo>
                  <a:pt x="5562" y="8637"/>
                  <a:pt x="5499" y="8119"/>
                  <a:pt x="5401" y="8016"/>
                </a:cubicBezTo>
                <a:close/>
                <a:moveTo>
                  <a:pt x="12080" y="9756"/>
                </a:moveTo>
                <a:cubicBezTo>
                  <a:pt x="12108" y="9801"/>
                  <a:pt x="12128" y="10227"/>
                  <a:pt x="12133" y="10601"/>
                </a:cubicBezTo>
                <a:lnTo>
                  <a:pt x="12131" y="10995"/>
                </a:lnTo>
                <a:cubicBezTo>
                  <a:pt x="12088" y="12213"/>
                  <a:pt x="11731" y="13247"/>
                  <a:pt x="11551" y="13460"/>
                </a:cubicBezTo>
                <a:cubicBezTo>
                  <a:pt x="11491" y="13531"/>
                  <a:pt x="11464" y="13530"/>
                  <a:pt x="11397" y="13536"/>
                </a:cubicBezTo>
                <a:cubicBezTo>
                  <a:pt x="11499" y="12542"/>
                  <a:pt x="11774" y="10842"/>
                  <a:pt x="12064" y="9779"/>
                </a:cubicBezTo>
                <a:cubicBezTo>
                  <a:pt x="12070" y="9754"/>
                  <a:pt x="12075" y="9747"/>
                  <a:pt x="12080" y="9756"/>
                </a:cubicBezTo>
                <a:close/>
                <a:moveTo>
                  <a:pt x="1917" y="9856"/>
                </a:moveTo>
                <a:cubicBezTo>
                  <a:pt x="1894" y="11294"/>
                  <a:pt x="1890" y="12893"/>
                  <a:pt x="1892" y="13900"/>
                </a:cubicBezTo>
                <a:cubicBezTo>
                  <a:pt x="1521" y="13434"/>
                  <a:pt x="1128" y="12550"/>
                  <a:pt x="869" y="11098"/>
                </a:cubicBezTo>
                <a:cubicBezTo>
                  <a:pt x="808" y="10694"/>
                  <a:pt x="1035" y="10450"/>
                  <a:pt x="1146" y="10320"/>
                </a:cubicBezTo>
                <a:cubicBezTo>
                  <a:pt x="1269" y="10177"/>
                  <a:pt x="1395" y="10074"/>
                  <a:pt x="1524" y="10000"/>
                </a:cubicBezTo>
                <a:lnTo>
                  <a:pt x="1917" y="9856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grpSp>
        <p:nvGrpSpPr>
          <p:cNvPr id="1926" name="Group"/>
          <p:cNvGrpSpPr/>
          <p:nvPr/>
        </p:nvGrpSpPr>
        <p:grpSpPr>
          <a:xfrm>
            <a:off x="12642840" y="8701299"/>
            <a:ext cx="2721559" cy="643967"/>
            <a:chOff x="0" y="0"/>
            <a:chExt cx="2721558" cy="643966"/>
          </a:xfrm>
        </p:grpSpPr>
        <p:sp>
          <p:nvSpPr>
            <p:cNvPr id="1923" name="Shape"/>
            <p:cNvSpPr/>
            <p:nvPr/>
          </p:nvSpPr>
          <p:spPr>
            <a:xfrm>
              <a:off x="1557819" y="32249"/>
              <a:ext cx="1163740" cy="5783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3837" y="10800"/>
                  </a:lnTo>
                  <a:lnTo>
                    <a:pt x="0" y="21600"/>
                  </a:lnTo>
                  <a:lnTo>
                    <a:pt x="4276" y="21600"/>
                  </a:lnTo>
                  <a:lnTo>
                    <a:pt x="6141" y="16514"/>
                  </a:lnTo>
                  <a:lnTo>
                    <a:pt x="8007" y="21600"/>
                  </a:lnTo>
                  <a:lnTo>
                    <a:pt x="12282" y="21600"/>
                  </a:lnTo>
                  <a:lnTo>
                    <a:pt x="8447" y="10800"/>
                  </a:lnTo>
                  <a:lnTo>
                    <a:pt x="12282" y="0"/>
                  </a:lnTo>
                  <a:lnTo>
                    <a:pt x="8007" y="0"/>
                  </a:lnTo>
                  <a:lnTo>
                    <a:pt x="6141" y="5082"/>
                  </a:lnTo>
                  <a:lnTo>
                    <a:pt x="4276" y="0"/>
                  </a:lnTo>
                  <a:lnTo>
                    <a:pt x="0" y="0"/>
                  </a:lnTo>
                  <a:close/>
                  <a:moveTo>
                    <a:pt x="12594" y="0"/>
                  </a:moveTo>
                  <a:lnTo>
                    <a:pt x="12594" y="21600"/>
                  </a:lnTo>
                  <a:lnTo>
                    <a:pt x="16187" y="21600"/>
                  </a:lnTo>
                  <a:lnTo>
                    <a:pt x="16187" y="14642"/>
                  </a:lnTo>
                  <a:lnTo>
                    <a:pt x="17204" y="14642"/>
                  </a:lnTo>
                  <a:cubicBezTo>
                    <a:pt x="17760" y="14642"/>
                    <a:pt x="18302" y="14511"/>
                    <a:pt x="18833" y="14247"/>
                  </a:cubicBezTo>
                  <a:cubicBezTo>
                    <a:pt x="19363" y="13983"/>
                    <a:pt x="19835" y="13554"/>
                    <a:pt x="20244" y="12964"/>
                  </a:cubicBezTo>
                  <a:cubicBezTo>
                    <a:pt x="20653" y="12374"/>
                    <a:pt x="20981" y="11613"/>
                    <a:pt x="21229" y="10678"/>
                  </a:cubicBezTo>
                  <a:cubicBezTo>
                    <a:pt x="21477" y="9742"/>
                    <a:pt x="21600" y="8604"/>
                    <a:pt x="21600" y="7262"/>
                  </a:cubicBezTo>
                  <a:cubicBezTo>
                    <a:pt x="21600" y="5920"/>
                    <a:pt x="21474" y="4693"/>
                    <a:pt x="21221" y="3767"/>
                  </a:cubicBezTo>
                  <a:cubicBezTo>
                    <a:pt x="20969" y="2842"/>
                    <a:pt x="20635" y="2104"/>
                    <a:pt x="20220" y="1544"/>
                  </a:cubicBezTo>
                  <a:cubicBezTo>
                    <a:pt x="19806" y="985"/>
                    <a:pt x="19335" y="586"/>
                    <a:pt x="18809" y="351"/>
                  </a:cubicBezTo>
                  <a:lnTo>
                    <a:pt x="17204" y="0"/>
                  </a:lnTo>
                  <a:lnTo>
                    <a:pt x="12594" y="0"/>
                  </a:lnTo>
                  <a:close/>
                  <a:moveTo>
                    <a:pt x="1144" y="1185"/>
                  </a:moveTo>
                  <a:lnTo>
                    <a:pt x="3980" y="1185"/>
                  </a:lnTo>
                  <a:lnTo>
                    <a:pt x="5668" y="5785"/>
                  </a:lnTo>
                  <a:lnTo>
                    <a:pt x="6141" y="7076"/>
                  </a:lnTo>
                  <a:lnTo>
                    <a:pt x="6616" y="5785"/>
                  </a:lnTo>
                  <a:lnTo>
                    <a:pt x="8304" y="1185"/>
                  </a:lnTo>
                  <a:lnTo>
                    <a:pt x="11136" y="1185"/>
                  </a:lnTo>
                  <a:lnTo>
                    <a:pt x="7968" y="10109"/>
                  </a:lnTo>
                  <a:lnTo>
                    <a:pt x="7723" y="10800"/>
                  </a:lnTo>
                  <a:lnTo>
                    <a:pt x="7968" y="11487"/>
                  </a:lnTo>
                  <a:lnTo>
                    <a:pt x="11136" y="20415"/>
                  </a:lnTo>
                  <a:lnTo>
                    <a:pt x="8304" y="20415"/>
                  </a:lnTo>
                  <a:lnTo>
                    <a:pt x="6616" y="15811"/>
                  </a:lnTo>
                  <a:lnTo>
                    <a:pt x="6141" y="14524"/>
                  </a:lnTo>
                  <a:lnTo>
                    <a:pt x="5668" y="15811"/>
                  </a:lnTo>
                  <a:lnTo>
                    <a:pt x="3980" y="20415"/>
                  </a:lnTo>
                  <a:lnTo>
                    <a:pt x="1144" y="20415"/>
                  </a:lnTo>
                  <a:lnTo>
                    <a:pt x="4316" y="11487"/>
                  </a:lnTo>
                  <a:lnTo>
                    <a:pt x="4561" y="10800"/>
                  </a:lnTo>
                  <a:lnTo>
                    <a:pt x="4316" y="10109"/>
                  </a:lnTo>
                  <a:lnTo>
                    <a:pt x="1144" y="1185"/>
                  </a:lnTo>
                  <a:close/>
                  <a:moveTo>
                    <a:pt x="13183" y="1185"/>
                  </a:moveTo>
                  <a:lnTo>
                    <a:pt x="17204" y="1185"/>
                  </a:lnTo>
                  <a:cubicBezTo>
                    <a:pt x="17704" y="1185"/>
                    <a:pt x="18202" y="1294"/>
                    <a:pt x="18684" y="1508"/>
                  </a:cubicBezTo>
                  <a:cubicBezTo>
                    <a:pt x="19135" y="1709"/>
                    <a:pt x="19542" y="2054"/>
                    <a:pt x="19893" y="2527"/>
                  </a:cubicBezTo>
                  <a:cubicBezTo>
                    <a:pt x="20231" y="2985"/>
                    <a:pt x="20496" y="3577"/>
                    <a:pt x="20705" y="4340"/>
                  </a:cubicBezTo>
                  <a:cubicBezTo>
                    <a:pt x="20908" y="5085"/>
                    <a:pt x="21011" y="6068"/>
                    <a:pt x="21011" y="7262"/>
                  </a:cubicBezTo>
                  <a:cubicBezTo>
                    <a:pt x="21011" y="8456"/>
                    <a:pt x="20910" y="9363"/>
                    <a:pt x="20709" y="10121"/>
                  </a:cubicBezTo>
                  <a:cubicBezTo>
                    <a:pt x="20502" y="10901"/>
                    <a:pt x="20238" y="11518"/>
                    <a:pt x="19900" y="12004"/>
                  </a:cubicBezTo>
                  <a:cubicBezTo>
                    <a:pt x="19555" y="12503"/>
                    <a:pt x="19147" y="12867"/>
                    <a:pt x="18691" y="13094"/>
                  </a:cubicBezTo>
                  <a:cubicBezTo>
                    <a:pt x="18210" y="13334"/>
                    <a:pt x="17710" y="13458"/>
                    <a:pt x="17204" y="13458"/>
                  </a:cubicBezTo>
                  <a:lnTo>
                    <a:pt x="15598" y="13458"/>
                  </a:lnTo>
                  <a:lnTo>
                    <a:pt x="15598" y="20415"/>
                  </a:lnTo>
                  <a:lnTo>
                    <a:pt x="13183" y="20415"/>
                  </a:lnTo>
                  <a:lnTo>
                    <a:pt x="13183" y="1185"/>
                  </a:lnTo>
                  <a:close/>
                </a:path>
              </a:pathLst>
            </a:custGeom>
            <a:solidFill>
              <a:schemeClr val="accent1">
                <a:hueOff val="-12205714"/>
                <a:satOff val="-100000"/>
                <a:lumOff val="79411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2438337">
                <a:defRPr sz="2400">
                  <a:solidFill>
                    <a:srgbClr val="5E5E5E"/>
                  </a:solidFill>
                  <a:latin typeface="Curiosity-TWDC DemiBold"/>
                  <a:ea typeface="Curiosity-TWDC DemiBold"/>
                  <a:cs typeface="Curiosity-TWDC DemiBold"/>
                  <a:sym typeface="Curiosity-TWDC DemiBold"/>
                </a:defRPr>
              </a:pPr>
            </a:p>
          </p:txBody>
        </p:sp>
        <p:sp>
          <p:nvSpPr>
            <p:cNvPr id="1924" name="Shape"/>
            <p:cNvSpPr/>
            <p:nvPr/>
          </p:nvSpPr>
          <p:spPr>
            <a:xfrm>
              <a:off x="2400998" y="151537"/>
              <a:ext cx="159558" cy="1513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43" y="21600"/>
                  </a:lnTo>
                  <a:lnTo>
                    <a:pt x="21600" y="10808"/>
                  </a:lnTo>
                  <a:lnTo>
                    <a:pt x="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hueOff val="-377932"/>
                <a:satOff val="-36880"/>
                <a:lumOff val="37949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defRPr sz="3200">
                  <a:solidFill>
                    <a:schemeClr val="accent4">
                      <a:hueOff val="-203031"/>
                      <a:satOff val="-71423"/>
                      <a:lumOff val="-30171"/>
                    </a:schemeClr>
                  </a:solidFill>
                </a:defRPr>
              </a:pPr>
            </a:p>
          </p:txBody>
        </p:sp>
        <p:sp>
          <p:nvSpPr>
            <p:cNvPr id="1925" name="Shape"/>
            <p:cNvSpPr/>
            <p:nvPr/>
          </p:nvSpPr>
          <p:spPr>
            <a:xfrm>
              <a:off x="0" y="-1"/>
              <a:ext cx="1560388" cy="6439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1" h="21586" fill="norm" stroke="1" extrusionOk="0">
                  <a:moveTo>
                    <a:pt x="2098" y="0"/>
                  </a:moveTo>
                  <a:cubicBezTo>
                    <a:pt x="1551" y="-1"/>
                    <a:pt x="1000" y="169"/>
                    <a:pt x="452" y="553"/>
                  </a:cubicBezTo>
                  <a:cubicBezTo>
                    <a:pt x="173" y="787"/>
                    <a:pt x="43" y="1487"/>
                    <a:pt x="0" y="2113"/>
                  </a:cubicBezTo>
                  <a:cubicBezTo>
                    <a:pt x="140" y="2529"/>
                    <a:pt x="355" y="2453"/>
                    <a:pt x="581" y="2453"/>
                  </a:cubicBezTo>
                  <a:cubicBezTo>
                    <a:pt x="634" y="2375"/>
                    <a:pt x="730" y="2377"/>
                    <a:pt x="740" y="2194"/>
                  </a:cubicBezTo>
                  <a:cubicBezTo>
                    <a:pt x="665" y="1804"/>
                    <a:pt x="450" y="1934"/>
                    <a:pt x="332" y="1726"/>
                  </a:cubicBezTo>
                  <a:cubicBezTo>
                    <a:pt x="397" y="1571"/>
                    <a:pt x="494" y="1621"/>
                    <a:pt x="569" y="1517"/>
                  </a:cubicBezTo>
                  <a:cubicBezTo>
                    <a:pt x="2697" y="762"/>
                    <a:pt x="4792" y="2357"/>
                    <a:pt x="6458" y="5267"/>
                  </a:cubicBezTo>
                  <a:cubicBezTo>
                    <a:pt x="7339" y="6807"/>
                    <a:pt x="8177" y="9092"/>
                    <a:pt x="7887" y="11853"/>
                  </a:cubicBezTo>
                  <a:cubicBezTo>
                    <a:pt x="7507" y="14518"/>
                    <a:pt x="6018" y="14926"/>
                    <a:pt x="4857" y="14897"/>
                  </a:cubicBezTo>
                  <a:cubicBezTo>
                    <a:pt x="4599" y="14891"/>
                    <a:pt x="4379" y="14794"/>
                    <a:pt x="4149" y="14585"/>
                  </a:cubicBezTo>
                  <a:cubicBezTo>
                    <a:pt x="4158" y="12923"/>
                    <a:pt x="4143" y="10858"/>
                    <a:pt x="4130" y="9797"/>
                  </a:cubicBezTo>
                  <a:cubicBezTo>
                    <a:pt x="4609" y="9729"/>
                    <a:pt x="5535" y="10082"/>
                    <a:pt x="6148" y="10733"/>
                  </a:cubicBezTo>
                  <a:cubicBezTo>
                    <a:pt x="6266" y="10921"/>
                    <a:pt x="5921" y="11488"/>
                    <a:pt x="5792" y="11775"/>
                  </a:cubicBezTo>
                  <a:cubicBezTo>
                    <a:pt x="5721" y="11980"/>
                    <a:pt x="5984" y="12172"/>
                    <a:pt x="6158" y="12136"/>
                  </a:cubicBezTo>
                  <a:cubicBezTo>
                    <a:pt x="6427" y="12032"/>
                    <a:pt x="6652" y="11516"/>
                    <a:pt x="6759" y="10917"/>
                  </a:cubicBezTo>
                  <a:cubicBezTo>
                    <a:pt x="6834" y="10344"/>
                    <a:pt x="6722" y="9894"/>
                    <a:pt x="6577" y="9506"/>
                  </a:cubicBezTo>
                  <a:cubicBezTo>
                    <a:pt x="5921" y="8153"/>
                    <a:pt x="5020" y="8162"/>
                    <a:pt x="4139" y="8110"/>
                  </a:cubicBezTo>
                  <a:cubicBezTo>
                    <a:pt x="4129" y="7357"/>
                    <a:pt x="4122" y="6234"/>
                    <a:pt x="4063" y="5561"/>
                  </a:cubicBezTo>
                  <a:cubicBezTo>
                    <a:pt x="4004" y="4887"/>
                    <a:pt x="3868" y="4588"/>
                    <a:pt x="3664" y="4484"/>
                  </a:cubicBezTo>
                  <a:cubicBezTo>
                    <a:pt x="3502" y="4926"/>
                    <a:pt x="3478" y="5505"/>
                    <a:pt x="3450" y="6100"/>
                  </a:cubicBezTo>
                  <a:cubicBezTo>
                    <a:pt x="3415" y="6829"/>
                    <a:pt x="3383" y="7620"/>
                    <a:pt x="3352" y="8287"/>
                  </a:cubicBezTo>
                  <a:cubicBezTo>
                    <a:pt x="3352" y="8287"/>
                    <a:pt x="2873" y="8514"/>
                    <a:pt x="2590" y="8677"/>
                  </a:cubicBezTo>
                  <a:cubicBezTo>
                    <a:pt x="2306" y="8839"/>
                    <a:pt x="1194" y="9700"/>
                    <a:pt x="1289" y="11069"/>
                  </a:cubicBezTo>
                  <a:cubicBezTo>
                    <a:pt x="1415" y="12287"/>
                    <a:pt x="2212" y="13751"/>
                    <a:pt x="2761" y="14610"/>
                  </a:cubicBezTo>
                  <a:cubicBezTo>
                    <a:pt x="2939" y="14890"/>
                    <a:pt x="3122" y="15138"/>
                    <a:pt x="3321" y="15369"/>
                  </a:cubicBezTo>
                  <a:cubicBezTo>
                    <a:pt x="3344" y="16000"/>
                    <a:pt x="3386" y="16615"/>
                    <a:pt x="3558" y="17109"/>
                  </a:cubicBezTo>
                  <a:cubicBezTo>
                    <a:pt x="3613" y="17233"/>
                    <a:pt x="3807" y="17184"/>
                    <a:pt x="3955" y="17109"/>
                  </a:cubicBezTo>
                  <a:cubicBezTo>
                    <a:pt x="4138" y="16927"/>
                    <a:pt x="4142" y="16452"/>
                    <a:pt x="4158" y="16095"/>
                  </a:cubicBezTo>
                  <a:cubicBezTo>
                    <a:pt x="4350" y="16176"/>
                    <a:pt x="4580" y="16306"/>
                    <a:pt x="4913" y="16407"/>
                  </a:cubicBezTo>
                  <a:cubicBezTo>
                    <a:pt x="6245" y="16811"/>
                    <a:pt x="7876" y="15885"/>
                    <a:pt x="8607" y="12657"/>
                  </a:cubicBezTo>
                  <a:cubicBezTo>
                    <a:pt x="9220" y="9559"/>
                    <a:pt x="8157" y="6557"/>
                    <a:pt x="7359" y="4884"/>
                  </a:cubicBezTo>
                  <a:cubicBezTo>
                    <a:pt x="7248" y="4650"/>
                    <a:pt x="6851" y="3863"/>
                    <a:pt x="6641" y="3545"/>
                  </a:cubicBezTo>
                  <a:cubicBezTo>
                    <a:pt x="5333" y="1552"/>
                    <a:pt x="3739" y="3"/>
                    <a:pt x="2098" y="0"/>
                  </a:cubicBezTo>
                  <a:close/>
                  <a:moveTo>
                    <a:pt x="10224" y="1397"/>
                  </a:moveTo>
                  <a:cubicBezTo>
                    <a:pt x="10145" y="1382"/>
                    <a:pt x="10065" y="1385"/>
                    <a:pt x="9984" y="1411"/>
                  </a:cubicBezTo>
                  <a:lnTo>
                    <a:pt x="9983" y="1411"/>
                  </a:lnTo>
                  <a:cubicBezTo>
                    <a:pt x="9327" y="1696"/>
                    <a:pt x="8608" y="2659"/>
                    <a:pt x="8394" y="4299"/>
                  </a:cubicBezTo>
                  <a:cubicBezTo>
                    <a:pt x="8340" y="4950"/>
                    <a:pt x="8403" y="5551"/>
                    <a:pt x="8597" y="5994"/>
                  </a:cubicBezTo>
                  <a:cubicBezTo>
                    <a:pt x="8575" y="6397"/>
                    <a:pt x="8553" y="6955"/>
                    <a:pt x="8736" y="7241"/>
                  </a:cubicBezTo>
                  <a:cubicBezTo>
                    <a:pt x="8940" y="7502"/>
                    <a:pt x="8985" y="6916"/>
                    <a:pt x="9092" y="6695"/>
                  </a:cubicBezTo>
                  <a:cubicBezTo>
                    <a:pt x="9693" y="7268"/>
                    <a:pt x="10274" y="6594"/>
                    <a:pt x="10726" y="5735"/>
                  </a:cubicBezTo>
                  <a:cubicBezTo>
                    <a:pt x="11081" y="5006"/>
                    <a:pt x="11511" y="4118"/>
                    <a:pt x="11339" y="2921"/>
                  </a:cubicBezTo>
                  <a:cubicBezTo>
                    <a:pt x="11242" y="2452"/>
                    <a:pt x="11037" y="2166"/>
                    <a:pt x="10833" y="2166"/>
                  </a:cubicBezTo>
                  <a:cubicBezTo>
                    <a:pt x="10679" y="1678"/>
                    <a:pt x="10460" y="1442"/>
                    <a:pt x="10224" y="1397"/>
                  </a:cubicBezTo>
                  <a:close/>
                  <a:moveTo>
                    <a:pt x="9596" y="2921"/>
                  </a:moveTo>
                  <a:cubicBezTo>
                    <a:pt x="9294" y="3467"/>
                    <a:pt x="9039" y="4153"/>
                    <a:pt x="8834" y="4902"/>
                  </a:cubicBezTo>
                  <a:cubicBezTo>
                    <a:pt x="8726" y="4434"/>
                    <a:pt x="8898" y="3963"/>
                    <a:pt x="9027" y="3573"/>
                  </a:cubicBezTo>
                  <a:cubicBezTo>
                    <a:pt x="9174" y="3225"/>
                    <a:pt x="9381" y="2895"/>
                    <a:pt x="9596" y="2921"/>
                  </a:cubicBezTo>
                  <a:close/>
                  <a:moveTo>
                    <a:pt x="10691" y="3041"/>
                  </a:moveTo>
                  <a:cubicBezTo>
                    <a:pt x="10742" y="3045"/>
                    <a:pt x="10792" y="3065"/>
                    <a:pt x="10843" y="3105"/>
                  </a:cubicBezTo>
                  <a:cubicBezTo>
                    <a:pt x="10892" y="3145"/>
                    <a:pt x="10920" y="3193"/>
                    <a:pt x="10951" y="3392"/>
                  </a:cubicBezTo>
                  <a:cubicBezTo>
                    <a:pt x="11022" y="3848"/>
                    <a:pt x="10779" y="4560"/>
                    <a:pt x="10547" y="4895"/>
                  </a:cubicBezTo>
                  <a:cubicBezTo>
                    <a:pt x="10193" y="5363"/>
                    <a:pt x="9803" y="5724"/>
                    <a:pt x="9352" y="5593"/>
                  </a:cubicBezTo>
                  <a:cubicBezTo>
                    <a:pt x="9410" y="5193"/>
                    <a:pt x="9523" y="4870"/>
                    <a:pt x="9699" y="4455"/>
                  </a:cubicBezTo>
                  <a:cubicBezTo>
                    <a:pt x="9974" y="3806"/>
                    <a:pt x="10334" y="3016"/>
                    <a:pt x="10691" y="3041"/>
                  </a:cubicBezTo>
                  <a:close/>
                  <a:moveTo>
                    <a:pt x="14906" y="6827"/>
                  </a:moveTo>
                  <a:cubicBezTo>
                    <a:pt x="14789" y="6787"/>
                    <a:pt x="14803" y="7179"/>
                    <a:pt x="14831" y="7401"/>
                  </a:cubicBezTo>
                  <a:cubicBezTo>
                    <a:pt x="14971" y="8833"/>
                    <a:pt x="15184" y="10212"/>
                    <a:pt x="15238" y="11721"/>
                  </a:cubicBezTo>
                  <a:cubicBezTo>
                    <a:pt x="15249" y="12034"/>
                    <a:pt x="15292" y="12450"/>
                    <a:pt x="15206" y="12710"/>
                  </a:cubicBezTo>
                  <a:cubicBezTo>
                    <a:pt x="14744" y="11331"/>
                    <a:pt x="14476" y="9694"/>
                    <a:pt x="13917" y="8496"/>
                  </a:cubicBezTo>
                  <a:cubicBezTo>
                    <a:pt x="13828" y="8321"/>
                    <a:pt x="13721" y="8499"/>
                    <a:pt x="13669" y="8730"/>
                  </a:cubicBezTo>
                  <a:cubicBezTo>
                    <a:pt x="13412" y="10006"/>
                    <a:pt x="13312" y="11409"/>
                    <a:pt x="13272" y="12895"/>
                  </a:cubicBezTo>
                  <a:cubicBezTo>
                    <a:pt x="13250" y="13688"/>
                    <a:pt x="13185" y="14743"/>
                    <a:pt x="13529" y="15159"/>
                  </a:cubicBezTo>
                  <a:cubicBezTo>
                    <a:pt x="13626" y="15238"/>
                    <a:pt x="13762" y="15203"/>
                    <a:pt x="13800" y="14979"/>
                  </a:cubicBezTo>
                  <a:cubicBezTo>
                    <a:pt x="13950" y="13781"/>
                    <a:pt x="13929" y="12389"/>
                    <a:pt x="13949" y="11048"/>
                  </a:cubicBezTo>
                  <a:cubicBezTo>
                    <a:pt x="13949" y="10924"/>
                    <a:pt x="13984" y="10679"/>
                    <a:pt x="14015" y="10786"/>
                  </a:cubicBezTo>
                  <a:cubicBezTo>
                    <a:pt x="14246" y="11866"/>
                    <a:pt x="14480" y="12828"/>
                    <a:pt x="14735" y="13830"/>
                  </a:cubicBezTo>
                  <a:cubicBezTo>
                    <a:pt x="14863" y="14338"/>
                    <a:pt x="14977" y="14826"/>
                    <a:pt x="15217" y="14794"/>
                  </a:cubicBezTo>
                  <a:cubicBezTo>
                    <a:pt x="15454" y="14716"/>
                    <a:pt x="15647" y="14274"/>
                    <a:pt x="15754" y="13806"/>
                  </a:cubicBezTo>
                  <a:cubicBezTo>
                    <a:pt x="16023" y="11931"/>
                    <a:pt x="15851" y="9746"/>
                    <a:pt x="15465" y="8184"/>
                  </a:cubicBezTo>
                  <a:cubicBezTo>
                    <a:pt x="15325" y="7663"/>
                    <a:pt x="15164" y="6983"/>
                    <a:pt x="14906" y="6827"/>
                  </a:cubicBezTo>
                  <a:close/>
                  <a:moveTo>
                    <a:pt x="19747" y="7727"/>
                  </a:moveTo>
                  <a:cubicBezTo>
                    <a:pt x="19678" y="7688"/>
                    <a:pt x="19532" y="7994"/>
                    <a:pt x="19473" y="8184"/>
                  </a:cubicBezTo>
                  <a:cubicBezTo>
                    <a:pt x="18915" y="9798"/>
                    <a:pt x="18323" y="11930"/>
                    <a:pt x="18786" y="14039"/>
                  </a:cubicBezTo>
                  <a:cubicBezTo>
                    <a:pt x="18485" y="15965"/>
                    <a:pt x="18226" y="17943"/>
                    <a:pt x="18173" y="20104"/>
                  </a:cubicBezTo>
                  <a:cubicBezTo>
                    <a:pt x="18183" y="20651"/>
                    <a:pt x="18366" y="21121"/>
                    <a:pt x="18559" y="21408"/>
                  </a:cubicBezTo>
                  <a:cubicBezTo>
                    <a:pt x="18607" y="21467"/>
                    <a:pt x="18707" y="21599"/>
                    <a:pt x="18761" y="21585"/>
                  </a:cubicBezTo>
                  <a:cubicBezTo>
                    <a:pt x="18779" y="21581"/>
                    <a:pt x="18792" y="21560"/>
                    <a:pt x="18796" y="21515"/>
                  </a:cubicBezTo>
                  <a:cubicBezTo>
                    <a:pt x="18946" y="19431"/>
                    <a:pt x="19161" y="17424"/>
                    <a:pt x="19462" y="15471"/>
                  </a:cubicBezTo>
                  <a:cubicBezTo>
                    <a:pt x="19745" y="15560"/>
                    <a:pt x="19921" y="15545"/>
                    <a:pt x="20302" y="15135"/>
                  </a:cubicBezTo>
                  <a:cubicBezTo>
                    <a:pt x="20946" y="14379"/>
                    <a:pt x="21558" y="12738"/>
                    <a:pt x="21591" y="10942"/>
                  </a:cubicBezTo>
                  <a:cubicBezTo>
                    <a:pt x="21600" y="9979"/>
                    <a:pt x="21452" y="9068"/>
                    <a:pt x="21108" y="8521"/>
                  </a:cubicBezTo>
                  <a:cubicBezTo>
                    <a:pt x="20996" y="8352"/>
                    <a:pt x="20880" y="8432"/>
                    <a:pt x="20773" y="8546"/>
                  </a:cubicBezTo>
                  <a:cubicBezTo>
                    <a:pt x="20106" y="9483"/>
                    <a:pt x="19302" y="11654"/>
                    <a:pt x="19118" y="12604"/>
                  </a:cubicBezTo>
                  <a:cubicBezTo>
                    <a:pt x="19087" y="10759"/>
                    <a:pt x="19732" y="9586"/>
                    <a:pt x="19785" y="7893"/>
                  </a:cubicBezTo>
                  <a:cubicBezTo>
                    <a:pt x="19786" y="7788"/>
                    <a:pt x="19770" y="7740"/>
                    <a:pt x="19747" y="7727"/>
                  </a:cubicBezTo>
                  <a:close/>
                  <a:moveTo>
                    <a:pt x="12082" y="7904"/>
                  </a:moveTo>
                  <a:cubicBezTo>
                    <a:pt x="11379" y="7851"/>
                    <a:pt x="10679" y="8202"/>
                    <a:pt x="10187" y="9354"/>
                  </a:cubicBezTo>
                  <a:cubicBezTo>
                    <a:pt x="10073" y="9653"/>
                    <a:pt x="10080" y="10211"/>
                    <a:pt x="10091" y="10601"/>
                  </a:cubicBezTo>
                  <a:cubicBezTo>
                    <a:pt x="10120" y="10856"/>
                    <a:pt x="10241" y="11122"/>
                    <a:pt x="10348" y="11200"/>
                  </a:cubicBezTo>
                  <a:cubicBezTo>
                    <a:pt x="11068" y="11591"/>
                    <a:pt x="11993" y="11124"/>
                    <a:pt x="12606" y="12296"/>
                  </a:cubicBezTo>
                  <a:cubicBezTo>
                    <a:pt x="12681" y="12530"/>
                    <a:pt x="12612" y="12774"/>
                    <a:pt x="12520" y="12891"/>
                  </a:cubicBezTo>
                  <a:cubicBezTo>
                    <a:pt x="11950" y="13464"/>
                    <a:pt x="11347" y="13872"/>
                    <a:pt x="10680" y="13533"/>
                  </a:cubicBezTo>
                  <a:cubicBezTo>
                    <a:pt x="10591" y="13475"/>
                    <a:pt x="10456" y="13247"/>
                    <a:pt x="10499" y="13022"/>
                  </a:cubicBezTo>
                  <a:cubicBezTo>
                    <a:pt x="10768" y="12033"/>
                    <a:pt x="11219" y="12999"/>
                    <a:pt x="11552" y="13129"/>
                  </a:cubicBezTo>
                  <a:cubicBezTo>
                    <a:pt x="11719" y="13216"/>
                    <a:pt x="12089" y="13104"/>
                    <a:pt x="12272" y="12636"/>
                  </a:cubicBezTo>
                  <a:cubicBezTo>
                    <a:pt x="12330" y="12372"/>
                    <a:pt x="12130" y="12209"/>
                    <a:pt x="11994" y="12115"/>
                  </a:cubicBezTo>
                  <a:cubicBezTo>
                    <a:pt x="11521" y="11803"/>
                    <a:pt x="10855" y="11435"/>
                    <a:pt x="10414" y="12164"/>
                  </a:cubicBezTo>
                  <a:cubicBezTo>
                    <a:pt x="10289" y="12369"/>
                    <a:pt x="10187" y="12999"/>
                    <a:pt x="10274" y="13494"/>
                  </a:cubicBezTo>
                  <a:cubicBezTo>
                    <a:pt x="10639" y="14926"/>
                    <a:pt x="11341" y="15408"/>
                    <a:pt x="11994" y="15159"/>
                  </a:cubicBezTo>
                  <a:cubicBezTo>
                    <a:pt x="12439" y="14991"/>
                    <a:pt x="12971" y="14611"/>
                    <a:pt x="13078" y="13387"/>
                  </a:cubicBezTo>
                  <a:cubicBezTo>
                    <a:pt x="13130" y="12612"/>
                    <a:pt x="13112" y="11776"/>
                    <a:pt x="12843" y="11229"/>
                  </a:cubicBezTo>
                  <a:cubicBezTo>
                    <a:pt x="12220" y="10214"/>
                    <a:pt x="11327" y="10757"/>
                    <a:pt x="10639" y="10080"/>
                  </a:cubicBezTo>
                  <a:cubicBezTo>
                    <a:pt x="10618" y="10002"/>
                    <a:pt x="10631" y="9980"/>
                    <a:pt x="10672" y="9928"/>
                  </a:cubicBezTo>
                  <a:cubicBezTo>
                    <a:pt x="11402" y="9381"/>
                    <a:pt x="12262" y="9587"/>
                    <a:pt x="13014" y="9145"/>
                  </a:cubicBezTo>
                  <a:cubicBezTo>
                    <a:pt x="13123" y="9066"/>
                    <a:pt x="13223" y="8641"/>
                    <a:pt x="13175" y="8439"/>
                  </a:cubicBezTo>
                  <a:cubicBezTo>
                    <a:pt x="13067" y="8179"/>
                    <a:pt x="12928" y="8137"/>
                    <a:pt x="12777" y="8074"/>
                  </a:cubicBezTo>
                  <a:lnTo>
                    <a:pt x="12777" y="8078"/>
                  </a:lnTo>
                  <a:cubicBezTo>
                    <a:pt x="12550" y="7984"/>
                    <a:pt x="12316" y="7922"/>
                    <a:pt x="12082" y="7904"/>
                  </a:cubicBezTo>
                  <a:close/>
                  <a:moveTo>
                    <a:pt x="17785" y="7961"/>
                  </a:moveTo>
                  <a:cubicBezTo>
                    <a:pt x="17320" y="8032"/>
                    <a:pt x="16692" y="8320"/>
                    <a:pt x="16217" y="8496"/>
                  </a:cubicBezTo>
                  <a:cubicBezTo>
                    <a:pt x="16131" y="8522"/>
                    <a:pt x="16153" y="8704"/>
                    <a:pt x="16174" y="8861"/>
                  </a:cubicBezTo>
                  <a:cubicBezTo>
                    <a:pt x="16228" y="9486"/>
                    <a:pt x="16506" y="9381"/>
                    <a:pt x="16689" y="9616"/>
                  </a:cubicBezTo>
                  <a:cubicBezTo>
                    <a:pt x="16614" y="10032"/>
                    <a:pt x="16571" y="10473"/>
                    <a:pt x="16464" y="10864"/>
                  </a:cubicBezTo>
                  <a:cubicBezTo>
                    <a:pt x="16367" y="10941"/>
                    <a:pt x="16206" y="10893"/>
                    <a:pt x="16195" y="11257"/>
                  </a:cubicBezTo>
                  <a:cubicBezTo>
                    <a:pt x="16185" y="11479"/>
                    <a:pt x="16260" y="11621"/>
                    <a:pt x="16253" y="11913"/>
                  </a:cubicBezTo>
                  <a:cubicBezTo>
                    <a:pt x="16153" y="12532"/>
                    <a:pt x="15979" y="13182"/>
                    <a:pt x="16046" y="13986"/>
                  </a:cubicBezTo>
                  <a:cubicBezTo>
                    <a:pt x="16126" y="14696"/>
                    <a:pt x="16266" y="15463"/>
                    <a:pt x="16474" y="15578"/>
                  </a:cubicBezTo>
                  <a:cubicBezTo>
                    <a:pt x="17141" y="15890"/>
                    <a:pt x="17689" y="14979"/>
                    <a:pt x="18195" y="14068"/>
                  </a:cubicBezTo>
                  <a:cubicBezTo>
                    <a:pt x="18282" y="13853"/>
                    <a:pt x="18114" y="13201"/>
                    <a:pt x="18054" y="13182"/>
                  </a:cubicBezTo>
                  <a:cubicBezTo>
                    <a:pt x="17603" y="13051"/>
                    <a:pt x="17184" y="13520"/>
                    <a:pt x="16733" y="13494"/>
                  </a:cubicBezTo>
                  <a:cubicBezTo>
                    <a:pt x="16776" y="12973"/>
                    <a:pt x="16832" y="12525"/>
                    <a:pt x="16939" y="12083"/>
                  </a:cubicBezTo>
                  <a:cubicBezTo>
                    <a:pt x="17308" y="11951"/>
                    <a:pt x="17855" y="12139"/>
                    <a:pt x="18076" y="11721"/>
                  </a:cubicBezTo>
                  <a:cubicBezTo>
                    <a:pt x="18141" y="11539"/>
                    <a:pt x="18114" y="10970"/>
                    <a:pt x="18054" y="10888"/>
                  </a:cubicBezTo>
                  <a:cubicBezTo>
                    <a:pt x="17775" y="10654"/>
                    <a:pt x="17408" y="10743"/>
                    <a:pt x="17128" y="10782"/>
                  </a:cubicBezTo>
                  <a:cubicBezTo>
                    <a:pt x="17174" y="10433"/>
                    <a:pt x="17220" y="10042"/>
                    <a:pt x="17270" y="9690"/>
                  </a:cubicBezTo>
                  <a:cubicBezTo>
                    <a:pt x="17507" y="9743"/>
                    <a:pt x="17743" y="9709"/>
                    <a:pt x="17958" y="9666"/>
                  </a:cubicBezTo>
                  <a:cubicBezTo>
                    <a:pt x="18188" y="9620"/>
                    <a:pt x="18462" y="9718"/>
                    <a:pt x="18623" y="9276"/>
                  </a:cubicBezTo>
                  <a:cubicBezTo>
                    <a:pt x="18670" y="9051"/>
                    <a:pt x="18490" y="8447"/>
                    <a:pt x="18388" y="8259"/>
                  </a:cubicBezTo>
                  <a:cubicBezTo>
                    <a:pt x="18286" y="8070"/>
                    <a:pt x="18241" y="7994"/>
                    <a:pt x="18183" y="7975"/>
                  </a:cubicBezTo>
                  <a:cubicBezTo>
                    <a:pt x="18076" y="7939"/>
                    <a:pt x="17940" y="7937"/>
                    <a:pt x="17785" y="7961"/>
                  </a:cubicBezTo>
                  <a:close/>
                  <a:moveTo>
                    <a:pt x="9416" y="8053"/>
                  </a:moveTo>
                  <a:cubicBezTo>
                    <a:pt x="9297" y="8027"/>
                    <a:pt x="9257" y="8465"/>
                    <a:pt x="9235" y="8677"/>
                  </a:cubicBezTo>
                  <a:cubicBezTo>
                    <a:pt x="9138" y="10239"/>
                    <a:pt x="9100" y="11982"/>
                    <a:pt x="9118" y="13674"/>
                  </a:cubicBezTo>
                  <a:cubicBezTo>
                    <a:pt x="9124" y="14306"/>
                    <a:pt x="9086" y="15159"/>
                    <a:pt x="9406" y="15315"/>
                  </a:cubicBezTo>
                  <a:cubicBezTo>
                    <a:pt x="9534" y="15393"/>
                    <a:pt x="9772" y="15315"/>
                    <a:pt x="9791" y="15106"/>
                  </a:cubicBezTo>
                  <a:cubicBezTo>
                    <a:pt x="9855" y="13128"/>
                    <a:pt x="9769" y="10913"/>
                    <a:pt x="9705" y="8882"/>
                  </a:cubicBezTo>
                  <a:cubicBezTo>
                    <a:pt x="9698" y="8675"/>
                    <a:pt x="9587" y="8157"/>
                    <a:pt x="9416" y="8053"/>
                  </a:cubicBezTo>
                  <a:close/>
                  <a:moveTo>
                    <a:pt x="21061" y="9800"/>
                  </a:moveTo>
                  <a:cubicBezTo>
                    <a:pt x="21109" y="9846"/>
                    <a:pt x="21144" y="10273"/>
                    <a:pt x="21153" y="10647"/>
                  </a:cubicBezTo>
                  <a:lnTo>
                    <a:pt x="21150" y="11044"/>
                  </a:lnTo>
                  <a:cubicBezTo>
                    <a:pt x="21075" y="12268"/>
                    <a:pt x="20452" y="13305"/>
                    <a:pt x="20139" y="13518"/>
                  </a:cubicBezTo>
                  <a:cubicBezTo>
                    <a:pt x="20034" y="13590"/>
                    <a:pt x="19987" y="13590"/>
                    <a:pt x="19870" y="13596"/>
                  </a:cubicBezTo>
                  <a:cubicBezTo>
                    <a:pt x="20047" y="12597"/>
                    <a:pt x="20526" y="10889"/>
                    <a:pt x="21032" y="9822"/>
                  </a:cubicBezTo>
                  <a:cubicBezTo>
                    <a:pt x="21042" y="9796"/>
                    <a:pt x="21051" y="9791"/>
                    <a:pt x="21061" y="9800"/>
                  </a:cubicBezTo>
                  <a:close/>
                  <a:moveTo>
                    <a:pt x="3342" y="9900"/>
                  </a:moveTo>
                  <a:cubicBezTo>
                    <a:pt x="3303" y="11344"/>
                    <a:pt x="3295" y="12949"/>
                    <a:pt x="3299" y="13961"/>
                  </a:cubicBezTo>
                  <a:cubicBezTo>
                    <a:pt x="2652" y="13493"/>
                    <a:pt x="1966" y="12605"/>
                    <a:pt x="1514" y="11147"/>
                  </a:cubicBezTo>
                  <a:cubicBezTo>
                    <a:pt x="1408" y="10741"/>
                    <a:pt x="1805" y="10498"/>
                    <a:pt x="1999" y="10367"/>
                  </a:cubicBezTo>
                  <a:cubicBezTo>
                    <a:pt x="2212" y="10224"/>
                    <a:pt x="2432" y="10120"/>
                    <a:pt x="2657" y="10045"/>
                  </a:cubicBezTo>
                  <a:lnTo>
                    <a:pt x="3342" y="9900"/>
                  </a:lnTo>
                  <a:close/>
                </a:path>
              </a:pathLst>
            </a:custGeom>
            <a:solidFill>
              <a:schemeClr val="accent1">
                <a:hueOff val="-377932"/>
                <a:satOff val="-36880"/>
                <a:lumOff val="37949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defRPr sz="3200">
                  <a:solidFill>
                    <a:schemeClr val="accent4">
                      <a:hueOff val="-203031"/>
                      <a:satOff val="-71423"/>
                      <a:lumOff val="-30171"/>
                    </a:schemeClr>
                  </a:solidFill>
                </a:defRPr>
              </a:pPr>
            </a:p>
          </p:txBody>
        </p:sp>
      </p:grpSp>
      <p:sp>
        <p:nvSpPr>
          <p:cNvPr id="1927" name="Freeform 3"/>
          <p:cNvSpPr/>
          <p:nvPr/>
        </p:nvSpPr>
        <p:spPr>
          <a:xfrm>
            <a:off x="16410292" y="6295882"/>
            <a:ext cx="2521106" cy="6439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9639" y="0"/>
                </a:moveTo>
                <a:cubicBezTo>
                  <a:pt x="18616" y="0"/>
                  <a:pt x="17940" y="2157"/>
                  <a:pt x="17940" y="5416"/>
                </a:cubicBezTo>
                <a:cubicBezTo>
                  <a:pt x="17940" y="6832"/>
                  <a:pt x="18057" y="7894"/>
                  <a:pt x="18337" y="9064"/>
                </a:cubicBezTo>
                <a:cubicBezTo>
                  <a:pt x="18526" y="9772"/>
                  <a:pt x="18751" y="10622"/>
                  <a:pt x="19658" y="12322"/>
                </a:cubicBezTo>
                <a:cubicBezTo>
                  <a:pt x="20592" y="14055"/>
                  <a:pt x="20845" y="14976"/>
                  <a:pt x="20845" y="16676"/>
                </a:cubicBezTo>
                <a:cubicBezTo>
                  <a:pt x="20845" y="18979"/>
                  <a:pt x="20322" y="20572"/>
                  <a:pt x="19546" y="20572"/>
                </a:cubicBezTo>
                <a:cubicBezTo>
                  <a:pt x="19095" y="20572"/>
                  <a:pt x="18688" y="20111"/>
                  <a:pt x="18381" y="19190"/>
                </a:cubicBezTo>
                <a:cubicBezTo>
                  <a:pt x="18138" y="18482"/>
                  <a:pt x="18012" y="17844"/>
                  <a:pt x="17867" y="16467"/>
                </a:cubicBezTo>
                <a:lnTo>
                  <a:pt x="17732" y="16642"/>
                </a:lnTo>
                <a:cubicBezTo>
                  <a:pt x="17796" y="17675"/>
                  <a:pt x="17877" y="19199"/>
                  <a:pt x="17950" y="20829"/>
                </a:cubicBezTo>
                <a:lnTo>
                  <a:pt x="17967" y="21322"/>
                </a:lnTo>
                <a:lnTo>
                  <a:pt x="18120" y="21322"/>
                </a:lnTo>
                <a:cubicBezTo>
                  <a:pt x="18192" y="20994"/>
                  <a:pt x="18228" y="20924"/>
                  <a:pt x="18337" y="20924"/>
                </a:cubicBezTo>
                <a:cubicBezTo>
                  <a:pt x="18400" y="20924"/>
                  <a:pt x="18536" y="20997"/>
                  <a:pt x="18661" y="21103"/>
                </a:cubicBezTo>
                <a:cubicBezTo>
                  <a:pt x="19022" y="21420"/>
                  <a:pt x="19320" y="21561"/>
                  <a:pt x="19618" y="21561"/>
                </a:cubicBezTo>
                <a:cubicBezTo>
                  <a:pt x="20801" y="21561"/>
                  <a:pt x="21600" y="18982"/>
                  <a:pt x="21600" y="15156"/>
                </a:cubicBezTo>
                <a:cubicBezTo>
                  <a:pt x="21600" y="11828"/>
                  <a:pt x="20927" y="10021"/>
                  <a:pt x="19816" y="8002"/>
                </a:cubicBezTo>
                <a:cubicBezTo>
                  <a:pt x="18950" y="6444"/>
                  <a:pt x="18706" y="5557"/>
                  <a:pt x="18706" y="3999"/>
                </a:cubicBezTo>
                <a:cubicBezTo>
                  <a:pt x="18706" y="2193"/>
                  <a:pt x="19130" y="989"/>
                  <a:pt x="19780" y="989"/>
                </a:cubicBezTo>
                <a:cubicBezTo>
                  <a:pt x="20292" y="989"/>
                  <a:pt x="20691" y="1628"/>
                  <a:pt x="20945" y="2796"/>
                </a:cubicBezTo>
                <a:cubicBezTo>
                  <a:pt x="21063" y="3376"/>
                  <a:pt x="21116" y="3835"/>
                  <a:pt x="21198" y="4898"/>
                </a:cubicBezTo>
                <a:lnTo>
                  <a:pt x="21327" y="4898"/>
                </a:lnTo>
                <a:lnTo>
                  <a:pt x="21308" y="437"/>
                </a:lnTo>
                <a:lnTo>
                  <a:pt x="21153" y="437"/>
                </a:lnTo>
                <a:cubicBezTo>
                  <a:pt x="21126" y="673"/>
                  <a:pt x="21089" y="741"/>
                  <a:pt x="21017" y="741"/>
                </a:cubicBezTo>
                <a:cubicBezTo>
                  <a:pt x="20936" y="741"/>
                  <a:pt x="20790" y="671"/>
                  <a:pt x="20645" y="531"/>
                </a:cubicBezTo>
                <a:cubicBezTo>
                  <a:pt x="20283" y="178"/>
                  <a:pt x="19947" y="0"/>
                  <a:pt x="19639" y="0"/>
                </a:cubicBezTo>
                <a:close/>
                <a:moveTo>
                  <a:pt x="4251" y="394"/>
                </a:moveTo>
                <a:lnTo>
                  <a:pt x="4251" y="946"/>
                </a:lnTo>
                <a:lnTo>
                  <a:pt x="4405" y="946"/>
                </a:lnTo>
                <a:cubicBezTo>
                  <a:pt x="4930" y="946"/>
                  <a:pt x="5137" y="1658"/>
                  <a:pt x="5137" y="3502"/>
                </a:cubicBezTo>
                <a:lnTo>
                  <a:pt x="5137" y="15105"/>
                </a:lnTo>
                <a:lnTo>
                  <a:pt x="1692" y="398"/>
                </a:lnTo>
                <a:lnTo>
                  <a:pt x="1547" y="398"/>
                </a:lnTo>
                <a:cubicBezTo>
                  <a:pt x="1475" y="398"/>
                  <a:pt x="1131" y="514"/>
                  <a:pt x="1014" y="514"/>
                </a:cubicBezTo>
                <a:cubicBezTo>
                  <a:pt x="941" y="514"/>
                  <a:pt x="199" y="398"/>
                  <a:pt x="136" y="398"/>
                </a:cubicBezTo>
                <a:lnTo>
                  <a:pt x="0" y="398"/>
                </a:lnTo>
                <a:lnTo>
                  <a:pt x="0" y="950"/>
                </a:lnTo>
                <a:lnTo>
                  <a:pt x="163" y="950"/>
                </a:lnTo>
                <a:cubicBezTo>
                  <a:pt x="344" y="950"/>
                  <a:pt x="606" y="1555"/>
                  <a:pt x="851" y="2547"/>
                </a:cubicBezTo>
                <a:lnTo>
                  <a:pt x="851" y="18423"/>
                </a:lnTo>
                <a:cubicBezTo>
                  <a:pt x="851" y="20126"/>
                  <a:pt x="724" y="20516"/>
                  <a:pt x="117" y="20731"/>
                </a:cubicBezTo>
                <a:lnTo>
                  <a:pt x="117" y="21322"/>
                </a:lnTo>
                <a:lnTo>
                  <a:pt x="262" y="21322"/>
                </a:lnTo>
                <a:cubicBezTo>
                  <a:pt x="389" y="21322"/>
                  <a:pt x="968" y="21202"/>
                  <a:pt x="1050" y="21202"/>
                </a:cubicBezTo>
                <a:cubicBezTo>
                  <a:pt x="1195" y="21202"/>
                  <a:pt x="1819" y="21322"/>
                  <a:pt x="1946" y="21322"/>
                </a:cubicBezTo>
                <a:lnTo>
                  <a:pt x="2117" y="21322"/>
                </a:lnTo>
                <a:lnTo>
                  <a:pt x="2117" y="20731"/>
                </a:lnTo>
                <a:lnTo>
                  <a:pt x="1963" y="20731"/>
                </a:lnTo>
                <a:cubicBezTo>
                  <a:pt x="1366" y="20731"/>
                  <a:pt x="1204" y="19986"/>
                  <a:pt x="1204" y="17216"/>
                </a:cubicBezTo>
                <a:lnTo>
                  <a:pt x="1204" y="4003"/>
                </a:lnTo>
                <a:lnTo>
                  <a:pt x="5317" y="21557"/>
                </a:lnTo>
                <a:lnTo>
                  <a:pt x="5480" y="21557"/>
                </a:lnTo>
                <a:lnTo>
                  <a:pt x="5480" y="3220"/>
                </a:lnTo>
                <a:cubicBezTo>
                  <a:pt x="5480" y="1587"/>
                  <a:pt x="5607" y="1088"/>
                  <a:pt x="6087" y="946"/>
                </a:cubicBezTo>
                <a:lnTo>
                  <a:pt x="6077" y="394"/>
                </a:lnTo>
                <a:lnTo>
                  <a:pt x="5978" y="394"/>
                </a:lnTo>
                <a:cubicBezTo>
                  <a:pt x="5878" y="394"/>
                  <a:pt x="5362" y="514"/>
                  <a:pt x="5272" y="514"/>
                </a:cubicBezTo>
                <a:cubicBezTo>
                  <a:pt x="5209" y="514"/>
                  <a:pt x="4432" y="394"/>
                  <a:pt x="4414" y="394"/>
                </a:cubicBezTo>
                <a:lnTo>
                  <a:pt x="4251" y="394"/>
                </a:lnTo>
                <a:close/>
                <a:moveTo>
                  <a:pt x="13063" y="394"/>
                </a:moveTo>
                <a:lnTo>
                  <a:pt x="13063" y="946"/>
                </a:lnTo>
                <a:cubicBezTo>
                  <a:pt x="13498" y="983"/>
                  <a:pt x="13670" y="1553"/>
                  <a:pt x="13869" y="3716"/>
                </a:cubicBezTo>
                <a:lnTo>
                  <a:pt x="14331" y="8756"/>
                </a:lnTo>
                <a:lnTo>
                  <a:pt x="13624" y="16240"/>
                </a:lnTo>
                <a:lnTo>
                  <a:pt x="12384" y="3113"/>
                </a:lnTo>
                <a:cubicBezTo>
                  <a:pt x="12339" y="2617"/>
                  <a:pt x="12312" y="2157"/>
                  <a:pt x="12312" y="1837"/>
                </a:cubicBezTo>
                <a:cubicBezTo>
                  <a:pt x="12312" y="1268"/>
                  <a:pt x="12420" y="987"/>
                  <a:pt x="12683" y="950"/>
                </a:cubicBezTo>
                <a:lnTo>
                  <a:pt x="12683" y="398"/>
                </a:lnTo>
                <a:lnTo>
                  <a:pt x="12520" y="398"/>
                </a:lnTo>
                <a:cubicBezTo>
                  <a:pt x="12411" y="398"/>
                  <a:pt x="11895" y="514"/>
                  <a:pt x="11796" y="514"/>
                </a:cubicBezTo>
                <a:cubicBezTo>
                  <a:pt x="11678" y="514"/>
                  <a:pt x="11179" y="398"/>
                  <a:pt x="11079" y="398"/>
                </a:cubicBezTo>
                <a:lnTo>
                  <a:pt x="10925" y="398"/>
                </a:lnTo>
                <a:lnTo>
                  <a:pt x="10925" y="916"/>
                </a:lnTo>
                <a:cubicBezTo>
                  <a:pt x="11161" y="1092"/>
                  <a:pt x="11288" y="1658"/>
                  <a:pt x="11424" y="3078"/>
                </a:cubicBezTo>
                <a:lnTo>
                  <a:pt x="13190" y="21600"/>
                </a:lnTo>
                <a:lnTo>
                  <a:pt x="13434" y="21600"/>
                </a:lnTo>
                <a:lnTo>
                  <a:pt x="14494" y="10562"/>
                </a:lnTo>
                <a:lnTo>
                  <a:pt x="15526" y="21600"/>
                </a:lnTo>
                <a:lnTo>
                  <a:pt x="15780" y="21600"/>
                </a:lnTo>
                <a:lnTo>
                  <a:pt x="17301" y="3999"/>
                </a:lnTo>
                <a:cubicBezTo>
                  <a:pt x="17482" y="1835"/>
                  <a:pt x="17599" y="1195"/>
                  <a:pt x="17826" y="946"/>
                </a:cubicBezTo>
                <a:lnTo>
                  <a:pt x="17826" y="394"/>
                </a:lnTo>
                <a:lnTo>
                  <a:pt x="17763" y="394"/>
                </a:lnTo>
                <a:cubicBezTo>
                  <a:pt x="17591" y="394"/>
                  <a:pt x="17238" y="514"/>
                  <a:pt x="17148" y="514"/>
                </a:cubicBezTo>
                <a:cubicBezTo>
                  <a:pt x="16957" y="514"/>
                  <a:pt x="16640" y="394"/>
                  <a:pt x="16514" y="394"/>
                </a:cubicBezTo>
                <a:lnTo>
                  <a:pt x="16469" y="394"/>
                </a:lnTo>
                <a:lnTo>
                  <a:pt x="16469" y="946"/>
                </a:lnTo>
                <a:lnTo>
                  <a:pt x="16632" y="946"/>
                </a:lnTo>
                <a:cubicBezTo>
                  <a:pt x="16912" y="946"/>
                  <a:pt x="17039" y="1374"/>
                  <a:pt x="17039" y="2368"/>
                </a:cubicBezTo>
                <a:cubicBezTo>
                  <a:pt x="17039" y="2935"/>
                  <a:pt x="16985" y="3859"/>
                  <a:pt x="16867" y="5279"/>
                </a:cubicBezTo>
                <a:lnTo>
                  <a:pt x="15916" y="16347"/>
                </a:lnTo>
                <a:lnTo>
                  <a:pt x="14711" y="3288"/>
                </a:lnTo>
                <a:cubicBezTo>
                  <a:pt x="14657" y="2721"/>
                  <a:pt x="14622" y="2157"/>
                  <a:pt x="14622" y="1837"/>
                </a:cubicBezTo>
                <a:cubicBezTo>
                  <a:pt x="14622" y="1233"/>
                  <a:pt x="14766" y="946"/>
                  <a:pt x="15065" y="946"/>
                </a:cubicBezTo>
                <a:lnTo>
                  <a:pt x="15282" y="946"/>
                </a:lnTo>
                <a:lnTo>
                  <a:pt x="15282" y="394"/>
                </a:lnTo>
                <a:lnTo>
                  <a:pt x="15065" y="394"/>
                </a:lnTo>
                <a:cubicBezTo>
                  <a:pt x="14920" y="394"/>
                  <a:pt x="14268" y="514"/>
                  <a:pt x="14142" y="514"/>
                </a:cubicBezTo>
                <a:cubicBezTo>
                  <a:pt x="13987" y="514"/>
                  <a:pt x="13336" y="394"/>
                  <a:pt x="13209" y="394"/>
                </a:cubicBezTo>
                <a:lnTo>
                  <a:pt x="13063" y="394"/>
                </a:lnTo>
                <a:close/>
                <a:moveTo>
                  <a:pt x="6390" y="398"/>
                </a:moveTo>
                <a:lnTo>
                  <a:pt x="6390" y="950"/>
                </a:lnTo>
                <a:lnTo>
                  <a:pt x="6526" y="950"/>
                </a:lnTo>
                <a:cubicBezTo>
                  <a:pt x="6951" y="951"/>
                  <a:pt x="7087" y="1375"/>
                  <a:pt x="7087" y="2757"/>
                </a:cubicBezTo>
                <a:lnTo>
                  <a:pt x="7087" y="18886"/>
                </a:lnTo>
                <a:cubicBezTo>
                  <a:pt x="7087" y="20270"/>
                  <a:pt x="6950" y="20694"/>
                  <a:pt x="6525" y="20731"/>
                </a:cubicBezTo>
                <a:lnTo>
                  <a:pt x="6380" y="20731"/>
                </a:lnTo>
                <a:lnTo>
                  <a:pt x="6380" y="21322"/>
                </a:lnTo>
                <a:lnTo>
                  <a:pt x="6615" y="21322"/>
                </a:lnTo>
                <a:cubicBezTo>
                  <a:pt x="6923" y="21286"/>
                  <a:pt x="8273" y="21206"/>
                  <a:pt x="8553" y="21206"/>
                </a:cubicBezTo>
                <a:cubicBezTo>
                  <a:pt x="8968" y="21206"/>
                  <a:pt x="10214" y="21322"/>
                  <a:pt x="10477" y="21322"/>
                </a:cubicBezTo>
                <a:lnTo>
                  <a:pt x="10857" y="16860"/>
                </a:lnTo>
                <a:lnTo>
                  <a:pt x="10694" y="16860"/>
                </a:lnTo>
                <a:cubicBezTo>
                  <a:pt x="10441" y="18992"/>
                  <a:pt x="10016" y="20020"/>
                  <a:pt x="9429" y="20020"/>
                </a:cubicBezTo>
                <a:lnTo>
                  <a:pt x="8526" y="20020"/>
                </a:lnTo>
                <a:cubicBezTo>
                  <a:pt x="8219" y="20020"/>
                  <a:pt x="8064" y="19418"/>
                  <a:pt x="8064" y="18209"/>
                </a:cubicBezTo>
                <a:lnTo>
                  <a:pt x="8064" y="10858"/>
                </a:lnTo>
                <a:lnTo>
                  <a:pt x="8933" y="10858"/>
                </a:lnTo>
                <a:cubicBezTo>
                  <a:pt x="9565" y="10858"/>
                  <a:pt x="9826" y="11639"/>
                  <a:pt x="9898" y="13628"/>
                </a:cubicBezTo>
                <a:lnTo>
                  <a:pt x="10051" y="13628"/>
                </a:lnTo>
                <a:lnTo>
                  <a:pt x="10051" y="7261"/>
                </a:lnTo>
                <a:lnTo>
                  <a:pt x="9890" y="7227"/>
                </a:lnTo>
                <a:cubicBezTo>
                  <a:pt x="9827" y="8897"/>
                  <a:pt x="9591" y="9680"/>
                  <a:pt x="9167" y="9680"/>
                </a:cubicBezTo>
                <a:lnTo>
                  <a:pt x="8074" y="9680"/>
                </a:lnTo>
                <a:lnTo>
                  <a:pt x="8074" y="1623"/>
                </a:lnTo>
                <a:lnTo>
                  <a:pt x="9338" y="1623"/>
                </a:lnTo>
                <a:cubicBezTo>
                  <a:pt x="9970" y="1623"/>
                  <a:pt x="10246" y="2580"/>
                  <a:pt x="10273" y="4958"/>
                </a:cubicBezTo>
                <a:lnTo>
                  <a:pt x="10413" y="4958"/>
                </a:lnTo>
                <a:lnTo>
                  <a:pt x="10396" y="398"/>
                </a:lnTo>
                <a:lnTo>
                  <a:pt x="10034" y="398"/>
                </a:lnTo>
                <a:cubicBezTo>
                  <a:pt x="9764" y="398"/>
                  <a:pt x="8508" y="514"/>
                  <a:pt x="8318" y="514"/>
                </a:cubicBezTo>
                <a:cubicBezTo>
                  <a:pt x="8309" y="514"/>
                  <a:pt x="6987" y="398"/>
                  <a:pt x="6742" y="398"/>
                </a:cubicBezTo>
                <a:lnTo>
                  <a:pt x="6390" y="398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928" name="Shape"/>
          <p:cNvSpPr/>
          <p:nvPr/>
        </p:nvSpPr>
        <p:spPr>
          <a:xfrm>
            <a:off x="20289572" y="6237540"/>
            <a:ext cx="1905001" cy="70534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294" y="0"/>
                </a:moveTo>
                <a:cubicBezTo>
                  <a:pt x="7924" y="0"/>
                  <a:pt x="7627" y="273"/>
                  <a:pt x="7404" y="816"/>
                </a:cubicBezTo>
                <a:cubicBezTo>
                  <a:pt x="7181" y="1358"/>
                  <a:pt x="7069" y="2058"/>
                  <a:pt x="7069" y="2868"/>
                </a:cubicBezTo>
                <a:cubicBezTo>
                  <a:pt x="7069" y="3678"/>
                  <a:pt x="7181" y="4350"/>
                  <a:pt x="7404" y="4884"/>
                </a:cubicBezTo>
                <a:cubicBezTo>
                  <a:pt x="7627" y="5418"/>
                  <a:pt x="7930" y="5684"/>
                  <a:pt x="8294" y="5684"/>
                </a:cubicBezTo>
                <a:cubicBezTo>
                  <a:pt x="8657" y="5684"/>
                  <a:pt x="8950" y="5418"/>
                  <a:pt x="9173" y="4884"/>
                </a:cubicBezTo>
                <a:cubicBezTo>
                  <a:pt x="9397" y="4350"/>
                  <a:pt x="9508" y="3695"/>
                  <a:pt x="9508" y="2868"/>
                </a:cubicBezTo>
                <a:cubicBezTo>
                  <a:pt x="9508" y="2041"/>
                  <a:pt x="9397" y="1358"/>
                  <a:pt x="9173" y="816"/>
                </a:cubicBezTo>
                <a:cubicBezTo>
                  <a:pt x="8950" y="273"/>
                  <a:pt x="8664" y="0"/>
                  <a:pt x="8294" y="0"/>
                </a:cubicBezTo>
                <a:close/>
                <a:moveTo>
                  <a:pt x="13727" y="2299"/>
                </a:moveTo>
                <a:lnTo>
                  <a:pt x="13727" y="8835"/>
                </a:lnTo>
                <a:cubicBezTo>
                  <a:pt x="13593" y="8163"/>
                  <a:pt x="13400" y="7635"/>
                  <a:pt x="13148" y="7247"/>
                </a:cubicBezTo>
                <a:cubicBezTo>
                  <a:pt x="12896" y="6860"/>
                  <a:pt x="12595" y="6666"/>
                  <a:pt x="12244" y="6666"/>
                </a:cubicBezTo>
                <a:cubicBezTo>
                  <a:pt x="11823" y="6666"/>
                  <a:pt x="11444" y="6964"/>
                  <a:pt x="11106" y="7558"/>
                </a:cubicBezTo>
                <a:cubicBezTo>
                  <a:pt x="10768" y="8152"/>
                  <a:pt x="10502" y="9012"/>
                  <a:pt x="10307" y="10140"/>
                </a:cubicBezTo>
                <a:cubicBezTo>
                  <a:pt x="10113" y="11268"/>
                  <a:pt x="10016" y="12598"/>
                  <a:pt x="10016" y="14131"/>
                </a:cubicBezTo>
                <a:cubicBezTo>
                  <a:pt x="10016" y="15664"/>
                  <a:pt x="10113" y="16998"/>
                  <a:pt x="10307" y="18126"/>
                </a:cubicBezTo>
                <a:cubicBezTo>
                  <a:pt x="10502" y="19254"/>
                  <a:pt x="10768" y="20114"/>
                  <a:pt x="11106" y="20708"/>
                </a:cubicBezTo>
                <a:cubicBezTo>
                  <a:pt x="11444" y="21302"/>
                  <a:pt x="11823" y="21600"/>
                  <a:pt x="12244" y="21600"/>
                </a:cubicBezTo>
                <a:cubicBezTo>
                  <a:pt x="12595" y="21600"/>
                  <a:pt x="12896" y="21406"/>
                  <a:pt x="13148" y="21018"/>
                </a:cubicBezTo>
                <a:cubicBezTo>
                  <a:pt x="13400" y="20631"/>
                  <a:pt x="13593" y="20099"/>
                  <a:pt x="13727" y="19427"/>
                </a:cubicBezTo>
                <a:lnTo>
                  <a:pt x="13727" y="21418"/>
                </a:lnTo>
                <a:lnTo>
                  <a:pt x="15850" y="21418"/>
                </a:lnTo>
                <a:lnTo>
                  <a:pt x="15850" y="2299"/>
                </a:lnTo>
                <a:lnTo>
                  <a:pt x="13727" y="2299"/>
                </a:lnTo>
                <a:close/>
                <a:moveTo>
                  <a:pt x="0" y="3127"/>
                </a:moveTo>
                <a:lnTo>
                  <a:pt x="0" y="21418"/>
                </a:lnTo>
                <a:lnTo>
                  <a:pt x="2124" y="21418"/>
                </a:lnTo>
                <a:lnTo>
                  <a:pt x="2124" y="13488"/>
                </a:lnTo>
                <a:lnTo>
                  <a:pt x="4094" y="21418"/>
                </a:lnTo>
                <a:lnTo>
                  <a:pt x="6649" y="21418"/>
                </a:lnTo>
                <a:lnTo>
                  <a:pt x="4142" y="12014"/>
                </a:lnTo>
                <a:lnTo>
                  <a:pt x="6649" y="3127"/>
                </a:lnTo>
                <a:lnTo>
                  <a:pt x="4113" y="3127"/>
                </a:lnTo>
                <a:lnTo>
                  <a:pt x="2124" y="10851"/>
                </a:lnTo>
                <a:lnTo>
                  <a:pt x="2124" y="3127"/>
                </a:lnTo>
                <a:lnTo>
                  <a:pt x="0" y="3127"/>
                </a:lnTo>
                <a:close/>
                <a:moveTo>
                  <a:pt x="18931" y="6669"/>
                </a:moveTo>
                <a:cubicBezTo>
                  <a:pt x="18447" y="6669"/>
                  <a:pt x="18035" y="6867"/>
                  <a:pt x="17697" y="7263"/>
                </a:cubicBezTo>
                <a:cubicBezTo>
                  <a:pt x="17360" y="7659"/>
                  <a:pt x="17104" y="8202"/>
                  <a:pt x="16932" y="8890"/>
                </a:cubicBezTo>
                <a:cubicBezTo>
                  <a:pt x="16760" y="9580"/>
                  <a:pt x="16673" y="10363"/>
                  <a:pt x="16673" y="11242"/>
                </a:cubicBezTo>
                <a:cubicBezTo>
                  <a:pt x="16673" y="12327"/>
                  <a:pt x="16775" y="13179"/>
                  <a:pt x="16980" y="13799"/>
                </a:cubicBezTo>
                <a:cubicBezTo>
                  <a:pt x="17184" y="14419"/>
                  <a:pt x="17421" y="14858"/>
                  <a:pt x="17692" y="15116"/>
                </a:cubicBezTo>
                <a:cubicBezTo>
                  <a:pt x="17963" y="15374"/>
                  <a:pt x="18306" y="15615"/>
                  <a:pt x="18721" y="15839"/>
                </a:cubicBezTo>
                <a:cubicBezTo>
                  <a:pt x="19046" y="15994"/>
                  <a:pt x="19281" y="16149"/>
                  <a:pt x="19428" y="16304"/>
                </a:cubicBezTo>
                <a:cubicBezTo>
                  <a:pt x="19575" y="16459"/>
                  <a:pt x="19648" y="16700"/>
                  <a:pt x="19648" y="17027"/>
                </a:cubicBezTo>
                <a:cubicBezTo>
                  <a:pt x="19648" y="17440"/>
                  <a:pt x="19540" y="17649"/>
                  <a:pt x="19323" y="17649"/>
                </a:cubicBezTo>
                <a:cubicBezTo>
                  <a:pt x="18922" y="17649"/>
                  <a:pt x="18701" y="17225"/>
                  <a:pt x="18663" y="16381"/>
                </a:cubicBezTo>
                <a:lnTo>
                  <a:pt x="16625" y="16381"/>
                </a:lnTo>
                <a:cubicBezTo>
                  <a:pt x="16734" y="18069"/>
                  <a:pt x="17017" y="19363"/>
                  <a:pt x="17476" y="20258"/>
                </a:cubicBezTo>
                <a:cubicBezTo>
                  <a:pt x="17936" y="21154"/>
                  <a:pt x="18554" y="21600"/>
                  <a:pt x="19333" y="21600"/>
                </a:cubicBezTo>
                <a:cubicBezTo>
                  <a:pt x="19798" y="21600"/>
                  <a:pt x="20203" y="21413"/>
                  <a:pt x="20547" y="21034"/>
                </a:cubicBezTo>
                <a:cubicBezTo>
                  <a:pt x="20892" y="20655"/>
                  <a:pt x="21154" y="20127"/>
                  <a:pt x="21332" y="19455"/>
                </a:cubicBezTo>
                <a:cubicBezTo>
                  <a:pt x="21511" y="18783"/>
                  <a:pt x="21600" y="18018"/>
                  <a:pt x="21600" y="17156"/>
                </a:cubicBezTo>
                <a:cubicBezTo>
                  <a:pt x="21600" y="16054"/>
                  <a:pt x="21495" y="15184"/>
                  <a:pt x="21284" y="14547"/>
                </a:cubicBezTo>
                <a:cubicBezTo>
                  <a:pt x="21074" y="13910"/>
                  <a:pt x="20824" y="13449"/>
                  <a:pt x="20534" y="13165"/>
                </a:cubicBezTo>
                <a:cubicBezTo>
                  <a:pt x="20243" y="12881"/>
                  <a:pt x="19893" y="12636"/>
                  <a:pt x="19485" y="12429"/>
                </a:cubicBezTo>
                <a:cubicBezTo>
                  <a:pt x="19173" y="12257"/>
                  <a:pt x="18945" y="12092"/>
                  <a:pt x="18802" y="11937"/>
                </a:cubicBezTo>
                <a:cubicBezTo>
                  <a:pt x="18658" y="11782"/>
                  <a:pt x="18586" y="11559"/>
                  <a:pt x="18586" y="11266"/>
                </a:cubicBezTo>
                <a:cubicBezTo>
                  <a:pt x="18586" y="10853"/>
                  <a:pt x="18685" y="10645"/>
                  <a:pt x="18882" y="10645"/>
                </a:cubicBezTo>
                <a:cubicBezTo>
                  <a:pt x="19233" y="10645"/>
                  <a:pt x="19450" y="11058"/>
                  <a:pt x="19533" y="11885"/>
                </a:cubicBezTo>
                <a:lnTo>
                  <a:pt x="21513" y="11885"/>
                </a:lnTo>
                <a:cubicBezTo>
                  <a:pt x="21399" y="10318"/>
                  <a:pt x="21123" y="9055"/>
                  <a:pt x="20686" y="8100"/>
                </a:cubicBezTo>
                <a:lnTo>
                  <a:pt x="20686" y="8103"/>
                </a:lnTo>
                <a:cubicBezTo>
                  <a:pt x="20249" y="7147"/>
                  <a:pt x="19665" y="6669"/>
                  <a:pt x="18931" y="6669"/>
                </a:cubicBezTo>
                <a:close/>
                <a:moveTo>
                  <a:pt x="7222" y="6847"/>
                </a:moveTo>
                <a:lnTo>
                  <a:pt x="7222" y="21418"/>
                </a:lnTo>
                <a:lnTo>
                  <a:pt x="9346" y="21418"/>
                </a:lnTo>
                <a:lnTo>
                  <a:pt x="9346" y="6847"/>
                </a:lnTo>
                <a:lnTo>
                  <a:pt x="7222" y="6847"/>
                </a:lnTo>
                <a:close/>
                <a:moveTo>
                  <a:pt x="12952" y="11679"/>
                </a:moveTo>
                <a:cubicBezTo>
                  <a:pt x="13181" y="11679"/>
                  <a:pt x="13370" y="11895"/>
                  <a:pt x="13517" y="12325"/>
                </a:cubicBezTo>
                <a:cubicBezTo>
                  <a:pt x="13664" y="12756"/>
                  <a:pt x="13737" y="13359"/>
                  <a:pt x="13737" y="14134"/>
                </a:cubicBezTo>
                <a:cubicBezTo>
                  <a:pt x="13737" y="14910"/>
                  <a:pt x="13664" y="15511"/>
                  <a:pt x="13517" y="15941"/>
                </a:cubicBezTo>
                <a:cubicBezTo>
                  <a:pt x="13370" y="16371"/>
                  <a:pt x="13181" y="16587"/>
                  <a:pt x="12952" y="16587"/>
                </a:cubicBezTo>
                <a:cubicBezTo>
                  <a:pt x="12722" y="16587"/>
                  <a:pt x="12534" y="16371"/>
                  <a:pt x="12388" y="15941"/>
                </a:cubicBezTo>
                <a:cubicBezTo>
                  <a:pt x="12241" y="15510"/>
                  <a:pt x="12168" y="14910"/>
                  <a:pt x="12168" y="14134"/>
                </a:cubicBezTo>
                <a:cubicBezTo>
                  <a:pt x="12168" y="13359"/>
                  <a:pt x="12241" y="12755"/>
                  <a:pt x="12388" y="12325"/>
                </a:cubicBezTo>
                <a:cubicBezTo>
                  <a:pt x="12534" y="11894"/>
                  <a:pt x="12722" y="11679"/>
                  <a:pt x="12952" y="11679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929" name="Freeform 3"/>
          <p:cNvSpPr/>
          <p:nvPr/>
        </p:nvSpPr>
        <p:spPr>
          <a:xfrm>
            <a:off x="16366306" y="8698264"/>
            <a:ext cx="2521105" cy="6439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9639" y="0"/>
                </a:moveTo>
                <a:cubicBezTo>
                  <a:pt x="18616" y="0"/>
                  <a:pt x="17940" y="2157"/>
                  <a:pt x="17940" y="5416"/>
                </a:cubicBezTo>
                <a:cubicBezTo>
                  <a:pt x="17940" y="6832"/>
                  <a:pt x="18057" y="7894"/>
                  <a:pt x="18337" y="9064"/>
                </a:cubicBezTo>
                <a:cubicBezTo>
                  <a:pt x="18526" y="9772"/>
                  <a:pt x="18751" y="10622"/>
                  <a:pt x="19658" y="12322"/>
                </a:cubicBezTo>
                <a:cubicBezTo>
                  <a:pt x="20592" y="14055"/>
                  <a:pt x="20845" y="14976"/>
                  <a:pt x="20845" y="16676"/>
                </a:cubicBezTo>
                <a:cubicBezTo>
                  <a:pt x="20845" y="18979"/>
                  <a:pt x="20322" y="20572"/>
                  <a:pt x="19546" y="20572"/>
                </a:cubicBezTo>
                <a:cubicBezTo>
                  <a:pt x="19095" y="20572"/>
                  <a:pt x="18688" y="20111"/>
                  <a:pt x="18381" y="19190"/>
                </a:cubicBezTo>
                <a:cubicBezTo>
                  <a:pt x="18138" y="18482"/>
                  <a:pt x="18012" y="17844"/>
                  <a:pt x="17867" y="16467"/>
                </a:cubicBezTo>
                <a:lnTo>
                  <a:pt x="17732" y="16642"/>
                </a:lnTo>
                <a:cubicBezTo>
                  <a:pt x="17796" y="17675"/>
                  <a:pt x="17877" y="19199"/>
                  <a:pt x="17950" y="20829"/>
                </a:cubicBezTo>
                <a:lnTo>
                  <a:pt x="17967" y="21322"/>
                </a:lnTo>
                <a:lnTo>
                  <a:pt x="18120" y="21322"/>
                </a:lnTo>
                <a:cubicBezTo>
                  <a:pt x="18192" y="20994"/>
                  <a:pt x="18228" y="20924"/>
                  <a:pt x="18337" y="20924"/>
                </a:cubicBezTo>
                <a:cubicBezTo>
                  <a:pt x="18400" y="20924"/>
                  <a:pt x="18536" y="20997"/>
                  <a:pt x="18661" y="21103"/>
                </a:cubicBezTo>
                <a:cubicBezTo>
                  <a:pt x="19022" y="21420"/>
                  <a:pt x="19320" y="21561"/>
                  <a:pt x="19618" y="21561"/>
                </a:cubicBezTo>
                <a:cubicBezTo>
                  <a:pt x="20801" y="21561"/>
                  <a:pt x="21600" y="18982"/>
                  <a:pt x="21600" y="15156"/>
                </a:cubicBezTo>
                <a:cubicBezTo>
                  <a:pt x="21600" y="11828"/>
                  <a:pt x="20927" y="10021"/>
                  <a:pt x="19816" y="8002"/>
                </a:cubicBezTo>
                <a:cubicBezTo>
                  <a:pt x="18950" y="6444"/>
                  <a:pt x="18706" y="5557"/>
                  <a:pt x="18706" y="3999"/>
                </a:cubicBezTo>
                <a:cubicBezTo>
                  <a:pt x="18706" y="2193"/>
                  <a:pt x="19130" y="989"/>
                  <a:pt x="19780" y="989"/>
                </a:cubicBezTo>
                <a:cubicBezTo>
                  <a:pt x="20292" y="989"/>
                  <a:pt x="20691" y="1628"/>
                  <a:pt x="20945" y="2796"/>
                </a:cubicBezTo>
                <a:cubicBezTo>
                  <a:pt x="21063" y="3376"/>
                  <a:pt x="21116" y="3835"/>
                  <a:pt x="21198" y="4898"/>
                </a:cubicBezTo>
                <a:lnTo>
                  <a:pt x="21327" y="4898"/>
                </a:lnTo>
                <a:lnTo>
                  <a:pt x="21308" y="437"/>
                </a:lnTo>
                <a:lnTo>
                  <a:pt x="21153" y="437"/>
                </a:lnTo>
                <a:cubicBezTo>
                  <a:pt x="21126" y="673"/>
                  <a:pt x="21089" y="741"/>
                  <a:pt x="21017" y="741"/>
                </a:cubicBezTo>
                <a:cubicBezTo>
                  <a:pt x="20936" y="741"/>
                  <a:pt x="20790" y="671"/>
                  <a:pt x="20645" y="531"/>
                </a:cubicBezTo>
                <a:cubicBezTo>
                  <a:pt x="20283" y="178"/>
                  <a:pt x="19947" y="0"/>
                  <a:pt x="19639" y="0"/>
                </a:cubicBezTo>
                <a:close/>
                <a:moveTo>
                  <a:pt x="4251" y="394"/>
                </a:moveTo>
                <a:lnTo>
                  <a:pt x="4251" y="946"/>
                </a:lnTo>
                <a:lnTo>
                  <a:pt x="4405" y="946"/>
                </a:lnTo>
                <a:cubicBezTo>
                  <a:pt x="4930" y="946"/>
                  <a:pt x="5137" y="1658"/>
                  <a:pt x="5137" y="3502"/>
                </a:cubicBezTo>
                <a:lnTo>
                  <a:pt x="5137" y="15105"/>
                </a:lnTo>
                <a:lnTo>
                  <a:pt x="1692" y="398"/>
                </a:lnTo>
                <a:lnTo>
                  <a:pt x="1547" y="398"/>
                </a:lnTo>
                <a:cubicBezTo>
                  <a:pt x="1475" y="398"/>
                  <a:pt x="1131" y="514"/>
                  <a:pt x="1014" y="514"/>
                </a:cubicBezTo>
                <a:cubicBezTo>
                  <a:pt x="941" y="514"/>
                  <a:pt x="199" y="398"/>
                  <a:pt x="136" y="398"/>
                </a:cubicBezTo>
                <a:lnTo>
                  <a:pt x="0" y="398"/>
                </a:lnTo>
                <a:lnTo>
                  <a:pt x="0" y="950"/>
                </a:lnTo>
                <a:lnTo>
                  <a:pt x="163" y="950"/>
                </a:lnTo>
                <a:cubicBezTo>
                  <a:pt x="344" y="950"/>
                  <a:pt x="606" y="1555"/>
                  <a:pt x="851" y="2547"/>
                </a:cubicBezTo>
                <a:lnTo>
                  <a:pt x="851" y="18423"/>
                </a:lnTo>
                <a:cubicBezTo>
                  <a:pt x="851" y="20126"/>
                  <a:pt x="724" y="20516"/>
                  <a:pt x="117" y="20731"/>
                </a:cubicBezTo>
                <a:lnTo>
                  <a:pt x="117" y="21322"/>
                </a:lnTo>
                <a:lnTo>
                  <a:pt x="262" y="21322"/>
                </a:lnTo>
                <a:cubicBezTo>
                  <a:pt x="389" y="21322"/>
                  <a:pt x="968" y="21202"/>
                  <a:pt x="1050" y="21202"/>
                </a:cubicBezTo>
                <a:cubicBezTo>
                  <a:pt x="1195" y="21202"/>
                  <a:pt x="1819" y="21322"/>
                  <a:pt x="1946" y="21322"/>
                </a:cubicBezTo>
                <a:lnTo>
                  <a:pt x="2117" y="21322"/>
                </a:lnTo>
                <a:lnTo>
                  <a:pt x="2117" y="20731"/>
                </a:lnTo>
                <a:lnTo>
                  <a:pt x="1963" y="20731"/>
                </a:lnTo>
                <a:cubicBezTo>
                  <a:pt x="1366" y="20731"/>
                  <a:pt x="1204" y="19986"/>
                  <a:pt x="1204" y="17216"/>
                </a:cubicBezTo>
                <a:lnTo>
                  <a:pt x="1204" y="4003"/>
                </a:lnTo>
                <a:lnTo>
                  <a:pt x="5317" y="21557"/>
                </a:lnTo>
                <a:lnTo>
                  <a:pt x="5480" y="21557"/>
                </a:lnTo>
                <a:lnTo>
                  <a:pt x="5480" y="3220"/>
                </a:lnTo>
                <a:cubicBezTo>
                  <a:pt x="5480" y="1587"/>
                  <a:pt x="5607" y="1088"/>
                  <a:pt x="6087" y="946"/>
                </a:cubicBezTo>
                <a:lnTo>
                  <a:pt x="6077" y="394"/>
                </a:lnTo>
                <a:lnTo>
                  <a:pt x="5978" y="394"/>
                </a:lnTo>
                <a:cubicBezTo>
                  <a:pt x="5878" y="394"/>
                  <a:pt x="5362" y="514"/>
                  <a:pt x="5272" y="514"/>
                </a:cubicBezTo>
                <a:cubicBezTo>
                  <a:pt x="5209" y="514"/>
                  <a:pt x="4432" y="394"/>
                  <a:pt x="4414" y="394"/>
                </a:cubicBezTo>
                <a:lnTo>
                  <a:pt x="4251" y="394"/>
                </a:lnTo>
                <a:close/>
                <a:moveTo>
                  <a:pt x="13063" y="394"/>
                </a:moveTo>
                <a:lnTo>
                  <a:pt x="13063" y="946"/>
                </a:lnTo>
                <a:cubicBezTo>
                  <a:pt x="13498" y="983"/>
                  <a:pt x="13670" y="1553"/>
                  <a:pt x="13869" y="3716"/>
                </a:cubicBezTo>
                <a:lnTo>
                  <a:pt x="14331" y="8756"/>
                </a:lnTo>
                <a:lnTo>
                  <a:pt x="13624" y="16240"/>
                </a:lnTo>
                <a:lnTo>
                  <a:pt x="12384" y="3113"/>
                </a:lnTo>
                <a:cubicBezTo>
                  <a:pt x="12339" y="2617"/>
                  <a:pt x="12312" y="2157"/>
                  <a:pt x="12312" y="1837"/>
                </a:cubicBezTo>
                <a:cubicBezTo>
                  <a:pt x="12312" y="1268"/>
                  <a:pt x="12420" y="987"/>
                  <a:pt x="12683" y="950"/>
                </a:cubicBezTo>
                <a:lnTo>
                  <a:pt x="12683" y="398"/>
                </a:lnTo>
                <a:lnTo>
                  <a:pt x="12520" y="398"/>
                </a:lnTo>
                <a:cubicBezTo>
                  <a:pt x="12411" y="398"/>
                  <a:pt x="11895" y="514"/>
                  <a:pt x="11796" y="514"/>
                </a:cubicBezTo>
                <a:cubicBezTo>
                  <a:pt x="11678" y="514"/>
                  <a:pt x="11179" y="398"/>
                  <a:pt x="11079" y="398"/>
                </a:cubicBezTo>
                <a:lnTo>
                  <a:pt x="10925" y="398"/>
                </a:lnTo>
                <a:lnTo>
                  <a:pt x="10925" y="916"/>
                </a:lnTo>
                <a:cubicBezTo>
                  <a:pt x="11161" y="1092"/>
                  <a:pt x="11288" y="1658"/>
                  <a:pt x="11424" y="3078"/>
                </a:cubicBezTo>
                <a:lnTo>
                  <a:pt x="13190" y="21600"/>
                </a:lnTo>
                <a:lnTo>
                  <a:pt x="13434" y="21600"/>
                </a:lnTo>
                <a:lnTo>
                  <a:pt x="14494" y="10562"/>
                </a:lnTo>
                <a:lnTo>
                  <a:pt x="15526" y="21600"/>
                </a:lnTo>
                <a:lnTo>
                  <a:pt x="15780" y="21600"/>
                </a:lnTo>
                <a:lnTo>
                  <a:pt x="17301" y="3999"/>
                </a:lnTo>
                <a:cubicBezTo>
                  <a:pt x="17482" y="1835"/>
                  <a:pt x="17599" y="1195"/>
                  <a:pt x="17826" y="946"/>
                </a:cubicBezTo>
                <a:lnTo>
                  <a:pt x="17826" y="394"/>
                </a:lnTo>
                <a:lnTo>
                  <a:pt x="17763" y="394"/>
                </a:lnTo>
                <a:cubicBezTo>
                  <a:pt x="17591" y="394"/>
                  <a:pt x="17238" y="514"/>
                  <a:pt x="17148" y="514"/>
                </a:cubicBezTo>
                <a:cubicBezTo>
                  <a:pt x="16957" y="514"/>
                  <a:pt x="16640" y="394"/>
                  <a:pt x="16514" y="394"/>
                </a:cubicBezTo>
                <a:lnTo>
                  <a:pt x="16469" y="394"/>
                </a:lnTo>
                <a:lnTo>
                  <a:pt x="16469" y="946"/>
                </a:lnTo>
                <a:lnTo>
                  <a:pt x="16632" y="946"/>
                </a:lnTo>
                <a:cubicBezTo>
                  <a:pt x="16912" y="946"/>
                  <a:pt x="17039" y="1374"/>
                  <a:pt x="17039" y="2368"/>
                </a:cubicBezTo>
                <a:cubicBezTo>
                  <a:pt x="17039" y="2935"/>
                  <a:pt x="16985" y="3859"/>
                  <a:pt x="16867" y="5279"/>
                </a:cubicBezTo>
                <a:lnTo>
                  <a:pt x="15916" y="16347"/>
                </a:lnTo>
                <a:lnTo>
                  <a:pt x="14711" y="3288"/>
                </a:lnTo>
                <a:cubicBezTo>
                  <a:pt x="14657" y="2721"/>
                  <a:pt x="14622" y="2157"/>
                  <a:pt x="14622" y="1837"/>
                </a:cubicBezTo>
                <a:cubicBezTo>
                  <a:pt x="14622" y="1233"/>
                  <a:pt x="14766" y="946"/>
                  <a:pt x="15065" y="946"/>
                </a:cubicBezTo>
                <a:lnTo>
                  <a:pt x="15282" y="946"/>
                </a:lnTo>
                <a:lnTo>
                  <a:pt x="15282" y="394"/>
                </a:lnTo>
                <a:lnTo>
                  <a:pt x="15065" y="394"/>
                </a:lnTo>
                <a:cubicBezTo>
                  <a:pt x="14920" y="394"/>
                  <a:pt x="14268" y="514"/>
                  <a:pt x="14142" y="514"/>
                </a:cubicBezTo>
                <a:cubicBezTo>
                  <a:pt x="13987" y="514"/>
                  <a:pt x="13336" y="394"/>
                  <a:pt x="13209" y="394"/>
                </a:cubicBezTo>
                <a:lnTo>
                  <a:pt x="13063" y="394"/>
                </a:lnTo>
                <a:close/>
                <a:moveTo>
                  <a:pt x="6390" y="398"/>
                </a:moveTo>
                <a:lnTo>
                  <a:pt x="6390" y="950"/>
                </a:lnTo>
                <a:lnTo>
                  <a:pt x="6526" y="950"/>
                </a:lnTo>
                <a:cubicBezTo>
                  <a:pt x="6951" y="951"/>
                  <a:pt x="7087" y="1375"/>
                  <a:pt x="7087" y="2757"/>
                </a:cubicBezTo>
                <a:lnTo>
                  <a:pt x="7087" y="18886"/>
                </a:lnTo>
                <a:cubicBezTo>
                  <a:pt x="7087" y="20270"/>
                  <a:pt x="6950" y="20694"/>
                  <a:pt x="6525" y="20731"/>
                </a:cubicBezTo>
                <a:lnTo>
                  <a:pt x="6380" y="20731"/>
                </a:lnTo>
                <a:lnTo>
                  <a:pt x="6380" y="21322"/>
                </a:lnTo>
                <a:lnTo>
                  <a:pt x="6615" y="21322"/>
                </a:lnTo>
                <a:cubicBezTo>
                  <a:pt x="6923" y="21286"/>
                  <a:pt x="8273" y="21206"/>
                  <a:pt x="8553" y="21206"/>
                </a:cubicBezTo>
                <a:cubicBezTo>
                  <a:pt x="8968" y="21206"/>
                  <a:pt x="10214" y="21322"/>
                  <a:pt x="10477" y="21322"/>
                </a:cubicBezTo>
                <a:lnTo>
                  <a:pt x="10857" y="16860"/>
                </a:lnTo>
                <a:lnTo>
                  <a:pt x="10694" y="16860"/>
                </a:lnTo>
                <a:cubicBezTo>
                  <a:pt x="10441" y="18992"/>
                  <a:pt x="10016" y="20020"/>
                  <a:pt x="9429" y="20020"/>
                </a:cubicBezTo>
                <a:lnTo>
                  <a:pt x="8526" y="20020"/>
                </a:lnTo>
                <a:cubicBezTo>
                  <a:pt x="8219" y="20020"/>
                  <a:pt x="8064" y="19418"/>
                  <a:pt x="8064" y="18209"/>
                </a:cubicBezTo>
                <a:lnTo>
                  <a:pt x="8064" y="10858"/>
                </a:lnTo>
                <a:lnTo>
                  <a:pt x="8933" y="10858"/>
                </a:lnTo>
                <a:cubicBezTo>
                  <a:pt x="9565" y="10858"/>
                  <a:pt x="9826" y="11639"/>
                  <a:pt x="9898" y="13628"/>
                </a:cubicBezTo>
                <a:lnTo>
                  <a:pt x="10051" y="13628"/>
                </a:lnTo>
                <a:lnTo>
                  <a:pt x="10051" y="7261"/>
                </a:lnTo>
                <a:lnTo>
                  <a:pt x="9890" y="7227"/>
                </a:lnTo>
                <a:cubicBezTo>
                  <a:pt x="9827" y="8897"/>
                  <a:pt x="9591" y="9680"/>
                  <a:pt x="9167" y="9680"/>
                </a:cubicBezTo>
                <a:lnTo>
                  <a:pt x="8074" y="9680"/>
                </a:lnTo>
                <a:lnTo>
                  <a:pt x="8074" y="1623"/>
                </a:lnTo>
                <a:lnTo>
                  <a:pt x="9338" y="1623"/>
                </a:lnTo>
                <a:cubicBezTo>
                  <a:pt x="9970" y="1623"/>
                  <a:pt x="10246" y="2580"/>
                  <a:pt x="10273" y="4958"/>
                </a:cubicBezTo>
                <a:lnTo>
                  <a:pt x="10413" y="4958"/>
                </a:lnTo>
                <a:lnTo>
                  <a:pt x="10396" y="398"/>
                </a:lnTo>
                <a:lnTo>
                  <a:pt x="10034" y="398"/>
                </a:lnTo>
                <a:cubicBezTo>
                  <a:pt x="9764" y="398"/>
                  <a:pt x="8508" y="514"/>
                  <a:pt x="8318" y="514"/>
                </a:cubicBezTo>
                <a:cubicBezTo>
                  <a:pt x="8309" y="514"/>
                  <a:pt x="6987" y="398"/>
                  <a:pt x="6742" y="398"/>
                </a:cubicBezTo>
                <a:lnTo>
                  <a:pt x="6390" y="398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930" name="Shape"/>
          <p:cNvSpPr/>
          <p:nvPr/>
        </p:nvSpPr>
        <p:spPr>
          <a:xfrm>
            <a:off x="20289572" y="8651255"/>
            <a:ext cx="1905001" cy="70534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294" y="0"/>
                </a:moveTo>
                <a:cubicBezTo>
                  <a:pt x="7924" y="0"/>
                  <a:pt x="7627" y="273"/>
                  <a:pt x="7404" y="816"/>
                </a:cubicBezTo>
                <a:cubicBezTo>
                  <a:pt x="7181" y="1358"/>
                  <a:pt x="7069" y="2058"/>
                  <a:pt x="7069" y="2868"/>
                </a:cubicBezTo>
                <a:cubicBezTo>
                  <a:pt x="7069" y="3678"/>
                  <a:pt x="7181" y="4350"/>
                  <a:pt x="7404" y="4884"/>
                </a:cubicBezTo>
                <a:cubicBezTo>
                  <a:pt x="7627" y="5418"/>
                  <a:pt x="7930" y="5684"/>
                  <a:pt x="8294" y="5684"/>
                </a:cubicBezTo>
                <a:cubicBezTo>
                  <a:pt x="8657" y="5684"/>
                  <a:pt x="8950" y="5418"/>
                  <a:pt x="9173" y="4884"/>
                </a:cubicBezTo>
                <a:cubicBezTo>
                  <a:pt x="9397" y="4350"/>
                  <a:pt x="9508" y="3695"/>
                  <a:pt x="9508" y="2868"/>
                </a:cubicBezTo>
                <a:cubicBezTo>
                  <a:pt x="9508" y="2041"/>
                  <a:pt x="9397" y="1358"/>
                  <a:pt x="9173" y="816"/>
                </a:cubicBezTo>
                <a:cubicBezTo>
                  <a:pt x="8950" y="273"/>
                  <a:pt x="8664" y="0"/>
                  <a:pt x="8294" y="0"/>
                </a:cubicBezTo>
                <a:close/>
                <a:moveTo>
                  <a:pt x="13727" y="2299"/>
                </a:moveTo>
                <a:lnTo>
                  <a:pt x="13727" y="8835"/>
                </a:lnTo>
                <a:cubicBezTo>
                  <a:pt x="13593" y="8163"/>
                  <a:pt x="13400" y="7635"/>
                  <a:pt x="13148" y="7247"/>
                </a:cubicBezTo>
                <a:cubicBezTo>
                  <a:pt x="12896" y="6860"/>
                  <a:pt x="12595" y="6666"/>
                  <a:pt x="12244" y="6666"/>
                </a:cubicBezTo>
                <a:cubicBezTo>
                  <a:pt x="11823" y="6666"/>
                  <a:pt x="11444" y="6964"/>
                  <a:pt x="11106" y="7558"/>
                </a:cubicBezTo>
                <a:cubicBezTo>
                  <a:pt x="10768" y="8152"/>
                  <a:pt x="10502" y="9012"/>
                  <a:pt x="10307" y="10140"/>
                </a:cubicBezTo>
                <a:cubicBezTo>
                  <a:pt x="10113" y="11268"/>
                  <a:pt x="10016" y="12598"/>
                  <a:pt x="10016" y="14131"/>
                </a:cubicBezTo>
                <a:cubicBezTo>
                  <a:pt x="10016" y="15664"/>
                  <a:pt x="10113" y="16998"/>
                  <a:pt x="10307" y="18126"/>
                </a:cubicBezTo>
                <a:cubicBezTo>
                  <a:pt x="10502" y="19254"/>
                  <a:pt x="10768" y="20114"/>
                  <a:pt x="11106" y="20708"/>
                </a:cubicBezTo>
                <a:cubicBezTo>
                  <a:pt x="11444" y="21302"/>
                  <a:pt x="11823" y="21600"/>
                  <a:pt x="12244" y="21600"/>
                </a:cubicBezTo>
                <a:cubicBezTo>
                  <a:pt x="12595" y="21600"/>
                  <a:pt x="12896" y="21406"/>
                  <a:pt x="13148" y="21018"/>
                </a:cubicBezTo>
                <a:cubicBezTo>
                  <a:pt x="13400" y="20631"/>
                  <a:pt x="13593" y="20099"/>
                  <a:pt x="13727" y="19427"/>
                </a:cubicBezTo>
                <a:lnTo>
                  <a:pt x="13727" y="21418"/>
                </a:lnTo>
                <a:lnTo>
                  <a:pt x="15850" y="21418"/>
                </a:lnTo>
                <a:lnTo>
                  <a:pt x="15850" y="2299"/>
                </a:lnTo>
                <a:lnTo>
                  <a:pt x="13727" y="2299"/>
                </a:lnTo>
                <a:close/>
                <a:moveTo>
                  <a:pt x="0" y="3127"/>
                </a:moveTo>
                <a:lnTo>
                  <a:pt x="0" y="21418"/>
                </a:lnTo>
                <a:lnTo>
                  <a:pt x="2124" y="21418"/>
                </a:lnTo>
                <a:lnTo>
                  <a:pt x="2124" y="13488"/>
                </a:lnTo>
                <a:lnTo>
                  <a:pt x="4094" y="21418"/>
                </a:lnTo>
                <a:lnTo>
                  <a:pt x="6649" y="21418"/>
                </a:lnTo>
                <a:lnTo>
                  <a:pt x="4142" y="12014"/>
                </a:lnTo>
                <a:lnTo>
                  <a:pt x="6649" y="3127"/>
                </a:lnTo>
                <a:lnTo>
                  <a:pt x="4113" y="3127"/>
                </a:lnTo>
                <a:lnTo>
                  <a:pt x="2124" y="10851"/>
                </a:lnTo>
                <a:lnTo>
                  <a:pt x="2124" y="3127"/>
                </a:lnTo>
                <a:lnTo>
                  <a:pt x="0" y="3127"/>
                </a:lnTo>
                <a:close/>
                <a:moveTo>
                  <a:pt x="18931" y="6669"/>
                </a:moveTo>
                <a:cubicBezTo>
                  <a:pt x="18447" y="6669"/>
                  <a:pt x="18035" y="6867"/>
                  <a:pt x="17697" y="7263"/>
                </a:cubicBezTo>
                <a:cubicBezTo>
                  <a:pt x="17360" y="7659"/>
                  <a:pt x="17104" y="8202"/>
                  <a:pt x="16932" y="8890"/>
                </a:cubicBezTo>
                <a:cubicBezTo>
                  <a:pt x="16760" y="9580"/>
                  <a:pt x="16673" y="10363"/>
                  <a:pt x="16673" y="11242"/>
                </a:cubicBezTo>
                <a:cubicBezTo>
                  <a:pt x="16673" y="12327"/>
                  <a:pt x="16775" y="13179"/>
                  <a:pt x="16980" y="13799"/>
                </a:cubicBezTo>
                <a:cubicBezTo>
                  <a:pt x="17184" y="14419"/>
                  <a:pt x="17421" y="14858"/>
                  <a:pt x="17692" y="15116"/>
                </a:cubicBezTo>
                <a:cubicBezTo>
                  <a:pt x="17963" y="15374"/>
                  <a:pt x="18306" y="15615"/>
                  <a:pt x="18721" y="15839"/>
                </a:cubicBezTo>
                <a:cubicBezTo>
                  <a:pt x="19046" y="15994"/>
                  <a:pt x="19281" y="16149"/>
                  <a:pt x="19428" y="16304"/>
                </a:cubicBezTo>
                <a:cubicBezTo>
                  <a:pt x="19575" y="16459"/>
                  <a:pt x="19648" y="16700"/>
                  <a:pt x="19648" y="17027"/>
                </a:cubicBezTo>
                <a:cubicBezTo>
                  <a:pt x="19648" y="17440"/>
                  <a:pt x="19540" y="17649"/>
                  <a:pt x="19323" y="17649"/>
                </a:cubicBezTo>
                <a:cubicBezTo>
                  <a:pt x="18922" y="17649"/>
                  <a:pt x="18701" y="17225"/>
                  <a:pt x="18663" y="16381"/>
                </a:cubicBezTo>
                <a:lnTo>
                  <a:pt x="16625" y="16381"/>
                </a:lnTo>
                <a:cubicBezTo>
                  <a:pt x="16734" y="18069"/>
                  <a:pt x="17017" y="19363"/>
                  <a:pt x="17476" y="20258"/>
                </a:cubicBezTo>
                <a:cubicBezTo>
                  <a:pt x="17936" y="21154"/>
                  <a:pt x="18554" y="21600"/>
                  <a:pt x="19333" y="21600"/>
                </a:cubicBezTo>
                <a:cubicBezTo>
                  <a:pt x="19798" y="21600"/>
                  <a:pt x="20203" y="21413"/>
                  <a:pt x="20547" y="21034"/>
                </a:cubicBezTo>
                <a:cubicBezTo>
                  <a:pt x="20892" y="20655"/>
                  <a:pt x="21154" y="20127"/>
                  <a:pt x="21332" y="19455"/>
                </a:cubicBezTo>
                <a:cubicBezTo>
                  <a:pt x="21511" y="18783"/>
                  <a:pt x="21600" y="18018"/>
                  <a:pt x="21600" y="17156"/>
                </a:cubicBezTo>
                <a:cubicBezTo>
                  <a:pt x="21600" y="16054"/>
                  <a:pt x="21495" y="15184"/>
                  <a:pt x="21284" y="14547"/>
                </a:cubicBezTo>
                <a:cubicBezTo>
                  <a:pt x="21074" y="13910"/>
                  <a:pt x="20824" y="13449"/>
                  <a:pt x="20534" y="13165"/>
                </a:cubicBezTo>
                <a:cubicBezTo>
                  <a:pt x="20243" y="12881"/>
                  <a:pt x="19893" y="12636"/>
                  <a:pt x="19485" y="12429"/>
                </a:cubicBezTo>
                <a:cubicBezTo>
                  <a:pt x="19173" y="12257"/>
                  <a:pt x="18945" y="12092"/>
                  <a:pt x="18802" y="11937"/>
                </a:cubicBezTo>
                <a:cubicBezTo>
                  <a:pt x="18658" y="11782"/>
                  <a:pt x="18586" y="11559"/>
                  <a:pt x="18586" y="11266"/>
                </a:cubicBezTo>
                <a:cubicBezTo>
                  <a:pt x="18586" y="10853"/>
                  <a:pt x="18685" y="10645"/>
                  <a:pt x="18882" y="10645"/>
                </a:cubicBezTo>
                <a:cubicBezTo>
                  <a:pt x="19233" y="10645"/>
                  <a:pt x="19450" y="11058"/>
                  <a:pt x="19533" y="11885"/>
                </a:cubicBezTo>
                <a:lnTo>
                  <a:pt x="21513" y="11885"/>
                </a:lnTo>
                <a:cubicBezTo>
                  <a:pt x="21399" y="10318"/>
                  <a:pt x="21123" y="9055"/>
                  <a:pt x="20686" y="8100"/>
                </a:cubicBezTo>
                <a:lnTo>
                  <a:pt x="20686" y="8103"/>
                </a:lnTo>
                <a:cubicBezTo>
                  <a:pt x="20249" y="7147"/>
                  <a:pt x="19665" y="6669"/>
                  <a:pt x="18931" y="6669"/>
                </a:cubicBezTo>
                <a:close/>
                <a:moveTo>
                  <a:pt x="7222" y="6847"/>
                </a:moveTo>
                <a:lnTo>
                  <a:pt x="7222" y="21418"/>
                </a:lnTo>
                <a:lnTo>
                  <a:pt x="9346" y="21418"/>
                </a:lnTo>
                <a:lnTo>
                  <a:pt x="9346" y="6847"/>
                </a:lnTo>
                <a:lnTo>
                  <a:pt x="7222" y="6847"/>
                </a:lnTo>
                <a:close/>
                <a:moveTo>
                  <a:pt x="12952" y="11679"/>
                </a:moveTo>
                <a:cubicBezTo>
                  <a:pt x="13181" y="11679"/>
                  <a:pt x="13370" y="11895"/>
                  <a:pt x="13517" y="12325"/>
                </a:cubicBezTo>
                <a:cubicBezTo>
                  <a:pt x="13664" y="12756"/>
                  <a:pt x="13737" y="13359"/>
                  <a:pt x="13737" y="14134"/>
                </a:cubicBezTo>
                <a:cubicBezTo>
                  <a:pt x="13737" y="14910"/>
                  <a:pt x="13664" y="15511"/>
                  <a:pt x="13517" y="15941"/>
                </a:cubicBezTo>
                <a:cubicBezTo>
                  <a:pt x="13370" y="16371"/>
                  <a:pt x="13181" y="16587"/>
                  <a:pt x="12952" y="16587"/>
                </a:cubicBezTo>
                <a:cubicBezTo>
                  <a:pt x="12722" y="16587"/>
                  <a:pt x="12534" y="16371"/>
                  <a:pt x="12388" y="15941"/>
                </a:cubicBezTo>
                <a:cubicBezTo>
                  <a:pt x="12241" y="15510"/>
                  <a:pt x="12168" y="14910"/>
                  <a:pt x="12168" y="14134"/>
                </a:cubicBezTo>
                <a:cubicBezTo>
                  <a:pt x="12168" y="13359"/>
                  <a:pt x="12241" y="12755"/>
                  <a:pt x="12388" y="12325"/>
                </a:cubicBezTo>
                <a:cubicBezTo>
                  <a:pt x="12534" y="11894"/>
                  <a:pt x="12722" y="11679"/>
                  <a:pt x="12952" y="11679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931" name="Freeform 3"/>
          <p:cNvSpPr/>
          <p:nvPr/>
        </p:nvSpPr>
        <p:spPr>
          <a:xfrm>
            <a:off x="16410292" y="10980590"/>
            <a:ext cx="2521106" cy="6439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9639" y="0"/>
                </a:moveTo>
                <a:cubicBezTo>
                  <a:pt x="18616" y="0"/>
                  <a:pt x="17940" y="2157"/>
                  <a:pt x="17940" y="5416"/>
                </a:cubicBezTo>
                <a:cubicBezTo>
                  <a:pt x="17940" y="6832"/>
                  <a:pt x="18057" y="7894"/>
                  <a:pt x="18337" y="9064"/>
                </a:cubicBezTo>
                <a:cubicBezTo>
                  <a:pt x="18526" y="9772"/>
                  <a:pt x="18751" y="10622"/>
                  <a:pt x="19658" y="12322"/>
                </a:cubicBezTo>
                <a:cubicBezTo>
                  <a:pt x="20592" y="14055"/>
                  <a:pt x="20845" y="14976"/>
                  <a:pt x="20845" y="16676"/>
                </a:cubicBezTo>
                <a:cubicBezTo>
                  <a:pt x="20845" y="18979"/>
                  <a:pt x="20322" y="20572"/>
                  <a:pt x="19546" y="20572"/>
                </a:cubicBezTo>
                <a:cubicBezTo>
                  <a:pt x="19095" y="20572"/>
                  <a:pt x="18688" y="20111"/>
                  <a:pt x="18381" y="19190"/>
                </a:cubicBezTo>
                <a:cubicBezTo>
                  <a:pt x="18138" y="18482"/>
                  <a:pt x="18012" y="17844"/>
                  <a:pt x="17867" y="16467"/>
                </a:cubicBezTo>
                <a:lnTo>
                  <a:pt x="17732" y="16642"/>
                </a:lnTo>
                <a:cubicBezTo>
                  <a:pt x="17796" y="17675"/>
                  <a:pt x="17877" y="19199"/>
                  <a:pt x="17950" y="20829"/>
                </a:cubicBezTo>
                <a:lnTo>
                  <a:pt x="17967" y="21322"/>
                </a:lnTo>
                <a:lnTo>
                  <a:pt x="18120" y="21322"/>
                </a:lnTo>
                <a:cubicBezTo>
                  <a:pt x="18192" y="20994"/>
                  <a:pt x="18228" y="20924"/>
                  <a:pt x="18337" y="20924"/>
                </a:cubicBezTo>
                <a:cubicBezTo>
                  <a:pt x="18400" y="20924"/>
                  <a:pt x="18536" y="20997"/>
                  <a:pt x="18661" y="21103"/>
                </a:cubicBezTo>
                <a:cubicBezTo>
                  <a:pt x="19022" y="21420"/>
                  <a:pt x="19320" y="21561"/>
                  <a:pt x="19618" y="21561"/>
                </a:cubicBezTo>
                <a:cubicBezTo>
                  <a:pt x="20801" y="21561"/>
                  <a:pt x="21600" y="18982"/>
                  <a:pt x="21600" y="15156"/>
                </a:cubicBezTo>
                <a:cubicBezTo>
                  <a:pt x="21600" y="11828"/>
                  <a:pt x="20927" y="10021"/>
                  <a:pt x="19816" y="8002"/>
                </a:cubicBezTo>
                <a:cubicBezTo>
                  <a:pt x="18950" y="6444"/>
                  <a:pt x="18706" y="5557"/>
                  <a:pt x="18706" y="3999"/>
                </a:cubicBezTo>
                <a:cubicBezTo>
                  <a:pt x="18706" y="2193"/>
                  <a:pt x="19130" y="989"/>
                  <a:pt x="19780" y="989"/>
                </a:cubicBezTo>
                <a:cubicBezTo>
                  <a:pt x="20292" y="989"/>
                  <a:pt x="20691" y="1628"/>
                  <a:pt x="20945" y="2796"/>
                </a:cubicBezTo>
                <a:cubicBezTo>
                  <a:pt x="21063" y="3376"/>
                  <a:pt x="21116" y="3835"/>
                  <a:pt x="21198" y="4898"/>
                </a:cubicBezTo>
                <a:lnTo>
                  <a:pt x="21327" y="4898"/>
                </a:lnTo>
                <a:lnTo>
                  <a:pt x="21308" y="437"/>
                </a:lnTo>
                <a:lnTo>
                  <a:pt x="21153" y="437"/>
                </a:lnTo>
                <a:cubicBezTo>
                  <a:pt x="21126" y="673"/>
                  <a:pt x="21089" y="741"/>
                  <a:pt x="21017" y="741"/>
                </a:cubicBezTo>
                <a:cubicBezTo>
                  <a:pt x="20936" y="741"/>
                  <a:pt x="20790" y="671"/>
                  <a:pt x="20645" y="531"/>
                </a:cubicBezTo>
                <a:cubicBezTo>
                  <a:pt x="20283" y="178"/>
                  <a:pt x="19947" y="0"/>
                  <a:pt x="19639" y="0"/>
                </a:cubicBezTo>
                <a:close/>
                <a:moveTo>
                  <a:pt x="4251" y="394"/>
                </a:moveTo>
                <a:lnTo>
                  <a:pt x="4251" y="946"/>
                </a:lnTo>
                <a:lnTo>
                  <a:pt x="4405" y="946"/>
                </a:lnTo>
                <a:cubicBezTo>
                  <a:pt x="4930" y="946"/>
                  <a:pt x="5137" y="1658"/>
                  <a:pt x="5137" y="3502"/>
                </a:cubicBezTo>
                <a:lnTo>
                  <a:pt x="5137" y="15105"/>
                </a:lnTo>
                <a:lnTo>
                  <a:pt x="1692" y="398"/>
                </a:lnTo>
                <a:lnTo>
                  <a:pt x="1547" y="398"/>
                </a:lnTo>
                <a:cubicBezTo>
                  <a:pt x="1475" y="398"/>
                  <a:pt x="1131" y="514"/>
                  <a:pt x="1014" y="514"/>
                </a:cubicBezTo>
                <a:cubicBezTo>
                  <a:pt x="941" y="514"/>
                  <a:pt x="199" y="398"/>
                  <a:pt x="136" y="398"/>
                </a:cubicBezTo>
                <a:lnTo>
                  <a:pt x="0" y="398"/>
                </a:lnTo>
                <a:lnTo>
                  <a:pt x="0" y="950"/>
                </a:lnTo>
                <a:lnTo>
                  <a:pt x="163" y="950"/>
                </a:lnTo>
                <a:cubicBezTo>
                  <a:pt x="344" y="950"/>
                  <a:pt x="606" y="1555"/>
                  <a:pt x="851" y="2547"/>
                </a:cubicBezTo>
                <a:lnTo>
                  <a:pt x="851" y="18423"/>
                </a:lnTo>
                <a:cubicBezTo>
                  <a:pt x="851" y="20126"/>
                  <a:pt x="724" y="20516"/>
                  <a:pt x="117" y="20731"/>
                </a:cubicBezTo>
                <a:lnTo>
                  <a:pt x="117" y="21322"/>
                </a:lnTo>
                <a:lnTo>
                  <a:pt x="262" y="21322"/>
                </a:lnTo>
                <a:cubicBezTo>
                  <a:pt x="389" y="21322"/>
                  <a:pt x="968" y="21202"/>
                  <a:pt x="1050" y="21202"/>
                </a:cubicBezTo>
                <a:cubicBezTo>
                  <a:pt x="1195" y="21202"/>
                  <a:pt x="1819" y="21322"/>
                  <a:pt x="1946" y="21322"/>
                </a:cubicBezTo>
                <a:lnTo>
                  <a:pt x="2117" y="21322"/>
                </a:lnTo>
                <a:lnTo>
                  <a:pt x="2117" y="20731"/>
                </a:lnTo>
                <a:lnTo>
                  <a:pt x="1963" y="20731"/>
                </a:lnTo>
                <a:cubicBezTo>
                  <a:pt x="1366" y="20731"/>
                  <a:pt x="1204" y="19986"/>
                  <a:pt x="1204" y="17216"/>
                </a:cubicBezTo>
                <a:lnTo>
                  <a:pt x="1204" y="4003"/>
                </a:lnTo>
                <a:lnTo>
                  <a:pt x="5317" y="21557"/>
                </a:lnTo>
                <a:lnTo>
                  <a:pt x="5480" y="21557"/>
                </a:lnTo>
                <a:lnTo>
                  <a:pt x="5480" y="3220"/>
                </a:lnTo>
                <a:cubicBezTo>
                  <a:pt x="5480" y="1587"/>
                  <a:pt x="5607" y="1088"/>
                  <a:pt x="6087" y="946"/>
                </a:cubicBezTo>
                <a:lnTo>
                  <a:pt x="6077" y="394"/>
                </a:lnTo>
                <a:lnTo>
                  <a:pt x="5978" y="394"/>
                </a:lnTo>
                <a:cubicBezTo>
                  <a:pt x="5878" y="394"/>
                  <a:pt x="5362" y="514"/>
                  <a:pt x="5272" y="514"/>
                </a:cubicBezTo>
                <a:cubicBezTo>
                  <a:pt x="5209" y="514"/>
                  <a:pt x="4432" y="394"/>
                  <a:pt x="4414" y="394"/>
                </a:cubicBezTo>
                <a:lnTo>
                  <a:pt x="4251" y="394"/>
                </a:lnTo>
                <a:close/>
                <a:moveTo>
                  <a:pt x="13063" y="394"/>
                </a:moveTo>
                <a:lnTo>
                  <a:pt x="13063" y="946"/>
                </a:lnTo>
                <a:cubicBezTo>
                  <a:pt x="13498" y="983"/>
                  <a:pt x="13670" y="1553"/>
                  <a:pt x="13869" y="3716"/>
                </a:cubicBezTo>
                <a:lnTo>
                  <a:pt x="14331" y="8756"/>
                </a:lnTo>
                <a:lnTo>
                  <a:pt x="13624" y="16240"/>
                </a:lnTo>
                <a:lnTo>
                  <a:pt x="12384" y="3113"/>
                </a:lnTo>
                <a:cubicBezTo>
                  <a:pt x="12339" y="2617"/>
                  <a:pt x="12312" y="2157"/>
                  <a:pt x="12312" y="1837"/>
                </a:cubicBezTo>
                <a:cubicBezTo>
                  <a:pt x="12312" y="1268"/>
                  <a:pt x="12420" y="987"/>
                  <a:pt x="12683" y="950"/>
                </a:cubicBezTo>
                <a:lnTo>
                  <a:pt x="12683" y="398"/>
                </a:lnTo>
                <a:lnTo>
                  <a:pt x="12520" y="398"/>
                </a:lnTo>
                <a:cubicBezTo>
                  <a:pt x="12411" y="398"/>
                  <a:pt x="11895" y="514"/>
                  <a:pt x="11796" y="514"/>
                </a:cubicBezTo>
                <a:cubicBezTo>
                  <a:pt x="11678" y="514"/>
                  <a:pt x="11179" y="398"/>
                  <a:pt x="11079" y="398"/>
                </a:cubicBezTo>
                <a:lnTo>
                  <a:pt x="10925" y="398"/>
                </a:lnTo>
                <a:lnTo>
                  <a:pt x="10925" y="916"/>
                </a:lnTo>
                <a:cubicBezTo>
                  <a:pt x="11161" y="1092"/>
                  <a:pt x="11288" y="1658"/>
                  <a:pt x="11424" y="3078"/>
                </a:cubicBezTo>
                <a:lnTo>
                  <a:pt x="13190" y="21600"/>
                </a:lnTo>
                <a:lnTo>
                  <a:pt x="13434" y="21600"/>
                </a:lnTo>
                <a:lnTo>
                  <a:pt x="14494" y="10562"/>
                </a:lnTo>
                <a:lnTo>
                  <a:pt x="15526" y="21600"/>
                </a:lnTo>
                <a:lnTo>
                  <a:pt x="15780" y="21600"/>
                </a:lnTo>
                <a:lnTo>
                  <a:pt x="17301" y="3999"/>
                </a:lnTo>
                <a:cubicBezTo>
                  <a:pt x="17482" y="1835"/>
                  <a:pt x="17599" y="1195"/>
                  <a:pt x="17826" y="946"/>
                </a:cubicBezTo>
                <a:lnTo>
                  <a:pt x="17826" y="394"/>
                </a:lnTo>
                <a:lnTo>
                  <a:pt x="17763" y="394"/>
                </a:lnTo>
                <a:cubicBezTo>
                  <a:pt x="17591" y="394"/>
                  <a:pt x="17238" y="514"/>
                  <a:pt x="17148" y="514"/>
                </a:cubicBezTo>
                <a:cubicBezTo>
                  <a:pt x="16957" y="514"/>
                  <a:pt x="16640" y="394"/>
                  <a:pt x="16514" y="394"/>
                </a:cubicBezTo>
                <a:lnTo>
                  <a:pt x="16469" y="394"/>
                </a:lnTo>
                <a:lnTo>
                  <a:pt x="16469" y="946"/>
                </a:lnTo>
                <a:lnTo>
                  <a:pt x="16632" y="946"/>
                </a:lnTo>
                <a:cubicBezTo>
                  <a:pt x="16912" y="946"/>
                  <a:pt x="17039" y="1374"/>
                  <a:pt x="17039" y="2368"/>
                </a:cubicBezTo>
                <a:cubicBezTo>
                  <a:pt x="17039" y="2935"/>
                  <a:pt x="16985" y="3859"/>
                  <a:pt x="16867" y="5279"/>
                </a:cubicBezTo>
                <a:lnTo>
                  <a:pt x="15916" y="16347"/>
                </a:lnTo>
                <a:lnTo>
                  <a:pt x="14711" y="3288"/>
                </a:lnTo>
                <a:cubicBezTo>
                  <a:pt x="14657" y="2721"/>
                  <a:pt x="14622" y="2157"/>
                  <a:pt x="14622" y="1837"/>
                </a:cubicBezTo>
                <a:cubicBezTo>
                  <a:pt x="14622" y="1233"/>
                  <a:pt x="14766" y="946"/>
                  <a:pt x="15065" y="946"/>
                </a:cubicBezTo>
                <a:lnTo>
                  <a:pt x="15282" y="946"/>
                </a:lnTo>
                <a:lnTo>
                  <a:pt x="15282" y="394"/>
                </a:lnTo>
                <a:lnTo>
                  <a:pt x="15065" y="394"/>
                </a:lnTo>
                <a:cubicBezTo>
                  <a:pt x="14920" y="394"/>
                  <a:pt x="14268" y="514"/>
                  <a:pt x="14142" y="514"/>
                </a:cubicBezTo>
                <a:cubicBezTo>
                  <a:pt x="13987" y="514"/>
                  <a:pt x="13336" y="394"/>
                  <a:pt x="13209" y="394"/>
                </a:cubicBezTo>
                <a:lnTo>
                  <a:pt x="13063" y="394"/>
                </a:lnTo>
                <a:close/>
                <a:moveTo>
                  <a:pt x="6390" y="398"/>
                </a:moveTo>
                <a:lnTo>
                  <a:pt x="6390" y="950"/>
                </a:lnTo>
                <a:lnTo>
                  <a:pt x="6526" y="950"/>
                </a:lnTo>
                <a:cubicBezTo>
                  <a:pt x="6951" y="951"/>
                  <a:pt x="7087" y="1375"/>
                  <a:pt x="7087" y="2757"/>
                </a:cubicBezTo>
                <a:lnTo>
                  <a:pt x="7087" y="18886"/>
                </a:lnTo>
                <a:cubicBezTo>
                  <a:pt x="7087" y="20270"/>
                  <a:pt x="6950" y="20694"/>
                  <a:pt x="6525" y="20731"/>
                </a:cubicBezTo>
                <a:lnTo>
                  <a:pt x="6380" y="20731"/>
                </a:lnTo>
                <a:lnTo>
                  <a:pt x="6380" y="21322"/>
                </a:lnTo>
                <a:lnTo>
                  <a:pt x="6615" y="21322"/>
                </a:lnTo>
                <a:cubicBezTo>
                  <a:pt x="6923" y="21286"/>
                  <a:pt x="8273" y="21206"/>
                  <a:pt x="8553" y="21206"/>
                </a:cubicBezTo>
                <a:cubicBezTo>
                  <a:pt x="8968" y="21206"/>
                  <a:pt x="10214" y="21322"/>
                  <a:pt x="10477" y="21322"/>
                </a:cubicBezTo>
                <a:lnTo>
                  <a:pt x="10857" y="16860"/>
                </a:lnTo>
                <a:lnTo>
                  <a:pt x="10694" y="16860"/>
                </a:lnTo>
                <a:cubicBezTo>
                  <a:pt x="10441" y="18992"/>
                  <a:pt x="10016" y="20020"/>
                  <a:pt x="9429" y="20020"/>
                </a:cubicBezTo>
                <a:lnTo>
                  <a:pt x="8526" y="20020"/>
                </a:lnTo>
                <a:cubicBezTo>
                  <a:pt x="8219" y="20020"/>
                  <a:pt x="8064" y="19418"/>
                  <a:pt x="8064" y="18209"/>
                </a:cubicBezTo>
                <a:lnTo>
                  <a:pt x="8064" y="10858"/>
                </a:lnTo>
                <a:lnTo>
                  <a:pt x="8933" y="10858"/>
                </a:lnTo>
                <a:cubicBezTo>
                  <a:pt x="9565" y="10858"/>
                  <a:pt x="9826" y="11639"/>
                  <a:pt x="9898" y="13628"/>
                </a:cubicBezTo>
                <a:lnTo>
                  <a:pt x="10051" y="13628"/>
                </a:lnTo>
                <a:lnTo>
                  <a:pt x="10051" y="7261"/>
                </a:lnTo>
                <a:lnTo>
                  <a:pt x="9890" y="7227"/>
                </a:lnTo>
                <a:cubicBezTo>
                  <a:pt x="9827" y="8897"/>
                  <a:pt x="9591" y="9680"/>
                  <a:pt x="9167" y="9680"/>
                </a:cubicBezTo>
                <a:lnTo>
                  <a:pt x="8074" y="9680"/>
                </a:lnTo>
                <a:lnTo>
                  <a:pt x="8074" y="1623"/>
                </a:lnTo>
                <a:lnTo>
                  <a:pt x="9338" y="1623"/>
                </a:lnTo>
                <a:cubicBezTo>
                  <a:pt x="9970" y="1623"/>
                  <a:pt x="10246" y="2580"/>
                  <a:pt x="10273" y="4958"/>
                </a:cubicBezTo>
                <a:lnTo>
                  <a:pt x="10413" y="4958"/>
                </a:lnTo>
                <a:lnTo>
                  <a:pt x="10396" y="398"/>
                </a:lnTo>
                <a:lnTo>
                  <a:pt x="10034" y="398"/>
                </a:lnTo>
                <a:cubicBezTo>
                  <a:pt x="9764" y="398"/>
                  <a:pt x="8508" y="514"/>
                  <a:pt x="8318" y="514"/>
                </a:cubicBezTo>
                <a:cubicBezTo>
                  <a:pt x="8309" y="514"/>
                  <a:pt x="6987" y="398"/>
                  <a:pt x="6742" y="398"/>
                </a:cubicBezTo>
                <a:lnTo>
                  <a:pt x="6390" y="398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1932" name="Shape"/>
          <p:cNvSpPr/>
          <p:nvPr/>
        </p:nvSpPr>
        <p:spPr>
          <a:xfrm>
            <a:off x="20289572" y="10919213"/>
            <a:ext cx="1905001" cy="70534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294" y="0"/>
                </a:moveTo>
                <a:cubicBezTo>
                  <a:pt x="7924" y="0"/>
                  <a:pt x="7627" y="273"/>
                  <a:pt x="7404" y="816"/>
                </a:cubicBezTo>
                <a:cubicBezTo>
                  <a:pt x="7181" y="1358"/>
                  <a:pt x="7069" y="2058"/>
                  <a:pt x="7069" y="2868"/>
                </a:cubicBezTo>
                <a:cubicBezTo>
                  <a:pt x="7069" y="3678"/>
                  <a:pt x="7181" y="4350"/>
                  <a:pt x="7404" y="4884"/>
                </a:cubicBezTo>
                <a:cubicBezTo>
                  <a:pt x="7627" y="5418"/>
                  <a:pt x="7930" y="5684"/>
                  <a:pt x="8294" y="5684"/>
                </a:cubicBezTo>
                <a:cubicBezTo>
                  <a:pt x="8657" y="5684"/>
                  <a:pt x="8950" y="5418"/>
                  <a:pt x="9173" y="4884"/>
                </a:cubicBezTo>
                <a:cubicBezTo>
                  <a:pt x="9397" y="4350"/>
                  <a:pt x="9508" y="3695"/>
                  <a:pt x="9508" y="2868"/>
                </a:cubicBezTo>
                <a:cubicBezTo>
                  <a:pt x="9508" y="2041"/>
                  <a:pt x="9397" y="1358"/>
                  <a:pt x="9173" y="816"/>
                </a:cubicBezTo>
                <a:cubicBezTo>
                  <a:pt x="8950" y="273"/>
                  <a:pt x="8664" y="0"/>
                  <a:pt x="8294" y="0"/>
                </a:cubicBezTo>
                <a:close/>
                <a:moveTo>
                  <a:pt x="13727" y="2299"/>
                </a:moveTo>
                <a:lnTo>
                  <a:pt x="13727" y="8835"/>
                </a:lnTo>
                <a:cubicBezTo>
                  <a:pt x="13593" y="8163"/>
                  <a:pt x="13400" y="7635"/>
                  <a:pt x="13148" y="7247"/>
                </a:cubicBezTo>
                <a:cubicBezTo>
                  <a:pt x="12896" y="6860"/>
                  <a:pt x="12595" y="6666"/>
                  <a:pt x="12244" y="6666"/>
                </a:cubicBezTo>
                <a:cubicBezTo>
                  <a:pt x="11823" y="6666"/>
                  <a:pt x="11444" y="6964"/>
                  <a:pt x="11106" y="7558"/>
                </a:cubicBezTo>
                <a:cubicBezTo>
                  <a:pt x="10768" y="8152"/>
                  <a:pt x="10502" y="9012"/>
                  <a:pt x="10307" y="10140"/>
                </a:cubicBezTo>
                <a:cubicBezTo>
                  <a:pt x="10113" y="11268"/>
                  <a:pt x="10016" y="12598"/>
                  <a:pt x="10016" y="14131"/>
                </a:cubicBezTo>
                <a:cubicBezTo>
                  <a:pt x="10016" y="15664"/>
                  <a:pt x="10113" y="16998"/>
                  <a:pt x="10307" y="18126"/>
                </a:cubicBezTo>
                <a:cubicBezTo>
                  <a:pt x="10502" y="19254"/>
                  <a:pt x="10768" y="20114"/>
                  <a:pt x="11106" y="20708"/>
                </a:cubicBezTo>
                <a:cubicBezTo>
                  <a:pt x="11444" y="21302"/>
                  <a:pt x="11823" y="21600"/>
                  <a:pt x="12244" y="21600"/>
                </a:cubicBezTo>
                <a:cubicBezTo>
                  <a:pt x="12595" y="21600"/>
                  <a:pt x="12896" y="21406"/>
                  <a:pt x="13148" y="21018"/>
                </a:cubicBezTo>
                <a:cubicBezTo>
                  <a:pt x="13400" y="20631"/>
                  <a:pt x="13593" y="20099"/>
                  <a:pt x="13727" y="19427"/>
                </a:cubicBezTo>
                <a:lnTo>
                  <a:pt x="13727" y="21418"/>
                </a:lnTo>
                <a:lnTo>
                  <a:pt x="15850" y="21418"/>
                </a:lnTo>
                <a:lnTo>
                  <a:pt x="15850" y="2299"/>
                </a:lnTo>
                <a:lnTo>
                  <a:pt x="13727" y="2299"/>
                </a:lnTo>
                <a:close/>
                <a:moveTo>
                  <a:pt x="0" y="3127"/>
                </a:moveTo>
                <a:lnTo>
                  <a:pt x="0" y="21418"/>
                </a:lnTo>
                <a:lnTo>
                  <a:pt x="2124" y="21418"/>
                </a:lnTo>
                <a:lnTo>
                  <a:pt x="2124" y="13488"/>
                </a:lnTo>
                <a:lnTo>
                  <a:pt x="4094" y="21418"/>
                </a:lnTo>
                <a:lnTo>
                  <a:pt x="6649" y="21418"/>
                </a:lnTo>
                <a:lnTo>
                  <a:pt x="4142" y="12014"/>
                </a:lnTo>
                <a:lnTo>
                  <a:pt x="6649" y="3127"/>
                </a:lnTo>
                <a:lnTo>
                  <a:pt x="4113" y="3127"/>
                </a:lnTo>
                <a:lnTo>
                  <a:pt x="2124" y="10851"/>
                </a:lnTo>
                <a:lnTo>
                  <a:pt x="2124" y="3127"/>
                </a:lnTo>
                <a:lnTo>
                  <a:pt x="0" y="3127"/>
                </a:lnTo>
                <a:close/>
                <a:moveTo>
                  <a:pt x="18931" y="6669"/>
                </a:moveTo>
                <a:cubicBezTo>
                  <a:pt x="18447" y="6669"/>
                  <a:pt x="18035" y="6867"/>
                  <a:pt x="17697" y="7263"/>
                </a:cubicBezTo>
                <a:cubicBezTo>
                  <a:pt x="17360" y="7659"/>
                  <a:pt x="17104" y="8202"/>
                  <a:pt x="16932" y="8890"/>
                </a:cubicBezTo>
                <a:cubicBezTo>
                  <a:pt x="16760" y="9580"/>
                  <a:pt x="16673" y="10363"/>
                  <a:pt x="16673" y="11242"/>
                </a:cubicBezTo>
                <a:cubicBezTo>
                  <a:pt x="16673" y="12327"/>
                  <a:pt x="16775" y="13179"/>
                  <a:pt x="16980" y="13799"/>
                </a:cubicBezTo>
                <a:cubicBezTo>
                  <a:pt x="17184" y="14419"/>
                  <a:pt x="17421" y="14858"/>
                  <a:pt x="17692" y="15116"/>
                </a:cubicBezTo>
                <a:cubicBezTo>
                  <a:pt x="17963" y="15374"/>
                  <a:pt x="18306" y="15615"/>
                  <a:pt x="18721" y="15839"/>
                </a:cubicBezTo>
                <a:cubicBezTo>
                  <a:pt x="19046" y="15994"/>
                  <a:pt x="19281" y="16149"/>
                  <a:pt x="19428" y="16304"/>
                </a:cubicBezTo>
                <a:cubicBezTo>
                  <a:pt x="19575" y="16459"/>
                  <a:pt x="19648" y="16700"/>
                  <a:pt x="19648" y="17027"/>
                </a:cubicBezTo>
                <a:cubicBezTo>
                  <a:pt x="19648" y="17440"/>
                  <a:pt x="19540" y="17649"/>
                  <a:pt x="19323" y="17649"/>
                </a:cubicBezTo>
                <a:cubicBezTo>
                  <a:pt x="18922" y="17649"/>
                  <a:pt x="18701" y="17225"/>
                  <a:pt x="18663" y="16381"/>
                </a:cubicBezTo>
                <a:lnTo>
                  <a:pt x="16625" y="16381"/>
                </a:lnTo>
                <a:cubicBezTo>
                  <a:pt x="16734" y="18069"/>
                  <a:pt x="17017" y="19363"/>
                  <a:pt x="17476" y="20258"/>
                </a:cubicBezTo>
                <a:cubicBezTo>
                  <a:pt x="17936" y="21154"/>
                  <a:pt x="18554" y="21600"/>
                  <a:pt x="19333" y="21600"/>
                </a:cubicBezTo>
                <a:cubicBezTo>
                  <a:pt x="19798" y="21600"/>
                  <a:pt x="20203" y="21413"/>
                  <a:pt x="20547" y="21034"/>
                </a:cubicBezTo>
                <a:cubicBezTo>
                  <a:pt x="20892" y="20655"/>
                  <a:pt x="21154" y="20127"/>
                  <a:pt x="21332" y="19455"/>
                </a:cubicBezTo>
                <a:cubicBezTo>
                  <a:pt x="21511" y="18783"/>
                  <a:pt x="21600" y="18018"/>
                  <a:pt x="21600" y="17156"/>
                </a:cubicBezTo>
                <a:cubicBezTo>
                  <a:pt x="21600" y="16054"/>
                  <a:pt x="21495" y="15184"/>
                  <a:pt x="21284" y="14547"/>
                </a:cubicBezTo>
                <a:cubicBezTo>
                  <a:pt x="21074" y="13910"/>
                  <a:pt x="20824" y="13449"/>
                  <a:pt x="20534" y="13165"/>
                </a:cubicBezTo>
                <a:cubicBezTo>
                  <a:pt x="20243" y="12881"/>
                  <a:pt x="19893" y="12636"/>
                  <a:pt x="19485" y="12429"/>
                </a:cubicBezTo>
                <a:cubicBezTo>
                  <a:pt x="19173" y="12257"/>
                  <a:pt x="18945" y="12092"/>
                  <a:pt x="18802" y="11937"/>
                </a:cubicBezTo>
                <a:cubicBezTo>
                  <a:pt x="18658" y="11782"/>
                  <a:pt x="18586" y="11559"/>
                  <a:pt x="18586" y="11266"/>
                </a:cubicBezTo>
                <a:cubicBezTo>
                  <a:pt x="18586" y="10853"/>
                  <a:pt x="18685" y="10645"/>
                  <a:pt x="18882" y="10645"/>
                </a:cubicBezTo>
                <a:cubicBezTo>
                  <a:pt x="19233" y="10645"/>
                  <a:pt x="19450" y="11058"/>
                  <a:pt x="19533" y="11885"/>
                </a:cubicBezTo>
                <a:lnTo>
                  <a:pt x="21513" y="11885"/>
                </a:lnTo>
                <a:cubicBezTo>
                  <a:pt x="21399" y="10318"/>
                  <a:pt x="21123" y="9055"/>
                  <a:pt x="20686" y="8100"/>
                </a:cubicBezTo>
                <a:lnTo>
                  <a:pt x="20686" y="8103"/>
                </a:lnTo>
                <a:cubicBezTo>
                  <a:pt x="20249" y="7147"/>
                  <a:pt x="19665" y="6669"/>
                  <a:pt x="18931" y="6669"/>
                </a:cubicBezTo>
                <a:close/>
                <a:moveTo>
                  <a:pt x="7222" y="6847"/>
                </a:moveTo>
                <a:lnTo>
                  <a:pt x="7222" y="21418"/>
                </a:lnTo>
                <a:lnTo>
                  <a:pt x="9346" y="21418"/>
                </a:lnTo>
                <a:lnTo>
                  <a:pt x="9346" y="6847"/>
                </a:lnTo>
                <a:lnTo>
                  <a:pt x="7222" y="6847"/>
                </a:lnTo>
                <a:close/>
                <a:moveTo>
                  <a:pt x="12952" y="11679"/>
                </a:moveTo>
                <a:cubicBezTo>
                  <a:pt x="13181" y="11679"/>
                  <a:pt x="13370" y="11895"/>
                  <a:pt x="13517" y="12325"/>
                </a:cubicBezTo>
                <a:cubicBezTo>
                  <a:pt x="13664" y="12756"/>
                  <a:pt x="13737" y="13359"/>
                  <a:pt x="13737" y="14134"/>
                </a:cubicBezTo>
                <a:cubicBezTo>
                  <a:pt x="13737" y="14910"/>
                  <a:pt x="13664" y="15511"/>
                  <a:pt x="13517" y="15941"/>
                </a:cubicBezTo>
                <a:cubicBezTo>
                  <a:pt x="13370" y="16371"/>
                  <a:pt x="13181" y="16587"/>
                  <a:pt x="12952" y="16587"/>
                </a:cubicBezTo>
                <a:cubicBezTo>
                  <a:pt x="12722" y="16587"/>
                  <a:pt x="12534" y="16371"/>
                  <a:pt x="12388" y="15941"/>
                </a:cubicBezTo>
                <a:cubicBezTo>
                  <a:pt x="12241" y="15510"/>
                  <a:pt x="12168" y="14910"/>
                  <a:pt x="12168" y="14134"/>
                </a:cubicBezTo>
                <a:cubicBezTo>
                  <a:pt x="12168" y="13359"/>
                  <a:pt x="12241" y="12755"/>
                  <a:pt x="12388" y="12325"/>
                </a:cubicBezTo>
                <a:cubicBezTo>
                  <a:pt x="12534" y="11894"/>
                  <a:pt x="12722" y="11679"/>
                  <a:pt x="12952" y="11679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4" name="Color Palette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Color Palette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6" name="Rounded Rectangle"/>
          <p:cNvSpPr/>
          <p:nvPr/>
        </p:nvSpPr>
        <p:spPr>
          <a:xfrm>
            <a:off x="1030697" y="3998648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937" name="Rounded Rectangle"/>
          <p:cNvSpPr/>
          <p:nvPr/>
        </p:nvSpPr>
        <p:spPr>
          <a:xfrm>
            <a:off x="1017997" y="5488781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938" name="Rounded Rectangle"/>
          <p:cNvSpPr/>
          <p:nvPr/>
        </p:nvSpPr>
        <p:spPr>
          <a:xfrm>
            <a:off x="1017997" y="6978914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1">
              <a:hueOff val="81242"/>
              <a:satOff val="-7999"/>
              <a:lumOff val="-10784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939" name="Rounded Rectangle"/>
          <p:cNvSpPr/>
          <p:nvPr/>
        </p:nvSpPr>
        <p:spPr>
          <a:xfrm>
            <a:off x="1054261" y="8481748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solidFill>
              <a:srgbClr val="A9A9A9"/>
            </a:solidFill>
            <a:miter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940" name="Color Palette"/>
          <p:cNvSpPr txBox="1"/>
          <p:nvPr>
            <p:ph type="body" idx="21"/>
          </p:nvPr>
        </p:nvSpPr>
        <p:spPr>
          <a:xfrm>
            <a:off x="666390" y="897470"/>
            <a:ext cx="6997911" cy="1504952"/>
          </a:xfrm>
          <a:prstGeom prst="rect">
            <a:avLst/>
          </a:prstGeom>
        </p:spPr>
        <p:txBody>
          <a:bodyPr/>
          <a:lstStyle>
            <a:lvl1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Color Palette</a:t>
            </a:r>
          </a:p>
        </p:txBody>
      </p:sp>
      <p:sp>
        <p:nvSpPr>
          <p:cNvPr id="1941" name="Primary Palette"/>
          <p:cNvSpPr txBox="1"/>
          <p:nvPr/>
        </p:nvSpPr>
        <p:spPr>
          <a:xfrm>
            <a:off x="1665604" y="3070820"/>
            <a:ext cx="3833750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algn="ctr">
              <a:defRPr cap="all" spc="450" sz="300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rPr>
                <a:latin typeface="Curiosity-TWDC DemiBold"/>
                <a:ea typeface="Curiosity-TWDC DemiBold"/>
                <a:cs typeface="Curiosity-TWDC DemiBold"/>
                <a:sym typeface="Curiosity-TWDC DemiBold"/>
              </a:rPr>
              <a:t>Primary</a:t>
            </a:r>
            <a:r>
              <a:t> Palette</a:t>
            </a:r>
          </a:p>
        </p:txBody>
      </p:sp>
      <p:sp>
        <p:nvSpPr>
          <p:cNvPr id="1942" name="Line"/>
          <p:cNvSpPr/>
          <p:nvPr/>
        </p:nvSpPr>
        <p:spPr>
          <a:xfrm>
            <a:off x="1055156" y="3556000"/>
            <a:ext cx="5054647" cy="0"/>
          </a:xfrm>
          <a:prstGeom prst="line">
            <a:avLst/>
          </a:prstGeom>
          <a:ln w="25400">
            <a:solidFill>
              <a:schemeClr val="accent1"/>
            </a:solidFill>
            <a:miter/>
          </a:ln>
        </p:spPr>
        <p:txBody>
          <a:bodyPr lIns="121919" tIns="121919" rIns="121919" bIns="121919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1943" name="Light Blue"/>
          <p:cNvSpPr txBox="1"/>
          <p:nvPr/>
        </p:nvSpPr>
        <p:spPr>
          <a:xfrm>
            <a:off x="1311258" y="4281664"/>
            <a:ext cx="105257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Light Blue</a:t>
            </a:r>
          </a:p>
        </p:txBody>
      </p:sp>
      <p:sp>
        <p:nvSpPr>
          <p:cNvPr id="1944" name="#0BB5DC"/>
          <p:cNvSpPr txBox="1"/>
          <p:nvPr/>
        </p:nvSpPr>
        <p:spPr>
          <a:xfrm>
            <a:off x="4746313" y="4281664"/>
            <a:ext cx="106527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#0BB5DC</a:t>
            </a:r>
          </a:p>
        </p:txBody>
      </p:sp>
      <p:sp>
        <p:nvSpPr>
          <p:cNvPr id="1945" name="Steel Blue"/>
          <p:cNvSpPr txBox="1"/>
          <p:nvPr/>
        </p:nvSpPr>
        <p:spPr>
          <a:xfrm>
            <a:off x="1364572" y="5771797"/>
            <a:ext cx="1035559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Steel Blue</a:t>
            </a:r>
          </a:p>
        </p:txBody>
      </p:sp>
      <p:sp>
        <p:nvSpPr>
          <p:cNvPr id="1946" name="#004069"/>
          <p:cNvSpPr txBox="1"/>
          <p:nvPr/>
        </p:nvSpPr>
        <p:spPr>
          <a:xfrm>
            <a:off x="4753399" y="5771797"/>
            <a:ext cx="1025145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#004069</a:t>
            </a:r>
          </a:p>
        </p:txBody>
      </p:sp>
      <p:sp>
        <p:nvSpPr>
          <p:cNvPr id="1947" name="Dark Blue"/>
          <p:cNvSpPr txBox="1"/>
          <p:nvPr/>
        </p:nvSpPr>
        <p:spPr>
          <a:xfrm>
            <a:off x="1413567" y="7261931"/>
            <a:ext cx="1039877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Dark Blue</a:t>
            </a:r>
          </a:p>
        </p:txBody>
      </p:sp>
      <p:sp>
        <p:nvSpPr>
          <p:cNvPr id="1948" name="#021D30"/>
          <p:cNvSpPr txBox="1"/>
          <p:nvPr/>
        </p:nvSpPr>
        <p:spPr>
          <a:xfrm>
            <a:off x="4650406" y="7261931"/>
            <a:ext cx="1058165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#021D30</a:t>
            </a:r>
          </a:p>
        </p:txBody>
      </p:sp>
      <p:sp>
        <p:nvSpPr>
          <p:cNvPr id="1949" name="White"/>
          <p:cNvSpPr txBox="1"/>
          <p:nvPr/>
        </p:nvSpPr>
        <p:spPr>
          <a:xfrm>
            <a:off x="1368578" y="8764764"/>
            <a:ext cx="64897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White</a:t>
            </a:r>
          </a:p>
        </p:txBody>
      </p:sp>
      <p:sp>
        <p:nvSpPr>
          <p:cNvPr id="1950" name="#FFFFFF"/>
          <p:cNvSpPr txBox="1"/>
          <p:nvPr/>
        </p:nvSpPr>
        <p:spPr>
          <a:xfrm>
            <a:off x="4803633" y="8764764"/>
            <a:ext cx="95199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#FFFFFF</a:t>
            </a:r>
          </a:p>
        </p:txBody>
      </p:sp>
      <p:sp>
        <p:nvSpPr>
          <p:cNvPr id="1951" name="Rounded Rectangle"/>
          <p:cNvSpPr/>
          <p:nvPr/>
        </p:nvSpPr>
        <p:spPr>
          <a:xfrm>
            <a:off x="6661160" y="3998648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2">
              <a:hueOff val="-83321"/>
              <a:satOff val="15686"/>
              <a:lumOff val="3041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952" name="Rounded Rectangle"/>
          <p:cNvSpPr/>
          <p:nvPr/>
        </p:nvSpPr>
        <p:spPr>
          <a:xfrm>
            <a:off x="6661160" y="5488781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953" name="Rounded Rectangle"/>
          <p:cNvSpPr/>
          <p:nvPr/>
        </p:nvSpPr>
        <p:spPr>
          <a:xfrm>
            <a:off x="6661160" y="6978914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2">
              <a:hueOff val="132848"/>
              <a:satOff val="1689"/>
              <a:lumOff val="-1079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954" name="Rounded Rectangle"/>
          <p:cNvSpPr/>
          <p:nvPr/>
        </p:nvSpPr>
        <p:spPr>
          <a:xfrm>
            <a:off x="6661160" y="8469048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2">
              <a:hueOff val="1538339"/>
              <a:satOff val="4755"/>
              <a:lumOff val="-21993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955" name="Bright Aurora"/>
          <p:cNvSpPr txBox="1"/>
          <p:nvPr/>
        </p:nvSpPr>
        <p:spPr>
          <a:xfrm>
            <a:off x="6948148" y="4281664"/>
            <a:ext cx="143230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Bright Aurora</a:t>
            </a:r>
          </a:p>
        </p:txBody>
      </p:sp>
      <p:sp>
        <p:nvSpPr>
          <p:cNvPr id="1956" name="#02D6E8"/>
          <p:cNvSpPr txBox="1"/>
          <p:nvPr/>
        </p:nvSpPr>
        <p:spPr>
          <a:xfrm>
            <a:off x="10383203" y="4281664"/>
            <a:ext cx="104216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#02D6E8</a:t>
            </a:r>
          </a:p>
        </p:txBody>
      </p:sp>
      <p:sp>
        <p:nvSpPr>
          <p:cNvPr id="1957" name="Aurora"/>
          <p:cNvSpPr txBox="1"/>
          <p:nvPr/>
        </p:nvSpPr>
        <p:spPr>
          <a:xfrm>
            <a:off x="7014162" y="5771797"/>
            <a:ext cx="73609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Aurora</a:t>
            </a:r>
          </a:p>
        </p:txBody>
      </p:sp>
      <p:sp>
        <p:nvSpPr>
          <p:cNvPr id="1958" name="#136878"/>
          <p:cNvSpPr txBox="1"/>
          <p:nvPr/>
        </p:nvSpPr>
        <p:spPr>
          <a:xfrm>
            <a:off x="10402989" y="5771797"/>
            <a:ext cx="1025145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#136878</a:t>
            </a:r>
          </a:p>
        </p:txBody>
      </p:sp>
      <p:sp>
        <p:nvSpPr>
          <p:cNvPr id="1959" name="Dusk"/>
          <p:cNvSpPr txBox="1"/>
          <p:nvPr/>
        </p:nvSpPr>
        <p:spPr>
          <a:xfrm>
            <a:off x="7063158" y="7261931"/>
            <a:ext cx="536449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Dusk</a:t>
            </a:r>
          </a:p>
        </p:txBody>
      </p:sp>
      <p:sp>
        <p:nvSpPr>
          <p:cNvPr id="1960" name="#0054553"/>
          <p:cNvSpPr txBox="1"/>
          <p:nvPr/>
        </p:nvSpPr>
        <p:spPr>
          <a:xfrm>
            <a:off x="10299996" y="7261931"/>
            <a:ext cx="1170433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#0054553</a:t>
            </a:r>
          </a:p>
        </p:txBody>
      </p:sp>
      <p:sp>
        <p:nvSpPr>
          <p:cNvPr id="1961" name="Twilight"/>
          <p:cNvSpPr txBox="1"/>
          <p:nvPr/>
        </p:nvSpPr>
        <p:spPr>
          <a:xfrm>
            <a:off x="6981904" y="8752064"/>
            <a:ext cx="81788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Twilight</a:t>
            </a:r>
          </a:p>
        </p:txBody>
      </p:sp>
      <p:sp>
        <p:nvSpPr>
          <p:cNvPr id="1962" name="#02172A"/>
          <p:cNvSpPr txBox="1"/>
          <p:nvPr/>
        </p:nvSpPr>
        <p:spPr>
          <a:xfrm>
            <a:off x="10416959" y="8752064"/>
            <a:ext cx="1045719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#02172A</a:t>
            </a:r>
          </a:p>
        </p:txBody>
      </p:sp>
      <p:sp>
        <p:nvSpPr>
          <p:cNvPr id="1963" name="Disney+ Palette"/>
          <p:cNvSpPr txBox="1"/>
          <p:nvPr/>
        </p:nvSpPr>
        <p:spPr>
          <a:xfrm>
            <a:off x="7304373" y="3070820"/>
            <a:ext cx="3768218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algn="ctr">
              <a:defRPr cap="all" spc="450" sz="300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rPr>
                <a:latin typeface="Curiosity-TWDC DemiBold"/>
                <a:ea typeface="Curiosity-TWDC DemiBold"/>
                <a:cs typeface="Curiosity-TWDC DemiBold"/>
                <a:sym typeface="Curiosity-TWDC DemiBold"/>
              </a:rPr>
              <a:t>Disney+</a:t>
            </a:r>
            <a:r>
              <a:t> Palette</a:t>
            </a:r>
          </a:p>
        </p:txBody>
      </p:sp>
      <p:sp>
        <p:nvSpPr>
          <p:cNvPr id="1964" name="Line"/>
          <p:cNvSpPr/>
          <p:nvPr/>
        </p:nvSpPr>
        <p:spPr>
          <a:xfrm>
            <a:off x="6661160" y="3556000"/>
            <a:ext cx="5054646" cy="0"/>
          </a:xfrm>
          <a:prstGeom prst="line">
            <a:avLst/>
          </a:prstGeom>
          <a:ln w="25400">
            <a:solidFill>
              <a:schemeClr val="accent1"/>
            </a:solidFill>
            <a:miter/>
          </a:ln>
        </p:spPr>
        <p:txBody>
          <a:bodyPr lIns="121919" tIns="121919" rIns="121919" bIns="121919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1965" name="Hulu Palette"/>
          <p:cNvSpPr txBox="1"/>
          <p:nvPr/>
        </p:nvSpPr>
        <p:spPr>
          <a:xfrm>
            <a:off x="13246419" y="3070820"/>
            <a:ext cx="3096134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algn="ctr">
              <a:defRPr cap="all" spc="450" sz="300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rPr>
                <a:latin typeface="Curiosity-TWDC DemiBold"/>
                <a:ea typeface="Curiosity-TWDC DemiBold"/>
                <a:cs typeface="Curiosity-TWDC DemiBold"/>
                <a:sym typeface="Curiosity-TWDC DemiBold"/>
              </a:rPr>
              <a:t>Hulu</a:t>
            </a:r>
            <a:r>
              <a:t> Palette</a:t>
            </a:r>
          </a:p>
        </p:txBody>
      </p:sp>
      <p:sp>
        <p:nvSpPr>
          <p:cNvPr id="1966" name="Line"/>
          <p:cNvSpPr/>
          <p:nvPr/>
        </p:nvSpPr>
        <p:spPr>
          <a:xfrm>
            <a:off x="12267162" y="3556000"/>
            <a:ext cx="5054647" cy="0"/>
          </a:xfrm>
          <a:prstGeom prst="line">
            <a:avLst/>
          </a:prstGeom>
          <a:ln w="25400">
            <a:solidFill>
              <a:schemeClr val="accent1"/>
            </a:solidFill>
            <a:miter/>
          </a:ln>
        </p:spPr>
        <p:txBody>
          <a:bodyPr lIns="121919" tIns="121919" rIns="121919" bIns="121919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1967" name="ESPN Palette"/>
          <p:cNvSpPr txBox="1"/>
          <p:nvPr/>
        </p:nvSpPr>
        <p:spPr>
          <a:xfrm>
            <a:off x="18907666" y="3070820"/>
            <a:ext cx="2985644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algn="ctr">
              <a:defRPr cap="all" spc="450" sz="300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rPr>
                <a:latin typeface="Curiosity-TWDC DemiBold"/>
                <a:ea typeface="Curiosity-TWDC DemiBold"/>
                <a:cs typeface="Curiosity-TWDC DemiBold"/>
                <a:sym typeface="Curiosity-TWDC DemiBold"/>
              </a:rPr>
              <a:t>ESPN</a:t>
            </a:r>
            <a:r>
              <a:t> Palette</a:t>
            </a:r>
          </a:p>
        </p:txBody>
      </p:sp>
      <p:sp>
        <p:nvSpPr>
          <p:cNvPr id="1968" name="Line"/>
          <p:cNvSpPr/>
          <p:nvPr/>
        </p:nvSpPr>
        <p:spPr>
          <a:xfrm>
            <a:off x="17873166" y="3556000"/>
            <a:ext cx="5054646" cy="0"/>
          </a:xfrm>
          <a:prstGeom prst="line">
            <a:avLst/>
          </a:prstGeom>
          <a:ln w="25400">
            <a:solidFill>
              <a:schemeClr val="accent1"/>
            </a:solidFill>
            <a:miter/>
          </a:ln>
        </p:spPr>
        <p:txBody>
          <a:bodyPr lIns="121919" tIns="121919" rIns="121919" bIns="121919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1969" name="Rounded Rectangle"/>
          <p:cNvSpPr/>
          <p:nvPr/>
        </p:nvSpPr>
        <p:spPr>
          <a:xfrm>
            <a:off x="12304322" y="4024048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3">
              <a:hueOff val="-151365"/>
              <a:satOff val="36226"/>
              <a:lumOff val="168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970" name="Rounded Rectangle"/>
          <p:cNvSpPr/>
          <p:nvPr/>
        </p:nvSpPr>
        <p:spPr>
          <a:xfrm>
            <a:off x="12304322" y="5514182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971" name="Rounded Rectangle"/>
          <p:cNvSpPr/>
          <p:nvPr/>
        </p:nvSpPr>
        <p:spPr>
          <a:xfrm>
            <a:off x="12304322" y="7004315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3">
              <a:hueOff val="7866438"/>
              <a:satOff val="-7737"/>
              <a:lumOff val="-474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972" name="Rounded Rectangle"/>
          <p:cNvSpPr/>
          <p:nvPr/>
        </p:nvSpPr>
        <p:spPr>
          <a:xfrm>
            <a:off x="12304322" y="8494448"/>
            <a:ext cx="5080001" cy="820033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</a:schemeClr>
              </a:gs>
              <a:gs pos="100000">
                <a:srgbClr val="203847"/>
              </a:gs>
            </a:gsLst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973" name="Hulu Green"/>
          <p:cNvSpPr txBox="1"/>
          <p:nvPr/>
        </p:nvSpPr>
        <p:spPr>
          <a:xfrm>
            <a:off x="12591311" y="4307065"/>
            <a:ext cx="1241045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Hulu Green</a:t>
            </a:r>
          </a:p>
        </p:txBody>
      </p:sp>
      <p:sp>
        <p:nvSpPr>
          <p:cNvPr id="1974" name="#1CE783"/>
          <p:cNvSpPr txBox="1"/>
          <p:nvPr/>
        </p:nvSpPr>
        <p:spPr>
          <a:xfrm>
            <a:off x="16026365" y="4307065"/>
            <a:ext cx="1027939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#1CE783</a:t>
            </a:r>
          </a:p>
        </p:txBody>
      </p:sp>
      <p:sp>
        <p:nvSpPr>
          <p:cNvPr id="1975" name="Secondary Green"/>
          <p:cNvSpPr txBox="1"/>
          <p:nvPr/>
        </p:nvSpPr>
        <p:spPr>
          <a:xfrm>
            <a:off x="12657325" y="5797198"/>
            <a:ext cx="183616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Secondary Green</a:t>
            </a:r>
          </a:p>
        </p:txBody>
      </p:sp>
      <p:sp>
        <p:nvSpPr>
          <p:cNvPr id="1976" name="#29A869"/>
          <p:cNvSpPr txBox="1"/>
          <p:nvPr/>
        </p:nvSpPr>
        <p:spPr>
          <a:xfrm>
            <a:off x="16046152" y="5797198"/>
            <a:ext cx="1045719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#29A869</a:t>
            </a:r>
          </a:p>
        </p:txBody>
      </p:sp>
      <p:sp>
        <p:nvSpPr>
          <p:cNvPr id="1977" name="Hulu Black"/>
          <p:cNvSpPr txBox="1"/>
          <p:nvPr/>
        </p:nvSpPr>
        <p:spPr>
          <a:xfrm>
            <a:off x="12706320" y="7287331"/>
            <a:ext cx="112852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Hulu Black</a:t>
            </a:r>
          </a:p>
        </p:txBody>
      </p:sp>
      <p:sp>
        <p:nvSpPr>
          <p:cNvPr id="1978" name="#040405"/>
          <p:cNvSpPr txBox="1"/>
          <p:nvPr/>
        </p:nvSpPr>
        <p:spPr>
          <a:xfrm>
            <a:off x="15943158" y="7287331"/>
            <a:ext cx="1025145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#040405</a:t>
            </a:r>
          </a:p>
        </p:txBody>
      </p:sp>
      <p:sp>
        <p:nvSpPr>
          <p:cNvPr id="1979" name="Dynamic Gradient"/>
          <p:cNvSpPr txBox="1"/>
          <p:nvPr/>
        </p:nvSpPr>
        <p:spPr>
          <a:xfrm>
            <a:off x="12625066" y="8777465"/>
            <a:ext cx="1936243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Dynamic Gradient</a:t>
            </a:r>
          </a:p>
        </p:txBody>
      </p:sp>
      <p:sp>
        <p:nvSpPr>
          <p:cNvPr id="1980" name="#040405 to #183949"/>
          <p:cNvSpPr txBox="1"/>
          <p:nvPr/>
        </p:nvSpPr>
        <p:spPr>
          <a:xfrm>
            <a:off x="14856924" y="8777465"/>
            <a:ext cx="2378457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#040405 to #183949</a:t>
            </a:r>
          </a:p>
        </p:txBody>
      </p:sp>
      <p:sp>
        <p:nvSpPr>
          <p:cNvPr id="1981" name="Rounded Rectangle"/>
          <p:cNvSpPr/>
          <p:nvPr/>
        </p:nvSpPr>
        <p:spPr>
          <a:xfrm>
            <a:off x="17873166" y="4024048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4">
              <a:hueOff val="-93125"/>
              <a:satOff val="2803"/>
              <a:lumOff val="23906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982" name="Rounded Rectangle"/>
          <p:cNvSpPr/>
          <p:nvPr/>
        </p:nvSpPr>
        <p:spPr>
          <a:xfrm>
            <a:off x="17873166" y="5514181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983" name="Rounded Rectangle"/>
          <p:cNvSpPr/>
          <p:nvPr/>
        </p:nvSpPr>
        <p:spPr>
          <a:xfrm>
            <a:off x="17873166" y="7004314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4">
              <a:hueOff val="-203031"/>
              <a:satOff val="-71423"/>
              <a:lumOff val="-1566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984" name="Rounded Rectangle"/>
          <p:cNvSpPr/>
          <p:nvPr/>
        </p:nvSpPr>
        <p:spPr>
          <a:xfrm>
            <a:off x="17873166" y="8494448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985" name="ESPN Red"/>
          <p:cNvSpPr txBox="1"/>
          <p:nvPr/>
        </p:nvSpPr>
        <p:spPr>
          <a:xfrm>
            <a:off x="18160155" y="4307064"/>
            <a:ext cx="102743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ESPN Red</a:t>
            </a:r>
          </a:p>
        </p:txBody>
      </p:sp>
      <p:sp>
        <p:nvSpPr>
          <p:cNvPr id="1986" name="#F51825"/>
          <p:cNvSpPr txBox="1"/>
          <p:nvPr/>
        </p:nvSpPr>
        <p:spPr>
          <a:xfrm>
            <a:off x="21595208" y="4307064"/>
            <a:ext cx="101295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#F51825</a:t>
            </a:r>
          </a:p>
        </p:txBody>
      </p:sp>
      <p:sp>
        <p:nvSpPr>
          <p:cNvPr id="1987" name="Deep ESPN Red"/>
          <p:cNvSpPr txBox="1"/>
          <p:nvPr/>
        </p:nvSpPr>
        <p:spPr>
          <a:xfrm>
            <a:off x="18226168" y="5797197"/>
            <a:ext cx="1655065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Deep ESPN Red</a:t>
            </a:r>
          </a:p>
        </p:txBody>
      </p:sp>
      <p:sp>
        <p:nvSpPr>
          <p:cNvPr id="1988" name="#91080A"/>
          <p:cNvSpPr txBox="1"/>
          <p:nvPr/>
        </p:nvSpPr>
        <p:spPr>
          <a:xfrm>
            <a:off x="21614995" y="5797197"/>
            <a:ext cx="1045719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#91080A</a:t>
            </a:r>
          </a:p>
        </p:txBody>
      </p:sp>
      <p:sp>
        <p:nvSpPr>
          <p:cNvPr id="1989" name="Slate Black"/>
          <p:cNvSpPr txBox="1"/>
          <p:nvPr/>
        </p:nvSpPr>
        <p:spPr>
          <a:xfrm>
            <a:off x="18275163" y="7287331"/>
            <a:ext cx="1131825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Slate Black</a:t>
            </a:r>
          </a:p>
        </p:txBody>
      </p:sp>
      <p:sp>
        <p:nvSpPr>
          <p:cNvPr id="1990" name="#1A1A1A"/>
          <p:cNvSpPr txBox="1"/>
          <p:nvPr/>
        </p:nvSpPr>
        <p:spPr>
          <a:xfrm>
            <a:off x="21512001" y="7287331"/>
            <a:ext cx="1086867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#1A1A1A</a:t>
            </a:r>
          </a:p>
        </p:txBody>
      </p:sp>
      <p:sp>
        <p:nvSpPr>
          <p:cNvPr id="1991" name="Black"/>
          <p:cNvSpPr txBox="1"/>
          <p:nvPr/>
        </p:nvSpPr>
        <p:spPr>
          <a:xfrm>
            <a:off x="18193909" y="8777464"/>
            <a:ext cx="56718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Black</a:t>
            </a:r>
          </a:p>
        </p:txBody>
      </p:sp>
      <p:sp>
        <p:nvSpPr>
          <p:cNvPr id="1992" name="#000000"/>
          <p:cNvSpPr txBox="1"/>
          <p:nvPr/>
        </p:nvSpPr>
        <p:spPr>
          <a:xfrm>
            <a:off x="21628965" y="8777464"/>
            <a:ext cx="1025145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#000000</a:t>
            </a:r>
          </a:p>
        </p:txBody>
      </p:sp>
      <p:sp>
        <p:nvSpPr>
          <p:cNvPr id="1993" name="Greyscale Palette"/>
          <p:cNvSpPr txBox="1"/>
          <p:nvPr/>
        </p:nvSpPr>
        <p:spPr>
          <a:xfrm>
            <a:off x="1360071" y="10267598"/>
            <a:ext cx="4421252" cy="381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algn="ctr">
              <a:defRPr cap="all" spc="450" sz="300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rPr>
                <a:latin typeface="Curiosity-TWDC DemiBold"/>
                <a:ea typeface="Curiosity-TWDC DemiBold"/>
                <a:cs typeface="Curiosity-TWDC DemiBold"/>
                <a:sym typeface="Curiosity-TWDC DemiBold"/>
              </a:rPr>
              <a:t>Greyscale</a:t>
            </a:r>
            <a:r>
              <a:t> Palette</a:t>
            </a:r>
          </a:p>
        </p:txBody>
      </p:sp>
      <p:sp>
        <p:nvSpPr>
          <p:cNvPr id="1994" name="Line"/>
          <p:cNvSpPr/>
          <p:nvPr/>
        </p:nvSpPr>
        <p:spPr>
          <a:xfrm>
            <a:off x="1043374" y="10752777"/>
            <a:ext cx="21884437" cy="1"/>
          </a:xfrm>
          <a:prstGeom prst="line">
            <a:avLst/>
          </a:prstGeom>
          <a:ln w="25400">
            <a:solidFill>
              <a:schemeClr val="accent1"/>
            </a:solidFill>
            <a:miter/>
          </a:ln>
        </p:spPr>
        <p:txBody>
          <a:bodyPr lIns="121919" tIns="121919" rIns="121919" bIns="121919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1995" name="Rounded Rectangle"/>
          <p:cNvSpPr/>
          <p:nvPr/>
        </p:nvSpPr>
        <p:spPr>
          <a:xfrm>
            <a:off x="1041561" y="11209161"/>
            <a:ext cx="5080001" cy="820033"/>
          </a:xfrm>
          <a:prstGeom prst="roundRect">
            <a:avLst>
              <a:gd name="adj" fmla="val 5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996" name="Tungsten"/>
          <p:cNvSpPr txBox="1"/>
          <p:nvPr/>
        </p:nvSpPr>
        <p:spPr>
          <a:xfrm>
            <a:off x="1322122" y="11492178"/>
            <a:ext cx="95859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Tungsten</a:t>
            </a:r>
          </a:p>
        </p:txBody>
      </p:sp>
      <p:sp>
        <p:nvSpPr>
          <p:cNvPr id="1997" name="#424242"/>
          <p:cNvSpPr txBox="1"/>
          <p:nvPr/>
        </p:nvSpPr>
        <p:spPr>
          <a:xfrm>
            <a:off x="4757178" y="11492178"/>
            <a:ext cx="1025145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#424242</a:t>
            </a:r>
          </a:p>
        </p:txBody>
      </p:sp>
      <p:sp>
        <p:nvSpPr>
          <p:cNvPr id="1998" name="Rounded Rectangle"/>
          <p:cNvSpPr/>
          <p:nvPr/>
        </p:nvSpPr>
        <p:spPr>
          <a:xfrm>
            <a:off x="6672024" y="11209161"/>
            <a:ext cx="5080001" cy="820033"/>
          </a:xfrm>
          <a:prstGeom prst="roundRect">
            <a:avLst>
              <a:gd name="adj" fmla="val 50000"/>
            </a:avLst>
          </a:prstGeom>
          <a:solidFill>
            <a:srgbClr val="797979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1999" name="Steel"/>
          <p:cNvSpPr txBox="1"/>
          <p:nvPr/>
        </p:nvSpPr>
        <p:spPr>
          <a:xfrm>
            <a:off x="6959013" y="11492178"/>
            <a:ext cx="52146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Steel</a:t>
            </a:r>
          </a:p>
        </p:txBody>
      </p:sp>
      <p:sp>
        <p:nvSpPr>
          <p:cNvPr id="2000" name="#797979"/>
          <p:cNvSpPr txBox="1"/>
          <p:nvPr/>
        </p:nvSpPr>
        <p:spPr>
          <a:xfrm>
            <a:off x="10394067" y="11492178"/>
            <a:ext cx="1025145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#797979</a:t>
            </a:r>
          </a:p>
        </p:txBody>
      </p:sp>
      <p:sp>
        <p:nvSpPr>
          <p:cNvPr id="2001" name="Rounded Rectangle"/>
          <p:cNvSpPr/>
          <p:nvPr/>
        </p:nvSpPr>
        <p:spPr>
          <a:xfrm>
            <a:off x="12315187" y="11234562"/>
            <a:ext cx="5080001" cy="820033"/>
          </a:xfrm>
          <a:prstGeom prst="roundRect">
            <a:avLst>
              <a:gd name="adj" fmla="val 50000"/>
            </a:avLst>
          </a:prstGeom>
          <a:solidFill>
            <a:srgbClr val="A9A9A9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02" name="Aluminum"/>
          <p:cNvSpPr txBox="1"/>
          <p:nvPr/>
        </p:nvSpPr>
        <p:spPr>
          <a:xfrm>
            <a:off x="12602175" y="11517578"/>
            <a:ext cx="108280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Aluminum</a:t>
            </a:r>
          </a:p>
        </p:txBody>
      </p:sp>
      <p:sp>
        <p:nvSpPr>
          <p:cNvPr id="2003" name="#A9A9A9"/>
          <p:cNvSpPr txBox="1"/>
          <p:nvPr/>
        </p:nvSpPr>
        <p:spPr>
          <a:xfrm>
            <a:off x="16037230" y="11517578"/>
            <a:ext cx="108686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#A9A9A9</a:t>
            </a:r>
          </a:p>
        </p:txBody>
      </p:sp>
      <p:sp>
        <p:nvSpPr>
          <p:cNvPr id="2004" name="Rounded Rectangle"/>
          <p:cNvSpPr/>
          <p:nvPr/>
        </p:nvSpPr>
        <p:spPr>
          <a:xfrm>
            <a:off x="17884030" y="11234561"/>
            <a:ext cx="5080001" cy="820033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05" name="Mercury"/>
          <p:cNvSpPr txBox="1"/>
          <p:nvPr/>
        </p:nvSpPr>
        <p:spPr>
          <a:xfrm>
            <a:off x="18171019" y="11517578"/>
            <a:ext cx="88976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Mercury</a:t>
            </a:r>
          </a:p>
        </p:txBody>
      </p:sp>
      <p:sp>
        <p:nvSpPr>
          <p:cNvPr id="2006" name="#EBEBEB"/>
          <p:cNvSpPr txBox="1"/>
          <p:nvPr/>
        </p:nvSpPr>
        <p:spPr>
          <a:xfrm>
            <a:off x="21606073" y="11517578"/>
            <a:ext cx="95961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rgbClr val="424242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#EBEBEB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8" name="Icons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Icons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0" name="Icon Library"/>
          <p:cNvSpPr txBox="1"/>
          <p:nvPr>
            <p:ph type="body" idx="21"/>
          </p:nvPr>
        </p:nvSpPr>
        <p:spPr>
          <a:xfrm>
            <a:off x="666390" y="897470"/>
            <a:ext cx="6544226" cy="1504952"/>
          </a:xfrm>
          <a:prstGeom prst="rect">
            <a:avLst/>
          </a:prstGeom>
        </p:spPr>
        <p:txBody>
          <a:bodyPr/>
          <a:lstStyle/>
          <a:p>
            <a:pPr/>
            <a:r>
              <a:t>Icon Library</a:t>
            </a:r>
          </a:p>
        </p:txBody>
      </p:sp>
      <p:sp>
        <p:nvSpPr>
          <p:cNvPr id="2011" name="These are Keynote/PowerPoint shapes. You can change the colors within “Color Fill”"/>
          <p:cNvSpPr txBox="1"/>
          <p:nvPr/>
        </p:nvSpPr>
        <p:spPr>
          <a:xfrm>
            <a:off x="6623162" y="1478306"/>
            <a:ext cx="13954273" cy="482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defTabSz="1828800">
              <a:spcBef>
                <a:spcPts val="1600"/>
              </a:spcBef>
              <a:defRPr sz="3000">
                <a:solidFill>
                  <a:srgbClr val="474747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These are Keynote/PowerPoint shapes. You can change the colors within “Color Fill”</a:t>
            </a:r>
          </a:p>
        </p:txBody>
      </p:sp>
      <p:sp>
        <p:nvSpPr>
          <p:cNvPr id="2012" name="Freeform 411"/>
          <p:cNvSpPr/>
          <p:nvPr/>
        </p:nvSpPr>
        <p:spPr>
          <a:xfrm>
            <a:off x="943369" y="3321795"/>
            <a:ext cx="278297" cy="556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165" y="0"/>
                </a:moveTo>
                <a:lnTo>
                  <a:pt x="21556" y="0"/>
                </a:lnTo>
                <a:lnTo>
                  <a:pt x="21556" y="3610"/>
                </a:lnTo>
                <a:lnTo>
                  <a:pt x="17561" y="3610"/>
                </a:lnTo>
                <a:cubicBezTo>
                  <a:pt x="14573" y="3610"/>
                  <a:pt x="14372" y="4130"/>
                  <a:pt x="14372" y="5100"/>
                </a:cubicBezTo>
                <a:cubicBezTo>
                  <a:pt x="14372" y="5100"/>
                  <a:pt x="14363" y="7187"/>
                  <a:pt x="14363" y="7187"/>
                </a:cubicBezTo>
                <a:lnTo>
                  <a:pt x="21600" y="7187"/>
                </a:lnTo>
                <a:lnTo>
                  <a:pt x="20754" y="10800"/>
                </a:lnTo>
                <a:lnTo>
                  <a:pt x="14363" y="10800"/>
                </a:lnTo>
                <a:lnTo>
                  <a:pt x="14363" y="21600"/>
                </a:lnTo>
                <a:lnTo>
                  <a:pt x="4788" y="21600"/>
                </a:lnTo>
                <a:lnTo>
                  <a:pt x="4788" y="10800"/>
                </a:lnTo>
                <a:lnTo>
                  <a:pt x="0" y="10800"/>
                </a:lnTo>
                <a:lnTo>
                  <a:pt x="0" y="7187"/>
                </a:lnTo>
                <a:lnTo>
                  <a:pt x="4788" y="7187"/>
                </a:lnTo>
                <a:lnTo>
                  <a:pt x="4788" y="4844"/>
                </a:lnTo>
                <a:cubicBezTo>
                  <a:pt x="4788" y="1806"/>
                  <a:pt x="7487" y="0"/>
                  <a:pt x="15165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algn="ctr" defTabSz="457200">
              <a:defRPr sz="71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013" name="Graphic 417"/>
          <p:cNvSpPr/>
          <p:nvPr/>
        </p:nvSpPr>
        <p:spPr>
          <a:xfrm>
            <a:off x="5309246" y="3389491"/>
            <a:ext cx="467277" cy="4214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7065" y="0"/>
                </a:moveTo>
                <a:lnTo>
                  <a:pt x="20376" y="0"/>
                </a:lnTo>
                <a:lnTo>
                  <a:pt x="13107" y="9166"/>
                </a:lnTo>
                <a:lnTo>
                  <a:pt x="21600" y="21600"/>
                </a:lnTo>
                <a:lnTo>
                  <a:pt x="14935" y="21600"/>
                </a:lnTo>
                <a:lnTo>
                  <a:pt x="9717" y="14044"/>
                </a:lnTo>
                <a:lnTo>
                  <a:pt x="3743" y="21600"/>
                </a:lnTo>
                <a:lnTo>
                  <a:pt x="432" y="21600"/>
                </a:lnTo>
                <a:lnTo>
                  <a:pt x="8133" y="11796"/>
                </a:lnTo>
                <a:lnTo>
                  <a:pt x="0" y="0"/>
                </a:lnTo>
                <a:lnTo>
                  <a:pt x="6831" y="0"/>
                </a:lnTo>
                <a:lnTo>
                  <a:pt x="11545" y="6902"/>
                </a:lnTo>
                <a:close/>
                <a:moveTo>
                  <a:pt x="15907" y="19448"/>
                </a:moveTo>
                <a:lnTo>
                  <a:pt x="17742" y="19448"/>
                </a:lnTo>
                <a:lnTo>
                  <a:pt x="5866" y="2072"/>
                </a:lnTo>
                <a:lnTo>
                  <a:pt x="3894" y="2072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14" name="Graphic 425"/>
          <p:cNvSpPr/>
          <p:nvPr/>
        </p:nvSpPr>
        <p:spPr>
          <a:xfrm>
            <a:off x="7489552" y="3349642"/>
            <a:ext cx="483564" cy="488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53" h="21600" fill="norm" stroke="1" extrusionOk="0">
                <a:moveTo>
                  <a:pt x="21426" y="16362"/>
                </a:moveTo>
                <a:cubicBezTo>
                  <a:pt x="21333" y="16045"/>
                  <a:pt x="20885" y="15822"/>
                  <a:pt x="20885" y="15822"/>
                </a:cubicBezTo>
                <a:cubicBezTo>
                  <a:pt x="20843" y="15799"/>
                  <a:pt x="20805" y="15779"/>
                  <a:pt x="20774" y="15763"/>
                </a:cubicBezTo>
                <a:cubicBezTo>
                  <a:pt x="20028" y="15394"/>
                  <a:pt x="19367" y="14950"/>
                  <a:pt x="18810" y="14446"/>
                </a:cubicBezTo>
                <a:cubicBezTo>
                  <a:pt x="18363" y="14041"/>
                  <a:pt x="17980" y="13594"/>
                  <a:pt x="17672" y="13121"/>
                </a:cubicBezTo>
                <a:cubicBezTo>
                  <a:pt x="17296" y="12542"/>
                  <a:pt x="17120" y="12059"/>
                  <a:pt x="17044" y="11798"/>
                </a:cubicBezTo>
                <a:cubicBezTo>
                  <a:pt x="17002" y="11627"/>
                  <a:pt x="17009" y="11558"/>
                  <a:pt x="17044" y="11470"/>
                </a:cubicBezTo>
                <a:cubicBezTo>
                  <a:pt x="17073" y="11394"/>
                  <a:pt x="17160" y="11324"/>
                  <a:pt x="17200" y="11290"/>
                </a:cubicBezTo>
                <a:cubicBezTo>
                  <a:pt x="17452" y="11107"/>
                  <a:pt x="17857" y="10839"/>
                  <a:pt x="18106" y="10675"/>
                </a:cubicBezTo>
                <a:cubicBezTo>
                  <a:pt x="18322" y="10531"/>
                  <a:pt x="18507" y="10408"/>
                  <a:pt x="18616" y="10331"/>
                </a:cubicBezTo>
                <a:cubicBezTo>
                  <a:pt x="18966" y="10080"/>
                  <a:pt x="19206" y="9825"/>
                  <a:pt x="19347" y="9550"/>
                </a:cubicBezTo>
                <a:cubicBezTo>
                  <a:pt x="19529" y="9194"/>
                  <a:pt x="19552" y="8803"/>
                  <a:pt x="19409" y="8418"/>
                </a:cubicBezTo>
                <a:cubicBezTo>
                  <a:pt x="19218" y="7898"/>
                  <a:pt x="18743" y="7589"/>
                  <a:pt x="18140" y="7589"/>
                </a:cubicBezTo>
                <a:cubicBezTo>
                  <a:pt x="18006" y="7589"/>
                  <a:pt x="17868" y="7605"/>
                  <a:pt x="17730" y="7634"/>
                </a:cubicBezTo>
                <a:cubicBezTo>
                  <a:pt x="17385" y="7712"/>
                  <a:pt x="17058" y="7837"/>
                  <a:pt x="16784" y="7946"/>
                </a:cubicBezTo>
                <a:cubicBezTo>
                  <a:pt x="16764" y="7955"/>
                  <a:pt x="16742" y="7939"/>
                  <a:pt x="16744" y="7917"/>
                </a:cubicBezTo>
                <a:cubicBezTo>
                  <a:pt x="16773" y="7222"/>
                  <a:pt x="16806" y="6288"/>
                  <a:pt x="16730" y="5402"/>
                </a:cubicBezTo>
                <a:cubicBezTo>
                  <a:pt x="16664" y="4601"/>
                  <a:pt x="16501" y="3924"/>
                  <a:pt x="16238" y="3334"/>
                </a:cubicBezTo>
                <a:cubicBezTo>
                  <a:pt x="15973" y="2742"/>
                  <a:pt x="15628" y="2305"/>
                  <a:pt x="15359" y="1988"/>
                </a:cubicBezTo>
                <a:cubicBezTo>
                  <a:pt x="15103" y="1688"/>
                  <a:pt x="14651" y="1244"/>
                  <a:pt x="13970" y="845"/>
                </a:cubicBezTo>
                <a:cubicBezTo>
                  <a:pt x="13012" y="285"/>
                  <a:pt x="11921" y="0"/>
                  <a:pt x="10728" y="0"/>
                </a:cubicBezTo>
                <a:cubicBezTo>
                  <a:pt x="9536" y="0"/>
                  <a:pt x="8448" y="285"/>
                  <a:pt x="7488" y="845"/>
                </a:cubicBezTo>
                <a:cubicBezTo>
                  <a:pt x="6767" y="1266"/>
                  <a:pt x="6306" y="1742"/>
                  <a:pt x="6096" y="1988"/>
                </a:cubicBezTo>
                <a:cubicBezTo>
                  <a:pt x="5827" y="2305"/>
                  <a:pt x="5482" y="2742"/>
                  <a:pt x="5217" y="3334"/>
                </a:cubicBezTo>
                <a:cubicBezTo>
                  <a:pt x="4952" y="3924"/>
                  <a:pt x="4792" y="4598"/>
                  <a:pt x="4725" y="5402"/>
                </a:cubicBezTo>
                <a:cubicBezTo>
                  <a:pt x="4649" y="6293"/>
                  <a:pt x="4680" y="7151"/>
                  <a:pt x="4711" y="7917"/>
                </a:cubicBezTo>
                <a:cubicBezTo>
                  <a:pt x="4711" y="7939"/>
                  <a:pt x="4691" y="7955"/>
                  <a:pt x="4669" y="7946"/>
                </a:cubicBezTo>
                <a:cubicBezTo>
                  <a:pt x="4395" y="7837"/>
                  <a:pt x="4068" y="7712"/>
                  <a:pt x="3723" y="7634"/>
                </a:cubicBezTo>
                <a:cubicBezTo>
                  <a:pt x="3587" y="7605"/>
                  <a:pt x="3449" y="7589"/>
                  <a:pt x="3313" y="7589"/>
                </a:cubicBezTo>
                <a:cubicBezTo>
                  <a:pt x="2712" y="7589"/>
                  <a:pt x="2238" y="7898"/>
                  <a:pt x="2044" y="8418"/>
                </a:cubicBezTo>
                <a:cubicBezTo>
                  <a:pt x="1901" y="8803"/>
                  <a:pt x="1924" y="9194"/>
                  <a:pt x="2106" y="9550"/>
                </a:cubicBezTo>
                <a:cubicBezTo>
                  <a:pt x="2249" y="9825"/>
                  <a:pt x="2487" y="10080"/>
                  <a:pt x="2837" y="10331"/>
                </a:cubicBezTo>
                <a:cubicBezTo>
                  <a:pt x="2944" y="10408"/>
                  <a:pt x="3131" y="10531"/>
                  <a:pt x="3347" y="10675"/>
                </a:cubicBezTo>
                <a:cubicBezTo>
                  <a:pt x="3589" y="10836"/>
                  <a:pt x="3983" y="11098"/>
                  <a:pt x="4237" y="11278"/>
                </a:cubicBezTo>
                <a:cubicBezTo>
                  <a:pt x="4268" y="11301"/>
                  <a:pt x="4375" y="11383"/>
                  <a:pt x="4409" y="11470"/>
                </a:cubicBezTo>
                <a:cubicBezTo>
                  <a:pt x="4444" y="11561"/>
                  <a:pt x="4451" y="11629"/>
                  <a:pt x="4404" y="11811"/>
                </a:cubicBezTo>
                <a:cubicBezTo>
                  <a:pt x="4326" y="12075"/>
                  <a:pt x="4150" y="12554"/>
                  <a:pt x="3781" y="13121"/>
                </a:cubicBezTo>
                <a:cubicBezTo>
                  <a:pt x="3473" y="13597"/>
                  <a:pt x="3090" y="14041"/>
                  <a:pt x="2643" y="14446"/>
                </a:cubicBezTo>
                <a:cubicBezTo>
                  <a:pt x="2086" y="14950"/>
                  <a:pt x="1425" y="15394"/>
                  <a:pt x="679" y="15763"/>
                </a:cubicBezTo>
                <a:cubicBezTo>
                  <a:pt x="643" y="15781"/>
                  <a:pt x="601" y="15801"/>
                  <a:pt x="557" y="15829"/>
                </a:cubicBezTo>
                <a:cubicBezTo>
                  <a:pt x="557" y="15829"/>
                  <a:pt x="111" y="16061"/>
                  <a:pt x="27" y="16362"/>
                </a:cubicBezTo>
                <a:cubicBezTo>
                  <a:pt x="-98" y="16806"/>
                  <a:pt x="234" y="17223"/>
                  <a:pt x="570" y="17446"/>
                </a:cubicBezTo>
                <a:cubicBezTo>
                  <a:pt x="1122" y="17810"/>
                  <a:pt x="1795" y="18006"/>
                  <a:pt x="2184" y="18113"/>
                </a:cubicBezTo>
                <a:cubicBezTo>
                  <a:pt x="2293" y="18143"/>
                  <a:pt x="2391" y="18170"/>
                  <a:pt x="2480" y="18197"/>
                </a:cubicBezTo>
                <a:cubicBezTo>
                  <a:pt x="2536" y="18216"/>
                  <a:pt x="2676" y="18270"/>
                  <a:pt x="2736" y="18350"/>
                </a:cubicBezTo>
                <a:cubicBezTo>
                  <a:pt x="2812" y="18450"/>
                  <a:pt x="2821" y="18573"/>
                  <a:pt x="2848" y="18712"/>
                </a:cubicBezTo>
                <a:cubicBezTo>
                  <a:pt x="2890" y="18947"/>
                  <a:pt x="2986" y="19236"/>
                  <a:pt x="3269" y="19436"/>
                </a:cubicBezTo>
                <a:cubicBezTo>
                  <a:pt x="3580" y="19655"/>
                  <a:pt x="3974" y="19671"/>
                  <a:pt x="4475" y="19691"/>
                </a:cubicBezTo>
                <a:cubicBezTo>
                  <a:pt x="4999" y="19712"/>
                  <a:pt x="5649" y="19737"/>
                  <a:pt x="6395" y="19990"/>
                </a:cubicBezTo>
                <a:cubicBezTo>
                  <a:pt x="6740" y="20106"/>
                  <a:pt x="7054" y="20304"/>
                  <a:pt x="7414" y="20532"/>
                </a:cubicBezTo>
                <a:cubicBezTo>
                  <a:pt x="8172" y="21008"/>
                  <a:pt x="9113" y="21600"/>
                  <a:pt x="10721" y="21600"/>
                </a:cubicBezTo>
                <a:cubicBezTo>
                  <a:pt x="12331" y="21600"/>
                  <a:pt x="13279" y="21006"/>
                  <a:pt x="14041" y="20527"/>
                </a:cubicBezTo>
                <a:cubicBezTo>
                  <a:pt x="14401" y="20302"/>
                  <a:pt x="14711" y="20106"/>
                  <a:pt x="15049" y="19992"/>
                </a:cubicBezTo>
                <a:cubicBezTo>
                  <a:pt x="15795" y="19739"/>
                  <a:pt x="16445" y="19714"/>
                  <a:pt x="16969" y="19694"/>
                </a:cubicBezTo>
                <a:cubicBezTo>
                  <a:pt x="17470" y="19673"/>
                  <a:pt x="17864" y="19660"/>
                  <a:pt x="18175" y="19439"/>
                </a:cubicBezTo>
                <a:cubicBezTo>
                  <a:pt x="18478" y="19225"/>
                  <a:pt x="18565" y="18906"/>
                  <a:pt x="18605" y="18667"/>
                </a:cubicBezTo>
                <a:cubicBezTo>
                  <a:pt x="18628" y="18548"/>
                  <a:pt x="18641" y="18441"/>
                  <a:pt x="18708" y="18355"/>
                </a:cubicBezTo>
                <a:cubicBezTo>
                  <a:pt x="18766" y="18279"/>
                  <a:pt x="18895" y="18227"/>
                  <a:pt x="18955" y="18207"/>
                </a:cubicBezTo>
                <a:cubicBezTo>
                  <a:pt x="19046" y="18177"/>
                  <a:pt x="19149" y="18150"/>
                  <a:pt x="19262" y="18118"/>
                </a:cubicBezTo>
                <a:cubicBezTo>
                  <a:pt x="19652" y="18011"/>
                  <a:pt x="20142" y="17885"/>
                  <a:pt x="20736" y="17541"/>
                </a:cubicBezTo>
                <a:cubicBezTo>
                  <a:pt x="21453" y="17125"/>
                  <a:pt x="21502" y="16615"/>
                  <a:pt x="21426" y="16362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15" name="Freeform 432"/>
          <p:cNvSpPr/>
          <p:nvPr/>
        </p:nvSpPr>
        <p:spPr>
          <a:xfrm>
            <a:off x="9677828" y="3339227"/>
            <a:ext cx="552890" cy="5358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9138" y="0"/>
                </a:moveTo>
                <a:lnTo>
                  <a:pt x="2462" y="0"/>
                </a:lnTo>
                <a:cubicBezTo>
                  <a:pt x="1104" y="0"/>
                  <a:pt x="0" y="1144"/>
                  <a:pt x="0" y="2549"/>
                </a:cubicBezTo>
                <a:lnTo>
                  <a:pt x="0" y="14521"/>
                </a:lnTo>
                <a:cubicBezTo>
                  <a:pt x="0" y="15927"/>
                  <a:pt x="1105" y="17070"/>
                  <a:pt x="2462" y="17070"/>
                </a:cubicBezTo>
                <a:lnTo>
                  <a:pt x="7886" y="17070"/>
                </a:lnTo>
                <a:lnTo>
                  <a:pt x="10311" y="21311"/>
                </a:lnTo>
                <a:cubicBezTo>
                  <a:pt x="10413" y="21491"/>
                  <a:pt x="10599" y="21600"/>
                  <a:pt x="10800" y="21600"/>
                </a:cubicBezTo>
                <a:cubicBezTo>
                  <a:pt x="11001" y="21600"/>
                  <a:pt x="11186" y="21491"/>
                  <a:pt x="11289" y="21311"/>
                </a:cubicBezTo>
                <a:lnTo>
                  <a:pt x="13714" y="17070"/>
                </a:lnTo>
                <a:lnTo>
                  <a:pt x="19138" y="17071"/>
                </a:lnTo>
                <a:cubicBezTo>
                  <a:pt x="20496" y="17071"/>
                  <a:pt x="21600" y="15927"/>
                  <a:pt x="21600" y="14522"/>
                </a:cubicBezTo>
                <a:lnTo>
                  <a:pt x="21600" y="2549"/>
                </a:lnTo>
                <a:cubicBezTo>
                  <a:pt x="21600" y="1144"/>
                  <a:pt x="20495" y="0"/>
                  <a:pt x="19138" y="0"/>
                </a:cubicBezTo>
                <a:close/>
                <a:moveTo>
                  <a:pt x="20463" y="14521"/>
                </a:moveTo>
                <a:cubicBezTo>
                  <a:pt x="20463" y="15278"/>
                  <a:pt x="19869" y="15893"/>
                  <a:pt x="19138" y="15893"/>
                </a:cubicBezTo>
                <a:lnTo>
                  <a:pt x="13390" y="15894"/>
                </a:lnTo>
                <a:cubicBezTo>
                  <a:pt x="13189" y="15894"/>
                  <a:pt x="13004" y="16004"/>
                  <a:pt x="12901" y="16183"/>
                </a:cubicBezTo>
                <a:lnTo>
                  <a:pt x="10800" y="19856"/>
                </a:lnTo>
                <a:lnTo>
                  <a:pt x="8700" y="16182"/>
                </a:lnTo>
                <a:cubicBezTo>
                  <a:pt x="8598" y="16003"/>
                  <a:pt x="8411" y="15893"/>
                  <a:pt x="8210" y="15893"/>
                </a:cubicBezTo>
                <a:lnTo>
                  <a:pt x="2462" y="15893"/>
                </a:lnTo>
                <a:cubicBezTo>
                  <a:pt x="1731" y="15893"/>
                  <a:pt x="1137" y="15278"/>
                  <a:pt x="1137" y="14521"/>
                </a:cubicBezTo>
                <a:lnTo>
                  <a:pt x="1137" y="2550"/>
                </a:lnTo>
                <a:cubicBezTo>
                  <a:pt x="1137" y="1793"/>
                  <a:pt x="1731" y="1177"/>
                  <a:pt x="2462" y="1177"/>
                </a:cubicBezTo>
                <a:lnTo>
                  <a:pt x="19138" y="1177"/>
                </a:lnTo>
                <a:cubicBezTo>
                  <a:pt x="19869" y="1177"/>
                  <a:pt x="20463" y="1793"/>
                  <a:pt x="20463" y="2550"/>
                </a:cubicBezTo>
                <a:close/>
                <a:moveTo>
                  <a:pt x="12877" y="3456"/>
                </a:moveTo>
                <a:cubicBezTo>
                  <a:pt x="12085" y="3456"/>
                  <a:pt x="11370" y="3732"/>
                  <a:pt x="10800" y="4247"/>
                </a:cubicBezTo>
                <a:cubicBezTo>
                  <a:pt x="10231" y="3732"/>
                  <a:pt x="9517" y="3456"/>
                  <a:pt x="8724" y="3456"/>
                </a:cubicBezTo>
                <a:cubicBezTo>
                  <a:pt x="6743" y="3456"/>
                  <a:pt x="5192" y="5127"/>
                  <a:pt x="5193" y="7268"/>
                </a:cubicBezTo>
                <a:cubicBezTo>
                  <a:pt x="5180" y="7942"/>
                  <a:pt x="5365" y="11447"/>
                  <a:pt x="10285" y="14197"/>
                </a:cubicBezTo>
                <a:cubicBezTo>
                  <a:pt x="10442" y="14285"/>
                  <a:pt x="10621" y="14332"/>
                  <a:pt x="10800" y="14332"/>
                </a:cubicBezTo>
                <a:cubicBezTo>
                  <a:pt x="10980" y="14332"/>
                  <a:pt x="11158" y="14285"/>
                  <a:pt x="11316" y="14197"/>
                </a:cubicBezTo>
                <a:cubicBezTo>
                  <a:pt x="16209" y="11462"/>
                  <a:pt x="16419" y="7981"/>
                  <a:pt x="16408" y="7280"/>
                </a:cubicBezTo>
                <a:lnTo>
                  <a:pt x="16408" y="7260"/>
                </a:lnTo>
                <a:cubicBezTo>
                  <a:pt x="16408" y="5128"/>
                  <a:pt x="14857" y="3457"/>
                  <a:pt x="12877" y="3457"/>
                </a:cubicBezTo>
                <a:close/>
                <a:moveTo>
                  <a:pt x="10800" y="12879"/>
                </a:moveTo>
                <a:cubicBezTo>
                  <a:pt x="6619" y="10483"/>
                  <a:pt x="6550" y="7618"/>
                  <a:pt x="6557" y="7295"/>
                </a:cubicBezTo>
                <a:lnTo>
                  <a:pt x="6557" y="7260"/>
                </a:lnTo>
                <a:cubicBezTo>
                  <a:pt x="6557" y="5919"/>
                  <a:pt x="7509" y="4869"/>
                  <a:pt x="8724" y="4869"/>
                </a:cubicBezTo>
                <a:cubicBezTo>
                  <a:pt x="9517" y="4869"/>
                  <a:pt x="9985" y="5324"/>
                  <a:pt x="10237" y="5706"/>
                </a:cubicBezTo>
                <a:cubicBezTo>
                  <a:pt x="10364" y="5898"/>
                  <a:pt x="10575" y="6013"/>
                  <a:pt x="10800" y="6013"/>
                </a:cubicBezTo>
                <a:cubicBezTo>
                  <a:pt x="11025" y="6013"/>
                  <a:pt x="11235" y="5898"/>
                  <a:pt x="11363" y="5706"/>
                </a:cubicBezTo>
                <a:cubicBezTo>
                  <a:pt x="11616" y="5324"/>
                  <a:pt x="12084" y="4869"/>
                  <a:pt x="12877" y="4869"/>
                </a:cubicBezTo>
                <a:cubicBezTo>
                  <a:pt x="14092" y="4869"/>
                  <a:pt x="15044" y="5919"/>
                  <a:pt x="15044" y="7253"/>
                </a:cubicBezTo>
                <a:lnTo>
                  <a:pt x="15044" y="7296"/>
                </a:lnTo>
                <a:cubicBezTo>
                  <a:pt x="15049" y="7618"/>
                  <a:pt x="14982" y="10483"/>
                  <a:pt x="10800" y="12879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16" name="Freeform 708"/>
          <p:cNvSpPr/>
          <p:nvPr/>
        </p:nvSpPr>
        <p:spPr>
          <a:xfrm>
            <a:off x="8603946" y="3345935"/>
            <a:ext cx="508565" cy="4907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93" h="21339" fill="norm" stroke="1" extrusionOk="0">
                <a:moveTo>
                  <a:pt x="20984" y="9017"/>
                </a:moveTo>
                <a:cubicBezTo>
                  <a:pt x="20540" y="8430"/>
                  <a:pt x="19853" y="8088"/>
                  <a:pt x="19126" y="8091"/>
                </a:cubicBezTo>
                <a:lnTo>
                  <a:pt x="14141" y="8091"/>
                </a:lnTo>
                <a:lnTo>
                  <a:pt x="14527" y="5849"/>
                </a:lnTo>
                <a:cubicBezTo>
                  <a:pt x="14866" y="3904"/>
                  <a:pt x="14255" y="1913"/>
                  <a:pt x="12889" y="512"/>
                </a:cubicBezTo>
                <a:lnTo>
                  <a:pt x="12832" y="464"/>
                </a:lnTo>
                <a:cubicBezTo>
                  <a:pt x="11965" y="-257"/>
                  <a:pt x="10689" y="-124"/>
                  <a:pt x="9983" y="762"/>
                </a:cubicBezTo>
                <a:cubicBezTo>
                  <a:pt x="9714" y="1099"/>
                  <a:pt x="9556" y="1515"/>
                  <a:pt x="9532" y="1950"/>
                </a:cubicBezTo>
                <a:cubicBezTo>
                  <a:pt x="9511" y="3673"/>
                  <a:pt x="8901" y="5335"/>
                  <a:pt x="7808" y="6649"/>
                </a:cubicBezTo>
                <a:lnTo>
                  <a:pt x="7092" y="7448"/>
                </a:lnTo>
                <a:cubicBezTo>
                  <a:pt x="6782" y="7131"/>
                  <a:pt x="6360" y="6956"/>
                  <a:pt x="5922" y="6961"/>
                </a:cubicBezTo>
                <a:lnTo>
                  <a:pt x="1624" y="6961"/>
                </a:lnTo>
                <a:cubicBezTo>
                  <a:pt x="726" y="6963"/>
                  <a:pt x="0" y="7707"/>
                  <a:pt x="0" y="8623"/>
                </a:cubicBezTo>
                <a:lnTo>
                  <a:pt x="0" y="19682"/>
                </a:lnTo>
                <a:cubicBezTo>
                  <a:pt x="0" y="20597"/>
                  <a:pt x="727" y="21339"/>
                  <a:pt x="1624" y="21339"/>
                </a:cubicBezTo>
                <a:lnTo>
                  <a:pt x="5922" y="21339"/>
                </a:lnTo>
                <a:cubicBezTo>
                  <a:pt x="6352" y="21338"/>
                  <a:pt x="6765" y="21163"/>
                  <a:pt x="7068" y="20851"/>
                </a:cubicBezTo>
                <a:cubicBezTo>
                  <a:pt x="7480" y="21170"/>
                  <a:pt x="7983" y="21342"/>
                  <a:pt x="8501" y="21339"/>
                </a:cubicBezTo>
                <a:lnTo>
                  <a:pt x="17097" y="21339"/>
                </a:lnTo>
                <a:cubicBezTo>
                  <a:pt x="18184" y="21343"/>
                  <a:pt x="19133" y="20585"/>
                  <a:pt x="19389" y="19506"/>
                </a:cubicBezTo>
                <a:lnTo>
                  <a:pt x="21423" y="11079"/>
                </a:lnTo>
                <a:cubicBezTo>
                  <a:pt x="21600" y="10359"/>
                  <a:pt x="21438" y="9597"/>
                  <a:pt x="20984" y="9017"/>
                </a:cubicBezTo>
                <a:close/>
                <a:moveTo>
                  <a:pt x="6118" y="19682"/>
                </a:moveTo>
                <a:cubicBezTo>
                  <a:pt x="6118" y="19792"/>
                  <a:pt x="6030" y="19881"/>
                  <a:pt x="5922" y="19881"/>
                </a:cubicBezTo>
                <a:lnTo>
                  <a:pt x="1624" y="19881"/>
                </a:lnTo>
                <a:cubicBezTo>
                  <a:pt x="1518" y="19881"/>
                  <a:pt x="1433" y="19794"/>
                  <a:pt x="1433" y="19687"/>
                </a:cubicBezTo>
                <a:cubicBezTo>
                  <a:pt x="1433" y="19685"/>
                  <a:pt x="1433" y="19683"/>
                  <a:pt x="1433" y="19682"/>
                </a:cubicBezTo>
                <a:lnTo>
                  <a:pt x="1433" y="8598"/>
                </a:lnTo>
                <a:cubicBezTo>
                  <a:pt x="1430" y="8491"/>
                  <a:pt x="1513" y="8401"/>
                  <a:pt x="1619" y="8398"/>
                </a:cubicBezTo>
                <a:cubicBezTo>
                  <a:pt x="1620" y="8398"/>
                  <a:pt x="1622" y="8398"/>
                  <a:pt x="1624" y="8398"/>
                </a:cubicBezTo>
                <a:lnTo>
                  <a:pt x="5922" y="8398"/>
                </a:lnTo>
                <a:cubicBezTo>
                  <a:pt x="6030" y="8398"/>
                  <a:pt x="6118" y="8488"/>
                  <a:pt x="6118" y="8598"/>
                </a:cubicBezTo>
                <a:close/>
                <a:moveTo>
                  <a:pt x="20034" y="10733"/>
                </a:moveTo>
                <a:lnTo>
                  <a:pt x="17999" y="19155"/>
                </a:lnTo>
                <a:cubicBezTo>
                  <a:pt x="17890" y="19577"/>
                  <a:pt x="17520" y="19874"/>
                  <a:pt x="17092" y="19881"/>
                </a:cubicBezTo>
                <a:lnTo>
                  <a:pt x="8496" y="19881"/>
                </a:lnTo>
                <a:cubicBezTo>
                  <a:pt x="7978" y="19868"/>
                  <a:pt x="7564" y="19436"/>
                  <a:pt x="7565" y="18907"/>
                </a:cubicBezTo>
                <a:lnTo>
                  <a:pt x="7565" y="9475"/>
                </a:lnTo>
                <a:cubicBezTo>
                  <a:pt x="7565" y="9239"/>
                  <a:pt x="7650" y="9010"/>
                  <a:pt x="7803" y="8832"/>
                </a:cubicBezTo>
                <a:lnTo>
                  <a:pt x="8878" y="7633"/>
                </a:lnTo>
                <a:cubicBezTo>
                  <a:pt x="10196" y="6071"/>
                  <a:pt x="10937" y="4089"/>
                  <a:pt x="10974" y="2028"/>
                </a:cubicBezTo>
                <a:cubicBezTo>
                  <a:pt x="10992" y="1692"/>
                  <a:pt x="11274" y="1435"/>
                  <a:pt x="11603" y="1453"/>
                </a:cubicBezTo>
                <a:cubicBezTo>
                  <a:pt x="11721" y="1460"/>
                  <a:pt x="11835" y="1502"/>
                  <a:pt x="11930" y="1575"/>
                </a:cubicBezTo>
                <a:cubicBezTo>
                  <a:pt x="12944" y="2638"/>
                  <a:pt x="13392" y="4136"/>
                  <a:pt x="13133" y="5596"/>
                </a:cubicBezTo>
                <a:lnTo>
                  <a:pt x="12655" y="8262"/>
                </a:lnTo>
                <a:cubicBezTo>
                  <a:pt x="12600" y="8581"/>
                  <a:pt x="12686" y="8910"/>
                  <a:pt x="12889" y="9159"/>
                </a:cubicBezTo>
                <a:cubicBezTo>
                  <a:pt x="13093" y="9410"/>
                  <a:pt x="13396" y="9555"/>
                  <a:pt x="13716" y="9553"/>
                </a:cubicBezTo>
                <a:lnTo>
                  <a:pt x="19126" y="9553"/>
                </a:lnTo>
                <a:cubicBezTo>
                  <a:pt x="19654" y="9568"/>
                  <a:pt x="20069" y="10017"/>
                  <a:pt x="20055" y="10555"/>
                </a:cubicBezTo>
                <a:cubicBezTo>
                  <a:pt x="20053" y="10615"/>
                  <a:pt x="20046" y="10674"/>
                  <a:pt x="20034" y="10733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17" name="Freeform 714"/>
          <p:cNvSpPr/>
          <p:nvPr/>
        </p:nvSpPr>
        <p:spPr>
          <a:xfrm>
            <a:off x="12042512" y="3320204"/>
            <a:ext cx="367152" cy="55877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229" y="14892"/>
                </a:moveTo>
                <a:cubicBezTo>
                  <a:pt x="12505" y="15517"/>
                  <a:pt x="12536" y="15978"/>
                  <a:pt x="12177" y="16134"/>
                </a:cubicBezTo>
                <a:cubicBezTo>
                  <a:pt x="12379" y="16703"/>
                  <a:pt x="12013" y="16931"/>
                  <a:pt x="11839" y="17046"/>
                </a:cubicBezTo>
                <a:cubicBezTo>
                  <a:pt x="11815" y="17068"/>
                  <a:pt x="11702" y="17129"/>
                  <a:pt x="11730" y="17249"/>
                </a:cubicBezTo>
                <a:cubicBezTo>
                  <a:pt x="11836" y="17697"/>
                  <a:pt x="11415" y="17996"/>
                  <a:pt x="11008" y="18004"/>
                </a:cubicBezTo>
                <a:lnTo>
                  <a:pt x="7027" y="18082"/>
                </a:lnTo>
                <a:cubicBezTo>
                  <a:pt x="6760" y="18087"/>
                  <a:pt x="6531" y="18060"/>
                  <a:pt x="6278" y="17996"/>
                </a:cubicBezTo>
                <a:lnTo>
                  <a:pt x="5318" y="17761"/>
                </a:lnTo>
                <a:cubicBezTo>
                  <a:pt x="5014" y="17685"/>
                  <a:pt x="4816" y="17489"/>
                  <a:pt x="4816" y="17256"/>
                </a:cubicBezTo>
                <a:lnTo>
                  <a:pt x="4816" y="14373"/>
                </a:lnTo>
                <a:cubicBezTo>
                  <a:pt x="4816" y="14180"/>
                  <a:pt x="5010" y="14064"/>
                  <a:pt x="5178" y="13912"/>
                </a:cubicBezTo>
                <a:lnTo>
                  <a:pt x="6019" y="13153"/>
                </a:lnTo>
                <a:cubicBezTo>
                  <a:pt x="6251" y="12942"/>
                  <a:pt x="6487" y="12786"/>
                  <a:pt x="6801" y="12639"/>
                </a:cubicBezTo>
                <a:lnTo>
                  <a:pt x="7741" y="12193"/>
                </a:lnTo>
                <a:lnTo>
                  <a:pt x="8100" y="11343"/>
                </a:lnTo>
                <a:cubicBezTo>
                  <a:pt x="8052" y="10622"/>
                  <a:pt x="9453" y="10826"/>
                  <a:pt x="9354" y="12051"/>
                </a:cubicBezTo>
                <a:cubicBezTo>
                  <a:pt x="9310" y="12580"/>
                  <a:pt x="8859" y="13364"/>
                  <a:pt x="8507" y="13614"/>
                </a:cubicBezTo>
                <a:cubicBezTo>
                  <a:pt x="8326" y="13743"/>
                  <a:pt x="8397" y="13966"/>
                  <a:pt x="8903" y="13927"/>
                </a:cubicBezTo>
                <a:lnTo>
                  <a:pt x="9272" y="13898"/>
                </a:lnTo>
                <a:lnTo>
                  <a:pt x="11319" y="13785"/>
                </a:lnTo>
                <a:cubicBezTo>
                  <a:pt x="12714" y="13707"/>
                  <a:pt x="12509" y="14669"/>
                  <a:pt x="12229" y="14892"/>
                </a:cubicBezTo>
                <a:close/>
                <a:moveTo>
                  <a:pt x="11494" y="3246"/>
                </a:moveTo>
                <a:cubicBezTo>
                  <a:pt x="12868" y="3246"/>
                  <a:pt x="14064" y="3783"/>
                  <a:pt x="14700" y="4579"/>
                </a:cubicBezTo>
                <a:cubicBezTo>
                  <a:pt x="15339" y="3783"/>
                  <a:pt x="16535" y="3246"/>
                  <a:pt x="17905" y="3246"/>
                </a:cubicBezTo>
                <a:cubicBezTo>
                  <a:pt x="19946" y="3246"/>
                  <a:pt x="21600" y="4432"/>
                  <a:pt x="21600" y="5894"/>
                </a:cubicBezTo>
                <a:cubicBezTo>
                  <a:pt x="21600" y="7575"/>
                  <a:pt x="19067" y="8937"/>
                  <a:pt x="17437" y="10017"/>
                </a:cubicBezTo>
                <a:lnTo>
                  <a:pt x="14700" y="11732"/>
                </a:lnTo>
                <a:lnTo>
                  <a:pt x="11965" y="10017"/>
                </a:lnTo>
                <a:cubicBezTo>
                  <a:pt x="10335" y="8937"/>
                  <a:pt x="7799" y="7575"/>
                  <a:pt x="7799" y="5894"/>
                </a:cubicBezTo>
                <a:cubicBezTo>
                  <a:pt x="7799" y="4432"/>
                  <a:pt x="9453" y="3246"/>
                  <a:pt x="11494" y="3246"/>
                </a:cubicBezTo>
                <a:close/>
                <a:moveTo>
                  <a:pt x="2211" y="14148"/>
                </a:moveTo>
                <a:lnTo>
                  <a:pt x="3763" y="14148"/>
                </a:lnTo>
                <a:cubicBezTo>
                  <a:pt x="4053" y="14148"/>
                  <a:pt x="4289" y="14319"/>
                  <a:pt x="4289" y="14525"/>
                </a:cubicBezTo>
                <a:lnTo>
                  <a:pt x="4289" y="17612"/>
                </a:lnTo>
                <a:cubicBezTo>
                  <a:pt x="4289" y="17820"/>
                  <a:pt x="4053" y="17989"/>
                  <a:pt x="3763" y="17989"/>
                </a:cubicBezTo>
                <a:lnTo>
                  <a:pt x="2211" y="17989"/>
                </a:lnTo>
                <a:cubicBezTo>
                  <a:pt x="2023" y="17989"/>
                  <a:pt x="1859" y="17918"/>
                  <a:pt x="1764" y="17810"/>
                </a:cubicBezTo>
                <a:lnTo>
                  <a:pt x="1764" y="19799"/>
                </a:lnTo>
                <a:cubicBezTo>
                  <a:pt x="1764" y="20091"/>
                  <a:pt x="2105" y="20336"/>
                  <a:pt x="2512" y="20336"/>
                </a:cubicBezTo>
                <a:lnTo>
                  <a:pt x="14057" y="20336"/>
                </a:lnTo>
                <a:cubicBezTo>
                  <a:pt x="14467" y="20336"/>
                  <a:pt x="14806" y="20093"/>
                  <a:pt x="14806" y="19799"/>
                </a:cubicBezTo>
                <a:lnTo>
                  <a:pt x="14806" y="12786"/>
                </a:lnTo>
                <a:lnTo>
                  <a:pt x="16573" y="11681"/>
                </a:lnTo>
                <a:lnTo>
                  <a:pt x="16573" y="19799"/>
                </a:lnTo>
                <a:cubicBezTo>
                  <a:pt x="16573" y="20789"/>
                  <a:pt x="15441" y="21600"/>
                  <a:pt x="14057" y="21600"/>
                </a:cubicBezTo>
                <a:lnTo>
                  <a:pt x="2512" y="21600"/>
                </a:lnTo>
                <a:cubicBezTo>
                  <a:pt x="1131" y="21600"/>
                  <a:pt x="0" y="20789"/>
                  <a:pt x="0" y="19799"/>
                </a:cubicBezTo>
                <a:cubicBezTo>
                  <a:pt x="0" y="13800"/>
                  <a:pt x="0" y="7800"/>
                  <a:pt x="0" y="1801"/>
                </a:cubicBezTo>
                <a:cubicBezTo>
                  <a:pt x="0" y="811"/>
                  <a:pt x="1131" y="0"/>
                  <a:pt x="2512" y="0"/>
                </a:cubicBezTo>
                <a:lnTo>
                  <a:pt x="14057" y="0"/>
                </a:lnTo>
                <a:cubicBezTo>
                  <a:pt x="15441" y="0"/>
                  <a:pt x="16573" y="811"/>
                  <a:pt x="16573" y="1801"/>
                </a:cubicBezTo>
                <a:lnTo>
                  <a:pt x="16573" y="2536"/>
                </a:lnTo>
                <a:cubicBezTo>
                  <a:pt x="15923" y="2668"/>
                  <a:pt x="15325" y="2896"/>
                  <a:pt x="14806" y="3202"/>
                </a:cubicBezTo>
                <a:lnTo>
                  <a:pt x="14806" y="1801"/>
                </a:lnTo>
                <a:cubicBezTo>
                  <a:pt x="14806" y="1507"/>
                  <a:pt x="14467" y="1264"/>
                  <a:pt x="14057" y="1264"/>
                </a:cubicBezTo>
                <a:lnTo>
                  <a:pt x="12088" y="1264"/>
                </a:lnTo>
                <a:lnTo>
                  <a:pt x="12082" y="1274"/>
                </a:lnTo>
                <a:cubicBezTo>
                  <a:pt x="11692" y="1705"/>
                  <a:pt x="11073" y="1950"/>
                  <a:pt x="10359" y="1950"/>
                </a:cubicBezTo>
                <a:lnTo>
                  <a:pt x="6220" y="1950"/>
                </a:lnTo>
                <a:cubicBezTo>
                  <a:pt x="5499" y="1950"/>
                  <a:pt x="4881" y="1708"/>
                  <a:pt x="4491" y="1271"/>
                </a:cubicBezTo>
                <a:lnTo>
                  <a:pt x="4484" y="1264"/>
                </a:lnTo>
                <a:lnTo>
                  <a:pt x="2512" y="1264"/>
                </a:lnTo>
                <a:cubicBezTo>
                  <a:pt x="2105" y="1264"/>
                  <a:pt x="1764" y="1509"/>
                  <a:pt x="1764" y="1801"/>
                </a:cubicBezTo>
                <a:lnTo>
                  <a:pt x="1764" y="14329"/>
                </a:lnTo>
                <a:cubicBezTo>
                  <a:pt x="1859" y="14221"/>
                  <a:pt x="2023" y="14148"/>
                  <a:pt x="2211" y="14148"/>
                </a:cubicBezTo>
                <a:close/>
                <a:moveTo>
                  <a:pt x="2885" y="16771"/>
                </a:moveTo>
                <a:cubicBezTo>
                  <a:pt x="3137" y="16771"/>
                  <a:pt x="3343" y="16918"/>
                  <a:pt x="3343" y="17102"/>
                </a:cubicBezTo>
                <a:cubicBezTo>
                  <a:pt x="3343" y="17283"/>
                  <a:pt x="3137" y="17430"/>
                  <a:pt x="2885" y="17430"/>
                </a:cubicBezTo>
                <a:cubicBezTo>
                  <a:pt x="2628" y="17430"/>
                  <a:pt x="2423" y="17283"/>
                  <a:pt x="2423" y="17102"/>
                </a:cubicBezTo>
                <a:cubicBezTo>
                  <a:pt x="2423" y="16918"/>
                  <a:pt x="2628" y="16771"/>
                  <a:pt x="2885" y="16771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18" name="Freeform 13"/>
          <p:cNvSpPr/>
          <p:nvPr/>
        </p:nvSpPr>
        <p:spPr>
          <a:xfrm>
            <a:off x="12977689" y="3444420"/>
            <a:ext cx="676437" cy="3115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9582" y="20660"/>
                </a:moveTo>
                <a:cubicBezTo>
                  <a:pt x="19520" y="20660"/>
                  <a:pt x="19470" y="20768"/>
                  <a:pt x="19470" y="20904"/>
                </a:cubicBezTo>
                <a:cubicBezTo>
                  <a:pt x="19470" y="21040"/>
                  <a:pt x="19520" y="21149"/>
                  <a:pt x="19582" y="21149"/>
                </a:cubicBezTo>
                <a:lnTo>
                  <a:pt x="20086" y="21149"/>
                </a:lnTo>
                <a:cubicBezTo>
                  <a:pt x="20148" y="21149"/>
                  <a:pt x="20199" y="21040"/>
                  <a:pt x="20199" y="20904"/>
                </a:cubicBezTo>
                <a:cubicBezTo>
                  <a:pt x="20199" y="20769"/>
                  <a:pt x="20148" y="20660"/>
                  <a:pt x="20086" y="20660"/>
                </a:cubicBezTo>
                <a:close/>
                <a:moveTo>
                  <a:pt x="7463" y="19163"/>
                </a:moveTo>
                <a:cubicBezTo>
                  <a:pt x="7644" y="19163"/>
                  <a:pt x="9341" y="19163"/>
                  <a:pt x="11348" y="19163"/>
                </a:cubicBezTo>
                <a:lnTo>
                  <a:pt x="11795" y="19880"/>
                </a:lnTo>
                <a:lnTo>
                  <a:pt x="14023" y="19880"/>
                </a:lnTo>
                <a:lnTo>
                  <a:pt x="14023" y="20382"/>
                </a:lnTo>
                <a:cubicBezTo>
                  <a:pt x="14023" y="20827"/>
                  <a:pt x="14081" y="21239"/>
                  <a:pt x="14176" y="21599"/>
                </a:cubicBezTo>
                <a:cubicBezTo>
                  <a:pt x="11732" y="21599"/>
                  <a:pt x="8835" y="21599"/>
                  <a:pt x="8248" y="21599"/>
                </a:cubicBezTo>
                <a:cubicBezTo>
                  <a:pt x="7266" y="21599"/>
                  <a:pt x="7004" y="19163"/>
                  <a:pt x="7463" y="19163"/>
                </a:cubicBezTo>
                <a:close/>
                <a:moveTo>
                  <a:pt x="18581" y="10798"/>
                </a:moveTo>
                <a:cubicBezTo>
                  <a:pt x="18457" y="10798"/>
                  <a:pt x="18357" y="11018"/>
                  <a:pt x="18357" y="11290"/>
                </a:cubicBezTo>
                <a:lnTo>
                  <a:pt x="18357" y="19716"/>
                </a:lnTo>
                <a:cubicBezTo>
                  <a:pt x="18357" y="19988"/>
                  <a:pt x="18457" y="20208"/>
                  <a:pt x="18581" y="20208"/>
                </a:cubicBezTo>
                <a:lnTo>
                  <a:pt x="21086" y="20208"/>
                </a:lnTo>
                <a:cubicBezTo>
                  <a:pt x="21210" y="20208"/>
                  <a:pt x="21310" y="19988"/>
                  <a:pt x="21310" y="19716"/>
                </a:cubicBezTo>
                <a:lnTo>
                  <a:pt x="21310" y="11290"/>
                </a:lnTo>
                <a:cubicBezTo>
                  <a:pt x="21310" y="11018"/>
                  <a:pt x="21210" y="10798"/>
                  <a:pt x="21086" y="10798"/>
                </a:cubicBezTo>
                <a:close/>
                <a:moveTo>
                  <a:pt x="18516" y="9695"/>
                </a:moveTo>
                <a:lnTo>
                  <a:pt x="21151" y="9695"/>
                </a:lnTo>
                <a:cubicBezTo>
                  <a:pt x="21399" y="9695"/>
                  <a:pt x="21600" y="10134"/>
                  <a:pt x="21600" y="10677"/>
                </a:cubicBezTo>
                <a:lnTo>
                  <a:pt x="21600" y="20616"/>
                </a:lnTo>
                <a:cubicBezTo>
                  <a:pt x="21600" y="21160"/>
                  <a:pt x="21399" y="21600"/>
                  <a:pt x="21151" y="21600"/>
                </a:cubicBezTo>
                <a:lnTo>
                  <a:pt x="18516" y="21600"/>
                </a:lnTo>
                <a:cubicBezTo>
                  <a:pt x="18268" y="21600"/>
                  <a:pt x="18068" y="21160"/>
                  <a:pt x="18068" y="20616"/>
                </a:cubicBezTo>
                <a:lnTo>
                  <a:pt x="18068" y="10677"/>
                </a:lnTo>
                <a:cubicBezTo>
                  <a:pt x="18068" y="10134"/>
                  <a:pt x="18268" y="9695"/>
                  <a:pt x="18516" y="9695"/>
                </a:cubicBezTo>
                <a:close/>
                <a:moveTo>
                  <a:pt x="15285" y="7208"/>
                </a:moveTo>
                <a:cubicBezTo>
                  <a:pt x="15203" y="7208"/>
                  <a:pt x="15136" y="7353"/>
                  <a:pt x="15136" y="7534"/>
                </a:cubicBezTo>
                <a:cubicBezTo>
                  <a:pt x="15136" y="7713"/>
                  <a:pt x="15203" y="7860"/>
                  <a:pt x="15285" y="7860"/>
                </a:cubicBezTo>
                <a:cubicBezTo>
                  <a:pt x="15367" y="7860"/>
                  <a:pt x="15434" y="7713"/>
                  <a:pt x="15434" y="7534"/>
                </a:cubicBezTo>
                <a:cubicBezTo>
                  <a:pt x="15434" y="7353"/>
                  <a:pt x="15367" y="7208"/>
                  <a:pt x="15285" y="7208"/>
                </a:cubicBezTo>
                <a:close/>
                <a:moveTo>
                  <a:pt x="15144" y="6854"/>
                </a:moveTo>
                <a:lnTo>
                  <a:pt x="19318" y="6854"/>
                </a:lnTo>
                <a:cubicBezTo>
                  <a:pt x="19623" y="6854"/>
                  <a:pt x="19872" y="7397"/>
                  <a:pt x="19872" y="8068"/>
                </a:cubicBezTo>
                <a:lnTo>
                  <a:pt x="19872" y="8456"/>
                </a:lnTo>
                <a:lnTo>
                  <a:pt x="19450" y="8456"/>
                </a:lnTo>
                <a:cubicBezTo>
                  <a:pt x="19399" y="8317"/>
                  <a:pt x="19324" y="8221"/>
                  <a:pt x="19236" y="8221"/>
                </a:cubicBezTo>
                <a:lnTo>
                  <a:pt x="15226" y="8221"/>
                </a:lnTo>
                <a:cubicBezTo>
                  <a:pt x="15072" y="8221"/>
                  <a:pt x="14949" y="8495"/>
                  <a:pt x="14949" y="8831"/>
                </a:cubicBezTo>
                <a:lnTo>
                  <a:pt x="14949" y="19269"/>
                </a:lnTo>
                <a:cubicBezTo>
                  <a:pt x="14949" y="19605"/>
                  <a:pt x="15072" y="19877"/>
                  <a:pt x="15226" y="19877"/>
                </a:cubicBezTo>
                <a:lnTo>
                  <a:pt x="17502" y="19877"/>
                </a:lnTo>
                <a:lnTo>
                  <a:pt x="17502" y="20433"/>
                </a:lnTo>
                <a:lnTo>
                  <a:pt x="16918" y="20433"/>
                </a:lnTo>
                <a:cubicBezTo>
                  <a:pt x="16842" y="20433"/>
                  <a:pt x="16779" y="20568"/>
                  <a:pt x="16779" y="20736"/>
                </a:cubicBezTo>
                <a:cubicBezTo>
                  <a:pt x="16779" y="20907"/>
                  <a:pt x="16842" y="21040"/>
                  <a:pt x="16918" y="21040"/>
                </a:cubicBezTo>
                <a:lnTo>
                  <a:pt x="17521" y="21040"/>
                </a:lnTo>
                <a:cubicBezTo>
                  <a:pt x="17539" y="21238"/>
                  <a:pt x="17571" y="21422"/>
                  <a:pt x="17611" y="21599"/>
                </a:cubicBezTo>
                <a:lnTo>
                  <a:pt x="15144" y="21599"/>
                </a:lnTo>
                <a:cubicBezTo>
                  <a:pt x="14838" y="21599"/>
                  <a:pt x="14590" y="21055"/>
                  <a:pt x="14590" y="20382"/>
                </a:cubicBezTo>
                <a:lnTo>
                  <a:pt x="14590" y="8068"/>
                </a:lnTo>
                <a:cubicBezTo>
                  <a:pt x="14590" y="7398"/>
                  <a:pt x="14838" y="6854"/>
                  <a:pt x="15144" y="6854"/>
                </a:cubicBezTo>
                <a:close/>
                <a:moveTo>
                  <a:pt x="8759" y="3572"/>
                </a:moveTo>
                <a:lnTo>
                  <a:pt x="17138" y="3572"/>
                </a:lnTo>
                <a:cubicBezTo>
                  <a:pt x="17528" y="3572"/>
                  <a:pt x="17845" y="4266"/>
                  <a:pt x="17845" y="5120"/>
                </a:cubicBezTo>
                <a:lnTo>
                  <a:pt x="17845" y="5614"/>
                </a:lnTo>
                <a:lnTo>
                  <a:pt x="17217" y="5614"/>
                </a:lnTo>
                <a:lnTo>
                  <a:pt x="17217" y="5120"/>
                </a:lnTo>
                <a:cubicBezTo>
                  <a:pt x="17217" y="5025"/>
                  <a:pt x="17182" y="4947"/>
                  <a:pt x="17138" y="4947"/>
                </a:cubicBezTo>
                <a:lnTo>
                  <a:pt x="8759" y="4947"/>
                </a:lnTo>
                <a:cubicBezTo>
                  <a:pt x="8715" y="4947"/>
                  <a:pt x="8680" y="5025"/>
                  <a:pt x="8680" y="5120"/>
                </a:cubicBezTo>
                <a:lnTo>
                  <a:pt x="8680" y="16867"/>
                </a:lnTo>
                <a:cubicBezTo>
                  <a:pt x="8680" y="16962"/>
                  <a:pt x="8715" y="17040"/>
                  <a:pt x="8759" y="17040"/>
                </a:cubicBezTo>
                <a:lnTo>
                  <a:pt x="14022" y="17040"/>
                </a:lnTo>
                <a:lnTo>
                  <a:pt x="14022" y="18415"/>
                </a:lnTo>
                <a:lnTo>
                  <a:pt x="8759" y="18415"/>
                </a:lnTo>
                <a:cubicBezTo>
                  <a:pt x="8369" y="18415"/>
                  <a:pt x="8051" y="17721"/>
                  <a:pt x="8051" y="16867"/>
                </a:cubicBezTo>
                <a:lnTo>
                  <a:pt x="8051" y="5120"/>
                </a:lnTo>
                <a:cubicBezTo>
                  <a:pt x="8051" y="4265"/>
                  <a:pt x="8369" y="3572"/>
                  <a:pt x="8759" y="3572"/>
                </a:cubicBezTo>
                <a:close/>
                <a:moveTo>
                  <a:pt x="780" y="0"/>
                </a:moveTo>
                <a:lnTo>
                  <a:pt x="10031" y="0"/>
                </a:lnTo>
                <a:cubicBezTo>
                  <a:pt x="10461" y="0"/>
                  <a:pt x="10811" y="767"/>
                  <a:pt x="10811" y="1708"/>
                </a:cubicBezTo>
                <a:lnTo>
                  <a:pt x="10811" y="2332"/>
                </a:lnTo>
                <a:lnTo>
                  <a:pt x="10117" y="2332"/>
                </a:lnTo>
                <a:lnTo>
                  <a:pt x="10117" y="1708"/>
                </a:lnTo>
                <a:cubicBezTo>
                  <a:pt x="10117" y="1603"/>
                  <a:pt x="10079" y="1519"/>
                  <a:pt x="10031" y="1519"/>
                </a:cubicBezTo>
                <a:lnTo>
                  <a:pt x="780" y="1519"/>
                </a:lnTo>
                <a:cubicBezTo>
                  <a:pt x="732" y="1519"/>
                  <a:pt x="693" y="1603"/>
                  <a:pt x="693" y="1708"/>
                </a:cubicBezTo>
                <a:lnTo>
                  <a:pt x="693" y="13889"/>
                </a:lnTo>
                <a:cubicBezTo>
                  <a:pt x="693" y="13993"/>
                  <a:pt x="732" y="14079"/>
                  <a:pt x="780" y="14079"/>
                </a:cubicBezTo>
                <a:lnTo>
                  <a:pt x="7485" y="14079"/>
                </a:lnTo>
                <a:lnTo>
                  <a:pt x="7485" y="16866"/>
                </a:lnTo>
                <a:cubicBezTo>
                  <a:pt x="7485" y="16995"/>
                  <a:pt x="7494" y="17116"/>
                  <a:pt x="7502" y="17239"/>
                </a:cubicBezTo>
                <a:lnTo>
                  <a:pt x="6752" y="17239"/>
                </a:lnTo>
                <a:lnTo>
                  <a:pt x="6977" y="18291"/>
                </a:lnTo>
                <a:cubicBezTo>
                  <a:pt x="6930" y="18373"/>
                  <a:pt x="6888" y="18465"/>
                  <a:pt x="6850" y="18571"/>
                </a:cubicBezTo>
                <a:cubicBezTo>
                  <a:pt x="6737" y="18893"/>
                  <a:pt x="6677" y="19299"/>
                  <a:pt x="6677" y="19746"/>
                </a:cubicBezTo>
                <a:cubicBezTo>
                  <a:pt x="6677" y="20392"/>
                  <a:pt x="6801" y="21051"/>
                  <a:pt x="7011" y="21599"/>
                </a:cubicBezTo>
                <a:lnTo>
                  <a:pt x="1932" y="21599"/>
                </a:lnTo>
                <a:cubicBezTo>
                  <a:pt x="1932" y="20679"/>
                  <a:pt x="2172" y="19891"/>
                  <a:pt x="2652" y="19891"/>
                </a:cubicBezTo>
                <a:cubicBezTo>
                  <a:pt x="2870" y="19891"/>
                  <a:pt x="3198" y="19891"/>
                  <a:pt x="3492" y="19891"/>
                </a:cubicBezTo>
                <a:lnTo>
                  <a:pt x="4058" y="17240"/>
                </a:lnTo>
                <a:lnTo>
                  <a:pt x="780" y="17240"/>
                </a:lnTo>
                <a:cubicBezTo>
                  <a:pt x="350" y="17240"/>
                  <a:pt x="0" y="16473"/>
                  <a:pt x="0" y="15532"/>
                </a:cubicBezTo>
                <a:lnTo>
                  <a:pt x="0" y="1708"/>
                </a:lnTo>
                <a:cubicBezTo>
                  <a:pt x="0" y="766"/>
                  <a:pt x="350" y="0"/>
                  <a:pt x="780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19" name="Freeform 23"/>
          <p:cNvSpPr/>
          <p:nvPr/>
        </p:nvSpPr>
        <p:spPr>
          <a:xfrm>
            <a:off x="14102136" y="3396689"/>
            <a:ext cx="676437" cy="3299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8994" y="20450"/>
                </a:moveTo>
                <a:cubicBezTo>
                  <a:pt x="18913" y="20450"/>
                  <a:pt x="18849" y="20585"/>
                  <a:pt x="18849" y="20751"/>
                </a:cubicBezTo>
                <a:cubicBezTo>
                  <a:pt x="18849" y="20917"/>
                  <a:pt x="18913" y="21049"/>
                  <a:pt x="18994" y="21049"/>
                </a:cubicBezTo>
                <a:lnTo>
                  <a:pt x="19645" y="21049"/>
                </a:lnTo>
                <a:cubicBezTo>
                  <a:pt x="19725" y="21049"/>
                  <a:pt x="19790" y="20917"/>
                  <a:pt x="19790" y="20751"/>
                </a:cubicBezTo>
                <a:cubicBezTo>
                  <a:pt x="19790" y="20585"/>
                  <a:pt x="19725" y="20450"/>
                  <a:pt x="19645" y="20450"/>
                </a:cubicBezTo>
                <a:close/>
                <a:moveTo>
                  <a:pt x="7903" y="19163"/>
                </a:moveTo>
                <a:cubicBezTo>
                  <a:pt x="8095" y="19163"/>
                  <a:pt x="9892" y="19163"/>
                  <a:pt x="12017" y="19163"/>
                </a:cubicBezTo>
                <a:lnTo>
                  <a:pt x="12490" y="19880"/>
                </a:lnTo>
                <a:lnTo>
                  <a:pt x="14933" y="19880"/>
                </a:lnTo>
                <a:lnTo>
                  <a:pt x="15406" y="19163"/>
                </a:lnTo>
                <a:lnTo>
                  <a:pt x="16438" y="19163"/>
                </a:lnTo>
                <a:lnTo>
                  <a:pt x="16438" y="20401"/>
                </a:lnTo>
                <a:cubicBezTo>
                  <a:pt x="16438" y="20838"/>
                  <a:pt x="16499" y="21244"/>
                  <a:pt x="16597" y="21599"/>
                </a:cubicBezTo>
                <a:cubicBezTo>
                  <a:pt x="13870" y="21599"/>
                  <a:pt x="9491" y="21599"/>
                  <a:pt x="8734" y="21599"/>
                </a:cubicBezTo>
                <a:cubicBezTo>
                  <a:pt x="7694" y="21599"/>
                  <a:pt x="7417" y="19163"/>
                  <a:pt x="7903" y="19163"/>
                </a:cubicBezTo>
                <a:close/>
                <a:moveTo>
                  <a:pt x="17702" y="8429"/>
                </a:moveTo>
                <a:cubicBezTo>
                  <a:pt x="17542" y="8429"/>
                  <a:pt x="17412" y="8698"/>
                  <a:pt x="17412" y="9029"/>
                </a:cubicBezTo>
                <a:lnTo>
                  <a:pt x="17412" y="19304"/>
                </a:lnTo>
                <a:cubicBezTo>
                  <a:pt x="17412" y="19636"/>
                  <a:pt x="17542" y="19904"/>
                  <a:pt x="17702" y="19904"/>
                </a:cubicBezTo>
                <a:lnTo>
                  <a:pt x="20937" y="19904"/>
                </a:lnTo>
                <a:cubicBezTo>
                  <a:pt x="21096" y="19904"/>
                  <a:pt x="21226" y="19636"/>
                  <a:pt x="21226" y="19304"/>
                </a:cubicBezTo>
                <a:lnTo>
                  <a:pt x="21226" y="9029"/>
                </a:lnTo>
                <a:cubicBezTo>
                  <a:pt x="21226" y="8698"/>
                  <a:pt x="21096" y="8429"/>
                  <a:pt x="20937" y="8429"/>
                </a:cubicBezTo>
                <a:close/>
                <a:moveTo>
                  <a:pt x="17618" y="7083"/>
                </a:moveTo>
                <a:lnTo>
                  <a:pt x="21021" y="7083"/>
                </a:lnTo>
                <a:cubicBezTo>
                  <a:pt x="21341" y="7083"/>
                  <a:pt x="21600" y="7619"/>
                  <a:pt x="21600" y="8280"/>
                </a:cubicBezTo>
                <a:lnTo>
                  <a:pt x="21600" y="20401"/>
                </a:lnTo>
                <a:cubicBezTo>
                  <a:pt x="21600" y="21062"/>
                  <a:pt x="21341" y="21599"/>
                  <a:pt x="21021" y="21599"/>
                </a:cubicBezTo>
                <a:lnTo>
                  <a:pt x="17618" y="21599"/>
                </a:lnTo>
                <a:cubicBezTo>
                  <a:pt x="17298" y="21599"/>
                  <a:pt x="17039" y="21062"/>
                  <a:pt x="17039" y="20401"/>
                </a:cubicBezTo>
                <a:lnTo>
                  <a:pt x="17039" y="8280"/>
                </a:lnTo>
                <a:cubicBezTo>
                  <a:pt x="17039" y="7619"/>
                  <a:pt x="17298" y="7083"/>
                  <a:pt x="17618" y="7083"/>
                </a:cubicBezTo>
                <a:close/>
                <a:moveTo>
                  <a:pt x="9275" y="3570"/>
                </a:moveTo>
                <a:lnTo>
                  <a:pt x="18148" y="3570"/>
                </a:lnTo>
                <a:cubicBezTo>
                  <a:pt x="18561" y="3570"/>
                  <a:pt x="18897" y="4265"/>
                  <a:pt x="18897" y="5119"/>
                </a:cubicBezTo>
                <a:lnTo>
                  <a:pt x="18897" y="5842"/>
                </a:lnTo>
                <a:lnTo>
                  <a:pt x="18232" y="5842"/>
                </a:lnTo>
                <a:lnTo>
                  <a:pt x="18232" y="5119"/>
                </a:lnTo>
                <a:cubicBezTo>
                  <a:pt x="18232" y="5024"/>
                  <a:pt x="18194" y="4946"/>
                  <a:pt x="18148" y="4946"/>
                </a:cubicBezTo>
                <a:lnTo>
                  <a:pt x="9275" y="4946"/>
                </a:lnTo>
                <a:cubicBezTo>
                  <a:pt x="9229" y="4946"/>
                  <a:pt x="9192" y="5024"/>
                  <a:pt x="9192" y="5119"/>
                </a:cubicBezTo>
                <a:lnTo>
                  <a:pt x="9192" y="16867"/>
                </a:lnTo>
                <a:cubicBezTo>
                  <a:pt x="9192" y="16961"/>
                  <a:pt x="9229" y="17038"/>
                  <a:pt x="9275" y="17038"/>
                </a:cubicBezTo>
                <a:lnTo>
                  <a:pt x="16439" y="17038"/>
                </a:lnTo>
                <a:lnTo>
                  <a:pt x="16439" y="18414"/>
                </a:lnTo>
                <a:lnTo>
                  <a:pt x="9275" y="18414"/>
                </a:lnTo>
                <a:cubicBezTo>
                  <a:pt x="8863" y="18414"/>
                  <a:pt x="8526" y="17720"/>
                  <a:pt x="8526" y="16867"/>
                </a:cubicBezTo>
                <a:lnTo>
                  <a:pt x="8526" y="5119"/>
                </a:lnTo>
                <a:cubicBezTo>
                  <a:pt x="8526" y="4265"/>
                  <a:pt x="8862" y="3571"/>
                  <a:pt x="9275" y="3570"/>
                </a:cubicBezTo>
                <a:close/>
                <a:moveTo>
                  <a:pt x="827" y="0"/>
                </a:moveTo>
                <a:lnTo>
                  <a:pt x="10622" y="0"/>
                </a:lnTo>
                <a:cubicBezTo>
                  <a:pt x="11077" y="0"/>
                  <a:pt x="11448" y="766"/>
                  <a:pt x="11448" y="1707"/>
                </a:cubicBezTo>
                <a:lnTo>
                  <a:pt x="11448" y="2331"/>
                </a:lnTo>
                <a:lnTo>
                  <a:pt x="10714" y="2331"/>
                </a:lnTo>
                <a:lnTo>
                  <a:pt x="10714" y="1707"/>
                </a:lnTo>
                <a:cubicBezTo>
                  <a:pt x="10714" y="1604"/>
                  <a:pt x="10673" y="1519"/>
                  <a:pt x="10622" y="1519"/>
                </a:cubicBezTo>
                <a:lnTo>
                  <a:pt x="827" y="1519"/>
                </a:lnTo>
                <a:cubicBezTo>
                  <a:pt x="776" y="1519"/>
                  <a:pt x="734" y="1604"/>
                  <a:pt x="734" y="1707"/>
                </a:cubicBezTo>
                <a:lnTo>
                  <a:pt x="734" y="13889"/>
                </a:lnTo>
                <a:cubicBezTo>
                  <a:pt x="734" y="13993"/>
                  <a:pt x="776" y="14078"/>
                  <a:pt x="827" y="14078"/>
                </a:cubicBezTo>
                <a:lnTo>
                  <a:pt x="7925" y="14078"/>
                </a:lnTo>
                <a:lnTo>
                  <a:pt x="7925" y="16867"/>
                </a:lnTo>
                <a:cubicBezTo>
                  <a:pt x="7925" y="16995"/>
                  <a:pt x="7935" y="17117"/>
                  <a:pt x="7944" y="17240"/>
                </a:cubicBezTo>
                <a:lnTo>
                  <a:pt x="7150" y="17240"/>
                </a:lnTo>
                <a:lnTo>
                  <a:pt x="7388" y="18291"/>
                </a:lnTo>
                <a:cubicBezTo>
                  <a:pt x="7339" y="18373"/>
                  <a:pt x="7293" y="18467"/>
                  <a:pt x="7254" y="18572"/>
                </a:cubicBezTo>
                <a:cubicBezTo>
                  <a:pt x="7134" y="18893"/>
                  <a:pt x="7071" y="19298"/>
                  <a:pt x="7071" y="19748"/>
                </a:cubicBezTo>
                <a:cubicBezTo>
                  <a:pt x="7071" y="20394"/>
                  <a:pt x="7202" y="21052"/>
                  <a:pt x="7425" y="21600"/>
                </a:cubicBezTo>
                <a:lnTo>
                  <a:pt x="2046" y="21600"/>
                </a:lnTo>
                <a:cubicBezTo>
                  <a:pt x="2046" y="20680"/>
                  <a:pt x="2300" y="19893"/>
                  <a:pt x="2808" y="19893"/>
                </a:cubicBezTo>
                <a:cubicBezTo>
                  <a:pt x="3039" y="19893"/>
                  <a:pt x="3387" y="19893"/>
                  <a:pt x="3698" y="19893"/>
                </a:cubicBezTo>
                <a:lnTo>
                  <a:pt x="4298" y="17241"/>
                </a:lnTo>
                <a:lnTo>
                  <a:pt x="827" y="17241"/>
                </a:lnTo>
                <a:cubicBezTo>
                  <a:pt x="371" y="17241"/>
                  <a:pt x="0" y="16474"/>
                  <a:pt x="0" y="15533"/>
                </a:cubicBezTo>
                <a:lnTo>
                  <a:pt x="0" y="1707"/>
                </a:lnTo>
                <a:cubicBezTo>
                  <a:pt x="0" y="765"/>
                  <a:pt x="371" y="0"/>
                  <a:pt x="827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20" name="Freeform 31"/>
          <p:cNvSpPr/>
          <p:nvPr/>
        </p:nvSpPr>
        <p:spPr>
          <a:xfrm>
            <a:off x="15234657" y="3364443"/>
            <a:ext cx="591833" cy="438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7418" y="20386"/>
                </a:moveTo>
                <a:cubicBezTo>
                  <a:pt x="17289" y="20386"/>
                  <a:pt x="17184" y="20528"/>
                  <a:pt x="17184" y="20703"/>
                </a:cubicBezTo>
                <a:cubicBezTo>
                  <a:pt x="17184" y="20879"/>
                  <a:pt x="17289" y="21018"/>
                  <a:pt x="17418" y="21018"/>
                </a:cubicBezTo>
                <a:lnTo>
                  <a:pt x="18462" y="21018"/>
                </a:lnTo>
                <a:cubicBezTo>
                  <a:pt x="18592" y="21018"/>
                  <a:pt x="18696" y="20879"/>
                  <a:pt x="18696" y="20703"/>
                </a:cubicBezTo>
                <a:cubicBezTo>
                  <a:pt x="18696" y="20528"/>
                  <a:pt x="18592" y="20386"/>
                  <a:pt x="18462" y="20386"/>
                </a:cubicBezTo>
                <a:close/>
                <a:moveTo>
                  <a:pt x="15346" y="7687"/>
                </a:moveTo>
                <a:cubicBezTo>
                  <a:pt x="15089" y="7687"/>
                  <a:pt x="14881" y="7970"/>
                  <a:pt x="14881" y="8320"/>
                </a:cubicBezTo>
                <a:lnTo>
                  <a:pt x="14881" y="19176"/>
                </a:lnTo>
                <a:cubicBezTo>
                  <a:pt x="14881" y="19524"/>
                  <a:pt x="15089" y="19808"/>
                  <a:pt x="15346" y="19808"/>
                </a:cubicBezTo>
                <a:lnTo>
                  <a:pt x="20535" y="19808"/>
                </a:lnTo>
                <a:cubicBezTo>
                  <a:pt x="20792" y="19808"/>
                  <a:pt x="21000" y="19524"/>
                  <a:pt x="21000" y="19176"/>
                </a:cubicBezTo>
                <a:lnTo>
                  <a:pt x="21000" y="8320"/>
                </a:lnTo>
                <a:cubicBezTo>
                  <a:pt x="21000" y="7970"/>
                  <a:pt x="20792" y="7687"/>
                  <a:pt x="20535" y="7687"/>
                </a:cubicBezTo>
                <a:close/>
                <a:moveTo>
                  <a:pt x="15210" y="6264"/>
                </a:moveTo>
                <a:lnTo>
                  <a:pt x="20671" y="6264"/>
                </a:lnTo>
                <a:cubicBezTo>
                  <a:pt x="21184" y="6264"/>
                  <a:pt x="21600" y="6830"/>
                  <a:pt x="21600" y="7528"/>
                </a:cubicBezTo>
                <a:lnTo>
                  <a:pt x="21600" y="20333"/>
                </a:lnTo>
                <a:cubicBezTo>
                  <a:pt x="21600" y="21033"/>
                  <a:pt x="21184" y="21600"/>
                  <a:pt x="20671" y="21600"/>
                </a:cubicBezTo>
                <a:lnTo>
                  <a:pt x="15210" y="21600"/>
                </a:lnTo>
                <a:cubicBezTo>
                  <a:pt x="14697" y="21600"/>
                  <a:pt x="14281" y="21033"/>
                  <a:pt x="14281" y="20333"/>
                </a:cubicBezTo>
                <a:lnTo>
                  <a:pt x="14281" y="7529"/>
                </a:lnTo>
                <a:cubicBezTo>
                  <a:pt x="14281" y="6830"/>
                  <a:pt x="14697" y="6264"/>
                  <a:pt x="15210" y="6264"/>
                </a:cubicBezTo>
                <a:close/>
                <a:moveTo>
                  <a:pt x="1256" y="0"/>
                </a:moveTo>
                <a:lnTo>
                  <a:pt x="16133" y="0"/>
                </a:lnTo>
                <a:cubicBezTo>
                  <a:pt x="16825" y="0"/>
                  <a:pt x="17388" y="767"/>
                  <a:pt x="17388" y="1708"/>
                </a:cubicBezTo>
                <a:lnTo>
                  <a:pt x="17388" y="5024"/>
                </a:lnTo>
                <a:lnTo>
                  <a:pt x="16273" y="5024"/>
                </a:lnTo>
                <a:lnTo>
                  <a:pt x="16273" y="1708"/>
                </a:lnTo>
                <a:cubicBezTo>
                  <a:pt x="16273" y="1603"/>
                  <a:pt x="16210" y="1519"/>
                  <a:pt x="16133" y="1519"/>
                </a:cubicBezTo>
                <a:lnTo>
                  <a:pt x="1256" y="1519"/>
                </a:lnTo>
                <a:cubicBezTo>
                  <a:pt x="1178" y="1519"/>
                  <a:pt x="1116" y="1603"/>
                  <a:pt x="1116" y="1708"/>
                </a:cubicBezTo>
                <a:lnTo>
                  <a:pt x="1116" y="13889"/>
                </a:lnTo>
                <a:cubicBezTo>
                  <a:pt x="1116" y="13993"/>
                  <a:pt x="1178" y="14079"/>
                  <a:pt x="1256" y="14079"/>
                </a:cubicBezTo>
                <a:lnTo>
                  <a:pt x="13370" y="14079"/>
                </a:lnTo>
                <a:lnTo>
                  <a:pt x="13370" y="17240"/>
                </a:lnTo>
                <a:lnTo>
                  <a:pt x="10860" y="17240"/>
                </a:lnTo>
                <a:lnTo>
                  <a:pt x="11771" y="19891"/>
                </a:lnTo>
                <a:cubicBezTo>
                  <a:pt x="12243" y="19891"/>
                  <a:pt x="12772" y="19891"/>
                  <a:pt x="13122" y="19891"/>
                </a:cubicBezTo>
                <a:cubicBezTo>
                  <a:pt x="13210" y="19891"/>
                  <a:pt x="13292" y="19904"/>
                  <a:pt x="13370" y="19924"/>
                </a:cubicBezTo>
                <a:lnTo>
                  <a:pt x="13370" y="20332"/>
                </a:lnTo>
                <a:cubicBezTo>
                  <a:pt x="13370" y="20797"/>
                  <a:pt x="13469" y="21226"/>
                  <a:pt x="13631" y="21599"/>
                </a:cubicBezTo>
                <a:lnTo>
                  <a:pt x="3108" y="21599"/>
                </a:lnTo>
                <a:cubicBezTo>
                  <a:pt x="3108" y="20680"/>
                  <a:pt x="3494" y="19891"/>
                  <a:pt x="4266" y="19891"/>
                </a:cubicBezTo>
                <a:cubicBezTo>
                  <a:pt x="4617" y="19891"/>
                  <a:pt x="5145" y="19891"/>
                  <a:pt x="5618" y="19891"/>
                </a:cubicBezTo>
                <a:lnTo>
                  <a:pt x="6528" y="17240"/>
                </a:lnTo>
                <a:lnTo>
                  <a:pt x="1256" y="17240"/>
                </a:lnTo>
                <a:cubicBezTo>
                  <a:pt x="563" y="17240"/>
                  <a:pt x="0" y="16473"/>
                  <a:pt x="0" y="15532"/>
                </a:cubicBezTo>
                <a:lnTo>
                  <a:pt x="0" y="1708"/>
                </a:lnTo>
                <a:cubicBezTo>
                  <a:pt x="0" y="767"/>
                  <a:pt x="563" y="0"/>
                  <a:pt x="1256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21" name="Freeform 40"/>
          <p:cNvSpPr/>
          <p:nvPr/>
        </p:nvSpPr>
        <p:spPr>
          <a:xfrm>
            <a:off x="16290311" y="3401484"/>
            <a:ext cx="692985" cy="4094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37" h="21600" fill="norm" stroke="1" extrusionOk="0">
                <a:moveTo>
                  <a:pt x="17634" y="20267"/>
                </a:moveTo>
                <a:cubicBezTo>
                  <a:pt x="17523" y="20267"/>
                  <a:pt x="17434" y="20422"/>
                  <a:pt x="17434" y="20615"/>
                </a:cubicBezTo>
                <a:cubicBezTo>
                  <a:pt x="17434" y="20808"/>
                  <a:pt x="17524" y="20961"/>
                  <a:pt x="17634" y="20961"/>
                </a:cubicBezTo>
                <a:lnTo>
                  <a:pt x="18534" y="20961"/>
                </a:lnTo>
                <a:cubicBezTo>
                  <a:pt x="18646" y="20961"/>
                  <a:pt x="18735" y="20809"/>
                  <a:pt x="18735" y="20615"/>
                </a:cubicBezTo>
                <a:cubicBezTo>
                  <a:pt x="18735" y="20422"/>
                  <a:pt x="18645" y="20267"/>
                  <a:pt x="18534" y="20267"/>
                </a:cubicBezTo>
                <a:close/>
                <a:moveTo>
                  <a:pt x="331" y="18681"/>
                </a:moveTo>
                <a:cubicBezTo>
                  <a:pt x="605" y="18681"/>
                  <a:pt x="3169" y="18681"/>
                  <a:pt x="6202" y="18681"/>
                </a:cubicBezTo>
                <a:lnTo>
                  <a:pt x="6877" y="19539"/>
                </a:lnTo>
                <a:lnTo>
                  <a:pt x="10363" y="19539"/>
                </a:lnTo>
                <a:lnTo>
                  <a:pt x="11038" y="18681"/>
                </a:lnTo>
                <a:cubicBezTo>
                  <a:pt x="12156" y="18681"/>
                  <a:pt x="13209" y="18681"/>
                  <a:pt x="14109" y="18681"/>
                </a:cubicBezTo>
                <a:lnTo>
                  <a:pt x="14109" y="20209"/>
                </a:lnTo>
                <a:cubicBezTo>
                  <a:pt x="14109" y="20716"/>
                  <a:pt x="14192" y="21188"/>
                  <a:pt x="14329" y="21600"/>
                </a:cubicBezTo>
                <a:cubicBezTo>
                  <a:pt x="10874" y="21600"/>
                  <a:pt x="2762" y="21600"/>
                  <a:pt x="1517" y="21600"/>
                </a:cubicBezTo>
                <a:cubicBezTo>
                  <a:pt x="33" y="21600"/>
                  <a:pt x="-363" y="18681"/>
                  <a:pt x="331" y="18681"/>
                </a:cubicBezTo>
                <a:close/>
                <a:moveTo>
                  <a:pt x="15849" y="6316"/>
                </a:moveTo>
                <a:cubicBezTo>
                  <a:pt x="15628" y="6316"/>
                  <a:pt x="15449" y="6628"/>
                  <a:pt x="15449" y="7011"/>
                </a:cubicBezTo>
                <a:lnTo>
                  <a:pt x="15449" y="18937"/>
                </a:lnTo>
                <a:cubicBezTo>
                  <a:pt x="15449" y="19320"/>
                  <a:pt x="15628" y="19631"/>
                  <a:pt x="15849" y="19631"/>
                </a:cubicBezTo>
                <a:lnTo>
                  <a:pt x="20320" y="19631"/>
                </a:lnTo>
                <a:cubicBezTo>
                  <a:pt x="20541" y="19631"/>
                  <a:pt x="20719" y="19320"/>
                  <a:pt x="20719" y="18937"/>
                </a:cubicBezTo>
                <a:lnTo>
                  <a:pt x="20719" y="7011"/>
                </a:lnTo>
                <a:cubicBezTo>
                  <a:pt x="20719" y="6628"/>
                  <a:pt x="20541" y="6316"/>
                  <a:pt x="20320" y="6316"/>
                </a:cubicBezTo>
                <a:close/>
                <a:moveTo>
                  <a:pt x="15732" y="4753"/>
                </a:moveTo>
                <a:lnTo>
                  <a:pt x="20437" y="4753"/>
                </a:lnTo>
                <a:cubicBezTo>
                  <a:pt x="20879" y="4753"/>
                  <a:pt x="21237" y="5374"/>
                  <a:pt x="21237" y="6142"/>
                </a:cubicBezTo>
                <a:lnTo>
                  <a:pt x="21237" y="20209"/>
                </a:lnTo>
                <a:cubicBezTo>
                  <a:pt x="21237" y="20978"/>
                  <a:pt x="20879" y="21600"/>
                  <a:pt x="20437" y="21600"/>
                </a:cubicBezTo>
                <a:lnTo>
                  <a:pt x="15732" y="21600"/>
                </a:lnTo>
                <a:cubicBezTo>
                  <a:pt x="15291" y="21600"/>
                  <a:pt x="14932" y="20977"/>
                  <a:pt x="14932" y="20209"/>
                </a:cubicBezTo>
                <a:lnTo>
                  <a:pt x="14932" y="6142"/>
                </a:lnTo>
                <a:cubicBezTo>
                  <a:pt x="14932" y="5374"/>
                  <a:pt x="15290" y="4753"/>
                  <a:pt x="15732" y="4753"/>
                </a:cubicBezTo>
                <a:close/>
                <a:moveTo>
                  <a:pt x="2289" y="0"/>
                </a:moveTo>
                <a:lnTo>
                  <a:pt x="14950" y="0"/>
                </a:lnTo>
                <a:cubicBezTo>
                  <a:pt x="15539" y="0"/>
                  <a:pt x="16019" y="831"/>
                  <a:pt x="16019" y="1854"/>
                </a:cubicBezTo>
                <a:lnTo>
                  <a:pt x="16019" y="3323"/>
                </a:lnTo>
                <a:lnTo>
                  <a:pt x="15732" y="3323"/>
                </a:lnTo>
                <a:cubicBezTo>
                  <a:pt x="15496" y="3323"/>
                  <a:pt x="15273" y="3415"/>
                  <a:pt x="15070" y="3573"/>
                </a:cubicBezTo>
                <a:lnTo>
                  <a:pt x="15070" y="1854"/>
                </a:lnTo>
                <a:cubicBezTo>
                  <a:pt x="15070" y="1741"/>
                  <a:pt x="15017" y="1648"/>
                  <a:pt x="14951" y="1648"/>
                </a:cubicBezTo>
                <a:lnTo>
                  <a:pt x="2289" y="1648"/>
                </a:lnTo>
                <a:cubicBezTo>
                  <a:pt x="2223" y="1648"/>
                  <a:pt x="2170" y="1740"/>
                  <a:pt x="2170" y="1854"/>
                </a:cubicBezTo>
                <a:lnTo>
                  <a:pt x="2170" y="15930"/>
                </a:lnTo>
                <a:cubicBezTo>
                  <a:pt x="2170" y="16043"/>
                  <a:pt x="2223" y="16137"/>
                  <a:pt x="2289" y="16137"/>
                </a:cubicBezTo>
                <a:lnTo>
                  <a:pt x="14108" y="16137"/>
                </a:lnTo>
                <a:lnTo>
                  <a:pt x="14108" y="17784"/>
                </a:lnTo>
                <a:lnTo>
                  <a:pt x="2289" y="17784"/>
                </a:lnTo>
                <a:cubicBezTo>
                  <a:pt x="1700" y="17784"/>
                  <a:pt x="1220" y="16952"/>
                  <a:pt x="1220" y="15929"/>
                </a:cubicBezTo>
                <a:lnTo>
                  <a:pt x="1220" y="1854"/>
                </a:lnTo>
                <a:cubicBezTo>
                  <a:pt x="1220" y="831"/>
                  <a:pt x="1700" y="0"/>
                  <a:pt x="2289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22" name="Freeform 48"/>
          <p:cNvSpPr/>
          <p:nvPr/>
        </p:nvSpPr>
        <p:spPr>
          <a:xfrm>
            <a:off x="18590550" y="3335768"/>
            <a:ext cx="591833" cy="5208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6003" y="20233"/>
                </a:moveTo>
                <a:cubicBezTo>
                  <a:pt x="15831" y="20233"/>
                  <a:pt x="15691" y="20393"/>
                  <a:pt x="15691" y="20590"/>
                </a:cubicBezTo>
                <a:cubicBezTo>
                  <a:pt x="15691" y="20788"/>
                  <a:pt x="15831" y="20946"/>
                  <a:pt x="16003" y="20946"/>
                </a:cubicBezTo>
                <a:lnTo>
                  <a:pt x="17400" y="20946"/>
                </a:lnTo>
                <a:cubicBezTo>
                  <a:pt x="17573" y="20946"/>
                  <a:pt x="17713" y="20789"/>
                  <a:pt x="17713" y="20590"/>
                </a:cubicBezTo>
                <a:cubicBezTo>
                  <a:pt x="17713" y="20393"/>
                  <a:pt x="17573" y="20233"/>
                  <a:pt x="17400" y="20233"/>
                </a:cubicBezTo>
                <a:close/>
                <a:moveTo>
                  <a:pt x="6518" y="19891"/>
                </a:moveTo>
                <a:cubicBezTo>
                  <a:pt x="6303" y="19891"/>
                  <a:pt x="6128" y="20091"/>
                  <a:pt x="6128" y="20338"/>
                </a:cubicBezTo>
                <a:cubicBezTo>
                  <a:pt x="6128" y="20585"/>
                  <a:pt x="6303" y="20781"/>
                  <a:pt x="6518" y="20781"/>
                </a:cubicBezTo>
                <a:lnTo>
                  <a:pt x="8266" y="20781"/>
                </a:lnTo>
                <a:cubicBezTo>
                  <a:pt x="8482" y="20781"/>
                  <a:pt x="8657" y="20585"/>
                  <a:pt x="8657" y="20338"/>
                </a:cubicBezTo>
                <a:cubicBezTo>
                  <a:pt x="8657" y="20091"/>
                  <a:pt x="8482" y="19891"/>
                  <a:pt x="8266" y="19891"/>
                </a:cubicBezTo>
                <a:close/>
                <a:moveTo>
                  <a:pt x="13229" y="5922"/>
                </a:moveTo>
                <a:cubicBezTo>
                  <a:pt x="12886" y="5922"/>
                  <a:pt x="12608" y="6242"/>
                  <a:pt x="12608" y="6635"/>
                </a:cubicBezTo>
                <a:lnTo>
                  <a:pt x="12608" y="18869"/>
                </a:lnTo>
                <a:cubicBezTo>
                  <a:pt x="12608" y="19262"/>
                  <a:pt x="12886" y="19580"/>
                  <a:pt x="13229" y="19580"/>
                </a:cubicBezTo>
                <a:lnTo>
                  <a:pt x="20175" y="19580"/>
                </a:lnTo>
                <a:cubicBezTo>
                  <a:pt x="20518" y="19580"/>
                  <a:pt x="20796" y="19262"/>
                  <a:pt x="20796" y="18869"/>
                </a:cubicBezTo>
                <a:lnTo>
                  <a:pt x="20796" y="6635"/>
                </a:lnTo>
                <a:cubicBezTo>
                  <a:pt x="20796" y="6242"/>
                  <a:pt x="20519" y="5922"/>
                  <a:pt x="20175" y="5922"/>
                </a:cubicBezTo>
                <a:close/>
                <a:moveTo>
                  <a:pt x="13047" y="4319"/>
                </a:moveTo>
                <a:lnTo>
                  <a:pt x="20357" y="4319"/>
                </a:lnTo>
                <a:cubicBezTo>
                  <a:pt x="21044" y="4319"/>
                  <a:pt x="21600" y="4957"/>
                  <a:pt x="21600" y="5744"/>
                </a:cubicBezTo>
                <a:lnTo>
                  <a:pt x="21600" y="20172"/>
                </a:lnTo>
                <a:cubicBezTo>
                  <a:pt x="21600" y="20961"/>
                  <a:pt x="21044" y="21600"/>
                  <a:pt x="20357" y="21600"/>
                </a:cubicBezTo>
                <a:lnTo>
                  <a:pt x="13047" y="21600"/>
                </a:lnTo>
                <a:cubicBezTo>
                  <a:pt x="12360" y="21600"/>
                  <a:pt x="11804" y="20962"/>
                  <a:pt x="11804" y="20172"/>
                </a:cubicBezTo>
                <a:lnTo>
                  <a:pt x="11804" y="5744"/>
                </a:lnTo>
                <a:cubicBezTo>
                  <a:pt x="11804" y="4957"/>
                  <a:pt x="12360" y="4319"/>
                  <a:pt x="13047" y="4319"/>
                </a:cubicBezTo>
                <a:close/>
                <a:moveTo>
                  <a:pt x="1947" y="519"/>
                </a:moveTo>
                <a:cubicBezTo>
                  <a:pt x="1717" y="519"/>
                  <a:pt x="1530" y="732"/>
                  <a:pt x="1530" y="996"/>
                </a:cubicBezTo>
                <a:cubicBezTo>
                  <a:pt x="1530" y="1259"/>
                  <a:pt x="1717" y="1474"/>
                  <a:pt x="1947" y="1474"/>
                </a:cubicBezTo>
                <a:cubicBezTo>
                  <a:pt x="2177" y="1474"/>
                  <a:pt x="2364" y="1259"/>
                  <a:pt x="2364" y="996"/>
                </a:cubicBezTo>
                <a:cubicBezTo>
                  <a:pt x="2364" y="732"/>
                  <a:pt x="2177" y="519"/>
                  <a:pt x="1947" y="519"/>
                </a:cubicBezTo>
                <a:close/>
                <a:moveTo>
                  <a:pt x="1554" y="0"/>
                </a:moveTo>
                <a:lnTo>
                  <a:pt x="13231" y="0"/>
                </a:lnTo>
                <a:cubicBezTo>
                  <a:pt x="14089" y="0"/>
                  <a:pt x="14785" y="797"/>
                  <a:pt x="14785" y="1781"/>
                </a:cubicBezTo>
                <a:lnTo>
                  <a:pt x="14785" y="3228"/>
                </a:lnTo>
                <a:lnTo>
                  <a:pt x="13780" y="3228"/>
                </a:lnTo>
                <a:lnTo>
                  <a:pt x="13780" y="2895"/>
                </a:lnTo>
                <a:cubicBezTo>
                  <a:pt x="13780" y="2404"/>
                  <a:pt x="13433" y="2004"/>
                  <a:pt x="13004" y="2004"/>
                </a:cubicBezTo>
                <a:lnTo>
                  <a:pt x="1782" y="2004"/>
                </a:lnTo>
                <a:cubicBezTo>
                  <a:pt x="1353" y="2004"/>
                  <a:pt x="1005" y="2404"/>
                  <a:pt x="1005" y="2895"/>
                </a:cubicBezTo>
                <a:lnTo>
                  <a:pt x="1005" y="18186"/>
                </a:lnTo>
                <a:cubicBezTo>
                  <a:pt x="1005" y="18678"/>
                  <a:pt x="1352" y="19076"/>
                  <a:pt x="1782" y="19076"/>
                </a:cubicBezTo>
                <a:lnTo>
                  <a:pt x="10851" y="19076"/>
                </a:lnTo>
                <a:lnTo>
                  <a:pt x="10851" y="20172"/>
                </a:lnTo>
                <a:cubicBezTo>
                  <a:pt x="10851" y="20703"/>
                  <a:pt x="10996" y="21194"/>
                  <a:pt x="11241" y="21600"/>
                </a:cubicBezTo>
                <a:lnTo>
                  <a:pt x="1554" y="21600"/>
                </a:lnTo>
                <a:cubicBezTo>
                  <a:pt x="696" y="21600"/>
                  <a:pt x="0" y="20801"/>
                  <a:pt x="0" y="19816"/>
                </a:cubicBezTo>
                <a:lnTo>
                  <a:pt x="0" y="1781"/>
                </a:lnTo>
                <a:cubicBezTo>
                  <a:pt x="0" y="797"/>
                  <a:pt x="696" y="0"/>
                  <a:pt x="1554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23" name="Freeform 53"/>
          <p:cNvSpPr/>
          <p:nvPr/>
        </p:nvSpPr>
        <p:spPr>
          <a:xfrm>
            <a:off x="19833373" y="3315895"/>
            <a:ext cx="335500" cy="5208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8859" y="0"/>
                </a:moveTo>
                <a:lnTo>
                  <a:pt x="2741" y="0"/>
                </a:lnTo>
                <a:cubicBezTo>
                  <a:pt x="1227" y="0"/>
                  <a:pt x="0" y="798"/>
                  <a:pt x="0" y="1781"/>
                </a:cubicBezTo>
                <a:lnTo>
                  <a:pt x="0" y="19816"/>
                </a:lnTo>
                <a:cubicBezTo>
                  <a:pt x="0" y="20802"/>
                  <a:pt x="1227" y="21600"/>
                  <a:pt x="2741" y="21600"/>
                </a:cubicBezTo>
                <a:lnTo>
                  <a:pt x="18859" y="21600"/>
                </a:lnTo>
                <a:cubicBezTo>
                  <a:pt x="20373" y="21600"/>
                  <a:pt x="21600" y="20801"/>
                  <a:pt x="21600" y="19816"/>
                </a:cubicBezTo>
                <a:lnTo>
                  <a:pt x="21600" y="1781"/>
                </a:lnTo>
                <a:cubicBezTo>
                  <a:pt x="21600" y="798"/>
                  <a:pt x="20373" y="0"/>
                  <a:pt x="18859" y="0"/>
                </a:cubicBezTo>
                <a:close/>
                <a:moveTo>
                  <a:pt x="12340" y="20782"/>
                </a:moveTo>
                <a:lnTo>
                  <a:pt x="9259" y="20782"/>
                </a:lnTo>
                <a:cubicBezTo>
                  <a:pt x="8880" y="20782"/>
                  <a:pt x="8571" y="20585"/>
                  <a:pt x="8571" y="20338"/>
                </a:cubicBezTo>
                <a:cubicBezTo>
                  <a:pt x="8571" y="20091"/>
                  <a:pt x="8880" y="19891"/>
                  <a:pt x="9259" y="19891"/>
                </a:cubicBezTo>
                <a:lnTo>
                  <a:pt x="12340" y="19891"/>
                </a:lnTo>
                <a:cubicBezTo>
                  <a:pt x="12720" y="19891"/>
                  <a:pt x="13029" y="20091"/>
                  <a:pt x="13029" y="20338"/>
                </a:cubicBezTo>
                <a:cubicBezTo>
                  <a:pt x="13029" y="20586"/>
                  <a:pt x="12720" y="20782"/>
                  <a:pt x="12340" y="20782"/>
                </a:cubicBezTo>
                <a:close/>
                <a:moveTo>
                  <a:pt x="19827" y="18187"/>
                </a:moveTo>
                <a:cubicBezTo>
                  <a:pt x="19827" y="18678"/>
                  <a:pt x="19214" y="19075"/>
                  <a:pt x="18458" y="19075"/>
                </a:cubicBezTo>
                <a:lnTo>
                  <a:pt x="3142" y="19075"/>
                </a:lnTo>
                <a:cubicBezTo>
                  <a:pt x="2386" y="19075"/>
                  <a:pt x="1774" y="18677"/>
                  <a:pt x="1774" y="18187"/>
                </a:cubicBezTo>
                <a:lnTo>
                  <a:pt x="1774" y="2895"/>
                </a:lnTo>
                <a:cubicBezTo>
                  <a:pt x="1774" y="2404"/>
                  <a:pt x="2386" y="2004"/>
                  <a:pt x="3142" y="2004"/>
                </a:cubicBezTo>
                <a:lnTo>
                  <a:pt x="18459" y="2004"/>
                </a:lnTo>
                <a:cubicBezTo>
                  <a:pt x="19216" y="2004"/>
                  <a:pt x="19828" y="2404"/>
                  <a:pt x="19828" y="2895"/>
                </a:cubicBezTo>
                <a:lnTo>
                  <a:pt x="19828" y="18187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24" name="Freeform 578"/>
          <p:cNvSpPr/>
          <p:nvPr/>
        </p:nvSpPr>
        <p:spPr>
          <a:xfrm>
            <a:off x="20792141" y="3363525"/>
            <a:ext cx="631566" cy="4214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20" y="0"/>
                </a:moveTo>
                <a:lnTo>
                  <a:pt x="373" y="0"/>
                </a:lnTo>
                <a:cubicBezTo>
                  <a:pt x="166" y="0"/>
                  <a:pt x="0" y="247"/>
                  <a:pt x="0" y="554"/>
                </a:cubicBezTo>
                <a:lnTo>
                  <a:pt x="0" y="18579"/>
                </a:lnTo>
                <a:cubicBezTo>
                  <a:pt x="0" y="18886"/>
                  <a:pt x="166" y="19133"/>
                  <a:pt x="373" y="19133"/>
                </a:cubicBezTo>
                <a:lnTo>
                  <a:pt x="3741" y="19133"/>
                </a:lnTo>
                <a:lnTo>
                  <a:pt x="3331" y="20861"/>
                </a:lnTo>
                <a:cubicBezTo>
                  <a:pt x="3264" y="21149"/>
                  <a:pt x="3366" y="21467"/>
                  <a:pt x="3560" y="21567"/>
                </a:cubicBezTo>
                <a:cubicBezTo>
                  <a:pt x="3600" y="21589"/>
                  <a:pt x="3642" y="21600"/>
                  <a:pt x="3684" y="21600"/>
                </a:cubicBezTo>
                <a:cubicBezTo>
                  <a:pt x="3838" y="21600"/>
                  <a:pt x="3982" y="21456"/>
                  <a:pt x="4037" y="21231"/>
                </a:cubicBezTo>
                <a:lnTo>
                  <a:pt x="4534" y="19133"/>
                </a:lnTo>
                <a:lnTo>
                  <a:pt x="17066" y="19133"/>
                </a:lnTo>
                <a:lnTo>
                  <a:pt x="17563" y="21231"/>
                </a:lnTo>
                <a:cubicBezTo>
                  <a:pt x="17618" y="21460"/>
                  <a:pt x="17762" y="21600"/>
                  <a:pt x="17916" y="21600"/>
                </a:cubicBezTo>
                <a:cubicBezTo>
                  <a:pt x="17958" y="21600"/>
                  <a:pt x="17998" y="21589"/>
                  <a:pt x="18040" y="21567"/>
                </a:cubicBezTo>
                <a:cubicBezTo>
                  <a:pt x="18234" y="21463"/>
                  <a:pt x="18336" y="21149"/>
                  <a:pt x="18269" y="20861"/>
                </a:cubicBezTo>
                <a:lnTo>
                  <a:pt x="17859" y="19133"/>
                </a:lnTo>
                <a:lnTo>
                  <a:pt x="21227" y="19133"/>
                </a:lnTo>
                <a:cubicBezTo>
                  <a:pt x="21434" y="19133"/>
                  <a:pt x="21600" y="18886"/>
                  <a:pt x="21600" y="18579"/>
                </a:cubicBezTo>
                <a:lnTo>
                  <a:pt x="21600" y="554"/>
                </a:lnTo>
                <a:cubicBezTo>
                  <a:pt x="21593" y="251"/>
                  <a:pt x="21426" y="0"/>
                  <a:pt x="21220" y="0"/>
                </a:cubicBezTo>
                <a:close/>
                <a:moveTo>
                  <a:pt x="20847" y="18029"/>
                </a:moveTo>
                <a:lnTo>
                  <a:pt x="745" y="18029"/>
                </a:lnTo>
                <a:lnTo>
                  <a:pt x="745" y="1108"/>
                </a:lnTo>
                <a:lnTo>
                  <a:pt x="20847" y="1108"/>
                </a:lnTo>
                <a:lnTo>
                  <a:pt x="20847" y="18029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25" name="Freeform 196"/>
          <p:cNvSpPr/>
          <p:nvPr/>
        </p:nvSpPr>
        <p:spPr>
          <a:xfrm>
            <a:off x="23053696" y="3363525"/>
            <a:ext cx="503974" cy="4214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18" fill="norm" stroke="1" extrusionOk="0"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1042"/>
                  <a:pt x="0" y="2328"/>
                </a:cubicBezTo>
                <a:lnTo>
                  <a:pt x="0" y="15188"/>
                </a:lnTo>
                <a:cubicBezTo>
                  <a:pt x="0" y="16474"/>
                  <a:pt x="879" y="17516"/>
                  <a:pt x="1964" y="17516"/>
                </a:cubicBezTo>
                <a:lnTo>
                  <a:pt x="19636" y="17516"/>
                </a:lnTo>
                <a:cubicBezTo>
                  <a:pt x="20721" y="17516"/>
                  <a:pt x="21600" y="16474"/>
                  <a:pt x="21600" y="15188"/>
                </a:cubicBezTo>
                <a:lnTo>
                  <a:pt x="21600" y="2328"/>
                </a:lnTo>
                <a:cubicBezTo>
                  <a:pt x="21600" y="1042"/>
                  <a:pt x="20721" y="0"/>
                  <a:pt x="19636" y="0"/>
                </a:cubicBezTo>
                <a:close/>
                <a:moveTo>
                  <a:pt x="20618" y="15186"/>
                </a:moveTo>
                <a:cubicBezTo>
                  <a:pt x="20618" y="15829"/>
                  <a:pt x="20179" y="16350"/>
                  <a:pt x="19636" y="16350"/>
                </a:cubicBezTo>
                <a:lnTo>
                  <a:pt x="1964" y="16350"/>
                </a:lnTo>
                <a:cubicBezTo>
                  <a:pt x="1421" y="16350"/>
                  <a:pt x="982" y="15829"/>
                  <a:pt x="982" y="15186"/>
                </a:cubicBezTo>
                <a:lnTo>
                  <a:pt x="982" y="2328"/>
                </a:lnTo>
                <a:cubicBezTo>
                  <a:pt x="982" y="1685"/>
                  <a:pt x="1421" y="1164"/>
                  <a:pt x="1964" y="1164"/>
                </a:cubicBezTo>
                <a:lnTo>
                  <a:pt x="19636" y="1164"/>
                </a:lnTo>
                <a:cubicBezTo>
                  <a:pt x="20179" y="1164"/>
                  <a:pt x="20618" y="1685"/>
                  <a:pt x="20618" y="2328"/>
                </a:cubicBezTo>
                <a:close/>
                <a:moveTo>
                  <a:pt x="12951" y="9255"/>
                </a:moveTo>
                <a:lnTo>
                  <a:pt x="9573" y="11700"/>
                </a:lnTo>
                <a:cubicBezTo>
                  <a:pt x="9341" y="11867"/>
                  <a:pt x="9039" y="11781"/>
                  <a:pt x="8898" y="11506"/>
                </a:cubicBezTo>
                <a:cubicBezTo>
                  <a:pt x="8851" y="11415"/>
                  <a:pt x="8826" y="11310"/>
                  <a:pt x="8826" y="11203"/>
                </a:cubicBezTo>
                <a:lnTo>
                  <a:pt x="8826" y="6312"/>
                </a:lnTo>
                <a:cubicBezTo>
                  <a:pt x="8826" y="5991"/>
                  <a:pt x="9046" y="5730"/>
                  <a:pt x="9317" y="5730"/>
                </a:cubicBezTo>
                <a:cubicBezTo>
                  <a:pt x="9407" y="5730"/>
                  <a:pt x="9496" y="5760"/>
                  <a:pt x="9573" y="5816"/>
                </a:cubicBezTo>
                <a:lnTo>
                  <a:pt x="12952" y="8260"/>
                </a:lnTo>
                <a:cubicBezTo>
                  <a:pt x="13184" y="8428"/>
                  <a:pt x="13257" y="8786"/>
                  <a:pt x="13116" y="9060"/>
                </a:cubicBezTo>
                <a:cubicBezTo>
                  <a:pt x="13075" y="9140"/>
                  <a:pt x="13018" y="9207"/>
                  <a:pt x="12951" y="9255"/>
                </a:cubicBezTo>
                <a:close/>
                <a:moveTo>
                  <a:pt x="4079" y="20116"/>
                </a:moveTo>
                <a:cubicBezTo>
                  <a:pt x="4079" y="20437"/>
                  <a:pt x="3860" y="20698"/>
                  <a:pt x="3589" y="20698"/>
                </a:cubicBezTo>
                <a:lnTo>
                  <a:pt x="491" y="20698"/>
                </a:lnTo>
                <a:cubicBezTo>
                  <a:pt x="220" y="20698"/>
                  <a:pt x="0" y="20437"/>
                  <a:pt x="0" y="20116"/>
                </a:cubicBezTo>
                <a:cubicBezTo>
                  <a:pt x="0" y="19794"/>
                  <a:pt x="220" y="19534"/>
                  <a:pt x="491" y="19534"/>
                </a:cubicBezTo>
                <a:lnTo>
                  <a:pt x="3589" y="19534"/>
                </a:lnTo>
                <a:cubicBezTo>
                  <a:pt x="3860" y="19534"/>
                  <a:pt x="4079" y="19794"/>
                  <a:pt x="4079" y="20116"/>
                </a:cubicBezTo>
                <a:close/>
                <a:moveTo>
                  <a:pt x="21600" y="20116"/>
                </a:moveTo>
                <a:cubicBezTo>
                  <a:pt x="21600" y="20437"/>
                  <a:pt x="21380" y="20698"/>
                  <a:pt x="21109" y="20698"/>
                </a:cubicBezTo>
                <a:lnTo>
                  <a:pt x="7261" y="20698"/>
                </a:lnTo>
                <a:cubicBezTo>
                  <a:pt x="7223" y="20694"/>
                  <a:pt x="7186" y="20685"/>
                  <a:pt x="7150" y="20671"/>
                </a:cubicBezTo>
                <a:cubicBezTo>
                  <a:pt x="6891" y="21322"/>
                  <a:pt x="6237" y="21600"/>
                  <a:pt x="5688" y="21293"/>
                </a:cubicBezTo>
                <a:cubicBezTo>
                  <a:pt x="5140" y="20986"/>
                  <a:pt x="4905" y="20210"/>
                  <a:pt x="5164" y="19560"/>
                </a:cubicBezTo>
                <a:cubicBezTo>
                  <a:pt x="5423" y="18909"/>
                  <a:pt x="6077" y="18631"/>
                  <a:pt x="6626" y="18938"/>
                </a:cubicBezTo>
                <a:cubicBezTo>
                  <a:pt x="6856" y="19067"/>
                  <a:pt x="7041" y="19287"/>
                  <a:pt x="7150" y="19560"/>
                </a:cubicBezTo>
                <a:cubicBezTo>
                  <a:pt x="7186" y="19546"/>
                  <a:pt x="7224" y="19537"/>
                  <a:pt x="7262" y="19534"/>
                </a:cubicBezTo>
                <a:lnTo>
                  <a:pt x="21109" y="19534"/>
                </a:lnTo>
                <a:cubicBezTo>
                  <a:pt x="21380" y="19534"/>
                  <a:pt x="21600" y="19794"/>
                  <a:pt x="21600" y="20116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26" name="Freeform 404"/>
          <p:cNvSpPr/>
          <p:nvPr/>
        </p:nvSpPr>
        <p:spPr>
          <a:xfrm>
            <a:off x="21904467" y="3381510"/>
            <a:ext cx="631568" cy="4214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7" y="11378"/>
                </a:moveTo>
                <a:cubicBezTo>
                  <a:pt x="11246" y="11378"/>
                  <a:pt x="11603" y="11908"/>
                  <a:pt x="11603" y="12560"/>
                </a:cubicBezTo>
                <a:cubicBezTo>
                  <a:pt x="11603" y="13213"/>
                  <a:pt x="11246" y="13743"/>
                  <a:pt x="10807" y="13743"/>
                </a:cubicBezTo>
                <a:cubicBezTo>
                  <a:pt x="10368" y="13743"/>
                  <a:pt x="10012" y="13213"/>
                  <a:pt x="10012" y="12560"/>
                </a:cubicBezTo>
                <a:cubicBezTo>
                  <a:pt x="10012" y="11908"/>
                  <a:pt x="10368" y="11378"/>
                  <a:pt x="10807" y="11378"/>
                </a:cubicBezTo>
                <a:close/>
                <a:moveTo>
                  <a:pt x="10800" y="8526"/>
                </a:moveTo>
                <a:cubicBezTo>
                  <a:pt x="11496" y="8525"/>
                  <a:pt x="12192" y="8917"/>
                  <a:pt x="12723" y="9702"/>
                </a:cubicBezTo>
                <a:cubicBezTo>
                  <a:pt x="12926" y="10002"/>
                  <a:pt x="12926" y="10475"/>
                  <a:pt x="12723" y="10776"/>
                </a:cubicBezTo>
                <a:cubicBezTo>
                  <a:pt x="12521" y="11077"/>
                  <a:pt x="12195" y="11077"/>
                  <a:pt x="12000" y="10776"/>
                </a:cubicBezTo>
                <a:cubicBezTo>
                  <a:pt x="11342" y="9798"/>
                  <a:pt x="10265" y="9798"/>
                  <a:pt x="9600" y="10787"/>
                </a:cubicBezTo>
                <a:cubicBezTo>
                  <a:pt x="9499" y="10938"/>
                  <a:pt x="9368" y="11013"/>
                  <a:pt x="9238" y="11013"/>
                </a:cubicBezTo>
                <a:cubicBezTo>
                  <a:pt x="9108" y="11013"/>
                  <a:pt x="8978" y="10938"/>
                  <a:pt x="8877" y="10787"/>
                </a:cubicBezTo>
                <a:cubicBezTo>
                  <a:pt x="8674" y="10486"/>
                  <a:pt x="8674" y="10013"/>
                  <a:pt x="8877" y="9712"/>
                </a:cubicBezTo>
                <a:cubicBezTo>
                  <a:pt x="9408" y="8922"/>
                  <a:pt x="10104" y="8527"/>
                  <a:pt x="10800" y="8526"/>
                </a:cubicBezTo>
                <a:close/>
                <a:moveTo>
                  <a:pt x="10800" y="5660"/>
                </a:moveTo>
                <a:cubicBezTo>
                  <a:pt x="12044" y="5660"/>
                  <a:pt x="13208" y="6380"/>
                  <a:pt x="14082" y="7681"/>
                </a:cubicBezTo>
                <a:cubicBezTo>
                  <a:pt x="14285" y="7971"/>
                  <a:pt x="14285" y="8455"/>
                  <a:pt x="14082" y="8756"/>
                </a:cubicBezTo>
                <a:cubicBezTo>
                  <a:pt x="13880" y="9057"/>
                  <a:pt x="13562" y="9057"/>
                  <a:pt x="13359" y="8756"/>
                </a:cubicBezTo>
                <a:cubicBezTo>
                  <a:pt x="12680" y="7735"/>
                  <a:pt x="11769" y="7176"/>
                  <a:pt x="10800" y="7176"/>
                </a:cubicBezTo>
                <a:cubicBezTo>
                  <a:pt x="9831" y="7176"/>
                  <a:pt x="8920" y="7735"/>
                  <a:pt x="8241" y="8756"/>
                </a:cubicBezTo>
                <a:cubicBezTo>
                  <a:pt x="8139" y="8906"/>
                  <a:pt x="8009" y="8981"/>
                  <a:pt x="7879" y="8981"/>
                </a:cubicBezTo>
                <a:cubicBezTo>
                  <a:pt x="7749" y="8981"/>
                  <a:pt x="7619" y="8906"/>
                  <a:pt x="7518" y="8756"/>
                </a:cubicBezTo>
                <a:cubicBezTo>
                  <a:pt x="7315" y="8455"/>
                  <a:pt x="7315" y="7982"/>
                  <a:pt x="7518" y="7681"/>
                </a:cubicBezTo>
                <a:cubicBezTo>
                  <a:pt x="8392" y="6380"/>
                  <a:pt x="9556" y="5660"/>
                  <a:pt x="10800" y="5660"/>
                </a:cubicBezTo>
                <a:close/>
                <a:moveTo>
                  <a:pt x="745" y="1108"/>
                </a:moveTo>
                <a:lnTo>
                  <a:pt x="745" y="18029"/>
                </a:lnTo>
                <a:lnTo>
                  <a:pt x="20847" y="18029"/>
                </a:lnTo>
                <a:lnTo>
                  <a:pt x="20847" y="1108"/>
                </a:lnTo>
                <a:close/>
                <a:moveTo>
                  <a:pt x="373" y="0"/>
                </a:moveTo>
                <a:lnTo>
                  <a:pt x="21220" y="0"/>
                </a:lnTo>
                <a:cubicBezTo>
                  <a:pt x="21426" y="0"/>
                  <a:pt x="21593" y="251"/>
                  <a:pt x="21600" y="554"/>
                </a:cubicBezTo>
                <a:lnTo>
                  <a:pt x="21600" y="18579"/>
                </a:lnTo>
                <a:cubicBezTo>
                  <a:pt x="21600" y="18886"/>
                  <a:pt x="21434" y="19133"/>
                  <a:pt x="21227" y="19133"/>
                </a:cubicBezTo>
                <a:lnTo>
                  <a:pt x="17859" y="19133"/>
                </a:lnTo>
                <a:lnTo>
                  <a:pt x="18269" y="20861"/>
                </a:lnTo>
                <a:cubicBezTo>
                  <a:pt x="18336" y="21149"/>
                  <a:pt x="18234" y="21463"/>
                  <a:pt x="18040" y="21567"/>
                </a:cubicBezTo>
                <a:cubicBezTo>
                  <a:pt x="17998" y="21589"/>
                  <a:pt x="17958" y="21600"/>
                  <a:pt x="17916" y="21600"/>
                </a:cubicBezTo>
                <a:cubicBezTo>
                  <a:pt x="17762" y="21600"/>
                  <a:pt x="17618" y="21460"/>
                  <a:pt x="17563" y="21231"/>
                </a:cubicBezTo>
                <a:lnTo>
                  <a:pt x="17066" y="19133"/>
                </a:lnTo>
                <a:lnTo>
                  <a:pt x="4534" y="19133"/>
                </a:lnTo>
                <a:lnTo>
                  <a:pt x="4037" y="21231"/>
                </a:lnTo>
                <a:cubicBezTo>
                  <a:pt x="3982" y="21456"/>
                  <a:pt x="3838" y="21600"/>
                  <a:pt x="3684" y="21600"/>
                </a:cubicBezTo>
                <a:cubicBezTo>
                  <a:pt x="3642" y="21600"/>
                  <a:pt x="3600" y="21589"/>
                  <a:pt x="3560" y="21567"/>
                </a:cubicBezTo>
                <a:cubicBezTo>
                  <a:pt x="3366" y="21467"/>
                  <a:pt x="3264" y="21149"/>
                  <a:pt x="3331" y="20861"/>
                </a:cubicBezTo>
                <a:lnTo>
                  <a:pt x="3741" y="19133"/>
                </a:lnTo>
                <a:lnTo>
                  <a:pt x="373" y="19133"/>
                </a:lnTo>
                <a:cubicBezTo>
                  <a:pt x="166" y="19133"/>
                  <a:pt x="0" y="18886"/>
                  <a:pt x="0" y="18579"/>
                </a:cubicBezTo>
                <a:lnTo>
                  <a:pt x="0" y="554"/>
                </a:lnTo>
                <a:cubicBezTo>
                  <a:pt x="0" y="247"/>
                  <a:pt x="166" y="0"/>
                  <a:pt x="373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27" name="Freeform 40"/>
          <p:cNvSpPr/>
          <p:nvPr/>
        </p:nvSpPr>
        <p:spPr>
          <a:xfrm>
            <a:off x="17430315" y="3363526"/>
            <a:ext cx="676425" cy="4732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761" h="21600" fill="norm" stroke="1" extrusionOk="0">
                <a:moveTo>
                  <a:pt x="18111" y="0"/>
                </a:moveTo>
                <a:cubicBezTo>
                  <a:pt x="18792" y="0"/>
                  <a:pt x="19348" y="831"/>
                  <a:pt x="19348" y="1854"/>
                </a:cubicBezTo>
                <a:lnTo>
                  <a:pt x="19348" y="15929"/>
                </a:lnTo>
                <a:cubicBezTo>
                  <a:pt x="19348" y="16952"/>
                  <a:pt x="18792" y="17783"/>
                  <a:pt x="18111" y="17783"/>
                </a:cubicBezTo>
                <a:lnTo>
                  <a:pt x="2649" y="17783"/>
                </a:lnTo>
                <a:cubicBezTo>
                  <a:pt x="1968" y="17783"/>
                  <a:pt x="1412" y="16952"/>
                  <a:pt x="1412" y="15929"/>
                </a:cubicBezTo>
                <a:lnTo>
                  <a:pt x="1412" y="1854"/>
                </a:lnTo>
                <a:cubicBezTo>
                  <a:pt x="1412" y="831"/>
                  <a:pt x="1968" y="0"/>
                  <a:pt x="2649" y="0"/>
                </a:cubicBezTo>
                <a:lnTo>
                  <a:pt x="18111" y="0"/>
                </a:lnTo>
                <a:close/>
                <a:moveTo>
                  <a:pt x="18111" y="1648"/>
                </a:moveTo>
                <a:lnTo>
                  <a:pt x="2649" y="1648"/>
                </a:lnTo>
                <a:cubicBezTo>
                  <a:pt x="2573" y="1648"/>
                  <a:pt x="2513" y="1740"/>
                  <a:pt x="2513" y="1854"/>
                </a:cubicBezTo>
                <a:lnTo>
                  <a:pt x="2513" y="15931"/>
                </a:lnTo>
                <a:cubicBezTo>
                  <a:pt x="2513" y="16044"/>
                  <a:pt x="2573" y="16137"/>
                  <a:pt x="2649" y="16137"/>
                </a:cubicBezTo>
                <a:lnTo>
                  <a:pt x="18111" y="16137"/>
                </a:lnTo>
                <a:cubicBezTo>
                  <a:pt x="18187" y="16137"/>
                  <a:pt x="18247" y="16044"/>
                  <a:pt x="18247" y="15931"/>
                </a:cubicBezTo>
                <a:lnTo>
                  <a:pt x="18247" y="1854"/>
                </a:lnTo>
                <a:cubicBezTo>
                  <a:pt x="18247" y="1740"/>
                  <a:pt x="18187" y="1648"/>
                  <a:pt x="18111" y="1648"/>
                </a:cubicBezTo>
                <a:close/>
                <a:moveTo>
                  <a:pt x="20377" y="18681"/>
                </a:moveTo>
                <a:cubicBezTo>
                  <a:pt x="21180" y="18681"/>
                  <a:pt x="20721" y="21600"/>
                  <a:pt x="19003" y="21600"/>
                </a:cubicBezTo>
                <a:cubicBezTo>
                  <a:pt x="18167" y="21600"/>
                  <a:pt x="13984" y="21600"/>
                  <a:pt x="10395" y="21600"/>
                </a:cubicBezTo>
                <a:cubicBezTo>
                  <a:pt x="10383" y="21600"/>
                  <a:pt x="10377" y="21600"/>
                  <a:pt x="10365" y="21600"/>
                </a:cubicBezTo>
                <a:cubicBezTo>
                  <a:pt x="6776" y="21600"/>
                  <a:pt x="2593" y="21600"/>
                  <a:pt x="1757" y="21600"/>
                </a:cubicBezTo>
                <a:cubicBezTo>
                  <a:pt x="39" y="21600"/>
                  <a:pt x="-420" y="18681"/>
                  <a:pt x="383" y="18681"/>
                </a:cubicBezTo>
                <a:cubicBezTo>
                  <a:pt x="701" y="18681"/>
                  <a:pt x="3669" y="18681"/>
                  <a:pt x="7179" y="18681"/>
                </a:cubicBezTo>
                <a:lnTo>
                  <a:pt x="7960" y="19539"/>
                </a:lnTo>
                <a:lnTo>
                  <a:pt x="12800" y="19539"/>
                </a:lnTo>
                <a:lnTo>
                  <a:pt x="13581" y="18681"/>
                </a:lnTo>
                <a:cubicBezTo>
                  <a:pt x="17091" y="18681"/>
                  <a:pt x="20059" y="18681"/>
                  <a:pt x="20377" y="18681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28" name="Graphic 419"/>
          <p:cNvSpPr/>
          <p:nvPr/>
        </p:nvSpPr>
        <p:spPr>
          <a:xfrm>
            <a:off x="1912127" y="3321794"/>
            <a:ext cx="569697" cy="5696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1946"/>
                </a:moveTo>
                <a:cubicBezTo>
                  <a:pt x="13684" y="1946"/>
                  <a:pt x="14025" y="1957"/>
                  <a:pt x="15164" y="2009"/>
                </a:cubicBezTo>
                <a:cubicBezTo>
                  <a:pt x="16217" y="2057"/>
                  <a:pt x="16789" y="2233"/>
                  <a:pt x="17170" y="2381"/>
                </a:cubicBezTo>
                <a:cubicBezTo>
                  <a:pt x="17674" y="2577"/>
                  <a:pt x="18033" y="2811"/>
                  <a:pt x="18411" y="3189"/>
                </a:cubicBezTo>
                <a:cubicBezTo>
                  <a:pt x="18789" y="3567"/>
                  <a:pt x="19023" y="3926"/>
                  <a:pt x="19219" y="4431"/>
                </a:cubicBezTo>
                <a:cubicBezTo>
                  <a:pt x="19367" y="4811"/>
                  <a:pt x="19543" y="5383"/>
                  <a:pt x="19591" y="6436"/>
                </a:cubicBezTo>
                <a:cubicBezTo>
                  <a:pt x="19643" y="7575"/>
                  <a:pt x="19654" y="7916"/>
                  <a:pt x="19654" y="10800"/>
                </a:cubicBezTo>
                <a:cubicBezTo>
                  <a:pt x="19654" y="13684"/>
                  <a:pt x="19643" y="14025"/>
                  <a:pt x="19591" y="15164"/>
                </a:cubicBezTo>
                <a:cubicBezTo>
                  <a:pt x="19543" y="16217"/>
                  <a:pt x="19367" y="16789"/>
                  <a:pt x="19219" y="17170"/>
                </a:cubicBezTo>
                <a:cubicBezTo>
                  <a:pt x="19023" y="17674"/>
                  <a:pt x="18789" y="18033"/>
                  <a:pt x="18411" y="18411"/>
                </a:cubicBezTo>
                <a:cubicBezTo>
                  <a:pt x="18033" y="18789"/>
                  <a:pt x="17674" y="19023"/>
                  <a:pt x="17170" y="19219"/>
                </a:cubicBezTo>
                <a:cubicBezTo>
                  <a:pt x="16789" y="19367"/>
                  <a:pt x="16217" y="19543"/>
                  <a:pt x="15164" y="19591"/>
                </a:cubicBezTo>
                <a:cubicBezTo>
                  <a:pt x="14025" y="19643"/>
                  <a:pt x="13684" y="19654"/>
                  <a:pt x="10800" y="19654"/>
                </a:cubicBezTo>
                <a:cubicBezTo>
                  <a:pt x="7916" y="19654"/>
                  <a:pt x="7575" y="19643"/>
                  <a:pt x="6436" y="19591"/>
                </a:cubicBezTo>
                <a:cubicBezTo>
                  <a:pt x="5383" y="19543"/>
                  <a:pt x="4811" y="19367"/>
                  <a:pt x="4431" y="19219"/>
                </a:cubicBezTo>
                <a:cubicBezTo>
                  <a:pt x="3926" y="19023"/>
                  <a:pt x="3567" y="18789"/>
                  <a:pt x="3189" y="18411"/>
                </a:cubicBezTo>
                <a:cubicBezTo>
                  <a:pt x="2811" y="18033"/>
                  <a:pt x="2577" y="17674"/>
                  <a:pt x="2381" y="17170"/>
                </a:cubicBezTo>
                <a:cubicBezTo>
                  <a:pt x="2233" y="16789"/>
                  <a:pt x="2057" y="16217"/>
                  <a:pt x="2009" y="15164"/>
                </a:cubicBezTo>
                <a:cubicBezTo>
                  <a:pt x="1957" y="14025"/>
                  <a:pt x="1946" y="13684"/>
                  <a:pt x="1946" y="10800"/>
                </a:cubicBezTo>
                <a:cubicBezTo>
                  <a:pt x="1946" y="7916"/>
                  <a:pt x="1957" y="7575"/>
                  <a:pt x="2009" y="6436"/>
                </a:cubicBezTo>
                <a:cubicBezTo>
                  <a:pt x="2057" y="5383"/>
                  <a:pt x="2233" y="4811"/>
                  <a:pt x="2381" y="4431"/>
                </a:cubicBezTo>
                <a:cubicBezTo>
                  <a:pt x="2577" y="3926"/>
                  <a:pt x="2811" y="3567"/>
                  <a:pt x="3189" y="3189"/>
                </a:cubicBezTo>
                <a:cubicBezTo>
                  <a:pt x="3567" y="2811"/>
                  <a:pt x="3926" y="2577"/>
                  <a:pt x="4431" y="2381"/>
                </a:cubicBezTo>
                <a:cubicBezTo>
                  <a:pt x="4811" y="2233"/>
                  <a:pt x="5383" y="2057"/>
                  <a:pt x="6436" y="2009"/>
                </a:cubicBezTo>
                <a:cubicBezTo>
                  <a:pt x="7575" y="1957"/>
                  <a:pt x="7916" y="1946"/>
                  <a:pt x="10800" y="1946"/>
                </a:cubicBezTo>
                <a:moveTo>
                  <a:pt x="10800" y="0"/>
                </a:moveTo>
                <a:cubicBezTo>
                  <a:pt x="7867" y="0"/>
                  <a:pt x="7499" y="12"/>
                  <a:pt x="6347" y="65"/>
                </a:cubicBezTo>
                <a:cubicBezTo>
                  <a:pt x="5198" y="117"/>
                  <a:pt x="4413" y="300"/>
                  <a:pt x="3726" y="567"/>
                </a:cubicBezTo>
                <a:cubicBezTo>
                  <a:pt x="3015" y="843"/>
                  <a:pt x="2413" y="1212"/>
                  <a:pt x="1813" y="1813"/>
                </a:cubicBezTo>
                <a:cubicBezTo>
                  <a:pt x="1212" y="2413"/>
                  <a:pt x="843" y="3015"/>
                  <a:pt x="567" y="3726"/>
                </a:cubicBezTo>
                <a:cubicBezTo>
                  <a:pt x="300" y="4413"/>
                  <a:pt x="117" y="5198"/>
                  <a:pt x="65" y="6347"/>
                </a:cubicBezTo>
                <a:cubicBezTo>
                  <a:pt x="12" y="7499"/>
                  <a:pt x="0" y="7867"/>
                  <a:pt x="0" y="10800"/>
                </a:cubicBezTo>
                <a:cubicBezTo>
                  <a:pt x="0" y="13733"/>
                  <a:pt x="12" y="14101"/>
                  <a:pt x="65" y="15253"/>
                </a:cubicBezTo>
                <a:cubicBezTo>
                  <a:pt x="117" y="16402"/>
                  <a:pt x="300" y="17187"/>
                  <a:pt x="567" y="17874"/>
                </a:cubicBezTo>
                <a:cubicBezTo>
                  <a:pt x="843" y="18585"/>
                  <a:pt x="1212" y="19187"/>
                  <a:pt x="1813" y="19787"/>
                </a:cubicBezTo>
                <a:cubicBezTo>
                  <a:pt x="2413" y="20388"/>
                  <a:pt x="3015" y="20757"/>
                  <a:pt x="3726" y="21033"/>
                </a:cubicBezTo>
                <a:cubicBezTo>
                  <a:pt x="4413" y="21300"/>
                  <a:pt x="5198" y="21483"/>
                  <a:pt x="6347" y="21535"/>
                </a:cubicBezTo>
                <a:cubicBezTo>
                  <a:pt x="7499" y="21588"/>
                  <a:pt x="7867" y="21600"/>
                  <a:pt x="10800" y="21600"/>
                </a:cubicBezTo>
                <a:cubicBezTo>
                  <a:pt x="13733" y="21600"/>
                  <a:pt x="14101" y="21588"/>
                  <a:pt x="15253" y="21535"/>
                </a:cubicBezTo>
                <a:cubicBezTo>
                  <a:pt x="16402" y="21483"/>
                  <a:pt x="17187" y="21300"/>
                  <a:pt x="17874" y="21033"/>
                </a:cubicBezTo>
                <a:cubicBezTo>
                  <a:pt x="18585" y="20757"/>
                  <a:pt x="19187" y="20388"/>
                  <a:pt x="19787" y="19787"/>
                </a:cubicBezTo>
                <a:cubicBezTo>
                  <a:pt x="20388" y="19187"/>
                  <a:pt x="20757" y="18585"/>
                  <a:pt x="21033" y="17874"/>
                </a:cubicBezTo>
                <a:cubicBezTo>
                  <a:pt x="21300" y="17187"/>
                  <a:pt x="21483" y="16402"/>
                  <a:pt x="21535" y="15253"/>
                </a:cubicBezTo>
                <a:cubicBezTo>
                  <a:pt x="21588" y="14101"/>
                  <a:pt x="21600" y="13733"/>
                  <a:pt x="21600" y="10800"/>
                </a:cubicBezTo>
                <a:cubicBezTo>
                  <a:pt x="21600" y="7867"/>
                  <a:pt x="21588" y="7499"/>
                  <a:pt x="21535" y="6347"/>
                </a:cubicBezTo>
                <a:cubicBezTo>
                  <a:pt x="21483" y="5198"/>
                  <a:pt x="21300" y="4413"/>
                  <a:pt x="21033" y="3726"/>
                </a:cubicBezTo>
                <a:cubicBezTo>
                  <a:pt x="20757" y="3015"/>
                  <a:pt x="20388" y="2413"/>
                  <a:pt x="19787" y="1813"/>
                </a:cubicBezTo>
                <a:cubicBezTo>
                  <a:pt x="19187" y="1212"/>
                  <a:pt x="18585" y="843"/>
                  <a:pt x="17874" y="567"/>
                </a:cubicBezTo>
                <a:cubicBezTo>
                  <a:pt x="17187" y="300"/>
                  <a:pt x="16402" y="117"/>
                  <a:pt x="15253" y="65"/>
                </a:cubicBezTo>
                <a:cubicBezTo>
                  <a:pt x="14101" y="12"/>
                  <a:pt x="13733" y="0"/>
                  <a:pt x="10800" y="0"/>
                </a:cubicBezTo>
                <a:close/>
                <a:moveTo>
                  <a:pt x="10800" y="5254"/>
                </a:moveTo>
                <a:cubicBezTo>
                  <a:pt x="7737" y="5254"/>
                  <a:pt x="5254" y="7737"/>
                  <a:pt x="5254" y="10800"/>
                </a:cubicBezTo>
                <a:cubicBezTo>
                  <a:pt x="5254" y="13863"/>
                  <a:pt x="7737" y="16346"/>
                  <a:pt x="10800" y="16346"/>
                </a:cubicBezTo>
                <a:cubicBezTo>
                  <a:pt x="13863" y="16346"/>
                  <a:pt x="16346" y="13863"/>
                  <a:pt x="16346" y="10800"/>
                </a:cubicBezTo>
                <a:cubicBezTo>
                  <a:pt x="16346" y="7737"/>
                  <a:pt x="13863" y="5254"/>
                  <a:pt x="10800" y="5254"/>
                </a:cubicBezTo>
                <a:close/>
                <a:moveTo>
                  <a:pt x="10800" y="14400"/>
                </a:moveTo>
                <a:cubicBezTo>
                  <a:pt x="8812" y="14400"/>
                  <a:pt x="7200" y="12788"/>
                  <a:pt x="7200" y="10800"/>
                </a:cubicBezTo>
                <a:cubicBezTo>
                  <a:pt x="7200" y="8812"/>
                  <a:pt x="8812" y="7200"/>
                  <a:pt x="10800" y="7200"/>
                </a:cubicBezTo>
                <a:cubicBezTo>
                  <a:pt x="12788" y="7200"/>
                  <a:pt x="14400" y="8812"/>
                  <a:pt x="14400" y="10800"/>
                </a:cubicBezTo>
                <a:cubicBezTo>
                  <a:pt x="14400" y="12788"/>
                  <a:pt x="12788" y="14400"/>
                  <a:pt x="10800" y="14400"/>
                </a:cubicBezTo>
                <a:close/>
                <a:moveTo>
                  <a:pt x="17861" y="5035"/>
                </a:moveTo>
                <a:cubicBezTo>
                  <a:pt x="17861" y="5751"/>
                  <a:pt x="17281" y="6331"/>
                  <a:pt x="16565" y="6331"/>
                </a:cubicBezTo>
                <a:cubicBezTo>
                  <a:pt x="15849" y="6331"/>
                  <a:pt x="15269" y="5751"/>
                  <a:pt x="15269" y="5035"/>
                </a:cubicBezTo>
                <a:cubicBezTo>
                  <a:pt x="15269" y="4319"/>
                  <a:pt x="15849" y="3739"/>
                  <a:pt x="16565" y="3739"/>
                </a:cubicBezTo>
                <a:cubicBezTo>
                  <a:pt x="17281" y="3739"/>
                  <a:pt x="17861" y="4319"/>
                  <a:pt x="17861" y="503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29" name="Graphic 423"/>
          <p:cNvSpPr/>
          <p:nvPr/>
        </p:nvSpPr>
        <p:spPr>
          <a:xfrm>
            <a:off x="4070575" y="3357511"/>
            <a:ext cx="684575" cy="47919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149" y="3373"/>
                </a:moveTo>
                <a:cubicBezTo>
                  <a:pt x="20900" y="2045"/>
                  <a:pt x="20168" y="1000"/>
                  <a:pt x="19239" y="645"/>
                </a:cubicBezTo>
                <a:cubicBezTo>
                  <a:pt x="17555" y="0"/>
                  <a:pt x="10800" y="0"/>
                  <a:pt x="10800" y="0"/>
                </a:cubicBezTo>
                <a:cubicBezTo>
                  <a:pt x="10800" y="0"/>
                  <a:pt x="4045" y="0"/>
                  <a:pt x="2361" y="645"/>
                </a:cubicBezTo>
                <a:cubicBezTo>
                  <a:pt x="1432" y="1000"/>
                  <a:pt x="700" y="2045"/>
                  <a:pt x="451" y="3373"/>
                </a:cubicBezTo>
                <a:cubicBezTo>
                  <a:pt x="0" y="5779"/>
                  <a:pt x="0" y="10800"/>
                  <a:pt x="0" y="10800"/>
                </a:cubicBezTo>
                <a:cubicBezTo>
                  <a:pt x="0" y="10800"/>
                  <a:pt x="0" y="15821"/>
                  <a:pt x="451" y="18227"/>
                </a:cubicBezTo>
                <a:cubicBezTo>
                  <a:pt x="700" y="19554"/>
                  <a:pt x="1432" y="20600"/>
                  <a:pt x="2361" y="20955"/>
                </a:cubicBezTo>
                <a:cubicBezTo>
                  <a:pt x="4045" y="21600"/>
                  <a:pt x="10800" y="21600"/>
                  <a:pt x="10800" y="21600"/>
                </a:cubicBezTo>
                <a:cubicBezTo>
                  <a:pt x="10800" y="21600"/>
                  <a:pt x="17555" y="21600"/>
                  <a:pt x="19239" y="20955"/>
                </a:cubicBezTo>
                <a:cubicBezTo>
                  <a:pt x="20168" y="20600"/>
                  <a:pt x="20900" y="19554"/>
                  <a:pt x="21149" y="18227"/>
                </a:cubicBezTo>
                <a:cubicBezTo>
                  <a:pt x="21600" y="15821"/>
                  <a:pt x="21600" y="10800"/>
                  <a:pt x="21600" y="10800"/>
                </a:cubicBezTo>
                <a:cubicBezTo>
                  <a:pt x="21600" y="10800"/>
                  <a:pt x="21600" y="5779"/>
                  <a:pt x="21149" y="3373"/>
                </a:cubicBezTo>
                <a:close/>
                <a:moveTo>
                  <a:pt x="8640" y="15429"/>
                </a:moveTo>
                <a:lnTo>
                  <a:pt x="8640" y="6171"/>
                </a:lnTo>
                <a:lnTo>
                  <a:pt x="14252" y="10800"/>
                </a:lnTo>
                <a:lnTo>
                  <a:pt x="8640" y="15429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30" name="Freeform 27"/>
          <p:cNvSpPr/>
          <p:nvPr/>
        </p:nvSpPr>
        <p:spPr>
          <a:xfrm>
            <a:off x="6355093" y="3374836"/>
            <a:ext cx="467277" cy="4618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78" fill="norm" stroke="1" extrusionOk="0">
                <a:moveTo>
                  <a:pt x="1597" y="0"/>
                </a:moveTo>
                <a:cubicBezTo>
                  <a:pt x="728" y="-9"/>
                  <a:pt x="11" y="689"/>
                  <a:pt x="0" y="1558"/>
                </a:cubicBezTo>
                <a:lnTo>
                  <a:pt x="0" y="20020"/>
                </a:lnTo>
                <a:cubicBezTo>
                  <a:pt x="10" y="20890"/>
                  <a:pt x="727" y="21587"/>
                  <a:pt x="1597" y="21578"/>
                </a:cubicBezTo>
                <a:lnTo>
                  <a:pt x="19997" y="21578"/>
                </a:lnTo>
                <a:cubicBezTo>
                  <a:pt x="20869" y="21589"/>
                  <a:pt x="21588" y="20891"/>
                  <a:pt x="21600" y="20020"/>
                </a:cubicBezTo>
                <a:lnTo>
                  <a:pt x="21600" y="1558"/>
                </a:lnTo>
                <a:cubicBezTo>
                  <a:pt x="21588" y="688"/>
                  <a:pt x="20869" y="-11"/>
                  <a:pt x="19997" y="0"/>
                </a:cubicBezTo>
                <a:lnTo>
                  <a:pt x="1597" y="0"/>
                </a:lnTo>
                <a:close/>
                <a:moveTo>
                  <a:pt x="4809" y="2970"/>
                </a:moveTo>
                <a:cubicBezTo>
                  <a:pt x="5834" y="2970"/>
                  <a:pt x="6662" y="3801"/>
                  <a:pt x="6662" y="4826"/>
                </a:cubicBezTo>
                <a:cubicBezTo>
                  <a:pt x="6662" y="5851"/>
                  <a:pt x="5834" y="6681"/>
                  <a:pt x="4809" y="6681"/>
                </a:cubicBezTo>
                <a:cubicBezTo>
                  <a:pt x="3783" y="6682"/>
                  <a:pt x="2950" y="5851"/>
                  <a:pt x="2950" y="4826"/>
                </a:cubicBezTo>
                <a:cubicBezTo>
                  <a:pt x="2950" y="3801"/>
                  <a:pt x="3783" y="2971"/>
                  <a:pt x="4809" y="2970"/>
                </a:cubicBezTo>
                <a:close/>
                <a:moveTo>
                  <a:pt x="14565" y="7837"/>
                </a:moveTo>
                <a:cubicBezTo>
                  <a:pt x="17808" y="7837"/>
                  <a:pt x="18405" y="9965"/>
                  <a:pt x="18405" y="12738"/>
                </a:cubicBezTo>
                <a:lnTo>
                  <a:pt x="18400" y="18386"/>
                </a:lnTo>
                <a:lnTo>
                  <a:pt x="15205" y="18386"/>
                </a:lnTo>
                <a:lnTo>
                  <a:pt x="15205" y="13380"/>
                </a:lnTo>
                <a:cubicBezTo>
                  <a:pt x="15205" y="12186"/>
                  <a:pt x="15184" y="10649"/>
                  <a:pt x="13541" y="10649"/>
                </a:cubicBezTo>
                <a:cubicBezTo>
                  <a:pt x="11875" y="10649"/>
                  <a:pt x="11615" y="11949"/>
                  <a:pt x="11615" y="13292"/>
                </a:cubicBezTo>
                <a:lnTo>
                  <a:pt x="11615" y="18386"/>
                </a:lnTo>
                <a:lnTo>
                  <a:pt x="8415" y="18386"/>
                </a:lnTo>
                <a:lnTo>
                  <a:pt x="8415" y="8088"/>
                </a:lnTo>
                <a:lnTo>
                  <a:pt x="11487" y="8088"/>
                </a:lnTo>
                <a:lnTo>
                  <a:pt x="11487" y="9500"/>
                </a:lnTo>
                <a:lnTo>
                  <a:pt x="11532" y="9500"/>
                </a:lnTo>
                <a:cubicBezTo>
                  <a:pt x="12158" y="8430"/>
                  <a:pt x="13325" y="7791"/>
                  <a:pt x="14565" y="7837"/>
                </a:cubicBezTo>
                <a:close/>
                <a:moveTo>
                  <a:pt x="3206" y="8088"/>
                </a:moveTo>
                <a:lnTo>
                  <a:pt x="6406" y="8088"/>
                </a:lnTo>
                <a:lnTo>
                  <a:pt x="6406" y="18386"/>
                </a:lnTo>
                <a:lnTo>
                  <a:pt x="3206" y="18386"/>
                </a:lnTo>
                <a:lnTo>
                  <a:pt x="3206" y="8088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31" name="Freeform 22"/>
          <p:cNvSpPr/>
          <p:nvPr/>
        </p:nvSpPr>
        <p:spPr>
          <a:xfrm>
            <a:off x="1102221" y="5529422"/>
            <a:ext cx="202984" cy="5385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6253" y="6353"/>
                </a:moveTo>
                <a:lnTo>
                  <a:pt x="15347" y="6353"/>
                </a:lnTo>
                <a:cubicBezTo>
                  <a:pt x="16644" y="6353"/>
                  <a:pt x="17752" y="6703"/>
                  <a:pt x="17971" y="7181"/>
                </a:cubicBezTo>
                <a:lnTo>
                  <a:pt x="21600" y="15247"/>
                </a:lnTo>
                <a:lnTo>
                  <a:pt x="16985" y="15247"/>
                </a:lnTo>
                <a:lnTo>
                  <a:pt x="14878" y="21600"/>
                </a:lnTo>
                <a:lnTo>
                  <a:pt x="6722" y="21600"/>
                </a:lnTo>
                <a:lnTo>
                  <a:pt x="4615" y="15247"/>
                </a:lnTo>
                <a:lnTo>
                  <a:pt x="0" y="15247"/>
                </a:lnTo>
                <a:lnTo>
                  <a:pt x="3629" y="7181"/>
                </a:lnTo>
                <a:cubicBezTo>
                  <a:pt x="3848" y="6703"/>
                  <a:pt x="4956" y="6353"/>
                  <a:pt x="6253" y="6353"/>
                </a:cubicBezTo>
                <a:close/>
                <a:moveTo>
                  <a:pt x="10800" y="0"/>
                </a:moveTo>
                <a:cubicBezTo>
                  <a:pt x="14554" y="0"/>
                  <a:pt x="17597" y="1138"/>
                  <a:pt x="17597" y="2541"/>
                </a:cubicBezTo>
                <a:cubicBezTo>
                  <a:pt x="17597" y="3945"/>
                  <a:pt x="14554" y="5082"/>
                  <a:pt x="10800" y="5082"/>
                </a:cubicBezTo>
                <a:cubicBezTo>
                  <a:pt x="7046" y="5082"/>
                  <a:pt x="4003" y="3945"/>
                  <a:pt x="4003" y="2541"/>
                </a:cubicBezTo>
                <a:cubicBezTo>
                  <a:pt x="4003" y="1138"/>
                  <a:pt x="7046" y="0"/>
                  <a:pt x="10800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32" name="Freeform 23"/>
          <p:cNvSpPr/>
          <p:nvPr/>
        </p:nvSpPr>
        <p:spPr>
          <a:xfrm>
            <a:off x="847555" y="5529422"/>
            <a:ext cx="201089" cy="5385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1" h="21600" fill="norm" stroke="1" extrusionOk="0">
                <a:moveTo>
                  <a:pt x="2902" y="6353"/>
                </a:moveTo>
                <a:lnTo>
                  <a:pt x="18639" y="6353"/>
                </a:lnTo>
                <a:cubicBezTo>
                  <a:pt x="19979" y="6353"/>
                  <a:pt x="21075" y="6750"/>
                  <a:pt x="21109" y="7247"/>
                </a:cubicBezTo>
                <a:lnTo>
                  <a:pt x="21540" y="13524"/>
                </a:lnTo>
                <a:cubicBezTo>
                  <a:pt x="21540" y="13536"/>
                  <a:pt x="21541" y="13548"/>
                  <a:pt x="21541" y="13560"/>
                </a:cubicBezTo>
                <a:cubicBezTo>
                  <a:pt x="21544" y="14491"/>
                  <a:pt x="19516" y="15246"/>
                  <a:pt x="17010" y="15247"/>
                </a:cubicBezTo>
                <a:lnTo>
                  <a:pt x="14889" y="21600"/>
                </a:lnTo>
                <a:lnTo>
                  <a:pt x="6679" y="21600"/>
                </a:lnTo>
                <a:lnTo>
                  <a:pt x="4558" y="15247"/>
                </a:lnTo>
                <a:cubicBezTo>
                  <a:pt x="4516" y="15247"/>
                  <a:pt x="4475" y="15247"/>
                  <a:pt x="4433" y="15247"/>
                </a:cubicBezTo>
                <a:cubicBezTo>
                  <a:pt x="1928" y="15226"/>
                  <a:pt x="-56" y="14454"/>
                  <a:pt x="1" y="13524"/>
                </a:cubicBezTo>
                <a:lnTo>
                  <a:pt x="432" y="7247"/>
                </a:lnTo>
                <a:cubicBezTo>
                  <a:pt x="465" y="6750"/>
                  <a:pt x="1561" y="6353"/>
                  <a:pt x="2902" y="6353"/>
                </a:cubicBezTo>
                <a:close/>
                <a:moveTo>
                  <a:pt x="10784" y="0"/>
                </a:moveTo>
                <a:cubicBezTo>
                  <a:pt x="14563" y="0"/>
                  <a:pt x="17626" y="1138"/>
                  <a:pt x="17626" y="2541"/>
                </a:cubicBezTo>
                <a:cubicBezTo>
                  <a:pt x="17626" y="3945"/>
                  <a:pt x="14563" y="5082"/>
                  <a:pt x="10784" y="5082"/>
                </a:cubicBezTo>
                <a:cubicBezTo>
                  <a:pt x="7005" y="5082"/>
                  <a:pt x="3942" y="3945"/>
                  <a:pt x="3942" y="2541"/>
                </a:cubicBezTo>
                <a:cubicBezTo>
                  <a:pt x="3942" y="1138"/>
                  <a:pt x="7005" y="0"/>
                  <a:pt x="10784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33" name="Freeform 20"/>
          <p:cNvSpPr/>
          <p:nvPr/>
        </p:nvSpPr>
        <p:spPr>
          <a:xfrm>
            <a:off x="2956492" y="5645213"/>
            <a:ext cx="652025" cy="3299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9" h="21600" fill="norm" stroke="1" extrusionOk="0">
                <a:moveTo>
                  <a:pt x="17046" y="13886"/>
                </a:moveTo>
                <a:cubicBezTo>
                  <a:pt x="18799" y="13886"/>
                  <a:pt x="20441" y="15594"/>
                  <a:pt x="21444" y="18466"/>
                </a:cubicBezTo>
                <a:cubicBezTo>
                  <a:pt x="21546" y="18767"/>
                  <a:pt x="21600" y="19118"/>
                  <a:pt x="21599" y="19474"/>
                </a:cubicBezTo>
                <a:lnTo>
                  <a:pt x="21599" y="20057"/>
                </a:lnTo>
                <a:cubicBezTo>
                  <a:pt x="21599" y="20909"/>
                  <a:pt x="21249" y="21600"/>
                  <a:pt x="20818" y="21600"/>
                </a:cubicBezTo>
                <a:lnTo>
                  <a:pt x="17045" y="21600"/>
                </a:lnTo>
                <a:lnTo>
                  <a:pt x="17045" y="19048"/>
                </a:lnTo>
                <a:cubicBezTo>
                  <a:pt x="17045" y="18311"/>
                  <a:pt x="16934" y="17595"/>
                  <a:pt x="16725" y="16979"/>
                </a:cubicBezTo>
                <a:cubicBezTo>
                  <a:pt x="16381" y="15992"/>
                  <a:pt x="15979" y="15109"/>
                  <a:pt x="15534" y="14338"/>
                </a:cubicBezTo>
                <a:cubicBezTo>
                  <a:pt x="16020" y="14051"/>
                  <a:pt x="16527" y="13886"/>
                  <a:pt x="17046" y="13886"/>
                </a:cubicBezTo>
                <a:close/>
                <a:moveTo>
                  <a:pt x="4554" y="13886"/>
                </a:moveTo>
                <a:cubicBezTo>
                  <a:pt x="5073" y="13886"/>
                  <a:pt x="5580" y="14051"/>
                  <a:pt x="6066" y="14339"/>
                </a:cubicBezTo>
                <a:cubicBezTo>
                  <a:pt x="5621" y="15111"/>
                  <a:pt x="5219" y="15993"/>
                  <a:pt x="4874" y="16981"/>
                </a:cubicBezTo>
                <a:cubicBezTo>
                  <a:pt x="4665" y="17599"/>
                  <a:pt x="4554" y="18312"/>
                  <a:pt x="4554" y="19048"/>
                </a:cubicBezTo>
                <a:lnTo>
                  <a:pt x="4554" y="21600"/>
                </a:lnTo>
                <a:lnTo>
                  <a:pt x="781" y="21600"/>
                </a:lnTo>
                <a:cubicBezTo>
                  <a:pt x="350" y="21600"/>
                  <a:pt x="0" y="20909"/>
                  <a:pt x="0" y="20057"/>
                </a:cubicBezTo>
                <a:lnTo>
                  <a:pt x="0" y="19474"/>
                </a:lnTo>
                <a:cubicBezTo>
                  <a:pt x="0" y="19118"/>
                  <a:pt x="54" y="18767"/>
                  <a:pt x="156" y="18466"/>
                </a:cubicBezTo>
                <a:cubicBezTo>
                  <a:pt x="1159" y="15594"/>
                  <a:pt x="2801" y="13886"/>
                  <a:pt x="4554" y="13886"/>
                </a:cubicBezTo>
                <a:close/>
                <a:moveTo>
                  <a:pt x="10800" y="12343"/>
                </a:moveTo>
                <a:cubicBezTo>
                  <a:pt x="12903" y="12343"/>
                  <a:pt x="14874" y="14392"/>
                  <a:pt x="16072" y="17825"/>
                </a:cubicBezTo>
                <a:cubicBezTo>
                  <a:pt x="16200" y="18201"/>
                  <a:pt x="16265" y="18621"/>
                  <a:pt x="16265" y="19048"/>
                </a:cubicBezTo>
                <a:lnTo>
                  <a:pt x="16265" y="20057"/>
                </a:lnTo>
                <a:cubicBezTo>
                  <a:pt x="16265" y="20910"/>
                  <a:pt x="15916" y="21600"/>
                  <a:pt x="15484" y="21600"/>
                </a:cubicBezTo>
                <a:lnTo>
                  <a:pt x="6116" y="21600"/>
                </a:lnTo>
                <a:cubicBezTo>
                  <a:pt x="5684" y="21600"/>
                  <a:pt x="5335" y="20910"/>
                  <a:pt x="5335" y="20057"/>
                </a:cubicBezTo>
                <a:lnTo>
                  <a:pt x="5335" y="19048"/>
                </a:lnTo>
                <a:cubicBezTo>
                  <a:pt x="5335" y="18616"/>
                  <a:pt x="5400" y="18201"/>
                  <a:pt x="5522" y="17840"/>
                </a:cubicBezTo>
                <a:cubicBezTo>
                  <a:pt x="6726" y="14392"/>
                  <a:pt x="8697" y="12343"/>
                  <a:pt x="10800" y="12343"/>
                </a:cubicBezTo>
                <a:close/>
                <a:moveTo>
                  <a:pt x="17046" y="3086"/>
                </a:moveTo>
                <a:cubicBezTo>
                  <a:pt x="18340" y="3086"/>
                  <a:pt x="19388" y="5158"/>
                  <a:pt x="19388" y="7714"/>
                </a:cubicBezTo>
                <a:cubicBezTo>
                  <a:pt x="19388" y="10271"/>
                  <a:pt x="18340" y="12343"/>
                  <a:pt x="17046" y="12343"/>
                </a:cubicBezTo>
                <a:cubicBezTo>
                  <a:pt x="15752" y="12343"/>
                  <a:pt x="14704" y="10271"/>
                  <a:pt x="14704" y="7714"/>
                </a:cubicBezTo>
                <a:cubicBezTo>
                  <a:pt x="14704" y="5158"/>
                  <a:pt x="15752" y="3086"/>
                  <a:pt x="17046" y="3086"/>
                </a:cubicBezTo>
                <a:close/>
                <a:moveTo>
                  <a:pt x="4554" y="3086"/>
                </a:moveTo>
                <a:cubicBezTo>
                  <a:pt x="5848" y="3086"/>
                  <a:pt x="6896" y="5158"/>
                  <a:pt x="6896" y="7714"/>
                </a:cubicBezTo>
                <a:cubicBezTo>
                  <a:pt x="6896" y="10271"/>
                  <a:pt x="5848" y="12343"/>
                  <a:pt x="4554" y="12343"/>
                </a:cubicBezTo>
                <a:cubicBezTo>
                  <a:pt x="3260" y="12343"/>
                  <a:pt x="2212" y="10271"/>
                  <a:pt x="2212" y="7714"/>
                </a:cubicBezTo>
                <a:cubicBezTo>
                  <a:pt x="2212" y="5158"/>
                  <a:pt x="3260" y="3086"/>
                  <a:pt x="4554" y="3086"/>
                </a:cubicBezTo>
                <a:close/>
                <a:moveTo>
                  <a:pt x="10800" y="0"/>
                </a:moveTo>
                <a:cubicBezTo>
                  <a:pt x="12309" y="0"/>
                  <a:pt x="13533" y="2418"/>
                  <a:pt x="13533" y="5400"/>
                </a:cubicBezTo>
                <a:cubicBezTo>
                  <a:pt x="13533" y="8382"/>
                  <a:pt x="12309" y="10800"/>
                  <a:pt x="10800" y="10800"/>
                </a:cubicBezTo>
                <a:cubicBezTo>
                  <a:pt x="9291" y="10800"/>
                  <a:pt x="8067" y="8382"/>
                  <a:pt x="8067" y="5400"/>
                </a:cubicBezTo>
                <a:cubicBezTo>
                  <a:pt x="8067" y="2418"/>
                  <a:pt x="9291" y="0"/>
                  <a:pt x="10800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34" name="Freeform 34"/>
          <p:cNvSpPr/>
          <p:nvPr/>
        </p:nvSpPr>
        <p:spPr>
          <a:xfrm>
            <a:off x="1895333" y="5629443"/>
            <a:ext cx="552890" cy="3615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10" h="21600" fill="norm" stroke="1" extrusionOk="0">
                <a:moveTo>
                  <a:pt x="7876" y="10905"/>
                </a:moveTo>
                <a:cubicBezTo>
                  <a:pt x="8620" y="12017"/>
                  <a:pt x="9637" y="12706"/>
                  <a:pt x="10757" y="12706"/>
                </a:cubicBezTo>
                <a:cubicBezTo>
                  <a:pt x="11876" y="12706"/>
                  <a:pt x="12892" y="12018"/>
                  <a:pt x="13635" y="10908"/>
                </a:cubicBezTo>
                <a:cubicBezTo>
                  <a:pt x="14985" y="12576"/>
                  <a:pt x="15779" y="15148"/>
                  <a:pt x="15716" y="17826"/>
                </a:cubicBezTo>
                <a:lnTo>
                  <a:pt x="15716" y="18293"/>
                </a:lnTo>
                <a:cubicBezTo>
                  <a:pt x="15716" y="19003"/>
                  <a:pt x="15459" y="19653"/>
                  <a:pt x="15048" y="19983"/>
                </a:cubicBezTo>
                <a:cubicBezTo>
                  <a:pt x="13705" y="21054"/>
                  <a:pt x="12263" y="21600"/>
                  <a:pt x="10757" y="21600"/>
                </a:cubicBezTo>
                <a:cubicBezTo>
                  <a:pt x="9249" y="21600"/>
                  <a:pt x="7804" y="21054"/>
                  <a:pt x="6462" y="19979"/>
                </a:cubicBezTo>
                <a:cubicBezTo>
                  <a:pt x="6052" y="19648"/>
                  <a:pt x="5795" y="19000"/>
                  <a:pt x="5795" y="18289"/>
                </a:cubicBezTo>
                <a:lnTo>
                  <a:pt x="5795" y="17825"/>
                </a:lnTo>
                <a:cubicBezTo>
                  <a:pt x="5731" y="15147"/>
                  <a:pt x="6525" y="12574"/>
                  <a:pt x="7876" y="10905"/>
                </a:cubicBezTo>
                <a:close/>
                <a:moveTo>
                  <a:pt x="5883" y="7227"/>
                </a:moveTo>
                <a:cubicBezTo>
                  <a:pt x="6496" y="7986"/>
                  <a:pt x="6953" y="8996"/>
                  <a:pt x="7210" y="10119"/>
                </a:cubicBezTo>
                <a:cubicBezTo>
                  <a:pt x="6227" y="11412"/>
                  <a:pt x="5533" y="13121"/>
                  <a:pt x="5198" y="14993"/>
                </a:cubicBezTo>
                <a:cubicBezTo>
                  <a:pt x="4716" y="15153"/>
                  <a:pt x="4224" y="15247"/>
                  <a:pt x="3721" y="15247"/>
                </a:cubicBezTo>
                <a:cubicBezTo>
                  <a:pt x="2592" y="15247"/>
                  <a:pt x="1509" y="14840"/>
                  <a:pt x="503" y="14034"/>
                </a:cubicBezTo>
                <a:cubicBezTo>
                  <a:pt x="196" y="13788"/>
                  <a:pt x="3" y="13299"/>
                  <a:pt x="3" y="12766"/>
                </a:cubicBezTo>
                <a:lnTo>
                  <a:pt x="3" y="12416"/>
                </a:lnTo>
                <a:cubicBezTo>
                  <a:pt x="-45" y="10409"/>
                  <a:pt x="550" y="8481"/>
                  <a:pt x="1562" y="7228"/>
                </a:cubicBezTo>
                <a:cubicBezTo>
                  <a:pt x="2120" y="8062"/>
                  <a:pt x="2881" y="8578"/>
                  <a:pt x="3721" y="8578"/>
                </a:cubicBezTo>
                <a:cubicBezTo>
                  <a:pt x="4561" y="8578"/>
                  <a:pt x="5323" y="8061"/>
                  <a:pt x="5883" y="7227"/>
                </a:cubicBezTo>
                <a:close/>
                <a:moveTo>
                  <a:pt x="15627" y="7226"/>
                </a:moveTo>
                <a:cubicBezTo>
                  <a:pt x="16185" y="8061"/>
                  <a:pt x="16949" y="8576"/>
                  <a:pt x="17788" y="8576"/>
                </a:cubicBezTo>
                <a:cubicBezTo>
                  <a:pt x="18628" y="8576"/>
                  <a:pt x="19389" y="8059"/>
                  <a:pt x="19947" y="7227"/>
                </a:cubicBezTo>
                <a:cubicBezTo>
                  <a:pt x="20959" y="8481"/>
                  <a:pt x="21555" y="10407"/>
                  <a:pt x="21508" y="12416"/>
                </a:cubicBezTo>
                <a:lnTo>
                  <a:pt x="21508" y="12764"/>
                </a:lnTo>
                <a:cubicBezTo>
                  <a:pt x="21508" y="13298"/>
                  <a:pt x="21315" y="13786"/>
                  <a:pt x="21008" y="14032"/>
                </a:cubicBezTo>
                <a:cubicBezTo>
                  <a:pt x="20001" y="14838"/>
                  <a:pt x="18918" y="15246"/>
                  <a:pt x="17789" y="15246"/>
                </a:cubicBezTo>
                <a:cubicBezTo>
                  <a:pt x="17287" y="15246"/>
                  <a:pt x="16795" y="15152"/>
                  <a:pt x="16312" y="14992"/>
                </a:cubicBezTo>
                <a:cubicBezTo>
                  <a:pt x="15977" y="13120"/>
                  <a:pt x="15282" y="11414"/>
                  <a:pt x="14300" y="10118"/>
                </a:cubicBezTo>
                <a:cubicBezTo>
                  <a:pt x="14555" y="8996"/>
                  <a:pt x="15013" y="7986"/>
                  <a:pt x="15627" y="7226"/>
                </a:cubicBezTo>
                <a:close/>
                <a:moveTo>
                  <a:pt x="10756" y="1271"/>
                </a:moveTo>
                <a:cubicBezTo>
                  <a:pt x="12584" y="1271"/>
                  <a:pt x="14065" y="3546"/>
                  <a:pt x="14065" y="6353"/>
                </a:cubicBezTo>
                <a:cubicBezTo>
                  <a:pt x="14065" y="9160"/>
                  <a:pt x="12584" y="11435"/>
                  <a:pt x="10756" y="11435"/>
                </a:cubicBezTo>
                <a:cubicBezTo>
                  <a:pt x="8929" y="11435"/>
                  <a:pt x="7447" y="9160"/>
                  <a:pt x="7447" y="6353"/>
                </a:cubicBezTo>
                <a:cubicBezTo>
                  <a:pt x="7447" y="3546"/>
                  <a:pt x="8929" y="1271"/>
                  <a:pt x="10756" y="1271"/>
                </a:cubicBezTo>
                <a:close/>
                <a:moveTo>
                  <a:pt x="3722" y="1"/>
                </a:moveTo>
                <a:cubicBezTo>
                  <a:pt x="5092" y="1"/>
                  <a:pt x="6204" y="1708"/>
                  <a:pt x="6204" y="3813"/>
                </a:cubicBezTo>
                <a:cubicBezTo>
                  <a:pt x="6204" y="5918"/>
                  <a:pt x="5092" y="7625"/>
                  <a:pt x="3722" y="7625"/>
                </a:cubicBezTo>
                <a:cubicBezTo>
                  <a:pt x="2351" y="7625"/>
                  <a:pt x="1240" y="5918"/>
                  <a:pt x="1240" y="3813"/>
                </a:cubicBezTo>
                <a:cubicBezTo>
                  <a:pt x="1240" y="1708"/>
                  <a:pt x="2351" y="1"/>
                  <a:pt x="3722" y="1"/>
                </a:cubicBezTo>
                <a:close/>
                <a:moveTo>
                  <a:pt x="17788" y="0"/>
                </a:moveTo>
                <a:cubicBezTo>
                  <a:pt x="19159" y="0"/>
                  <a:pt x="20270" y="1707"/>
                  <a:pt x="20270" y="3812"/>
                </a:cubicBezTo>
                <a:cubicBezTo>
                  <a:pt x="20270" y="5917"/>
                  <a:pt x="19159" y="7624"/>
                  <a:pt x="17788" y="7624"/>
                </a:cubicBezTo>
                <a:cubicBezTo>
                  <a:pt x="16418" y="7624"/>
                  <a:pt x="15306" y="5917"/>
                  <a:pt x="15306" y="3812"/>
                </a:cubicBezTo>
                <a:cubicBezTo>
                  <a:pt x="15306" y="1707"/>
                  <a:pt x="16418" y="0"/>
                  <a:pt x="17788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35" name="Freeform 36"/>
          <p:cNvSpPr/>
          <p:nvPr/>
        </p:nvSpPr>
        <p:spPr>
          <a:xfrm>
            <a:off x="6349218" y="5545641"/>
            <a:ext cx="597799" cy="4952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18" fill="norm" stroke="1" extrusionOk="0">
                <a:moveTo>
                  <a:pt x="13721" y="17276"/>
                </a:moveTo>
                <a:lnTo>
                  <a:pt x="15514" y="19404"/>
                </a:lnTo>
                <a:lnTo>
                  <a:pt x="14828" y="19720"/>
                </a:lnTo>
                <a:cubicBezTo>
                  <a:pt x="12239" y="20928"/>
                  <a:pt x="9384" y="20928"/>
                  <a:pt x="6794" y="19720"/>
                </a:cubicBezTo>
                <a:lnTo>
                  <a:pt x="5821" y="19273"/>
                </a:lnTo>
                <a:lnTo>
                  <a:pt x="5821" y="17591"/>
                </a:lnTo>
                <a:cubicBezTo>
                  <a:pt x="5821" y="17249"/>
                  <a:pt x="5953" y="16908"/>
                  <a:pt x="6175" y="16671"/>
                </a:cubicBezTo>
                <a:cubicBezTo>
                  <a:pt x="6330" y="16540"/>
                  <a:pt x="6462" y="16382"/>
                  <a:pt x="6617" y="16251"/>
                </a:cubicBezTo>
                <a:cubicBezTo>
                  <a:pt x="7768" y="17460"/>
                  <a:pt x="9229" y="18143"/>
                  <a:pt x="10778" y="18143"/>
                </a:cubicBezTo>
                <a:cubicBezTo>
                  <a:pt x="11818" y="18143"/>
                  <a:pt x="12814" y="17854"/>
                  <a:pt x="13721" y="17276"/>
                </a:cubicBezTo>
                <a:close/>
                <a:moveTo>
                  <a:pt x="13168" y="10628"/>
                </a:moveTo>
                <a:lnTo>
                  <a:pt x="13124" y="10628"/>
                </a:lnTo>
                <a:cubicBezTo>
                  <a:pt x="13146" y="10523"/>
                  <a:pt x="13146" y="10470"/>
                  <a:pt x="13146" y="10470"/>
                </a:cubicBezTo>
                <a:cubicBezTo>
                  <a:pt x="13699" y="7685"/>
                  <a:pt x="12393" y="7816"/>
                  <a:pt x="12393" y="7816"/>
                </a:cubicBezTo>
                <a:cubicBezTo>
                  <a:pt x="12283" y="7264"/>
                  <a:pt x="11619" y="6686"/>
                  <a:pt x="11021" y="6844"/>
                </a:cubicBezTo>
                <a:cubicBezTo>
                  <a:pt x="10402" y="7001"/>
                  <a:pt x="9140" y="6817"/>
                  <a:pt x="9140" y="6817"/>
                </a:cubicBezTo>
                <a:cubicBezTo>
                  <a:pt x="9118" y="7133"/>
                  <a:pt x="9361" y="7369"/>
                  <a:pt x="9361" y="7369"/>
                </a:cubicBezTo>
                <a:cubicBezTo>
                  <a:pt x="8056" y="8315"/>
                  <a:pt x="8587" y="10496"/>
                  <a:pt x="8587" y="10496"/>
                </a:cubicBezTo>
                <a:cubicBezTo>
                  <a:pt x="8366" y="10444"/>
                  <a:pt x="8144" y="10575"/>
                  <a:pt x="8366" y="11495"/>
                </a:cubicBezTo>
                <a:cubicBezTo>
                  <a:pt x="8521" y="12178"/>
                  <a:pt x="8675" y="12362"/>
                  <a:pt x="8786" y="12362"/>
                </a:cubicBezTo>
                <a:cubicBezTo>
                  <a:pt x="8830" y="12756"/>
                  <a:pt x="8941" y="13177"/>
                  <a:pt x="9140" y="13571"/>
                </a:cubicBezTo>
                <a:lnTo>
                  <a:pt x="9140" y="14306"/>
                </a:lnTo>
                <a:cubicBezTo>
                  <a:pt x="10180" y="14990"/>
                  <a:pt x="11464" y="14963"/>
                  <a:pt x="12482" y="14280"/>
                </a:cubicBezTo>
                <a:cubicBezTo>
                  <a:pt x="12482" y="14070"/>
                  <a:pt x="12482" y="13781"/>
                  <a:pt x="12482" y="13439"/>
                </a:cubicBezTo>
                <a:cubicBezTo>
                  <a:pt x="12615" y="13124"/>
                  <a:pt x="12681" y="12782"/>
                  <a:pt x="12725" y="12493"/>
                </a:cubicBezTo>
                <a:cubicBezTo>
                  <a:pt x="12836" y="12598"/>
                  <a:pt x="13035" y="12546"/>
                  <a:pt x="13234" y="11652"/>
                </a:cubicBezTo>
                <a:cubicBezTo>
                  <a:pt x="13411" y="10917"/>
                  <a:pt x="13301" y="10680"/>
                  <a:pt x="13168" y="10628"/>
                </a:cubicBezTo>
                <a:close/>
                <a:moveTo>
                  <a:pt x="18922" y="11652"/>
                </a:moveTo>
                <a:cubicBezTo>
                  <a:pt x="19011" y="11731"/>
                  <a:pt x="19188" y="11679"/>
                  <a:pt x="19365" y="10943"/>
                </a:cubicBezTo>
                <a:cubicBezTo>
                  <a:pt x="19520" y="10339"/>
                  <a:pt x="19431" y="10128"/>
                  <a:pt x="19298" y="10076"/>
                </a:cubicBezTo>
                <a:cubicBezTo>
                  <a:pt x="19719" y="7737"/>
                  <a:pt x="18767" y="7658"/>
                  <a:pt x="18767" y="7658"/>
                </a:cubicBezTo>
                <a:cubicBezTo>
                  <a:pt x="18767" y="7658"/>
                  <a:pt x="18634" y="7343"/>
                  <a:pt x="18258" y="7080"/>
                </a:cubicBezTo>
                <a:cubicBezTo>
                  <a:pt x="18015" y="6896"/>
                  <a:pt x="17661" y="6765"/>
                  <a:pt x="17196" y="6817"/>
                </a:cubicBezTo>
                <a:cubicBezTo>
                  <a:pt x="17041" y="6817"/>
                  <a:pt x="16908" y="6870"/>
                  <a:pt x="16775" y="6922"/>
                </a:cubicBezTo>
                <a:cubicBezTo>
                  <a:pt x="16598" y="7001"/>
                  <a:pt x="16443" y="7080"/>
                  <a:pt x="16311" y="7212"/>
                </a:cubicBezTo>
                <a:cubicBezTo>
                  <a:pt x="16311" y="7212"/>
                  <a:pt x="16311" y="7212"/>
                  <a:pt x="16311" y="7212"/>
                </a:cubicBezTo>
                <a:cubicBezTo>
                  <a:pt x="16731" y="8131"/>
                  <a:pt x="16975" y="9156"/>
                  <a:pt x="17041" y="10207"/>
                </a:cubicBezTo>
                <a:cubicBezTo>
                  <a:pt x="17130" y="11600"/>
                  <a:pt x="16864" y="12993"/>
                  <a:pt x="16333" y="14201"/>
                </a:cubicBezTo>
                <a:lnTo>
                  <a:pt x="19830" y="18327"/>
                </a:lnTo>
                <a:cubicBezTo>
                  <a:pt x="20139" y="18222"/>
                  <a:pt x="20449" y="18117"/>
                  <a:pt x="20759" y="17959"/>
                </a:cubicBezTo>
                <a:lnTo>
                  <a:pt x="21600" y="17565"/>
                </a:lnTo>
                <a:lnTo>
                  <a:pt x="21600" y="16120"/>
                </a:lnTo>
                <a:cubicBezTo>
                  <a:pt x="21600" y="15804"/>
                  <a:pt x="21489" y="15515"/>
                  <a:pt x="21290" y="15331"/>
                </a:cubicBezTo>
                <a:cubicBezTo>
                  <a:pt x="20184" y="14254"/>
                  <a:pt x="19011" y="13544"/>
                  <a:pt x="18767" y="13413"/>
                </a:cubicBezTo>
                <a:cubicBezTo>
                  <a:pt x="18745" y="13387"/>
                  <a:pt x="18723" y="13360"/>
                  <a:pt x="18723" y="13334"/>
                </a:cubicBezTo>
                <a:cubicBezTo>
                  <a:pt x="18723" y="13203"/>
                  <a:pt x="18723" y="12835"/>
                  <a:pt x="18723" y="12467"/>
                </a:cubicBezTo>
                <a:cubicBezTo>
                  <a:pt x="18834" y="12178"/>
                  <a:pt x="18900" y="11889"/>
                  <a:pt x="18922" y="11652"/>
                </a:cubicBezTo>
                <a:close/>
                <a:moveTo>
                  <a:pt x="15536" y="852"/>
                </a:moveTo>
                <a:cubicBezTo>
                  <a:pt x="15536" y="852"/>
                  <a:pt x="15403" y="537"/>
                  <a:pt x="15027" y="274"/>
                </a:cubicBezTo>
                <a:cubicBezTo>
                  <a:pt x="14784" y="90"/>
                  <a:pt x="14430" y="-41"/>
                  <a:pt x="13965" y="12"/>
                </a:cubicBezTo>
                <a:cubicBezTo>
                  <a:pt x="13810" y="12"/>
                  <a:pt x="13677" y="64"/>
                  <a:pt x="13544" y="117"/>
                </a:cubicBezTo>
                <a:cubicBezTo>
                  <a:pt x="13367" y="195"/>
                  <a:pt x="13212" y="274"/>
                  <a:pt x="13080" y="406"/>
                </a:cubicBezTo>
                <a:cubicBezTo>
                  <a:pt x="12902" y="537"/>
                  <a:pt x="12748" y="695"/>
                  <a:pt x="12593" y="879"/>
                </a:cubicBezTo>
                <a:cubicBezTo>
                  <a:pt x="12371" y="1141"/>
                  <a:pt x="12172" y="1509"/>
                  <a:pt x="12084" y="1956"/>
                </a:cubicBezTo>
                <a:cubicBezTo>
                  <a:pt x="11995" y="2324"/>
                  <a:pt x="11995" y="2744"/>
                  <a:pt x="12128" y="3165"/>
                </a:cubicBezTo>
                <a:cubicBezTo>
                  <a:pt x="12017" y="3165"/>
                  <a:pt x="11907" y="3191"/>
                  <a:pt x="11884" y="3375"/>
                </a:cubicBezTo>
                <a:cubicBezTo>
                  <a:pt x="13146" y="3638"/>
                  <a:pt x="14297" y="4347"/>
                  <a:pt x="15226" y="5451"/>
                </a:cubicBezTo>
                <a:cubicBezTo>
                  <a:pt x="15315" y="5556"/>
                  <a:pt x="15403" y="5661"/>
                  <a:pt x="15492" y="5766"/>
                </a:cubicBezTo>
                <a:cubicBezTo>
                  <a:pt x="15492" y="5740"/>
                  <a:pt x="15492" y="5714"/>
                  <a:pt x="15492" y="5687"/>
                </a:cubicBezTo>
                <a:cubicBezTo>
                  <a:pt x="15602" y="5425"/>
                  <a:pt x="15669" y="5136"/>
                  <a:pt x="15713" y="4873"/>
                </a:cubicBezTo>
                <a:cubicBezTo>
                  <a:pt x="15802" y="4952"/>
                  <a:pt x="15979" y="4899"/>
                  <a:pt x="16156" y="4163"/>
                </a:cubicBezTo>
                <a:cubicBezTo>
                  <a:pt x="16311" y="3559"/>
                  <a:pt x="16222" y="3349"/>
                  <a:pt x="16089" y="3296"/>
                </a:cubicBezTo>
                <a:cubicBezTo>
                  <a:pt x="16466" y="931"/>
                  <a:pt x="15536" y="852"/>
                  <a:pt x="15536" y="852"/>
                </a:cubicBezTo>
                <a:close/>
                <a:moveTo>
                  <a:pt x="9052" y="852"/>
                </a:moveTo>
                <a:cubicBezTo>
                  <a:pt x="9052" y="852"/>
                  <a:pt x="8919" y="537"/>
                  <a:pt x="8543" y="274"/>
                </a:cubicBezTo>
                <a:cubicBezTo>
                  <a:pt x="8299" y="90"/>
                  <a:pt x="7945" y="-41"/>
                  <a:pt x="7480" y="12"/>
                </a:cubicBezTo>
                <a:cubicBezTo>
                  <a:pt x="7325" y="12"/>
                  <a:pt x="7193" y="64"/>
                  <a:pt x="7060" y="117"/>
                </a:cubicBezTo>
                <a:cubicBezTo>
                  <a:pt x="6883" y="195"/>
                  <a:pt x="6728" y="274"/>
                  <a:pt x="6595" y="406"/>
                </a:cubicBezTo>
                <a:cubicBezTo>
                  <a:pt x="6418" y="537"/>
                  <a:pt x="6263" y="695"/>
                  <a:pt x="6108" y="879"/>
                </a:cubicBezTo>
                <a:cubicBezTo>
                  <a:pt x="5887" y="1141"/>
                  <a:pt x="5688" y="1509"/>
                  <a:pt x="5599" y="1956"/>
                </a:cubicBezTo>
                <a:cubicBezTo>
                  <a:pt x="5511" y="2324"/>
                  <a:pt x="5511" y="2744"/>
                  <a:pt x="5643" y="3165"/>
                </a:cubicBezTo>
                <a:cubicBezTo>
                  <a:pt x="5466" y="3139"/>
                  <a:pt x="5267" y="3270"/>
                  <a:pt x="5466" y="4058"/>
                </a:cubicBezTo>
                <a:cubicBezTo>
                  <a:pt x="5599" y="4636"/>
                  <a:pt x="5732" y="4794"/>
                  <a:pt x="5821" y="4794"/>
                </a:cubicBezTo>
                <a:cubicBezTo>
                  <a:pt x="5865" y="5109"/>
                  <a:pt x="5931" y="5451"/>
                  <a:pt x="6086" y="5766"/>
                </a:cubicBezTo>
                <a:cubicBezTo>
                  <a:pt x="6152" y="5661"/>
                  <a:pt x="6241" y="5556"/>
                  <a:pt x="6330" y="5477"/>
                </a:cubicBezTo>
                <a:cubicBezTo>
                  <a:pt x="7259" y="4321"/>
                  <a:pt x="8410" y="3612"/>
                  <a:pt x="9671" y="3349"/>
                </a:cubicBezTo>
                <a:cubicBezTo>
                  <a:pt x="9649" y="3296"/>
                  <a:pt x="9605" y="3270"/>
                  <a:pt x="9583" y="3270"/>
                </a:cubicBezTo>
                <a:cubicBezTo>
                  <a:pt x="9981" y="931"/>
                  <a:pt x="9052" y="852"/>
                  <a:pt x="9052" y="852"/>
                </a:cubicBezTo>
                <a:close/>
                <a:moveTo>
                  <a:pt x="5046" y="18721"/>
                </a:moveTo>
                <a:lnTo>
                  <a:pt x="5046" y="17591"/>
                </a:lnTo>
                <a:cubicBezTo>
                  <a:pt x="5046" y="16960"/>
                  <a:pt x="5267" y="16382"/>
                  <a:pt x="5688" y="15988"/>
                </a:cubicBezTo>
                <a:cubicBezTo>
                  <a:pt x="5821" y="15857"/>
                  <a:pt x="5953" y="15752"/>
                  <a:pt x="6064" y="15620"/>
                </a:cubicBezTo>
                <a:cubicBezTo>
                  <a:pt x="5046" y="14254"/>
                  <a:pt x="4493" y="12520"/>
                  <a:pt x="4493" y="10680"/>
                </a:cubicBezTo>
                <a:cubicBezTo>
                  <a:pt x="4493" y="9393"/>
                  <a:pt x="4758" y="8158"/>
                  <a:pt x="5289" y="7054"/>
                </a:cubicBezTo>
                <a:cubicBezTo>
                  <a:pt x="5046" y="6870"/>
                  <a:pt x="4692" y="6739"/>
                  <a:pt x="4249" y="6791"/>
                </a:cubicBezTo>
                <a:cubicBezTo>
                  <a:pt x="4094" y="6791"/>
                  <a:pt x="3961" y="6844"/>
                  <a:pt x="3829" y="6896"/>
                </a:cubicBezTo>
                <a:cubicBezTo>
                  <a:pt x="3652" y="6975"/>
                  <a:pt x="3497" y="7054"/>
                  <a:pt x="3364" y="7185"/>
                </a:cubicBezTo>
                <a:cubicBezTo>
                  <a:pt x="3187" y="7317"/>
                  <a:pt x="3032" y="7474"/>
                  <a:pt x="2877" y="7658"/>
                </a:cubicBezTo>
                <a:cubicBezTo>
                  <a:pt x="2656" y="7921"/>
                  <a:pt x="2457" y="8289"/>
                  <a:pt x="2368" y="8736"/>
                </a:cubicBezTo>
                <a:cubicBezTo>
                  <a:pt x="2280" y="9104"/>
                  <a:pt x="2280" y="9524"/>
                  <a:pt x="2412" y="9944"/>
                </a:cubicBezTo>
                <a:cubicBezTo>
                  <a:pt x="2235" y="9918"/>
                  <a:pt x="2036" y="10050"/>
                  <a:pt x="2235" y="10838"/>
                </a:cubicBezTo>
                <a:cubicBezTo>
                  <a:pt x="2368" y="11416"/>
                  <a:pt x="2501" y="11574"/>
                  <a:pt x="2589" y="11574"/>
                </a:cubicBezTo>
                <a:cubicBezTo>
                  <a:pt x="2634" y="11915"/>
                  <a:pt x="2722" y="12257"/>
                  <a:pt x="2877" y="12598"/>
                </a:cubicBezTo>
                <a:lnTo>
                  <a:pt x="2877" y="13334"/>
                </a:lnTo>
                <a:cubicBezTo>
                  <a:pt x="2877" y="13360"/>
                  <a:pt x="2855" y="13413"/>
                  <a:pt x="2833" y="13413"/>
                </a:cubicBezTo>
                <a:cubicBezTo>
                  <a:pt x="2589" y="13544"/>
                  <a:pt x="1394" y="14254"/>
                  <a:pt x="310" y="15331"/>
                </a:cubicBezTo>
                <a:cubicBezTo>
                  <a:pt x="111" y="15515"/>
                  <a:pt x="0" y="15804"/>
                  <a:pt x="0" y="16120"/>
                </a:cubicBezTo>
                <a:lnTo>
                  <a:pt x="0" y="17565"/>
                </a:lnTo>
                <a:lnTo>
                  <a:pt x="841" y="17959"/>
                </a:lnTo>
                <a:cubicBezTo>
                  <a:pt x="2191" y="18590"/>
                  <a:pt x="3630" y="18852"/>
                  <a:pt x="5046" y="18721"/>
                </a:cubicBezTo>
                <a:close/>
                <a:moveTo>
                  <a:pt x="17948" y="21033"/>
                </a:moveTo>
                <a:lnTo>
                  <a:pt x="14186" y="16566"/>
                </a:lnTo>
                <a:lnTo>
                  <a:pt x="14385" y="16330"/>
                </a:lnTo>
                <a:lnTo>
                  <a:pt x="14075" y="15962"/>
                </a:lnTo>
                <a:cubicBezTo>
                  <a:pt x="11907" y="17880"/>
                  <a:pt x="8830" y="17670"/>
                  <a:pt x="6883" y="15331"/>
                </a:cubicBezTo>
                <a:cubicBezTo>
                  <a:pt x="4736" y="12782"/>
                  <a:pt x="4736" y="8631"/>
                  <a:pt x="6883" y="6055"/>
                </a:cubicBezTo>
                <a:cubicBezTo>
                  <a:pt x="9030" y="3506"/>
                  <a:pt x="12526" y="3506"/>
                  <a:pt x="14695" y="6055"/>
                </a:cubicBezTo>
                <a:cubicBezTo>
                  <a:pt x="16665" y="8394"/>
                  <a:pt x="16842" y="12047"/>
                  <a:pt x="15226" y="14595"/>
                </a:cubicBezTo>
                <a:lnTo>
                  <a:pt x="15536" y="14963"/>
                </a:lnTo>
                <a:lnTo>
                  <a:pt x="15735" y="14727"/>
                </a:lnTo>
                <a:lnTo>
                  <a:pt x="19498" y="19194"/>
                </a:lnTo>
                <a:cubicBezTo>
                  <a:pt x="19918" y="19693"/>
                  <a:pt x="19918" y="20508"/>
                  <a:pt x="19498" y="21033"/>
                </a:cubicBezTo>
                <a:cubicBezTo>
                  <a:pt x="19077" y="21559"/>
                  <a:pt x="18369" y="21533"/>
                  <a:pt x="17948" y="21033"/>
                </a:cubicBezTo>
                <a:close/>
                <a:moveTo>
                  <a:pt x="13743" y="7159"/>
                </a:moveTo>
                <a:cubicBezTo>
                  <a:pt x="12106" y="5214"/>
                  <a:pt x="9428" y="5214"/>
                  <a:pt x="7790" y="7159"/>
                </a:cubicBezTo>
                <a:cubicBezTo>
                  <a:pt x="6152" y="9104"/>
                  <a:pt x="6152" y="12283"/>
                  <a:pt x="7790" y="14228"/>
                </a:cubicBezTo>
                <a:cubicBezTo>
                  <a:pt x="9428" y="16172"/>
                  <a:pt x="12106" y="16172"/>
                  <a:pt x="13743" y="14228"/>
                </a:cubicBezTo>
                <a:cubicBezTo>
                  <a:pt x="15403" y="12257"/>
                  <a:pt x="15403" y="9104"/>
                  <a:pt x="13743" y="7159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36" name="Freeform 60"/>
          <p:cNvSpPr/>
          <p:nvPr/>
        </p:nvSpPr>
        <p:spPr>
          <a:xfrm>
            <a:off x="9733042" y="5493660"/>
            <a:ext cx="577654" cy="6330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19" h="21600" fill="norm" stroke="1" extrusionOk="0">
                <a:moveTo>
                  <a:pt x="12340" y="9698"/>
                </a:moveTo>
                <a:lnTo>
                  <a:pt x="17654" y="9698"/>
                </a:lnTo>
                <a:cubicBezTo>
                  <a:pt x="17910" y="9698"/>
                  <a:pt x="18117" y="9887"/>
                  <a:pt x="18117" y="10121"/>
                </a:cubicBezTo>
                <a:cubicBezTo>
                  <a:pt x="18117" y="10355"/>
                  <a:pt x="17910" y="10543"/>
                  <a:pt x="17656" y="10543"/>
                </a:cubicBezTo>
                <a:lnTo>
                  <a:pt x="12340" y="10543"/>
                </a:lnTo>
                <a:cubicBezTo>
                  <a:pt x="12085" y="10543"/>
                  <a:pt x="11878" y="10355"/>
                  <a:pt x="11878" y="10121"/>
                </a:cubicBezTo>
                <a:cubicBezTo>
                  <a:pt x="11878" y="9887"/>
                  <a:pt x="12085" y="9698"/>
                  <a:pt x="12340" y="9698"/>
                </a:cubicBezTo>
                <a:close/>
                <a:moveTo>
                  <a:pt x="8411" y="8175"/>
                </a:moveTo>
                <a:cubicBezTo>
                  <a:pt x="8815" y="8167"/>
                  <a:pt x="9219" y="8168"/>
                  <a:pt x="9622" y="8175"/>
                </a:cubicBezTo>
                <a:cubicBezTo>
                  <a:pt x="10229" y="8185"/>
                  <a:pt x="10687" y="8494"/>
                  <a:pt x="10865" y="9023"/>
                </a:cubicBezTo>
                <a:cubicBezTo>
                  <a:pt x="10970" y="9337"/>
                  <a:pt x="11051" y="9657"/>
                  <a:pt x="11138" y="9977"/>
                </a:cubicBezTo>
                <a:cubicBezTo>
                  <a:pt x="11248" y="10385"/>
                  <a:pt x="11120" y="10539"/>
                  <a:pt x="10665" y="10542"/>
                </a:cubicBezTo>
                <a:cubicBezTo>
                  <a:pt x="10120" y="10546"/>
                  <a:pt x="9574" y="10542"/>
                  <a:pt x="9029" y="10542"/>
                </a:cubicBezTo>
                <a:cubicBezTo>
                  <a:pt x="8484" y="10542"/>
                  <a:pt x="7939" y="10546"/>
                  <a:pt x="7393" y="10541"/>
                </a:cubicBezTo>
                <a:cubicBezTo>
                  <a:pt x="6933" y="10538"/>
                  <a:pt x="6800" y="10385"/>
                  <a:pt x="6906" y="9986"/>
                </a:cubicBezTo>
                <a:cubicBezTo>
                  <a:pt x="6990" y="9676"/>
                  <a:pt x="7075" y="9368"/>
                  <a:pt x="7170" y="9061"/>
                </a:cubicBezTo>
                <a:cubicBezTo>
                  <a:pt x="7338" y="8514"/>
                  <a:pt x="7796" y="8186"/>
                  <a:pt x="8411" y="8175"/>
                </a:cubicBezTo>
                <a:close/>
                <a:moveTo>
                  <a:pt x="12340" y="7816"/>
                </a:moveTo>
                <a:lnTo>
                  <a:pt x="17654" y="7816"/>
                </a:lnTo>
                <a:cubicBezTo>
                  <a:pt x="17910" y="7816"/>
                  <a:pt x="18117" y="8005"/>
                  <a:pt x="18117" y="8239"/>
                </a:cubicBezTo>
                <a:cubicBezTo>
                  <a:pt x="18118" y="8472"/>
                  <a:pt x="17910" y="8661"/>
                  <a:pt x="17656" y="8661"/>
                </a:cubicBezTo>
                <a:lnTo>
                  <a:pt x="12340" y="8661"/>
                </a:lnTo>
                <a:cubicBezTo>
                  <a:pt x="12085" y="8661"/>
                  <a:pt x="11878" y="8472"/>
                  <a:pt x="11878" y="8239"/>
                </a:cubicBezTo>
                <a:cubicBezTo>
                  <a:pt x="11878" y="8005"/>
                  <a:pt x="12085" y="7816"/>
                  <a:pt x="12340" y="7816"/>
                </a:cubicBezTo>
                <a:close/>
                <a:moveTo>
                  <a:pt x="12340" y="5934"/>
                </a:moveTo>
                <a:lnTo>
                  <a:pt x="17654" y="5934"/>
                </a:lnTo>
                <a:cubicBezTo>
                  <a:pt x="17910" y="5934"/>
                  <a:pt x="18117" y="6123"/>
                  <a:pt x="18117" y="6356"/>
                </a:cubicBezTo>
                <a:cubicBezTo>
                  <a:pt x="18118" y="6590"/>
                  <a:pt x="17910" y="6779"/>
                  <a:pt x="17656" y="6779"/>
                </a:cubicBezTo>
                <a:lnTo>
                  <a:pt x="12340" y="6779"/>
                </a:lnTo>
                <a:cubicBezTo>
                  <a:pt x="12085" y="6779"/>
                  <a:pt x="11878" y="6590"/>
                  <a:pt x="11878" y="6356"/>
                </a:cubicBezTo>
                <a:cubicBezTo>
                  <a:pt x="11878" y="6123"/>
                  <a:pt x="12085" y="5934"/>
                  <a:pt x="12340" y="5934"/>
                </a:cubicBezTo>
                <a:close/>
                <a:moveTo>
                  <a:pt x="9032" y="5327"/>
                </a:moveTo>
                <a:cubicBezTo>
                  <a:pt x="9767" y="5329"/>
                  <a:pt x="10411" y="5916"/>
                  <a:pt x="10414" y="6589"/>
                </a:cubicBezTo>
                <a:cubicBezTo>
                  <a:pt x="10419" y="7257"/>
                  <a:pt x="9779" y="7851"/>
                  <a:pt x="9042" y="7861"/>
                </a:cubicBezTo>
                <a:cubicBezTo>
                  <a:pt x="8299" y="7871"/>
                  <a:pt x="7633" y="7265"/>
                  <a:pt x="7642" y="6583"/>
                </a:cubicBezTo>
                <a:cubicBezTo>
                  <a:pt x="7649" y="5911"/>
                  <a:pt x="8296" y="5325"/>
                  <a:pt x="9032" y="5327"/>
                </a:cubicBezTo>
                <a:close/>
                <a:moveTo>
                  <a:pt x="12556" y="1474"/>
                </a:moveTo>
                <a:cubicBezTo>
                  <a:pt x="8503" y="1474"/>
                  <a:pt x="5206" y="4487"/>
                  <a:pt x="5206" y="8188"/>
                </a:cubicBezTo>
                <a:cubicBezTo>
                  <a:pt x="5206" y="10475"/>
                  <a:pt x="6464" y="12498"/>
                  <a:pt x="8381" y="13711"/>
                </a:cubicBezTo>
                <a:cubicBezTo>
                  <a:pt x="8400" y="13723"/>
                  <a:pt x="8420" y="13736"/>
                  <a:pt x="8440" y="13749"/>
                </a:cubicBezTo>
                <a:cubicBezTo>
                  <a:pt x="9614" y="14478"/>
                  <a:pt x="11032" y="14904"/>
                  <a:pt x="12556" y="14904"/>
                </a:cubicBezTo>
                <a:cubicBezTo>
                  <a:pt x="16610" y="14904"/>
                  <a:pt x="19906" y="11890"/>
                  <a:pt x="19906" y="8188"/>
                </a:cubicBezTo>
                <a:cubicBezTo>
                  <a:pt x="19906" y="4487"/>
                  <a:pt x="16608" y="1474"/>
                  <a:pt x="12556" y="1474"/>
                </a:cubicBezTo>
                <a:close/>
                <a:moveTo>
                  <a:pt x="12556" y="0"/>
                </a:moveTo>
                <a:cubicBezTo>
                  <a:pt x="17499" y="0"/>
                  <a:pt x="21521" y="3674"/>
                  <a:pt x="21519" y="8188"/>
                </a:cubicBezTo>
                <a:cubicBezTo>
                  <a:pt x="21519" y="12704"/>
                  <a:pt x="17497" y="16378"/>
                  <a:pt x="12553" y="16378"/>
                </a:cubicBezTo>
                <a:cubicBezTo>
                  <a:pt x="10920" y="16378"/>
                  <a:pt x="9385" y="15976"/>
                  <a:pt x="8065" y="15275"/>
                </a:cubicBezTo>
                <a:lnTo>
                  <a:pt x="1377" y="21384"/>
                </a:lnTo>
                <a:cubicBezTo>
                  <a:pt x="1220" y="21528"/>
                  <a:pt x="1014" y="21600"/>
                  <a:pt x="807" y="21600"/>
                </a:cubicBezTo>
                <a:cubicBezTo>
                  <a:pt x="601" y="21600"/>
                  <a:pt x="395" y="21528"/>
                  <a:pt x="237" y="21384"/>
                </a:cubicBezTo>
                <a:cubicBezTo>
                  <a:pt x="-79" y="21096"/>
                  <a:pt x="-79" y="20630"/>
                  <a:pt x="237" y="20341"/>
                </a:cubicBezTo>
                <a:lnTo>
                  <a:pt x="6731" y="14410"/>
                </a:lnTo>
                <a:cubicBezTo>
                  <a:pt x="4810" y="12907"/>
                  <a:pt x="3591" y="10676"/>
                  <a:pt x="3591" y="8190"/>
                </a:cubicBezTo>
                <a:cubicBezTo>
                  <a:pt x="3591" y="3674"/>
                  <a:pt x="7612" y="0"/>
                  <a:pt x="12556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37" name="Freeform 583"/>
          <p:cNvSpPr/>
          <p:nvPr/>
        </p:nvSpPr>
        <p:spPr>
          <a:xfrm>
            <a:off x="11932232" y="5554306"/>
            <a:ext cx="508565" cy="4706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9" h="21600" fill="norm" stroke="1" extrusionOk="0">
                <a:moveTo>
                  <a:pt x="18329" y="9065"/>
                </a:moveTo>
                <a:lnTo>
                  <a:pt x="18329" y="2611"/>
                </a:lnTo>
                <a:lnTo>
                  <a:pt x="3266" y="2611"/>
                </a:lnTo>
                <a:lnTo>
                  <a:pt x="3266" y="9072"/>
                </a:lnTo>
                <a:cubicBezTo>
                  <a:pt x="2376" y="9204"/>
                  <a:pt x="1551" y="9643"/>
                  <a:pt x="914" y="10322"/>
                </a:cubicBezTo>
                <a:cubicBezTo>
                  <a:pt x="885" y="10353"/>
                  <a:pt x="861" y="10386"/>
                  <a:pt x="832" y="10419"/>
                </a:cubicBezTo>
                <a:lnTo>
                  <a:pt x="832" y="1573"/>
                </a:lnTo>
                <a:cubicBezTo>
                  <a:pt x="832" y="704"/>
                  <a:pt x="1489" y="0"/>
                  <a:pt x="2299" y="0"/>
                </a:cubicBezTo>
                <a:lnTo>
                  <a:pt x="19296" y="0"/>
                </a:lnTo>
                <a:cubicBezTo>
                  <a:pt x="20106" y="0"/>
                  <a:pt x="20763" y="704"/>
                  <a:pt x="20763" y="1573"/>
                </a:cubicBezTo>
                <a:lnTo>
                  <a:pt x="20763" y="10424"/>
                </a:lnTo>
                <a:cubicBezTo>
                  <a:pt x="20117" y="9691"/>
                  <a:pt x="19260" y="9212"/>
                  <a:pt x="18329" y="9065"/>
                </a:cubicBezTo>
                <a:close/>
                <a:moveTo>
                  <a:pt x="19229" y="15820"/>
                </a:moveTo>
                <a:cubicBezTo>
                  <a:pt x="20427" y="14940"/>
                  <a:pt x="20732" y="13187"/>
                  <a:pt x="19912" y="11903"/>
                </a:cubicBezTo>
                <a:cubicBezTo>
                  <a:pt x="19443" y="11170"/>
                  <a:pt x="18679" y="10717"/>
                  <a:pt x="17851" y="10680"/>
                </a:cubicBezTo>
                <a:lnTo>
                  <a:pt x="17745" y="10680"/>
                </a:lnTo>
                <a:cubicBezTo>
                  <a:pt x="16293" y="10681"/>
                  <a:pt x="15117" y="11943"/>
                  <a:pt x="15117" y="13499"/>
                </a:cubicBezTo>
                <a:cubicBezTo>
                  <a:pt x="15118" y="14428"/>
                  <a:pt x="15545" y="15297"/>
                  <a:pt x="16260" y="15822"/>
                </a:cubicBezTo>
                <a:cubicBezTo>
                  <a:pt x="15391" y="16204"/>
                  <a:pt x="14682" y="16915"/>
                  <a:pt x="14269" y="17819"/>
                </a:cubicBezTo>
                <a:cubicBezTo>
                  <a:pt x="13855" y="16915"/>
                  <a:pt x="13147" y="16204"/>
                  <a:pt x="12277" y="15822"/>
                </a:cubicBezTo>
                <a:cubicBezTo>
                  <a:pt x="13475" y="14943"/>
                  <a:pt x="13781" y="13189"/>
                  <a:pt x="12960" y="11905"/>
                </a:cubicBezTo>
                <a:cubicBezTo>
                  <a:pt x="12491" y="11172"/>
                  <a:pt x="11727" y="10719"/>
                  <a:pt x="10899" y="10683"/>
                </a:cubicBezTo>
                <a:lnTo>
                  <a:pt x="10806" y="10683"/>
                </a:lnTo>
                <a:cubicBezTo>
                  <a:pt x="9354" y="10683"/>
                  <a:pt x="8178" y="11945"/>
                  <a:pt x="8179" y="13502"/>
                </a:cubicBezTo>
                <a:cubicBezTo>
                  <a:pt x="8179" y="14430"/>
                  <a:pt x="8607" y="15300"/>
                  <a:pt x="9321" y="15825"/>
                </a:cubicBezTo>
                <a:cubicBezTo>
                  <a:pt x="8452" y="16207"/>
                  <a:pt x="7744" y="16917"/>
                  <a:pt x="7330" y="17822"/>
                </a:cubicBezTo>
                <a:cubicBezTo>
                  <a:pt x="6917" y="16917"/>
                  <a:pt x="6208" y="16207"/>
                  <a:pt x="5339" y="15825"/>
                </a:cubicBezTo>
                <a:cubicBezTo>
                  <a:pt x="6536" y="14945"/>
                  <a:pt x="6842" y="13191"/>
                  <a:pt x="6021" y="11908"/>
                </a:cubicBezTo>
                <a:cubicBezTo>
                  <a:pt x="5553" y="11174"/>
                  <a:pt x="4789" y="10721"/>
                  <a:pt x="3960" y="10685"/>
                </a:cubicBezTo>
                <a:lnTo>
                  <a:pt x="3854" y="10685"/>
                </a:lnTo>
                <a:cubicBezTo>
                  <a:pt x="2403" y="10686"/>
                  <a:pt x="1226" y="11948"/>
                  <a:pt x="1227" y="13504"/>
                </a:cubicBezTo>
                <a:cubicBezTo>
                  <a:pt x="1227" y="14433"/>
                  <a:pt x="1655" y="15302"/>
                  <a:pt x="2370" y="15827"/>
                </a:cubicBezTo>
                <a:cubicBezTo>
                  <a:pt x="935" y="16460"/>
                  <a:pt x="-1" y="17959"/>
                  <a:pt x="0" y="19622"/>
                </a:cubicBezTo>
                <a:lnTo>
                  <a:pt x="0" y="21024"/>
                </a:lnTo>
                <a:cubicBezTo>
                  <a:pt x="0" y="21342"/>
                  <a:pt x="241" y="21600"/>
                  <a:pt x="538" y="21600"/>
                </a:cubicBezTo>
                <a:lnTo>
                  <a:pt x="21061" y="21600"/>
                </a:lnTo>
                <a:cubicBezTo>
                  <a:pt x="21358" y="21600"/>
                  <a:pt x="21599" y="21342"/>
                  <a:pt x="21599" y="21024"/>
                </a:cubicBezTo>
                <a:lnTo>
                  <a:pt x="21599" y="19612"/>
                </a:lnTo>
                <a:cubicBezTo>
                  <a:pt x="21598" y="17951"/>
                  <a:pt x="20662" y="16455"/>
                  <a:pt x="19229" y="15822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38" name="Freeform 595"/>
          <p:cNvSpPr/>
          <p:nvPr/>
        </p:nvSpPr>
        <p:spPr>
          <a:xfrm>
            <a:off x="8543092" y="5501517"/>
            <a:ext cx="606362" cy="6100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168" y="10193"/>
                </a:moveTo>
                <a:cubicBezTo>
                  <a:pt x="8741" y="11002"/>
                  <a:pt x="9720" y="11543"/>
                  <a:pt x="10800" y="11543"/>
                </a:cubicBezTo>
                <a:cubicBezTo>
                  <a:pt x="11880" y="11543"/>
                  <a:pt x="12825" y="11002"/>
                  <a:pt x="13433" y="10193"/>
                </a:cubicBezTo>
                <a:cubicBezTo>
                  <a:pt x="14546" y="11002"/>
                  <a:pt x="15221" y="12319"/>
                  <a:pt x="15221" y="13736"/>
                </a:cubicBezTo>
                <a:cubicBezTo>
                  <a:pt x="15221" y="15154"/>
                  <a:pt x="12994" y="15795"/>
                  <a:pt x="10800" y="15795"/>
                </a:cubicBezTo>
                <a:cubicBezTo>
                  <a:pt x="9686" y="15795"/>
                  <a:pt x="8674" y="15626"/>
                  <a:pt x="7898" y="15356"/>
                </a:cubicBezTo>
                <a:cubicBezTo>
                  <a:pt x="6649" y="14884"/>
                  <a:pt x="6379" y="14209"/>
                  <a:pt x="6379" y="13736"/>
                </a:cubicBezTo>
                <a:cubicBezTo>
                  <a:pt x="6379" y="12319"/>
                  <a:pt x="7087" y="11002"/>
                  <a:pt x="8168" y="10193"/>
                </a:cubicBezTo>
                <a:close/>
                <a:moveTo>
                  <a:pt x="10800" y="5805"/>
                </a:moveTo>
                <a:cubicBezTo>
                  <a:pt x="12179" y="5805"/>
                  <a:pt x="13298" y="6923"/>
                  <a:pt x="13298" y="8302"/>
                </a:cubicBezTo>
                <a:cubicBezTo>
                  <a:pt x="13298" y="9682"/>
                  <a:pt x="12179" y="10800"/>
                  <a:pt x="10800" y="10800"/>
                </a:cubicBezTo>
                <a:cubicBezTo>
                  <a:pt x="9421" y="10800"/>
                  <a:pt x="8302" y="9682"/>
                  <a:pt x="8302" y="8302"/>
                </a:cubicBezTo>
                <a:cubicBezTo>
                  <a:pt x="8302" y="6923"/>
                  <a:pt x="9421" y="5805"/>
                  <a:pt x="10800" y="5805"/>
                </a:cubicBezTo>
                <a:close/>
                <a:moveTo>
                  <a:pt x="10462" y="1991"/>
                </a:moveTo>
                <a:cubicBezTo>
                  <a:pt x="5873" y="2160"/>
                  <a:pt x="2160" y="5872"/>
                  <a:pt x="1991" y="10462"/>
                </a:cubicBezTo>
                <a:lnTo>
                  <a:pt x="2970" y="10462"/>
                </a:lnTo>
                <a:cubicBezTo>
                  <a:pt x="3173" y="10462"/>
                  <a:pt x="3307" y="10598"/>
                  <a:pt x="3307" y="10800"/>
                </a:cubicBezTo>
                <a:cubicBezTo>
                  <a:pt x="3307" y="11002"/>
                  <a:pt x="3173" y="11138"/>
                  <a:pt x="2970" y="11138"/>
                </a:cubicBezTo>
                <a:lnTo>
                  <a:pt x="1991" y="11138"/>
                </a:lnTo>
                <a:cubicBezTo>
                  <a:pt x="2160" y="15727"/>
                  <a:pt x="5873" y="19440"/>
                  <a:pt x="10462" y="19609"/>
                </a:cubicBezTo>
                <a:lnTo>
                  <a:pt x="10462" y="18630"/>
                </a:lnTo>
                <a:cubicBezTo>
                  <a:pt x="10462" y="18427"/>
                  <a:pt x="10598" y="18293"/>
                  <a:pt x="10800" y="18293"/>
                </a:cubicBezTo>
                <a:cubicBezTo>
                  <a:pt x="11002" y="18293"/>
                  <a:pt x="11138" y="18427"/>
                  <a:pt x="11138" y="18630"/>
                </a:cubicBezTo>
                <a:lnTo>
                  <a:pt x="11138" y="19609"/>
                </a:lnTo>
                <a:cubicBezTo>
                  <a:pt x="15728" y="19440"/>
                  <a:pt x="19440" y="15727"/>
                  <a:pt x="19609" y="11138"/>
                </a:cubicBezTo>
                <a:lnTo>
                  <a:pt x="18630" y="11138"/>
                </a:lnTo>
                <a:cubicBezTo>
                  <a:pt x="18428" y="11138"/>
                  <a:pt x="18293" y="11002"/>
                  <a:pt x="18293" y="10800"/>
                </a:cubicBezTo>
                <a:cubicBezTo>
                  <a:pt x="18293" y="10598"/>
                  <a:pt x="18428" y="10462"/>
                  <a:pt x="18630" y="10462"/>
                </a:cubicBezTo>
                <a:lnTo>
                  <a:pt x="19609" y="10462"/>
                </a:lnTo>
                <a:cubicBezTo>
                  <a:pt x="19440" y="5872"/>
                  <a:pt x="15728" y="2160"/>
                  <a:pt x="11138" y="1991"/>
                </a:cubicBezTo>
                <a:lnTo>
                  <a:pt x="11138" y="2970"/>
                </a:lnTo>
                <a:cubicBezTo>
                  <a:pt x="11138" y="3172"/>
                  <a:pt x="11002" y="3307"/>
                  <a:pt x="10800" y="3307"/>
                </a:cubicBezTo>
                <a:cubicBezTo>
                  <a:pt x="10598" y="3307"/>
                  <a:pt x="10462" y="3172"/>
                  <a:pt x="10462" y="2970"/>
                </a:cubicBezTo>
                <a:close/>
                <a:moveTo>
                  <a:pt x="10800" y="0"/>
                </a:moveTo>
                <a:cubicBezTo>
                  <a:pt x="11002" y="0"/>
                  <a:pt x="11138" y="135"/>
                  <a:pt x="11138" y="338"/>
                </a:cubicBezTo>
                <a:lnTo>
                  <a:pt x="11138" y="1316"/>
                </a:lnTo>
                <a:cubicBezTo>
                  <a:pt x="16099" y="1485"/>
                  <a:pt x="20115" y="5501"/>
                  <a:pt x="20284" y="10462"/>
                </a:cubicBezTo>
                <a:lnTo>
                  <a:pt x="21263" y="10462"/>
                </a:lnTo>
                <a:cubicBezTo>
                  <a:pt x="21465" y="10462"/>
                  <a:pt x="21600" y="10598"/>
                  <a:pt x="21600" y="10800"/>
                </a:cubicBezTo>
                <a:cubicBezTo>
                  <a:pt x="21600" y="11002"/>
                  <a:pt x="21465" y="11138"/>
                  <a:pt x="21263" y="11138"/>
                </a:cubicBezTo>
                <a:lnTo>
                  <a:pt x="20284" y="11138"/>
                </a:lnTo>
                <a:cubicBezTo>
                  <a:pt x="20115" y="16099"/>
                  <a:pt x="16099" y="20115"/>
                  <a:pt x="11138" y="20284"/>
                </a:cubicBezTo>
                <a:lnTo>
                  <a:pt x="11138" y="21262"/>
                </a:lnTo>
                <a:cubicBezTo>
                  <a:pt x="11138" y="21465"/>
                  <a:pt x="11002" y="21600"/>
                  <a:pt x="10800" y="21600"/>
                </a:cubicBezTo>
                <a:cubicBezTo>
                  <a:pt x="10598" y="21600"/>
                  <a:pt x="10462" y="21465"/>
                  <a:pt x="10462" y="21262"/>
                </a:cubicBezTo>
                <a:lnTo>
                  <a:pt x="10462" y="20284"/>
                </a:lnTo>
                <a:cubicBezTo>
                  <a:pt x="5501" y="20115"/>
                  <a:pt x="1485" y="16099"/>
                  <a:pt x="1316" y="11138"/>
                </a:cubicBezTo>
                <a:lnTo>
                  <a:pt x="338" y="11138"/>
                </a:lnTo>
                <a:cubicBezTo>
                  <a:pt x="135" y="11138"/>
                  <a:pt x="0" y="11002"/>
                  <a:pt x="0" y="10800"/>
                </a:cubicBezTo>
                <a:cubicBezTo>
                  <a:pt x="0" y="10598"/>
                  <a:pt x="135" y="10462"/>
                  <a:pt x="338" y="10462"/>
                </a:cubicBezTo>
                <a:lnTo>
                  <a:pt x="1316" y="10462"/>
                </a:lnTo>
                <a:cubicBezTo>
                  <a:pt x="1485" y="5501"/>
                  <a:pt x="5501" y="1485"/>
                  <a:pt x="10462" y="1316"/>
                </a:cubicBezTo>
                <a:lnTo>
                  <a:pt x="10462" y="338"/>
                </a:lnTo>
                <a:cubicBezTo>
                  <a:pt x="10462" y="135"/>
                  <a:pt x="10598" y="0"/>
                  <a:pt x="10800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39" name="Freeform 599"/>
          <p:cNvSpPr/>
          <p:nvPr/>
        </p:nvSpPr>
        <p:spPr>
          <a:xfrm>
            <a:off x="7445347" y="5541322"/>
            <a:ext cx="552890" cy="54862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205" h="20206" fill="norm" stroke="1" extrusionOk="0">
                <a:moveTo>
                  <a:pt x="1785" y="15762"/>
                </a:moveTo>
                <a:cubicBezTo>
                  <a:pt x="-1395" y="11126"/>
                  <a:pt x="-213" y="4790"/>
                  <a:pt x="4425" y="1611"/>
                </a:cubicBezTo>
                <a:cubicBezTo>
                  <a:pt x="5595" y="809"/>
                  <a:pt x="6920" y="260"/>
                  <a:pt x="8314" y="0"/>
                </a:cubicBezTo>
                <a:lnTo>
                  <a:pt x="8314" y="2709"/>
                </a:lnTo>
                <a:cubicBezTo>
                  <a:pt x="4282" y="3738"/>
                  <a:pt x="1848" y="7839"/>
                  <a:pt x="2877" y="11870"/>
                </a:cubicBezTo>
                <a:cubicBezTo>
                  <a:pt x="3055" y="12567"/>
                  <a:pt x="3332" y="13234"/>
                  <a:pt x="3699" y="13853"/>
                </a:cubicBezTo>
                <a:close/>
                <a:moveTo>
                  <a:pt x="17496" y="8135"/>
                </a:moveTo>
                <a:lnTo>
                  <a:pt x="20205" y="8135"/>
                </a:lnTo>
                <a:cubicBezTo>
                  <a:pt x="19424" y="4009"/>
                  <a:pt x="16195" y="781"/>
                  <a:pt x="12068" y="0"/>
                </a:cubicBezTo>
                <a:lnTo>
                  <a:pt x="12068" y="2709"/>
                </a:lnTo>
                <a:cubicBezTo>
                  <a:pt x="14728" y="3398"/>
                  <a:pt x="16806" y="5475"/>
                  <a:pt x="17496" y="8135"/>
                </a:cubicBezTo>
                <a:close/>
                <a:moveTo>
                  <a:pt x="17496" y="11888"/>
                </a:moveTo>
                <a:cubicBezTo>
                  <a:pt x="16467" y="15919"/>
                  <a:pt x="12364" y="18352"/>
                  <a:pt x="8332" y="17324"/>
                </a:cubicBezTo>
                <a:cubicBezTo>
                  <a:pt x="7635" y="17146"/>
                  <a:pt x="6967" y="16869"/>
                  <a:pt x="6349" y="16502"/>
                </a:cubicBezTo>
                <a:lnTo>
                  <a:pt x="4432" y="18418"/>
                </a:lnTo>
                <a:cubicBezTo>
                  <a:pt x="9068" y="21600"/>
                  <a:pt x="15406" y="20422"/>
                  <a:pt x="18589" y="15788"/>
                </a:cubicBezTo>
                <a:cubicBezTo>
                  <a:pt x="19394" y="14615"/>
                  <a:pt x="19945" y="13286"/>
                  <a:pt x="20205" y="11888"/>
                </a:cubicBezTo>
                <a:close/>
                <a:moveTo>
                  <a:pt x="5874" y="7106"/>
                </a:moveTo>
                <a:cubicBezTo>
                  <a:pt x="5874" y="7668"/>
                  <a:pt x="6152" y="8194"/>
                  <a:pt x="6616" y="8510"/>
                </a:cubicBezTo>
                <a:cubicBezTo>
                  <a:pt x="5683" y="8890"/>
                  <a:pt x="5072" y="9795"/>
                  <a:pt x="5070" y="10802"/>
                </a:cubicBezTo>
                <a:lnTo>
                  <a:pt x="5070" y="11645"/>
                </a:lnTo>
                <a:cubicBezTo>
                  <a:pt x="5070" y="11838"/>
                  <a:pt x="5227" y="11994"/>
                  <a:pt x="5419" y="11994"/>
                </a:cubicBezTo>
                <a:lnTo>
                  <a:pt x="6839" y="11994"/>
                </a:lnTo>
                <a:cubicBezTo>
                  <a:pt x="7048" y="11456"/>
                  <a:pt x="7386" y="10977"/>
                  <a:pt x="7822" y="10599"/>
                </a:cubicBezTo>
                <a:cubicBezTo>
                  <a:pt x="7074" y="9297"/>
                  <a:pt x="7522" y="7636"/>
                  <a:pt x="8824" y="6888"/>
                </a:cubicBezTo>
                <a:cubicBezTo>
                  <a:pt x="8952" y="6815"/>
                  <a:pt x="9086" y="6752"/>
                  <a:pt x="9224" y="6700"/>
                </a:cubicBezTo>
                <a:cubicBezTo>
                  <a:pt x="9006" y="5786"/>
                  <a:pt x="8088" y="5221"/>
                  <a:pt x="7173" y="5439"/>
                </a:cubicBezTo>
                <a:cubicBezTo>
                  <a:pt x="6404" y="5622"/>
                  <a:pt x="5862" y="6311"/>
                  <a:pt x="5865" y="7102"/>
                </a:cubicBezTo>
                <a:close/>
                <a:moveTo>
                  <a:pt x="12914" y="9250"/>
                </a:moveTo>
                <a:cubicBezTo>
                  <a:pt x="12914" y="9726"/>
                  <a:pt x="12789" y="10193"/>
                  <a:pt x="12552" y="10605"/>
                </a:cubicBezTo>
                <a:cubicBezTo>
                  <a:pt x="12988" y="10984"/>
                  <a:pt x="13325" y="11463"/>
                  <a:pt x="13534" y="12001"/>
                </a:cubicBezTo>
                <a:lnTo>
                  <a:pt x="14961" y="12001"/>
                </a:lnTo>
                <a:cubicBezTo>
                  <a:pt x="15153" y="11997"/>
                  <a:pt x="15307" y="11838"/>
                  <a:pt x="15303" y="11645"/>
                </a:cubicBezTo>
                <a:cubicBezTo>
                  <a:pt x="15303" y="11645"/>
                  <a:pt x="15303" y="11645"/>
                  <a:pt x="15303" y="11645"/>
                </a:cubicBezTo>
                <a:lnTo>
                  <a:pt x="15303" y="10804"/>
                </a:lnTo>
                <a:cubicBezTo>
                  <a:pt x="15301" y="9797"/>
                  <a:pt x="14690" y="8892"/>
                  <a:pt x="13757" y="8513"/>
                </a:cubicBezTo>
                <a:cubicBezTo>
                  <a:pt x="14533" y="7981"/>
                  <a:pt x="14731" y="6922"/>
                  <a:pt x="14199" y="6146"/>
                </a:cubicBezTo>
                <a:cubicBezTo>
                  <a:pt x="13668" y="5371"/>
                  <a:pt x="12608" y="5173"/>
                  <a:pt x="11833" y="5704"/>
                </a:cubicBezTo>
                <a:cubicBezTo>
                  <a:pt x="11486" y="5942"/>
                  <a:pt x="11240" y="6299"/>
                  <a:pt x="11141" y="6707"/>
                </a:cubicBezTo>
                <a:cubicBezTo>
                  <a:pt x="12203" y="7103"/>
                  <a:pt x="12910" y="8116"/>
                  <a:pt x="12914" y="9250"/>
                </a:cubicBezTo>
                <a:close/>
                <a:moveTo>
                  <a:pt x="8321" y="9250"/>
                </a:moveTo>
                <a:cubicBezTo>
                  <a:pt x="8319" y="9868"/>
                  <a:pt x="8623" y="10446"/>
                  <a:pt x="9133" y="10795"/>
                </a:cubicBezTo>
                <a:cubicBezTo>
                  <a:pt x="8117" y="11216"/>
                  <a:pt x="7453" y="12207"/>
                  <a:pt x="7453" y="13308"/>
                </a:cubicBezTo>
                <a:lnTo>
                  <a:pt x="7453" y="14237"/>
                </a:lnTo>
                <a:cubicBezTo>
                  <a:pt x="7453" y="14448"/>
                  <a:pt x="7624" y="14619"/>
                  <a:pt x="7835" y="14619"/>
                </a:cubicBezTo>
                <a:lnTo>
                  <a:pt x="12552" y="14619"/>
                </a:lnTo>
                <a:cubicBezTo>
                  <a:pt x="12763" y="14619"/>
                  <a:pt x="12934" y="14448"/>
                  <a:pt x="12934" y="14237"/>
                </a:cubicBezTo>
                <a:lnTo>
                  <a:pt x="12934" y="13308"/>
                </a:lnTo>
                <a:cubicBezTo>
                  <a:pt x="12934" y="12205"/>
                  <a:pt x="12269" y="11211"/>
                  <a:pt x="11249" y="10791"/>
                </a:cubicBezTo>
                <a:cubicBezTo>
                  <a:pt x="12101" y="10208"/>
                  <a:pt x="12320" y="9044"/>
                  <a:pt x="11737" y="8192"/>
                </a:cubicBezTo>
                <a:cubicBezTo>
                  <a:pt x="11154" y="7339"/>
                  <a:pt x="9991" y="7121"/>
                  <a:pt x="9138" y="7704"/>
                </a:cubicBezTo>
                <a:cubicBezTo>
                  <a:pt x="8628" y="8052"/>
                  <a:pt x="8324" y="8629"/>
                  <a:pt x="8323" y="9246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40" name="Freeform 39"/>
          <p:cNvSpPr/>
          <p:nvPr/>
        </p:nvSpPr>
        <p:spPr>
          <a:xfrm>
            <a:off x="13071186" y="4429793"/>
            <a:ext cx="448770" cy="4214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304" y="16476"/>
                </a:moveTo>
                <a:cubicBezTo>
                  <a:pt x="4641" y="16771"/>
                  <a:pt x="4048" y="17140"/>
                  <a:pt x="3559" y="17582"/>
                </a:cubicBezTo>
                <a:cubicBezTo>
                  <a:pt x="4571" y="18688"/>
                  <a:pt x="5897" y="19536"/>
                  <a:pt x="7363" y="20052"/>
                </a:cubicBezTo>
                <a:cubicBezTo>
                  <a:pt x="6874" y="19573"/>
                  <a:pt x="6421" y="18909"/>
                  <a:pt x="6037" y="18172"/>
                </a:cubicBezTo>
                <a:cubicBezTo>
                  <a:pt x="5758" y="17656"/>
                  <a:pt x="5513" y="17066"/>
                  <a:pt x="5304" y="16476"/>
                </a:cubicBezTo>
                <a:close/>
                <a:moveTo>
                  <a:pt x="9771" y="15444"/>
                </a:moveTo>
                <a:cubicBezTo>
                  <a:pt x="8480" y="15481"/>
                  <a:pt x="7188" y="15739"/>
                  <a:pt x="6072" y="16145"/>
                </a:cubicBezTo>
                <a:cubicBezTo>
                  <a:pt x="6246" y="16698"/>
                  <a:pt x="6490" y="17251"/>
                  <a:pt x="6735" y="17730"/>
                </a:cubicBezTo>
                <a:cubicBezTo>
                  <a:pt x="7572" y="19352"/>
                  <a:pt x="8654" y="20310"/>
                  <a:pt x="9771" y="20494"/>
                </a:cubicBezTo>
                <a:close/>
                <a:moveTo>
                  <a:pt x="12772" y="12274"/>
                </a:moveTo>
                <a:lnTo>
                  <a:pt x="20937" y="15813"/>
                </a:lnTo>
                <a:lnTo>
                  <a:pt x="18564" y="17140"/>
                </a:lnTo>
                <a:lnTo>
                  <a:pt x="21600" y="20347"/>
                </a:lnTo>
                <a:lnTo>
                  <a:pt x="20448" y="21600"/>
                </a:lnTo>
                <a:lnTo>
                  <a:pt x="17413" y="18393"/>
                </a:lnTo>
                <a:lnTo>
                  <a:pt x="16121" y="20900"/>
                </a:lnTo>
                <a:close/>
                <a:moveTo>
                  <a:pt x="872" y="11132"/>
                </a:moveTo>
                <a:cubicBezTo>
                  <a:pt x="942" y="13306"/>
                  <a:pt x="1710" y="15334"/>
                  <a:pt x="2966" y="16919"/>
                </a:cubicBezTo>
                <a:cubicBezTo>
                  <a:pt x="3559" y="16403"/>
                  <a:pt x="4257" y="15960"/>
                  <a:pt x="4990" y="15666"/>
                </a:cubicBezTo>
                <a:cubicBezTo>
                  <a:pt x="4606" y="14265"/>
                  <a:pt x="4397" y="12717"/>
                  <a:pt x="4362" y="11132"/>
                </a:cubicBezTo>
                <a:close/>
                <a:moveTo>
                  <a:pt x="5199" y="11095"/>
                </a:moveTo>
                <a:cubicBezTo>
                  <a:pt x="5234" y="12606"/>
                  <a:pt x="5444" y="14007"/>
                  <a:pt x="5793" y="15297"/>
                </a:cubicBezTo>
                <a:cubicBezTo>
                  <a:pt x="7014" y="14855"/>
                  <a:pt x="8375" y="14597"/>
                  <a:pt x="9771" y="14560"/>
                </a:cubicBezTo>
                <a:lnTo>
                  <a:pt x="9736" y="14560"/>
                </a:lnTo>
                <a:lnTo>
                  <a:pt x="9736" y="11095"/>
                </a:lnTo>
                <a:close/>
                <a:moveTo>
                  <a:pt x="14586" y="6045"/>
                </a:moveTo>
                <a:cubicBezTo>
                  <a:pt x="13365" y="6487"/>
                  <a:pt x="12004" y="6745"/>
                  <a:pt x="10608" y="6782"/>
                </a:cubicBezTo>
                <a:lnTo>
                  <a:pt x="10643" y="6782"/>
                </a:lnTo>
                <a:lnTo>
                  <a:pt x="10643" y="10247"/>
                </a:lnTo>
                <a:lnTo>
                  <a:pt x="15179" y="10247"/>
                </a:lnTo>
                <a:cubicBezTo>
                  <a:pt x="15144" y="8736"/>
                  <a:pt x="14935" y="7335"/>
                  <a:pt x="14586" y="6045"/>
                </a:cubicBezTo>
                <a:close/>
                <a:moveTo>
                  <a:pt x="5827" y="6008"/>
                </a:moveTo>
                <a:cubicBezTo>
                  <a:pt x="5479" y="7298"/>
                  <a:pt x="5269" y="8736"/>
                  <a:pt x="5234" y="10210"/>
                </a:cubicBezTo>
                <a:lnTo>
                  <a:pt x="9806" y="10210"/>
                </a:lnTo>
                <a:lnTo>
                  <a:pt x="9806" y="6745"/>
                </a:lnTo>
                <a:cubicBezTo>
                  <a:pt x="8375" y="6709"/>
                  <a:pt x="7049" y="6451"/>
                  <a:pt x="5827" y="6008"/>
                </a:cubicBezTo>
                <a:close/>
                <a:moveTo>
                  <a:pt x="17413" y="4423"/>
                </a:moveTo>
                <a:cubicBezTo>
                  <a:pt x="16819" y="4902"/>
                  <a:pt x="16121" y="5345"/>
                  <a:pt x="15389" y="5676"/>
                </a:cubicBezTo>
                <a:cubicBezTo>
                  <a:pt x="15773" y="7077"/>
                  <a:pt x="15982" y="8625"/>
                  <a:pt x="16017" y="10210"/>
                </a:cubicBezTo>
                <a:lnTo>
                  <a:pt x="19506" y="10210"/>
                </a:lnTo>
                <a:cubicBezTo>
                  <a:pt x="19437" y="8109"/>
                  <a:pt x="18704" y="6082"/>
                  <a:pt x="17413" y="4423"/>
                </a:cubicBezTo>
                <a:close/>
                <a:moveTo>
                  <a:pt x="2966" y="4423"/>
                </a:moveTo>
                <a:cubicBezTo>
                  <a:pt x="1710" y="6045"/>
                  <a:pt x="977" y="8109"/>
                  <a:pt x="907" y="10247"/>
                </a:cubicBezTo>
                <a:lnTo>
                  <a:pt x="4397" y="10247"/>
                </a:lnTo>
                <a:cubicBezTo>
                  <a:pt x="4432" y="8625"/>
                  <a:pt x="4641" y="7114"/>
                  <a:pt x="5025" y="5713"/>
                </a:cubicBezTo>
                <a:cubicBezTo>
                  <a:pt x="4257" y="5345"/>
                  <a:pt x="3559" y="4939"/>
                  <a:pt x="2966" y="4423"/>
                </a:cubicBezTo>
                <a:close/>
                <a:moveTo>
                  <a:pt x="7363" y="1290"/>
                </a:moveTo>
                <a:cubicBezTo>
                  <a:pt x="7328" y="1327"/>
                  <a:pt x="7328" y="1327"/>
                  <a:pt x="7293" y="1327"/>
                </a:cubicBezTo>
                <a:cubicBezTo>
                  <a:pt x="7258" y="1327"/>
                  <a:pt x="7223" y="1364"/>
                  <a:pt x="7188" y="1364"/>
                </a:cubicBezTo>
                <a:cubicBezTo>
                  <a:pt x="7153" y="1364"/>
                  <a:pt x="7119" y="1401"/>
                  <a:pt x="7084" y="1401"/>
                </a:cubicBezTo>
                <a:cubicBezTo>
                  <a:pt x="7049" y="1401"/>
                  <a:pt x="7014" y="1438"/>
                  <a:pt x="6979" y="1438"/>
                </a:cubicBezTo>
                <a:cubicBezTo>
                  <a:pt x="6944" y="1438"/>
                  <a:pt x="6909" y="1474"/>
                  <a:pt x="6874" y="1474"/>
                </a:cubicBezTo>
                <a:cubicBezTo>
                  <a:pt x="6839" y="1474"/>
                  <a:pt x="6805" y="1511"/>
                  <a:pt x="6770" y="1511"/>
                </a:cubicBezTo>
                <a:cubicBezTo>
                  <a:pt x="6735" y="1511"/>
                  <a:pt x="6700" y="1548"/>
                  <a:pt x="6665" y="1548"/>
                </a:cubicBezTo>
                <a:cubicBezTo>
                  <a:pt x="6595" y="1585"/>
                  <a:pt x="6560" y="1585"/>
                  <a:pt x="6525" y="1622"/>
                </a:cubicBezTo>
                <a:cubicBezTo>
                  <a:pt x="6490" y="1622"/>
                  <a:pt x="6456" y="1659"/>
                  <a:pt x="6421" y="1659"/>
                </a:cubicBezTo>
                <a:cubicBezTo>
                  <a:pt x="6386" y="1696"/>
                  <a:pt x="6316" y="1696"/>
                  <a:pt x="6281" y="1732"/>
                </a:cubicBezTo>
                <a:cubicBezTo>
                  <a:pt x="6246" y="1732"/>
                  <a:pt x="6246" y="1769"/>
                  <a:pt x="6211" y="1769"/>
                </a:cubicBezTo>
                <a:cubicBezTo>
                  <a:pt x="6142" y="1806"/>
                  <a:pt x="6072" y="1843"/>
                  <a:pt x="6002" y="1880"/>
                </a:cubicBezTo>
                <a:cubicBezTo>
                  <a:pt x="5967" y="1880"/>
                  <a:pt x="5967" y="1917"/>
                  <a:pt x="5932" y="1917"/>
                </a:cubicBezTo>
                <a:cubicBezTo>
                  <a:pt x="5897" y="1954"/>
                  <a:pt x="5827" y="1954"/>
                  <a:pt x="5793" y="1990"/>
                </a:cubicBezTo>
                <a:cubicBezTo>
                  <a:pt x="5758" y="1990"/>
                  <a:pt x="5723" y="2027"/>
                  <a:pt x="5688" y="2027"/>
                </a:cubicBezTo>
                <a:cubicBezTo>
                  <a:pt x="5653" y="2064"/>
                  <a:pt x="5618" y="2064"/>
                  <a:pt x="5583" y="2101"/>
                </a:cubicBezTo>
                <a:cubicBezTo>
                  <a:pt x="5548" y="2138"/>
                  <a:pt x="5513" y="2138"/>
                  <a:pt x="5479" y="2175"/>
                </a:cubicBezTo>
                <a:cubicBezTo>
                  <a:pt x="5444" y="2212"/>
                  <a:pt x="5409" y="2212"/>
                  <a:pt x="5374" y="2248"/>
                </a:cubicBezTo>
                <a:cubicBezTo>
                  <a:pt x="5339" y="2285"/>
                  <a:pt x="5304" y="2285"/>
                  <a:pt x="5269" y="2322"/>
                </a:cubicBezTo>
                <a:cubicBezTo>
                  <a:pt x="5234" y="2359"/>
                  <a:pt x="5199" y="2359"/>
                  <a:pt x="5164" y="2396"/>
                </a:cubicBezTo>
                <a:cubicBezTo>
                  <a:pt x="5130" y="2433"/>
                  <a:pt x="5095" y="2433"/>
                  <a:pt x="5060" y="2470"/>
                </a:cubicBezTo>
                <a:cubicBezTo>
                  <a:pt x="5025" y="2506"/>
                  <a:pt x="4990" y="2506"/>
                  <a:pt x="4955" y="2543"/>
                </a:cubicBezTo>
                <a:cubicBezTo>
                  <a:pt x="4920" y="2580"/>
                  <a:pt x="4885" y="2580"/>
                  <a:pt x="4850" y="2617"/>
                </a:cubicBezTo>
                <a:cubicBezTo>
                  <a:pt x="4816" y="2654"/>
                  <a:pt x="4781" y="2654"/>
                  <a:pt x="4746" y="2691"/>
                </a:cubicBezTo>
                <a:cubicBezTo>
                  <a:pt x="4711" y="2728"/>
                  <a:pt x="4676" y="2728"/>
                  <a:pt x="4641" y="2765"/>
                </a:cubicBezTo>
                <a:cubicBezTo>
                  <a:pt x="4606" y="2801"/>
                  <a:pt x="4571" y="2801"/>
                  <a:pt x="4536" y="2838"/>
                </a:cubicBezTo>
                <a:cubicBezTo>
                  <a:pt x="4501" y="2875"/>
                  <a:pt x="4467" y="2875"/>
                  <a:pt x="4432" y="2912"/>
                </a:cubicBezTo>
                <a:cubicBezTo>
                  <a:pt x="4397" y="2912"/>
                  <a:pt x="4362" y="2949"/>
                  <a:pt x="4327" y="2986"/>
                </a:cubicBezTo>
                <a:cubicBezTo>
                  <a:pt x="4327" y="3023"/>
                  <a:pt x="4292" y="3023"/>
                  <a:pt x="4257" y="3059"/>
                </a:cubicBezTo>
                <a:cubicBezTo>
                  <a:pt x="4222" y="3059"/>
                  <a:pt x="4187" y="3096"/>
                  <a:pt x="4153" y="3133"/>
                </a:cubicBezTo>
                <a:cubicBezTo>
                  <a:pt x="4153" y="3170"/>
                  <a:pt x="4118" y="3170"/>
                  <a:pt x="4083" y="3207"/>
                </a:cubicBezTo>
                <a:cubicBezTo>
                  <a:pt x="4048" y="3207"/>
                  <a:pt x="4013" y="3244"/>
                  <a:pt x="3978" y="3281"/>
                </a:cubicBezTo>
                <a:cubicBezTo>
                  <a:pt x="3978" y="3317"/>
                  <a:pt x="3943" y="3317"/>
                  <a:pt x="3908" y="3354"/>
                </a:cubicBezTo>
                <a:cubicBezTo>
                  <a:pt x="3873" y="3391"/>
                  <a:pt x="3838" y="3428"/>
                  <a:pt x="3804" y="3465"/>
                </a:cubicBezTo>
                <a:cubicBezTo>
                  <a:pt x="3769" y="3502"/>
                  <a:pt x="3769" y="3502"/>
                  <a:pt x="3734" y="3539"/>
                </a:cubicBezTo>
                <a:cubicBezTo>
                  <a:pt x="3699" y="3575"/>
                  <a:pt x="3664" y="3612"/>
                  <a:pt x="3629" y="3649"/>
                </a:cubicBezTo>
                <a:cubicBezTo>
                  <a:pt x="3594" y="3686"/>
                  <a:pt x="3594" y="3686"/>
                  <a:pt x="3559" y="3723"/>
                </a:cubicBezTo>
                <a:cubicBezTo>
                  <a:pt x="4048" y="4202"/>
                  <a:pt x="4641" y="4571"/>
                  <a:pt x="5304" y="4866"/>
                </a:cubicBezTo>
                <a:cubicBezTo>
                  <a:pt x="5513" y="4276"/>
                  <a:pt x="5758" y="3686"/>
                  <a:pt x="6037" y="3170"/>
                </a:cubicBezTo>
                <a:cubicBezTo>
                  <a:pt x="6421" y="2433"/>
                  <a:pt x="6874" y="1806"/>
                  <a:pt x="7363" y="1290"/>
                </a:cubicBezTo>
                <a:close/>
                <a:moveTo>
                  <a:pt x="13086" y="1253"/>
                </a:moveTo>
                <a:cubicBezTo>
                  <a:pt x="13086" y="1290"/>
                  <a:pt x="13086" y="1290"/>
                  <a:pt x="13121" y="1327"/>
                </a:cubicBezTo>
                <a:lnTo>
                  <a:pt x="13143" y="1335"/>
                </a:lnTo>
                <a:lnTo>
                  <a:pt x="14412" y="3133"/>
                </a:lnTo>
                <a:cubicBezTo>
                  <a:pt x="14691" y="3649"/>
                  <a:pt x="14935" y="4239"/>
                  <a:pt x="15144" y="4829"/>
                </a:cubicBezTo>
                <a:cubicBezTo>
                  <a:pt x="15807" y="4534"/>
                  <a:pt x="16401" y="4165"/>
                  <a:pt x="16889" y="3723"/>
                </a:cubicBezTo>
                <a:cubicBezTo>
                  <a:pt x="16854" y="3686"/>
                  <a:pt x="16854" y="3686"/>
                  <a:pt x="16854" y="3686"/>
                </a:cubicBezTo>
                <a:cubicBezTo>
                  <a:pt x="16819" y="3649"/>
                  <a:pt x="16819" y="3649"/>
                  <a:pt x="16785" y="3612"/>
                </a:cubicBezTo>
                <a:cubicBezTo>
                  <a:pt x="16750" y="3575"/>
                  <a:pt x="16715" y="3539"/>
                  <a:pt x="16680" y="3502"/>
                </a:cubicBezTo>
                <a:cubicBezTo>
                  <a:pt x="16680" y="3465"/>
                  <a:pt x="16645" y="3465"/>
                  <a:pt x="16610" y="3428"/>
                </a:cubicBezTo>
                <a:cubicBezTo>
                  <a:pt x="16575" y="3391"/>
                  <a:pt x="16540" y="3354"/>
                  <a:pt x="16505" y="3317"/>
                </a:cubicBezTo>
                <a:cubicBezTo>
                  <a:pt x="16505" y="3281"/>
                  <a:pt x="16470" y="3281"/>
                  <a:pt x="16436" y="3244"/>
                </a:cubicBezTo>
                <a:cubicBezTo>
                  <a:pt x="16401" y="3244"/>
                  <a:pt x="16366" y="3207"/>
                  <a:pt x="16331" y="3170"/>
                </a:cubicBezTo>
                <a:cubicBezTo>
                  <a:pt x="16331" y="3133"/>
                  <a:pt x="16296" y="3133"/>
                  <a:pt x="16261" y="3096"/>
                </a:cubicBezTo>
                <a:cubicBezTo>
                  <a:pt x="16226" y="3096"/>
                  <a:pt x="16191" y="3059"/>
                  <a:pt x="16156" y="3023"/>
                </a:cubicBezTo>
                <a:cubicBezTo>
                  <a:pt x="16121" y="2986"/>
                  <a:pt x="16087" y="2986"/>
                  <a:pt x="16052" y="2949"/>
                </a:cubicBezTo>
                <a:cubicBezTo>
                  <a:pt x="16017" y="2912"/>
                  <a:pt x="15982" y="2912"/>
                  <a:pt x="15947" y="2875"/>
                </a:cubicBezTo>
                <a:cubicBezTo>
                  <a:pt x="15912" y="2838"/>
                  <a:pt x="15877" y="2838"/>
                  <a:pt x="15842" y="2801"/>
                </a:cubicBezTo>
                <a:cubicBezTo>
                  <a:pt x="15807" y="2765"/>
                  <a:pt x="15773" y="2765"/>
                  <a:pt x="15738" y="2728"/>
                </a:cubicBezTo>
                <a:cubicBezTo>
                  <a:pt x="15703" y="2691"/>
                  <a:pt x="15668" y="2691"/>
                  <a:pt x="15633" y="2654"/>
                </a:cubicBezTo>
                <a:cubicBezTo>
                  <a:pt x="15598" y="2617"/>
                  <a:pt x="15563" y="2617"/>
                  <a:pt x="15528" y="2580"/>
                </a:cubicBezTo>
                <a:cubicBezTo>
                  <a:pt x="15493" y="2543"/>
                  <a:pt x="15459" y="2543"/>
                  <a:pt x="15424" y="2506"/>
                </a:cubicBezTo>
                <a:cubicBezTo>
                  <a:pt x="15389" y="2470"/>
                  <a:pt x="15354" y="2470"/>
                  <a:pt x="15319" y="2433"/>
                </a:cubicBezTo>
                <a:cubicBezTo>
                  <a:pt x="15284" y="2396"/>
                  <a:pt x="15249" y="2396"/>
                  <a:pt x="15214" y="2359"/>
                </a:cubicBezTo>
                <a:cubicBezTo>
                  <a:pt x="15179" y="2322"/>
                  <a:pt x="15144" y="2322"/>
                  <a:pt x="15110" y="2285"/>
                </a:cubicBezTo>
                <a:cubicBezTo>
                  <a:pt x="15075" y="2248"/>
                  <a:pt x="15040" y="2248"/>
                  <a:pt x="15005" y="2212"/>
                </a:cubicBezTo>
                <a:cubicBezTo>
                  <a:pt x="14970" y="2175"/>
                  <a:pt x="14935" y="2175"/>
                  <a:pt x="14900" y="2138"/>
                </a:cubicBezTo>
                <a:cubicBezTo>
                  <a:pt x="14865" y="2101"/>
                  <a:pt x="14830" y="2101"/>
                  <a:pt x="14795" y="2064"/>
                </a:cubicBezTo>
                <a:cubicBezTo>
                  <a:pt x="14761" y="2027"/>
                  <a:pt x="14726" y="2027"/>
                  <a:pt x="14691" y="1990"/>
                </a:cubicBezTo>
                <a:cubicBezTo>
                  <a:pt x="14656" y="1990"/>
                  <a:pt x="14621" y="1954"/>
                  <a:pt x="14586" y="1954"/>
                </a:cubicBezTo>
                <a:cubicBezTo>
                  <a:pt x="14516" y="1917"/>
                  <a:pt x="14481" y="1917"/>
                  <a:pt x="14447" y="1880"/>
                </a:cubicBezTo>
                <a:cubicBezTo>
                  <a:pt x="14447" y="1880"/>
                  <a:pt x="14412" y="1843"/>
                  <a:pt x="14377" y="1843"/>
                </a:cubicBezTo>
                <a:cubicBezTo>
                  <a:pt x="14307" y="1806"/>
                  <a:pt x="14237" y="1769"/>
                  <a:pt x="14167" y="1732"/>
                </a:cubicBezTo>
                <a:cubicBezTo>
                  <a:pt x="14167" y="1732"/>
                  <a:pt x="14133" y="1696"/>
                  <a:pt x="14098" y="1696"/>
                </a:cubicBezTo>
                <a:cubicBezTo>
                  <a:pt x="14063" y="1659"/>
                  <a:pt x="13993" y="1659"/>
                  <a:pt x="13958" y="1622"/>
                </a:cubicBezTo>
                <a:cubicBezTo>
                  <a:pt x="13923" y="1622"/>
                  <a:pt x="13888" y="1585"/>
                  <a:pt x="13853" y="1585"/>
                </a:cubicBezTo>
                <a:cubicBezTo>
                  <a:pt x="13818" y="1585"/>
                  <a:pt x="13784" y="1548"/>
                  <a:pt x="13749" y="1548"/>
                </a:cubicBezTo>
                <a:cubicBezTo>
                  <a:pt x="13714" y="1548"/>
                  <a:pt x="13679" y="1511"/>
                  <a:pt x="13644" y="1511"/>
                </a:cubicBezTo>
                <a:cubicBezTo>
                  <a:pt x="13609" y="1511"/>
                  <a:pt x="13574" y="1474"/>
                  <a:pt x="13539" y="1474"/>
                </a:cubicBezTo>
                <a:cubicBezTo>
                  <a:pt x="13504" y="1474"/>
                  <a:pt x="13469" y="1438"/>
                  <a:pt x="13435" y="1438"/>
                </a:cubicBezTo>
                <a:cubicBezTo>
                  <a:pt x="13400" y="1438"/>
                  <a:pt x="13365" y="1401"/>
                  <a:pt x="13330" y="1401"/>
                </a:cubicBezTo>
                <a:cubicBezTo>
                  <a:pt x="13295" y="1401"/>
                  <a:pt x="13260" y="1364"/>
                  <a:pt x="13225" y="1364"/>
                </a:cubicBezTo>
                <a:lnTo>
                  <a:pt x="13143" y="1335"/>
                </a:lnTo>
                <a:close/>
                <a:moveTo>
                  <a:pt x="10608" y="848"/>
                </a:moveTo>
                <a:lnTo>
                  <a:pt x="10608" y="5898"/>
                </a:lnTo>
                <a:cubicBezTo>
                  <a:pt x="11899" y="5861"/>
                  <a:pt x="13190" y="5603"/>
                  <a:pt x="14307" y="5197"/>
                </a:cubicBezTo>
                <a:cubicBezTo>
                  <a:pt x="14133" y="4644"/>
                  <a:pt x="13888" y="4091"/>
                  <a:pt x="13644" y="3612"/>
                </a:cubicBezTo>
                <a:cubicBezTo>
                  <a:pt x="12806" y="1990"/>
                  <a:pt x="11725" y="1032"/>
                  <a:pt x="10608" y="848"/>
                </a:cubicBezTo>
                <a:close/>
                <a:moveTo>
                  <a:pt x="9771" y="848"/>
                </a:moveTo>
                <a:cubicBezTo>
                  <a:pt x="8654" y="1069"/>
                  <a:pt x="7572" y="2027"/>
                  <a:pt x="6735" y="3612"/>
                </a:cubicBezTo>
                <a:cubicBezTo>
                  <a:pt x="6490" y="4091"/>
                  <a:pt x="6281" y="4644"/>
                  <a:pt x="6072" y="5197"/>
                </a:cubicBezTo>
                <a:cubicBezTo>
                  <a:pt x="7188" y="5603"/>
                  <a:pt x="8445" y="5861"/>
                  <a:pt x="9771" y="5898"/>
                </a:cubicBezTo>
                <a:close/>
                <a:moveTo>
                  <a:pt x="10154" y="0"/>
                </a:moveTo>
                <a:cubicBezTo>
                  <a:pt x="13016" y="0"/>
                  <a:pt x="15773" y="1327"/>
                  <a:pt x="17692" y="3575"/>
                </a:cubicBezTo>
                <a:lnTo>
                  <a:pt x="17971" y="3907"/>
                </a:lnTo>
                <a:cubicBezTo>
                  <a:pt x="19471" y="5824"/>
                  <a:pt x="20309" y="8220"/>
                  <a:pt x="20309" y="10726"/>
                </a:cubicBezTo>
                <a:cubicBezTo>
                  <a:pt x="20309" y="12127"/>
                  <a:pt x="20065" y="13454"/>
                  <a:pt x="19611" y="14670"/>
                </a:cubicBezTo>
                <a:lnTo>
                  <a:pt x="18843" y="14339"/>
                </a:lnTo>
                <a:cubicBezTo>
                  <a:pt x="19192" y="13343"/>
                  <a:pt x="19437" y="12274"/>
                  <a:pt x="19471" y="11169"/>
                </a:cubicBezTo>
                <a:lnTo>
                  <a:pt x="15982" y="11169"/>
                </a:lnTo>
                <a:cubicBezTo>
                  <a:pt x="15947" y="11795"/>
                  <a:pt x="15912" y="12385"/>
                  <a:pt x="15842" y="13012"/>
                </a:cubicBezTo>
                <a:lnTo>
                  <a:pt x="15040" y="12680"/>
                </a:lnTo>
                <a:cubicBezTo>
                  <a:pt x="15110" y="12201"/>
                  <a:pt x="15144" y="11685"/>
                  <a:pt x="15144" y="11169"/>
                </a:cubicBezTo>
                <a:lnTo>
                  <a:pt x="10608" y="11169"/>
                </a:lnTo>
                <a:lnTo>
                  <a:pt x="10608" y="14597"/>
                </a:lnTo>
                <a:cubicBezTo>
                  <a:pt x="11480" y="14597"/>
                  <a:pt x="12353" y="14744"/>
                  <a:pt x="13190" y="14928"/>
                </a:cubicBezTo>
                <a:lnTo>
                  <a:pt x="13574" y="15924"/>
                </a:lnTo>
                <a:cubicBezTo>
                  <a:pt x="12667" y="15629"/>
                  <a:pt x="11655" y="15481"/>
                  <a:pt x="10608" y="15444"/>
                </a:cubicBezTo>
                <a:lnTo>
                  <a:pt x="10608" y="20457"/>
                </a:lnTo>
                <a:cubicBezTo>
                  <a:pt x="11725" y="20236"/>
                  <a:pt x="12806" y="19278"/>
                  <a:pt x="13644" y="17693"/>
                </a:cubicBezTo>
                <a:cubicBezTo>
                  <a:pt x="13749" y="17435"/>
                  <a:pt x="13888" y="17177"/>
                  <a:pt x="13993" y="16919"/>
                </a:cubicBezTo>
                <a:lnTo>
                  <a:pt x="14412" y="18025"/>
                </a:lnTo>
                <a:cubicBezTo>
                  <a:pt x="14412" y="18061"/>
                  <a:pt x="14377" y="18098"/>
                  <a:pt x="14377" y="18135"/>
                </a:cubicBezTo>
                <a:cubicBezTo>
                  <a:pt x="13993" y="18872"/>
                  <a:pt x="13539" y="19499"/>
                  <a:pt x="13051" y="20015"/>
                </a:cubicBezTo>
                <a:cubicBezTo>
                  <a:pt x="13679" y="19794"/>
                  <a:pt x="14307" y="19499"/>
                  <a:pt x="14865" y="19167"/>
                </a:cubicBezTo>
                <a:lnTo>
                  <a:pt x="15179" y="19978"/>
                </a:lnTo>
                <a:cubicBezTo>
                  <a:pt x="13714" y="20863"/>
                  <a:pt x="12039" y="21379"/>
                  <a:pt x="10224" y="21379"/>
                </a:cubicBezTo>
                <a:cubicBezTo>
                  <a:pt x="10189" y="21379"/>
                  <a:pt x="10224" y="21379"/>
                  <a:pt x="10189" y="21379"/>
                </a:cubicBezTo>
                <a:cubicBezTo>
                  <a:pt x="10154" y="21379"/>
                  <a:pt x="10154" y="21379"/>
                  <a:pt x="10154" y="21379"/>
                </a:cubicBezTo>
                <a:cubicBezTo>
                  <a:pt x="4536" y="21379"/>
                  <a:pt x="0" y="16550"/>
                  <a:pt x="0" y="10653"/>
                </a:cubicBezTo>
                <a:cubicBezTo>
                  <a:pt x="0" y="8146"/>
                  <a:pt x="837" y="5750"/>
                  <a:pt x="2338" y="3833"/>
                </a:cubicBezTo>
                <a:lnTo>
                  <a:pt x="2617" y="3575"/>
                </a:lnTo>
                <a:cubicBezTo>
                  <a:pt x="4118" y="1806"/>
                  <a:pt x="6107" y="627"/>
                  <a:pt x="8305" y="184"/>
                </a:cubicBezTo>
                <a:cubicBezTo>
                  <a:pt x="8898" y="74"/>
                  <a:pt x="9526" y="0"/>
                  <a:pt x="10154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41" name="Freeform 25"/>
          <p:cNvSpPr/>
          <p:nvPr/>
        </p:nvSpPr>
        <p:spPr>
          <a:xfrm>
            <a:off x="17423034" y="4475292"/>
            <a:ext cx="591833" cy="3759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843" y="0"/>
                </a:moveTo>
                <a:lnTo>
                  <a:pt x="1948" y="780"/>
                </a:lnTo>
                <a:lnTo>
                  <a:pt x="1718" y="1331"/>
                </a:lnTo>
                <a:lnTo>
                  <a:pt x="1701" y="712"/>
                </a:lnTo>
                <a:lnTo>
                  <a:pt x="1133" y="121"/>
                </a:lnTo>
                <a:lnTo>
                  <a:pt x="1091" y="1867"/>
                </a:lnTo>
                <a:lnTo>
                  <a:pt x="1484" y="2269"/>
                </a:lnTo>
                <a:lnTo>
                  <a:pt x="1484" y="2694"/>
                </a:lnTo>
                <a:lnTo>
                  <a:pt x="2000" y="2837"/>
                </a:lnTo>
                <a:lnTo>
                  <a:pt x="2847" y="2836"/>
                </a:lnTo>
                <a:lnTo>
                  <a:pt x="3419" y="3174"/>
                </a:lnTo>
                <a:lnTo>
                  <a:pt x="3797" y="434"/>
                </a:lnTo>
                <a:lnTo>
                  <a:pt x="1843" y="0"/>
                </a:lnTo>
                <a:close/>
                <a:moveTo>
                  <a:pt x="3933" y="462"/>
                </a:moveTo>
                <a:lnTo>
                  <a:pt x="3544" y="3291"/>
                </a:lnTo>
                <a:lnTo>
                  <a:pt x="3716" y="3624"/>
                </a:lnTo>
                <a:lnTo>
                  <a:pt x="3288" y="4513"/>
                </a:lnTo>
                <a:lnTo>
                  <a:pt x="3419" y="4718"/>
                </a:lnTo>
                <a:lnTo>
                  <a:pt x="3094" y="6512"/>
                </a:lnTo>
                <a:cubicBezTo>
                  <a:pt x="3632" y="6701"/>
                  <a:pt x="4770" y="7023"/>
                  <a:pt x="5183" y="7129"/>
                </a:cubicBezTo>
                <a:lnTo>
                  <a:pt x="5343" y="5173"/>
                </a:lnTo>
                <a:lnTo>
                  <a:pt x="4984" y="5075"/>
                </a:lnTo>
                <a:lnTo>
                  <a:pt x="4710" y="5224"/>
                </a:lnTo>
                <a:lnTo>
                  <a:pt x="4498" y="4064"/>
                </a:lnTo>
                <a:lnTo>
                  <a:pt x="4324" y="4331"/>
                </a:lnTo>
                <a:lnTo>
                  <a:pt x="4207" y="3970"/>
                </a:lnTo>
                <a:lnTo>
                  <a:pt x="4366" y="3145"/>
                </a:lnTo>
                <a:lnTo>
                  <a:pt x="4099" y="2449"/>
                </a:lnTo>
                <a:lnTo>
                  <a:pt x="3945" y="1879"/>
                </a:lnTo>
                <a:lnTo>
                  <a:pt x="4072" y="494"/>
                </a:lnTo>
                <a:lnTo>
                  <a:pt x="3933" y="462"/>
                </a:lnTo>
                <a:close/>
                <a:moveTo>
                  <a:pt x="4209" y="524"/>
                </a:moveTo>
                <a:lnTo>
                  <a:pt x="4088" y="1851"/>
                </a:lnTo>
                <a:lnTo>
                  <a:pt x="4222" y="2352"/>
                </a:lnTo>
                <a:lnTo>
                  <a:pt x="4515" y="3117"/>
                </a:lnTo>
                <a:lnTo>
                  <a:pt x="4362" y="3972"/>
                </a:lnTo>
                <a:lnTo>
                  <a:pt x="4523" y="3724"/>
                </a:lnTo>
                <a:lnTo>
                  <a:pt x="4648" y="4040"/>
                </a:lnTo>
                <a:lnTo>
                  <a:pt x="4805" y="4945"/>
                </a:lnTo>
                <a:lnTo>
                  <a:pt x="4972" y="4854"/>
                </a:lnTo>
                <a:lnTo>
                  <a:pt x="5370" y="4963"/>
                </a:lnTo>
                <a:lnTo>
                  <a:pt x="5421" y="4674"/>
                </a:lnTo>
                <a:lnTo>
                  <a:pt x="7955" y="5099"/>
                </a:lnTo>
                <a:cubicBezTo>
                  <a:pt x="8021" y="3497"/>
                  <a:pt x="8088" y="1857"/>
                  <a:pt x="8107" y="1388"/>
                </a:cubicBezTo>
                <a:lnTo>
                  <a:pt x="4209" y="524"/>
                </a:lnTo>
                <a:close/>
                <a:moveTo>
                  <a:pt x="20943" y="1035"/>
                </a:moveTo>
                <a:lnTo>
                  <a:pt x="20431" y="1129"/>
                </a:lnTo>
                <a:lnTo>
                  <a:pt x="20236" y="3087"/>
                </a:lnTo>
                <a:lnTo>
                  <a:pt x="20163" y="3226"/>
                </a:lnTo>
                <a:lnTo>
                  <a:pt x="20615" y="5073"/>
                </a:lnTo>
                <a:lnTo>
                  <a:pt x="20653" y="5070"/>
                </a:lnTo>
                <a:lnTo>
                  <a:pt x="20593" y="4523"/>
                </a:lnTo>
                <a:lnTo>
                  <a:pt x="21600" y="2997"/>
                </a:lnTo>
                <a:lnTo>
                  <a:pt x="20943" y="1035"/>
                </a:lnTo>
                <a:close/>
                <a:moveTo>
                  <a:pt x="8243" y="1419"/>
                </a:moveTo>
                <a:cubicBezTo>
                  <a:pt x="8226" y="1838"/>
                  <a:pt x="8178" y="3023"/>
                  <a:pt x="8125" y="4327"/>
                </a:cubicBezTo>
                <a:lnTo>
                  <a:pt x="10616" y="4504"/>
                </a:lnTo>
                <a:lnTo>
                  <a:pt x="10530" y="3242"/>
                </a:lnTo>
                <a:cubicBezTo>
                  <a:pt x="10506" y="3167"/>
                  <a:pt x="10452" y="2992"/>
                  <a:pt x="10443" y="2952"/>
                </a:cubicBezTo>
                <a:cubicBezTo>
                  <a:pt x="10432" y="2898"/>
                  <a:pt x="10430" y="2191"/>
                  <a:pt x="10438" y="1905"/>
                </a:cubicBezTo>
                <a:lnTo>
                  <a:pt x="8243" y="1419"/>
                </a:lnTo>
                <a:close/>
                <a:moveTo>
                  <a:pt x="11282" y="1713"/>
                </a:moveTo>
                <a:lnTo>
                  <a:pt x="11179" y="2070"/>
                </a:lnTo>
                <a:lnTo>
                  <a:pt x="10571" y="1935"/>
                </a:lnTo>
                <a:cubicBezTo>
                  <a:pt x="10568" y="2169"/>
                  <a:pt x="10570" y="2826"/>
                  <a:pt x="10576" y="2898"/>
                </a:cubicBezTo>
                <a:cubicBezTo>
                  <a:pt x="10584" y="2925"/>
                  <a:pt x="10665" y="3200"/>
                  <a:pt x="10665" y="3200"/>
                </a:cubicBezTo>
                <a:lnTo>
                  <a:pt x="10764" y="4635"/>
                </a:lnTo>
                <a:lnTo>
                  <a:pt x="10756" y="4662"/>
                </a:lnTo>
                <a:cubicBezTo>
                  <a:pt x="10715" y="4798"/>
                  <a:pt x="10669" y="4970"/>
                  <a:pt x="10665" y="5010"/>
                </a:cubicBezTo>
                <a:cubicBezTo>
                  <a:pt x="10672" y="5001"/>
                  <a:pt x="10762" y="5107"/>
                  <a:pt x="10762" y="5107"/>
                </a:cubicBezTo>
                <a:lnTo>
                  <a:pt x="10762" y="6490"/>
                </a:lnTo>
                <a:lnTo>
                  <a:pt x="12565" y="6490"/>
                </a:lnTo>
                <a:lnTo>
                  <a:pt x="12610" y="6357"/>
                </a:lnTo>
                <a:cubicBezTo>
                  <a:pt x="12402" y="6087"/>
                  <a:pt x="12184" y="5808"/>
                  <a:pt x="12131" y="5753"/>
                </a:cubicBezTo>
                <a:cubicBezTo>
                  <a:pt x="12087" y="5742"/>
                  <a:pt x="11996" y="5190"/>
                  <a:pt x="11996" y="5190"/>
                </a:cubicBezTo>
                <a:lnTo>
                  <a:pt x="12062" y="5066"/>
                </a:lnTo>
                <a:lnTo>
                  <a:pt x="11991" y="4767"/>
                </a:lnTo>
                <a:lnTo>
                  <a:pt x="12162" y="4477"/>
                </a:lnTo>
                <a:lnTo>
                  <a:pt x="12206" y="3893"/>
                </a:lnTo>
                <a:lnTo>
                  <a:pt x="12379" y="3763"/>
                </a:lnTo>
                <a:lnTo>
                  <a:pt x="12708" y="3159"/>
                </a:lnTo>
                <a:lnTo>
                  <a:pt x="13155" y="2783"/>
                </a:lnTo>
                <a:lnTo>
                  <a:pt x="12431" y="2783"/>
                </a:lnTo>
                <a:lnTo>
                  <a:pt x="11469" y="2245"/>
                </a:lnTo>
                <a:lnTo>
                  <a:pt x="11282" y="1713"/>
                </a:lnTo>
                <a:close/>
                <a:moveTo>
                  <a:pt x="1060" y="2091"/>
                </a:moveTo>
                <a:lnTo>
                  <a:pt x="345" y="4523"/>
                </a:lnTo>
                <a:lnTo>
                  <a:pt x="322" y="5289"/>
                </a:lnTo>
                <a:lnTo>
                  <a:pt x="1913" y="6093"/>
                </a:lnTo>
                <a:cubicBezTo>
                  <a:pt x="2229" y="6206"/>
                  <a:pt x="2606" y="6340"/>
                  <a:pt x="2960" y="6465"/>
                </a:cubicBezTo>
                <a:lnTo>
                  <a:pt x="3265" y="4783"/>
                </a:lnTo>
                <a:lnTo>
                  <a:pt x="3106" y="4534"/>
                </a:lnTo>
                <a:lnTo>
                  <a:pt x="3541" y="3629"/>
                </a:lnTo>
                <a:lnTo>
                  <a:pt x="3429" y="3408"/>
                </a:lnTo>
                <a:lnTo>
                  <a:pt x="2822" y="3050"/>
                </a:lnTo>
                <a:lnTo>
                  <a:pt x="1989" y="3050"/>
                </a:lnTo>
                <a:lnTo>
                  <a:pt x="1346" y="2874"/>
                </a:lnTo>
                <a:lnTo>
                  <a:pt x="1346" y="2386"/>
                </a:lnTo>
                <a:lnTo>
                  <a:pt x="1060" y="2091"/>
                </a:lnTo>
                <a:close/>
                <a:moveTo>
                  <a:pt x="13780" y="3064"/>
                </a:moveTo>
                <a:lnTo>
                  <a:pt x="13011" y="3772"/>
                </a:lnTo>
                <a:lnTo>
                  <a:pt x="13011" y="3973"/>
                </a:lnTo>
                <a:lnTo>
                  <a:pt x="13126" y="4112"/>
                </a:lnTo>
                <a:lnTo>
                  <a:pt x="13546" y="4327"/>
                </a:lnTo>
                <a:lnTo>
                  <a:pt x="13911" y="4434"/>
                </a:lnTo>
                <a:lnTo>
                  <a:pt x="13911" y="4912"/>
                </a:lnTo>
                <a:cubicBezTo>
                  <a:pt x="13922" y="4928"/>
                  <a:pt x="13941" y="4951"/>
                  <a:pt x="13962" y="4975"/>
                </a:cubicBezTo>
                <a:lnTo>
                  <a:pt x="14058" y="4659"/>
                </a:lnTo>
                <a:cubicBezTo>
                  <a:pt x="14058" y="4659"/>
                  <a:pt x="14729" y="4451"/>
                  <a:pt x="14747" y="4430"/>
                </a:cubicBezTo>
                <a:cubicBezTo>
                  <a:pt x="14747" y="4430"/>
                  <a:pt x="14390" y="5723"/>
                  <a:pt x="14396" y="5792"/>
                </a:cubicBezTo>
                <a:cubicBezTo>
                  <a:pt x="14402" y="5862"/>
                  <a:pt x="14558" y="6961"/>
                  <a:pt x="14558" y="6975"/>
                </a:cubicBezTo>
                <a:cubicBezTo>
                  <a:pt x="14558" y="6984"/>
                  <a:pt x="14457" y="7316"/>
                  <a:pt x="14367" y="7617"/>
                </a:cubicBezTo>
                <a:lnTo>
                  <a:pt x="15664" y="7593"/>
                </a:lnTo>
                <a:lnTo>
                  <a:pt x="15682" y="7580"/>
                </a:lnTo>
                <a:lnTo>
                  <a:pt x="15737" y="5591"/>
                </a:lnTo>
                <a:cubicBezTo>
                  <a:pt x="15737" y="5591"/>
                  <a:pt x="15374" y="6034"/>
                  <a:pt x="15328" y="6061"/>
                </a:cubicBezTo>
                <a:cubicBezTo>
                  <a:pt x="15283" y="6088"/>
                  <a:pt x="15524" y="5295"/>
                  <a:pt x="15524" y="5295"/>
                </a:cubicBezTo>
                <a:lnTo>
                  <a:pt x="15400" y="4718"/>
                </a:lnTo>
                <a:lnTo>
                  <a:pt x="14462" y="3843"/>
                </a:lnTo>
                <a:lnTo>
                  <a:pt x="13780" y="3602"/>
                </a:lnTo>
                <a:lnTo>
                  <a:pt x="13524" y="3653"/>
                </a:lnTo>
                <a:lnTo>
                  <a:pt x="13886" y="3145"/>
                </a:lnTo>
                <a:lnTo>
                  <a:pt x="13780" y="3064"/>
                </a:lnTo>
                <a:close/>
                <a:moveTo>
                  <a:pt x="20064" y="3419"/>
                </a:moveTo>
                <a:lnTo>
                  <a:pt x="20034" y="3476"/>
                </a:lnTo>
                <a:lnTo>
                  <a:pt x="20095" y="3936"/>
                </a:lnTo>
                <a:lnTo>
                  <a:pt x="19988" y="4371"/>
                </a:lnTo>
                <a:lnTo>
                  <a:pt x="19988" y="5456"/>
                </a:lnTo>
                <a:lnTo>
                  <a:pt x="20333" y="5323"/>
                </a:lnTo>
                <a:lnTo>
                  <a:pt x="20474" y="5100"/>
                </a:lnTo>
                <a:lnTo>
                  <a:pt x="20064" y="3419"/>
                </a:lnTo>
                <a:close/>
                <a:moveTo>
                  <a:pt x="19912" y="3618"/>
                </a:moveTo>
                <a:lnTo>
                  <a:pt x="19397" y="3833"/>
                </a:lnTo>
                <a:lnTo>
                  <a:pt x="19516" y="4260"/>
                </a:lnTo>
                <a:lnTo>
                  <a:pt x="19516" y="4563"/>
                </a:lnTo>
                <a:lnTo>
                  <a:pt x="19636" y="5010"/>
                </a:lnTo>
                <a:lnTo>
                  <a:pt x="19712" y="5561"/>
                </a:lnTo>
                <a:lnTo>
                  <a:pt x="19850" y="5508"/>
                </a:lnTo>
                <a:lnTo>
                  <a:pt x="19854" y="4313"/>
                </a:lnTo>
                <a:lnTo>
                  <a:pt x="19951" y="3919"/>
                </a:lnTo>
                <a:lnTo>
                  <a:pt x="19912" y="3618"/>
                </a:lnTo>
                <a:close/>
                <a:moveTo>
                  <a:pt x="12709" y="3756"/>
                </a:moveTo>
                <a:lnTo>
                  <a:pt x="12334" y="4035"/>
                </a:lnTo>
                <a:lnTo>
                  <a:pt x="12294" y="4570"/>
                </a:lnTo>
                <a:lnTo>
                  <a:pt x="12149" y="4815"/>
                </a:lnTo>
                <a:lnTo>
                  <a:pt x="12219" y="5107"/>
                </a:lnTo>
                <a:lnTo>
                  <a:pt x="12144" y="5249"/>
                </a:lnTo>
                <a:cubicBezTo>
                  <a:pt x="12160" y="5377"/>
                  <a:pt x="12182" y="5515"/>
                  <a:pt x="12195" y="5566"/>
                </a:cubicBezTo>
                <a:cubicBezTo>
                  <a:pt x="12249" y="5617"/>
                  <a:pt x="12378" y="5774"/>
                  <a:pt x="12740" y="6249"/>
                </a:cubicBezTo>
                <a:lnTo>
                  <a:pt x="12782" y="6303"/>
                </a:lnTo>
                <a:lnTo>
                  <a:pt x="12694" y="6569"/>
                </a:lnTo>
                <a:lnTo>
                  <a:pt x="12777" y="6673"/>
                </a:lnTo>
                <a:lnTo>
                  <a:pt x="12838" y="7181"/>
                </a:lnTo>
                <a:lnTo>
                  <a:pt x="12973" y="7395"/>
                </a:lnTo>
                <a:lnTo>
                  <a:pt x="13991" y="7256"/>
                </a:lnTo>
                <a:cubicBezTo>
                  <a:pt x="13942" y="7084"/>
                  <a:pt x="13905" y="6951"/>
                  <a:pt x="13903" y="6947"/>
                </a:cubicBezTo>
                <a:cubicBezTo>
                  <a:pt x="13897" y="6933"/>
                  <a:pt x="14150" y="4952"/>
                  <a:pt x="14150" y="4952"/>
                </a:cubicBezTo>
                <a:lnTo>
                  <a:pt x="13780" y="5575"/>
                </a:lnTo>
                <a:lnTo>
                  <a:pt x="13902" y="5175"/>
                </a:lnTo>
                <a:cubicBezTo>
                  <a:pt x="13774" y="5027"/>
                  <a:pt x="13774" y="4998"/>
                  <a:pt x="13774" y="4952"/>
                </a:cubicBezTo>
                <a:lnTo>
                  <a:pt x="13774" y="4612"/>
                </a:lnTo>
                <a:lnTo>
                  <a:pt x="13513" y="4535"/>
                </a:lnTo>
                <a:lnTo>
                  <a:pt x="13050" y="4294"/>
                </a:lnTo>
                <a:lnTo>
                  <a:pt x="12873" y="4078"/>
                </a:lnTo>
                <a:lnTo>
                  <a:pt x="12873" y="3899"/>
                </a:lnTo>
                <a:lnTo>
                  <a:pt x="12744" y="4019"/>
                </a:lnTo>
                <a:lnTo>
                  <a:pt x="12709" y="3756"/>
                </a:lnTo>
                <a:close/>
                <a:moveTo>
                  <a:pt x="19260" y="3875"/>
                </a:moveTo>
                <a:lnTo>
                  <a:pt x="18543" y="4038"/>
                </a:lnTo>
                <a:lnTo>
                  <a:pt x="18147" y="4906"/>
                </a:lnTo>
                <a:lnTo>
                  <a:pt x="18212" y="5372"/>
                </a:lnTo>
                <a:cubicBezTo>
                  <a:pt x="18212" y="5372"/>
                  <a:pt x="17881" y="5819"/>
                  <a:pt x="17854" y="5845"/>
                </a:cubicBezTo>
                <a:cubicBezTo>
                  <a:pt x="17828" y="5872"/>
                  <a:pt x="17562" y="5691"/>
                  <a:pt x="17562" y="5691"/>
                </a:cubicBezTo>
                <a:lnTo>
                  <a:pt x="17252" y="6039"/>
                </a:lnTo>
                <a:lnTo>
                  <a:pt x="17357" y="6385"/>
                </a:lnTo>
                <a:lnTo>
                  <a:pt x="17012" y="6787"/>
                </a:lnTo>
                <a:lnTo>
                  <a:pt x="17111" y="7012"/>
                </a:lnTo>
                <a:cubicBezTo>
                  <a:pt x="18278" y="6573"/>
                  <a:pt x="18291" y="6579"/>
                  <a:pt x="18316" y="6590"/>
                </a:cubicBezTo>
                <a:cubicBezTo>
                  <a:pt x="18329" y="6589"/>
                  <a:pt x="18536" y="6573"/>
                  <a:pt x="18721" y="6557"/>
                </a:cubicBezTo>
                <a:lnTo>
                  <a:pt x="18809" y="6598"/>
                </a:lnTo>
                <a:lnTo>
                  <a:pt x="18979" y="6567"/>
                </a:lnTo>
                <a:lnTo>
                  <a:pt x="19088" y="7060"/>
                </a:lnTo>
                <a:lnTo>
                  <a:pt x="19248" y="6913"/>
                </a:lnTo>
                <a:lnTo>
                  <a:pt x="19660" y="7179"/>
                </a:lnTo>
                <a:lnTo>
                  <a:pt x="19702" y="7136"/>
                </a:lnTo>
                <a:lnTo>
                  <a:pt x="19609" y="6820"/>
                </a:lnTo>
                <a:lnTo>
                  <a:pt x="19601" y="6296"/>
                </a:lnTo>
                <a:cubicBezTo>
                  <a:pt x="19601" y="6295"/>
                  <a:pt x="19601" y="6293"/>
                  <a:pt x="19601" y="6293"/>
                </a:cubicBezTo>
                <a:lnTo>
                  <a:pt x="19591" y="5705"/>
                </a:lnTo>
                <a:lnTo>
                  <a:pt x="19506" y="5073"/>
                </a:lnTo>
                <a:lnTo>
                  <a:pt x="19377" y="4584"/>
                </a:lnTo>
                <a:lnTo>
                  <a:pt x="19377" y="4283"/>
                </a:lnTo>
                <a:lnTo>
                  <a:pt x="19260" y="3875"/>
                </a:lnTo>
                <a:close/>
                <a:moveTo>
                  <a:pt x="8116" y="4541"/>
                </a:moveTo>
                <a:cubicBezTo>
                  <a:pt x="8084" y="5326"/>
                  <a:pt x="8051" y="6139"/>
                  <a:pt x="8022" y="6844"/>
                </a:cubicBezTo>
                <a:cubicBezTo>
                  <a:pt x="8792" y="6890"/>
                  <a:pt x="10004" y="6962"/>
                  <a:pt x="10042" y="6974"/>
                </a:cubicBezTo>
                <a:cubicBezTo>
                  <a:pt x="10065" y="6982"/>
                  <a:pt x="10104" y="6995"/>
                  <a:pt x="10231" y="7318"/>
                </a:cubicBezTo>
                <a:cubicBezTo>
                  <a:pt x="10335" y="7218"/>
                  <a:pt x="10397" y="7162"/>
                  <a:pt x="10417" y="7152"/>
                </a:cubicBezTo>
                <a:cubicBezTo>
                  <a:pt x="10442" y="7139"/>
                  <a:pt x="10467" y="7131"/>
                  <a:pt x="10619" y="7276"/>
                </a:cubicBezTo>
                <a:lnTo>
                  <a:pt x="10580" y="6888"/>
                </a:lnTo>
                <a:lnTo>
                  <a:pt x="10625" y="6586"/>
                </a:lnTo>
                <a:lnTo>
                  <a:pt x="10625" y="5223"/>
                </a:lnTo>
                <a:cubicBezTo>
                  <a:pt x="10579" y="5171"/>
                  <a:pt x="10528" y="5093"/>
                  <a:pt x="10528" y="5005"/>
                </a:cubicBezTo>
                <a:cubicBezTo>
                  <a:pt x="10528" y="4959"/>
                  <a:pt x="10549" y="4860"/>
                  <a:pt x="10589" y="4717"/>
                </a:cubicBezTo>
                <a:lnTo>
                  <a:pt x="8116" y="4541"/>
                </a:lnTo>
                <a:close/>
                <a:moveTo>
                  <a:pt x="5523" y="4907"/>
                </a:moveTo>
                <a:lnTo>
                  <a:pt x="5487" y="5108"/>
                </a:lnTo>
                <a:lnTo>
                  <a:pt x="5249" y="8021"/>
                </a:lnTo>
                <a:lnTo>
                  <a:pt x="5947" y="8192"/>
                </a:lnTo>
                <a:lnTo>
                  <a:pt x="7816" y="8500"/>
                </a:lnTo>
                <a:cubicBezTo>
                  <a:pt x="7832" y="8108"/>
                  <a:pt x="7887" y="6751"/>
                  <a:pt x="7946" y="5315"/>
                </a:cubicBezTo>
                <a:lnTo>
                  <a:pt x="5523" y="4907"/>
                </a:lnTo>
                <a:close/>
                <a:moveTo>
                  <a:pt x="20677" y="5285"/>
                </a:moveTo>
                <a:lnTo>
                  <a:pt x="20545" y="5295"/>
                </a:lnTo>
                <a:lnTo>
                  <a:pt x="20403" y="5517"/>
                </a:lnTo>
                <a:lnTo>
                  <a:pt x="19731" y="5776"/>
                </a:lnTo>
                <a:lnTo>
                  <a:pt x="19736" y="6149"/>
                </a:lnTo>
                <a:cubicBezTo>
                  <a:pt x="19846" y="6097"/>
                  <a:pt x="20443" y="5866"/>
                  <a:pt x="20443" y="5866"/>
                </a:cubicBezTo>
                <a:lnTo>
                  <a:pt x="20642" y="6157"/>
                </a:lnTo>
                <a:lnTo>
                  <a:pt x="20759" y="6042"/>
                </a:lnTo>
                <a:lnTo>
                  <a:pt x="20677" y="5285"/>
                </a:lnTo>
                <a:close/>
                <a:moveTo>
                  <a:pt x="316" y="5511"/>
                </a:moveTo>
                <a:lnTo>
                  <a:pt x="301" y="5968"/>
                </a:lnTo>
                <a:lnTo>
                  <a:pt x="0" y="6598"/>
                </a:lnTo>
                <a:lnTo>
                  <a:pt x="36" y="7930"/>
                </a:lnTo>
                <a:cubicBezTo>
                  <a:pt x="36" y="7930"/>
                  <a:pt x="682" y="11439"/>
                  <a:pt x="682" y="11479"/>
                </a:cubicBezTo>
                <a:cubicBezTo>
                  <a:pt x="682" y="11520"/>
                  <a:pt x="630" y="12100"/>
                  <a:pt x="630" y="12100"/>
                </a:cubicBezTo>
                <a:lnTo>
                  <a:pt x="1107" y="12419"/>
                </a:lnTo>
                <a:lnTo>
                  <a:pt x="1807" y="13593"/>
                </a:lnTo>
                <a:lnTo>
                  <a:pt x="1860" y="14354"/>
                </a:lnTo>
                <a:lnTo>
                  <a:pt x="2788" y="14511"/>
                </a:lnTo>
                <a:lnTo>
                  <a:pt x="2869" y="14407"/>
                </a:lnTo>
                <a:lnTo>
                  <a:pt x="3000" y="14471"/>
                </a:lnTo>
                <a:lnTo>
                  <a:pt x="3007" y="14445"/>
                </a:lnTo>
                <a:lnTo>
                  <a:pt x="2859" y="14248"/>
                </a:lnTo>
                <a:lnTo>
                  <a:pt x="3180" y="13473"/>
                </a:lnTo>
                <a:lnTo>
                  <a:pt x="3280" y="13351"/>
                </a:lnTo>
                <a:cubicBezTo>
                  <a:pt x="3154" y="12880"/>
                  <a:pt x="3155" y="12844"/>
                  <a:pt x="3155" y="12822"/>
                </a:cubicBezTo>
                <a:cubicBezTo>
                  <a:pt x="3155" y="12811"/>
                  <a:pt x="3158" y="12756"/>
                  <a:pt x="3164" y="12676"/>
                </a:cubicBezTo>
                <a:lnTo>
                  <a:pt x="1483" y="8681"/>
                </a:lnTo>
                <a:lnTo>
                  <a:pt x="1811" y="6268"/>
                </a:lnTo>
                <a:lnTo>
                  <a:pt x="316" y="5511"/>
                </a:lnTo>
                <a:close/>
                <a:moveTo>
                  <a:pt x="20404" y="6102"/>
                </a:moveTo>
                <a:cubicBezTo>
                  <a:pt x="20394" y="6106"/>
                  <a:pt x="20383" y="6110"/>
                  <a:pt x="20374" y="6114"/>
                </a:cubicBezTo>
                <a:lnTo>
                  <a:pt x="20436" y="6359"/>
                </a:lnTo>
                <a:lnTo>
                  <a:pt x="20522" y="6274"/>
                </a:lnTo>
                <a:lnTo>
                  <a:pt x="20404" y="6102"/>
                </a:lnTo>
                <a:close/>
                <a:moveTo>
                  <a:pt x="20238" y="6167"/>
                </a:moveTo>
                <a:cubicBezTo>
                  <a:pt x="20040" y="6245"/>
                  <a:pt x="19828" y="6330"/>
                  <a:pt x="19739" y="6370"/>
                </a:cubicBezTo>
                <a:lnTo>
                  <a:pt x="19746" y="6791"/>
                </a:lnTo>
                <a:lnTo>
                  <a:pt x="19816" y="7015"/>
                </a:lnTo>
                <a:lnTo>
                  <a:pt x="20318" y="6477"/>
                </a:lnTo>
                <a:lnTo>
                  <a:pt x="20238" y="6167"/>
                </a:lnTo>
                <a:close/>
                <a:moveTo>
                  <a:pt x="1943" y="6326"/>
                </a:moveTo>
                <a:lnTo>
                  <a:pt x="1630" y="8637"/>
                </a:lnTo>
                <a:lnTo>
                  <a:pt x="3188" y="12342"/>
                </a:lnTo>
                <a:cubicBezTo>
                  <a:pt x="3203" y="12136"/>
                  <a:pt x="3241" y="11632"/>
                  <a:pt x="3241" y="11632"/>
                </a:cubicBezTo>
                <a:lnTo>
                  <a:pt x="3429" y="11632"/>
                </a:lnTo>
                <a:lnTo>
                  <a:pt x="3471" y="11700"/>
                </a:lnTo>
                <a:lnTo>
                  <a:pt x="4034" y="7057"/>
                </a:lnTo>
                <a:cubicBezTo>
                  <a:pt x="3813" y="6985"/>
                  <a:pt x="3111" y="6740"/>
                  <a:pt x="1943" y="6326"/>
                </a:cubicBezTo>
                <a:close/>
                <a:moveTo>
                  <a:pt x="10749" y="6705"/>
                </a:moveTo>
                <a:lnTo>
                  <a:pt x="10720" y="6897"/>
                </a:lnTo>
                <a:lnTo>
                  <a:pt x="10778" y="7468"/>
                </a:lnTo>
                <a:lnTo>
                  <a:pt x="11132" y="9050"/>
                </a:lnTo>
                <a:lnTo>
                  <a:pt x="12593" y="8992"/>
                </a:lnTo>
                <a:cubicBezTo>
                  <a:pt x="12593" y="8992"/>
                  <a:pt x="12640" y="9069"/>
                  <a:pt x="12653" y="9091"/>
                </a:cubicBezTo>
                <a:lnTo>
                  <a:pt x="12778" y="8742"/>
                </a:lnTo>
                <a:cubicBezTo>
                  <a:pt x="12689" y="8582"/>
                  <a:pt x="12671" y="8481"/>
                  <a:pt x="12718" y="8409"/>
                </a:cubicBezTo>
                <a:cubicBezTo>
                  <a:pt x="12731" y="8390"/>
                  <a:pt x="12825" y="8164"/>
                  <a:pt x="12825" y="8164"/>
                </a:cubicBezTo>
                <a:lnTo>
                  <a:pt x="13013" y="8164"/>
                </a:lnTo>
                <a:lnTo>
                  <a:pt x="13075" y="7951"/>
                </a:lnTo>
                <a:lnTo>
                  <a:pt x="12712" y="7300"/>
                </a:lnTo>
                <a:lnTo>
                  <a:pt x="12651" y="6791"/>
                </a:lnTo>
                <a:lnTo>
                  <a:pt x="12584" y="6705"/>
                </a:lnTo>
                <a:lnTo>
                  <a:pt x="10749" y="6705"/>
                </a:lnTo>
                <a:close/>
                <a:moveTo>
                  <a:pt x="18714" y="6773"/>
                </a:moveTo>
                <a:cubicBezTo>
                  <a:pt x="18424" y="6798"/>
                  <a:pt x="18330" y="6803"/>
                  <a:pt x="18296" y="6800"/>
                </a:cubicBezTo>
                <a:cubicBezTo>
                  <a:pt x="18224" y="6818"/>
                  <a:pt x="17051" y="7256"/>
                  <a:pt x="17051" y="7256"/>
                </a:cubicBezTo>
                <a:lnTo>
                  <a:pt x="16899" y="6918"/>
                </a:lnTo>
                <a:lnTo>
                  <a:pt x="16814" y="7018"/>
                </a:lnTo>
                <a:cubicBezTo>
                  <a:pt x="16923" y="8166"/>
                  <a:pt x="16946" y="8420"/>
                  <a:pt x="16950" y="8479"/>
                </a:cubicBezTo>
                <a:lnTo>
                  <a:pt x="17034" y="8989"/>
                </a:lnTo>
                <a:lnTo>
                  <a:pt x="18799" y="8400"/>
                </a:lnTo>
                <a:lnTo>
                  <a:pt x="19117" y="7926"/>
                </a:lnTo>
                <a:lnTo>
                  <a:pt x="18884" y="7575"/>
                </a:lnTo>
                <a:lnTo>
                  <a:pt x="18800" y="6821"/>
                </a:lnTo>
                <a:lnTo>
                  <a:pt x="18714" y="6773"/>
                </a:lnTo>
                <a:close/>
                <a:moveTo>
                  <a:pt x="20217" y="6855"/>
                </a:moveTo>
                <a:lnTo>
                  <a:pt x="19676" y="7423"/>
                </a:lnTo>
                <a:lnTo>
                  <a:pt x="19259" y="7152"/>
                </a:lnTo>
                <a:lnTo>
                  <a:pt x="19135" y="7267"/>
                </a:lnTo>
                <a:lnTo>
                  <a:pt x="19238" y="7728"/>
                </a:lnTo>
                <a:lnTo>
                  <a:pt x="19670" y="8343"/>
                </a:lnTo>
                <a:lnTo>
                  <a:pt x="19693" y="7908"/>
                </a:lnTo>
                <a:lnTo>
                  <a:pt x="20319" y="6900"/>
                </a:lnTo>
                <a:cubicBezTo>
                  <a:pt x="20319" y="6900"/>
                  <a:pt x="20256" y="6870"/>
                  <a:pt x="20217" y="6855"/>
                </a:cubicBezTo>
                <a:close/>
                <a:moveTo>
                  <a:pt x="8014" y="7058"/>
                </a:moveTo>
                <a:cubicBezTo>
                  <a:pt x="7988" y="7687"/>
                  <a:pt x="7966" y="8211"/>
                  <a:pt x="7953" y="8524"/>
                </a:cubicBezTo>
                <a:lnTo>
                  <a:pt x="8649" y="8643"/>
                </a:lnTo>
                <a:lnTo>
                  <a:pt x="8627" y="9483"/>
                </a:lnTo>
                <a:lnTo>
                  <a:pt x="11085" y="9501"/>
                </a:lnTo>
                <a:lnTo>
                  <a:pt x="10655" y="7565"/>
                </a:lnTo>
                <a:cubicBezTo>
                  <a:pt x="10575" y="7484"/>
                  <a:pt x="10484" y="7397"/>
                  <a:pt x="10444" y="7368"/>
                </a:cubicBezTo>
                <a:cubicBezTo>
                  <a:pt x="10408" y="7400"/>
                  <a:pt x="10185" y="7619"/>
                  <a:pt x="10185" y="7619"/>
                </a:cubicBezTo>
                <a:cubicBezTo>
                  <a:pt x="10185" y="7619"/>
                  <a:pt x="10032" y="7230"/>
                  <a:pt x="10003" y="7184"/>
                </a:cubicBezTo>
                <a:cubicBezTo>
                  <a:pt x="9877" y="7171"/>
                  <a:pt x="8783" y="7104"/>
                  <a:pt x="8014" y="7058"/>
                </a:cubicBezTo>
                <a:close/>
                <a:moveTo>
                  <a:pt x="4169" y="7093"/>
                </a:moveTo>
                <a:lnTo>
                  <a:pt x="3690" y="11056"/>
                </a:lnTo>
                <a:lnTo>
                  <a:pt x="5591" y="11544"/>
                </a:lnTo>
                <a:cubicBezTo>
                  <a:pt x="5707" y="10200"/>
                  <a:pt x="5813" y="8966"/>
                  <a:pt x="5863" y="8388"/>
                </a:cubicBezTo>
                <a:lnTo>
                  <a:pt x="5096" y="8201"/>
                </a:lnTo>
                <a:lnTo>
                  <a:pt x="5166" y="7343"/>
                </a:lnTo>
                <a:cubicBezTo>
                  <a:pt x="4807" y="7250"/>
                  <a:pt x="4333" y="7131"/>
                  <a:pt x="4169" y="7093"/>
                </a:cubicBezTo>
                <a:close/>
                <a:moveTo>
                  <a:pt x="16690" y="7163"/>
                </a:moveTo>
                <a:lnTo>
                  <a:pt x="16030" y="7930"/>
                </a:lnTo>
                <a:lnTo>
                  <a:pt x="15764" y="7756"/>
                </a:lnTo>
                <a:lnTo>
                  <a:pt x="15682" y="7809"/>
                </a:lnTo>
                <a:lnTo>
                  <a:pt x="15255" y="7815"/>
                </a:lnTo>
                <a:lnTo>
                  <a:pt x="15393" y="9860"/>
                </a:lnTo>
                <a:lnTo>
                  <a:pt x="15595" y="9929"/>
                </a:lnTo>
                <a:lnTo>
                  <a:pt x="15686" y="10171"/>
                </a:lnTo>
                <a:lnTo>
                  <a:pt x="15892" y="10251"/>
                </a:lnTo>
                <a:lnTo>
                  <a:pt x="16090" y="10073"/>
                </a:lnTo>
                <a:lnTo>
                  <a:pt x="16252" y="10231"/>
                </a:lnTo>
                <a:lnTo>
                  <a:pt x="16329" y="9817"/>
                </a:lnTo>
                <a:lnTo>
                  <a:pt x="16733" y="9210"/>
                </a:lnTo>
                <a:cubicBezTo>
                  <a:pt x="16766" y="8939"/>
                  <a:pt x="16813" y="8530"/>
                  <a:pt x="16816" y="8491"/>
                </a:cubicBezTo>
                <a:cubicBezTo>
                  <a:pt x="16813" y="8461"/>
                  <a:pt x="16744" y="7732"/>
                  <a:pt x="16690" y="7163"/>
                </a:cubicBezTo>
                <a:close/>
                <a:moveTo>
                  <a:pt x="14048" y="7463"/>
                </a:moveTo>
                <a:lnTo>
                  <a:pt x="13073" y="7598"/>
                </a:lnTo>
                <a:lnTo>
                  <a:pt x="13234" y="7923"/>
                </a:lnTo>
                <a:lnTo>
                  <a:pt x="13102" y="8379"/>
                </a:lnTo>
                <a:lnTo>
                  <a:pt x="12901" y="8379"/>
                </a:lnTo>
                <a:cubicBezTo>
                  <a:pt x="12884" y="8420"/>
                  <a:pt x="12860" y="8474"/>
                  <a:pt x="12840" y="8515"/>
                </a:cubicBezTo>
                <a:cubicBezTo>
                  <a:pt x="12855" y="8551"/>
                  <a:pt x="12948" y="8710"/>
                  <a:pt x="12948" y="8710"/>
                </a:cubicBezTo>
                <a:lnTo>
                  <a:pt x="12746" y="9270"/>
                </a:lnTo>
                <a:cubicBezTo>
                  <a:pt x="12756" y="9328"/>
                  <a:pt x="12786" y="9725"/>
                  <a:pt x="12791" y="9764"/>
                </a:cubicBezTo>
                <a:cubicBezTo>
                  <a:pt x="12828" y="9808"/>
                  <a:pt x="13073" y="10038"/>
                  <a:pt x="13073" y="10038"/>
                </a:cubicBezTo>
                <a:lnTo>
                  <a:pt x="13118" y="10387"/>
                </a:lnTo>
                <a:lnTo>
                  <a:pt x="13170" y="10307"/>
                </a:lnTo>
                <a:lnTo>
                  <a:pt x="13348" y="10666"/>
                </a:lnTo>
                <a:lnTo>
                  <a:pt x="13246" y="11041"/>
                </a:lnTo>
                <a:lnTo>
                  <a:pt x="13586" y="11506"/>
                </a:lnTo>
                <a:lnTo>
                  <a:pt x="13649" y="11886"/>
                </a:lnTo>
                <a:lnTo>
                  <a:pt x="13659" y="11886"/>
                </a:lnTo>
                <a:lnTo>
                  <a:pt x="13766" y="11751"/>
                </a:lnTo>
                <a:lnTo>
                  <a:pt x="13890" y="11813"/>
                </a:lnTo>
                <a:lnTo>
                  <a:pt x="14038" y="11416"/>
                </a:lnTo>
                <a:lnTo>
                  <a:pt x="14038" y="10990"/>
                </a:lnTo>
                <a:lnTo>
                  <a:pt x="14215" y="10491"/>
                </a:lnTo>
                <a:lnTo>
                  <a:pt x="14155" y="10267"/>
                </a:lnTo>
                <a:lnTo>
                  <a:pt x="14154" y="7843"/>
                </a:lnTo>
                <a:cubicBezTo>
                  <a:pt x="14123" y="7731"/>
                  <a:pt x="14085" y="7595"/>
                  <a:pt x="14048" y="7463"/>
                </a:cubicBezTo>
                <a:close/>
                <a:moveTo>
                  <a:pt x="15117" y="7818"/>
                </a:moveTo>
                <a:lnTo>
                  <a:pt x="14302" y="7834"/>
                </a:lnTo>
                <a:cubicBezTo>
                  <a:pt x="14299" y="7846"/>
                  <a:pt x="14296" y="7857"/>
                  <a:pt x="14292" y="7868"/>
                </a:cubicBezTo>
                <a:lnTo>
                  <a:pt x="14293" y="10242"/>
                </a:lnTo>
                <a:lnTo>
                  <a:pt x="14370" y="10497"/>
                </a:lnTo>
                <a:lnTo>
                  <a:pt x="14176" y="11044"/>
                </a:lnTo>
                <a:lnTo>
                  <a:pt x="14176" y="11231"/>
                </a:lnTo>
                <a:lnTo>
                  <a:pt x="14360" y="11020"/>
                </a:lnTo>
                <a:lnTo>
                  <a:pt x="14521" y="11178"/>
                </a:lnTo>
                <a:lnTo>
                  <a:pt x="14879" y="10982"/>
                </a:lnTo>
                <a:lnTo>
                  <a:pt x="15108" y="10286"/>
                </a:lnTo>
                <a:lnTo>
                  <a:pt x="15277" y="10193"/>
                </a:lnTo>
                <a:lnTo>
                  <a:pt x="15117" y="7818"/>
                </a:lnTo>
                <a:close/>
                <a:moveTo>
                  <a:pt x="19219" y="8078"/>
                </a:moveTo>
                <a:cubicBezTo>
                  <a:pt x="19213" y="8083"/>
                  <a:pt x="18924" y="8509"/>
                  <a:pt x="18924" y="8509"/>
                </a:cubicBezTo>
                <a:lnTo>
                  <a:pt x="19293" y="8955"/>
                </a:lnTo>
                <a:lnTo>
                  <a:pt x="19371" y="8306"/>
                </a:lnTo>
                <a:lnTo>
                  <a:pt x="19219" y="8078"/>
                </a:lnTo>
                <a:close/>
                <a:moveTo>
                  <a:pt x="5999" y="8417"/>
                </a:moveTo>
                <a:cubicBezTo>
                  <a:pt x="5922" y="9311"/>
                  <a:pt x="5825" y="10439"/>
                  <a:pt x="5727" y="11574"/>
                </a:cubicBezTo>
                <a:lnTo>
                  <a:pt x="8068" y="11991"/>
                </a:lnTo>
                <a:lnTo>
                  <a:pt x="8422" y="11993"/>
                </a:lnTo>
                <a:lnTo>
                  <a:pt x="8506" y="8835"/>
                </a:lnTo>
                <a:lnTo>
                  <a:pt x="7918" y="8734"/>
                </a:lnTo>
                <a:lnTo>
                  <a:pt x="5999" y="8417"/>
                </a:lnTo>
                <a:close/>
                <a:moveTo>
                  <a:pt x="18697" y="8654"/>
                </a:moveTo>
                <a:lnTo>
                  <a:pt x="18393" y="8755"/>
                </a:lnTo>
                <a:lnTo>
                  <a:pt x="18468" y="9059"/>
                </a:lnTo>
                <a:lnTo>
                  <a:pt x="18327" y="9248"/>
                </a:lnTo>
                <a:cubicBezTo>
                  <a:pt x="18361" y="9285"/>
                  <a:pt x="18504" y="9455"/>
                  <a:pt x="18504" y="9455"/>
                </a:cubicBezTo>
                <a:cubicBezTo>
                  <a:pt x="18504" y="9455"/>
                  <a:pt x="18448" y="9675"/>
                  <a:pt x="18421" y="9778"/>
                </a:cubicBezTo>
                <a:cubicBezTo>
                  <a:pt x="18465" y="9795"/>
                  <a:pt x="18527" y="9817"/>
                  <a:pt x="18582" y="9834"/>
                </a:cubicBezTo>
                <a:lnTo>
                  <a:pt x="18746" y="9832"/>
                </a:lnTo>
                <a:lnTo>
                  <a:pt x="18619" y="8976"/>
                </a:lnTo>
                <a:lnTo>
                  <a:pt x="18697" y="8654"/>
                </a:lnTo>
                <a:close/>
                <a:moveTo>
                  <a:pt x="18860" y="8728"/>
                </a:moveTo>
                <a:lnTo>
                  <a:pt x="19024" y="9458"/>
                </a:lnTo>
                <a:lnTo>
                  <a:pt x="19185" y="9319"/>
                </a:lnTo>
                <a:lnTo>
                  <a:pt x="19046" y="8965"/>
                </a:lnTo>
                <a:lnTo>
                  <a:pt x="18860" y="8728"/>
                </a:lnTo>
                <a:close/>
                <a:moveTo>
                  <a:pt x="18256" y="8800"/>
                </a:moveTo>
                <a:lnTo>
                  <a:pt x="18031" y="8876"/>
                </a:lnTo>
                <a:lnTo>
                  <a:pt x="18183" y="9148"/>
                </a:lnTo>
                <a:cubicBezTo>
                  <a:pt x="18186" y="9149"/>
                  <a:pt x="18187" y="9149"/>
                  <a:pt x="18190" y="9149"/>
                </a:cubicBezTo>
                <a:lnTo>
                  <a:pt x="18305" y="8994"/>
                </a:lnTo>
                <a:lnTo>
                  <a:pt x="18256" y="8800"/>
                </a:lnTo>
                <a:close/>
                <a:moveTo>
                  <a:pt x="18770" y="8976"/>
                </a:moveTo>
                <a:lnTo>
                  <a:pt x="18703" y="9222"/>
                </a:lnTo>
                <a:lnTo>
                  <a:pt x="18909" y="9838"/>
                </a:lnTo>
                <a:lnTo>
                  <a:pt x="18991" y="10627"/>
                </a:lnTo>
                <a:lnTo>
                  <a:pt x="19138" y="9631"/>
                </a:lnTo>
                <a:lnTo>
                  <a:pt x="18936" y="9714"/>
                </a:lnTo>
                <a:lnTo>
                  <a:pt x="18770" y="8976"/>
                </a:lnTo>
                <a:close/>
                <a:moveTo>
                  <a:pt x="16896" y="9013"/>
                </a:moveTo>
                <a:cubicBezTo>
                  <a:pt x="16886" y="9091"/>
                  <a:pt x="16860" y="9316"/>
                  <a:pt x="16860" y="9316"/>
                </a:cubicBezTo>
                <a:lnTo>
                  <a:pt x="16451" y="9931"/>
                </a:lnTo>
                <a:lnTo>
                  <a:pt x="16361" y="10414"/>
                </a:lnTo>
                <a:lnTo>
                  <a:pt x="16361" y="10645"/>
                </a:lnTo>
                <a:lnTo>
                  <a:pt x="16590" y="11130"/>
                </a:lnTo>
                <a:lnTo>
                  <a:pt x="16706" y="11225"/>
                </a:lnTo>
                <a:lnTo>
                  <a:pt x="17153" y="10843"/>
                </a:lnTo>
                <a:lnTo>
                  <a:pt x="17308" y="9776"/>
                </a:lnTo>
                <a:lnTo>
                  <a:pt x="17383" y="9823"/>
                </a:lnTo>
                <a:cubicBezTo>
                  <a:pt x="17445" y="9862"/>
                  <a:pt x="17484" y="9887"/>
                  <a:pt x="17510" y="9905"/>
                </a:cubicBezTo>
                <a:cubicBezTo>
                  <a:pt x="17551" y="9834"/>
                  <a:pt x="17630" y="9681"/>
                  <a:pt x="17698" y="9541"/>
                </a:cubicBezTo>
                <a:lnTo>
                  <a:pt x="17748" y="9157"/>
                </a:lnTo>
                <a:lnTo>
                  <a:pt x="17674" y="9175"/>
                </a:lnTo>
                <a:lnTo>
                  <a:pt x="17371" y="9588"/>
                </a:lnTo>
                <a:lnTo>
                  <a:pt x="17316" y="9115"/>
                </a:lnTo>
                <a:lnTo>
                  <a:pt x="16932" y="9242"/>
                </a:lnTo>
                <a:lnTo>
                  <a:pt x="16896" y="9013"/>
                </a:lnTo>
                <a:close/>
                <a:moveTo>
                  <a:pt x="17570" y="9030"/>
                </a:moveTo>
                <a:lnTo>
                  <a:pt x="17450" y="9069"/>
                </a:lnTo>
                <a:lnTo>
                  <a:pt x="17463" y="9177"/>
                </a:lnTo>
                <a:lnTo>
                  <a:pt x="17570" y="9030"/>
                </a:lnTo>
                <a:close/>
                <a:moveTo>
                  <a:pt x="12534" y="9210"/>
                </a:moveTo>
                <a:lnTo>
                  <a:pt x="11177" y="9263"/>
                </a:lnTo>
                <a:lnTo>
                  <a:pt x="11244" y="9575"/>
                </a:lnTo>
                <a:lnTo>
                  <a:pt x="11335" y="9808"/>
                </a:lnTo>
                <a:lnTo>
                  <a:pt x="11335" y="10050"/>
                </a:lnTo>
                <a:cubicBezTo>
                  <a:pt x="11361" y="10098"/>
                  <a:pt x="11444" y="10221"/>
                  <a:pt x="11514" y="10319"/>
                </a:cubicBezTo>
                <a:lnTo>
                  <a:pt x="11538" y="10352"/>
                </a:lnTo>
                <a:lnTo>
                  <a:pt x="11538" y="12228"/>
                </a:lnTo>
                <a:lnTo>
                  <a:pt x="11561" y="12546"/>
                </a:lnTo>
                <a:cubicBezTo>
                  <a:pt x="11724" y="12523"/>
                  <a:pt x="13324" y="12473"/>
                  <a:pt x="13324" y="12473"/>
                </a:cubicBezTo>
                <a:lnTo>
                  <a:pt x="13472" y="12724"/>
                </a:lnTo>
                <a:lnTo>
                  <a:pt x="13332" y="12916"/>
                </a:lnTo>
                <a:lnTo>
                  <a:pt x="13469" y="12954"/>
                </a:lnTo>
                <a:lnTo>
                  <a:pt x="13538" y="12431"/>
                </a:lnTo>
                <a:lnTo>
                  <a:pt x="13651" y="12411"/>
                </a:lnTo>
                <a:cubicBezTo>
                  <a:pt x="13663" y="12382"/>
                  <a:pt x="13683" y="12319"/>
                  <a:pt x="13704" y="12245"/>
                </a:cubicBezTo>
                <a:lnTo>
                  <a:pt x="13645" y="12100"/>
                </a:lnTo>
                <a:lnTo>
                  <a:pt x="13541" y="12100"/>
                </a:lnTo>
                <a:lnTo>
                  <a:pt x="13464" y="11624"/>
                </a:lnTo>
                <a:lnTo>
                  <a:pt x="13080" y="11098"/>
                </a:lnTo>
                <a:lnTo>
                  <a:pt x="13189" y="10697"/>
                </a:lnTo>
                <a:lnTo>
                  <a:pt x="13156" y="10629"/>
                </a:lnTo>
                <a:lnTo>
                  <a:pt x="13032" y="10816"/>
                </a:lnTo>
                <a:lnTo>
                  <a:pt x="12950" y="10174"/>
                </a:lnTo>
                <a:cubicBezTo>
                  <a:pt x="12700" y="9943"/>
                  <a:pt x="12682" y="9904"/>
                  <a:pt x="12674" y="9885"/>
                </a:cubicBezTo>
                <a:cubicBezTo>
                  <a:pt x="12658" y="9849"/>
                  <a:pt x="12623" y="9384"/>
                  <a:pt x="12614" y="9332"/>
                </a:cubicBezTo>
                <a:cubicBezTo>
                  <a:pt x="12590" y="9301"/>
                  <a:pt x="12557" y="9249"/>
                  <a:pt x="12534" y="9210"/>
                </a:cubicBezTo>
                <a:close/>
                <a:moveTo>
                  <a:pt x="17871" y="9282"/>
                </a:moveTo>
                <a:lnTo>
                  <a:pt x="17817" y="9651"/>
                </a:lnTo>
                <a:cubicBezTo>
                  <a:pt x="17561" y="10176"/>
                  <a:pt x="17540" y="10179"/>
                  <a:pt x="17483" y="10122"/>
                </a:cubicBezTo>
                <a:cubicBezTo>
                  <a:pt x="17473" y="10113"/>
                  <a:pt x="17439" y="10092"/>
                  <a:pt x="17406" y="10071"/>
                </a:cubicBezTo>
                <a:lnTo>
                  <a:pt x="17274" y="10985"/>
                </a:lnTo>
                <a:lnTo>
                  <a:pt x="16707" y="11470"/>
                </a:lnTo>
                <a:lnTo>
                  <a:pt x="16555" y="11345"/>
                </a:lnTo>
                <a:lnTo>
                  <a:pt x="16200" y="11855"/>
                </a:lnTo>
                <a:lnTo>
                  <a:pt x="16639" y="11780"/>
                </a:lnTo>
                <a:lnTo>
                  <a:pt x="19001" y="11178"/>
                </a:lnTo>
                <a:lnTo>
                  <a:pt x="18909" y="10842"/>
                </a:lnTo>
                <a:lnTo>
                  <a:pt x="18780" y="10047"/>
                </a:lnTo>
                <a:lnTo>
                  <a:pt x="18568" y="10047"/>
                </a:lnTo>
                <a:cubicBezTo>
                  <a:pt x="18299" y="9966"/>
                  <a:pt x="18288" y="9938"/>
                  <a:pt x="18273" y="9896"/>
                </a:cubicBezTo>
                <a:cubicBezTo>
                  <a:pt x="18273" y="9896"/>
                  <a:pt x="18312" y="9626"/>
                  <a:pt x="18337" y="9527"/>
                </a:cubicBezTo>
                <a:cubicBezTo>
                  <a:pt x="18278" y="9457"/>
                  <a:pt x="18218" y="9388"/>
                  <a:pt x="18195" y="9367"/>
                </a:cubicBezTo>
                <a:cubicBezTo>
                  <a:pt x="18163" y="9361"/>
                  <a:pt x="18083" y="9342"/>
                  <a:pt x="17871" y="9282"/>
                </a:cubicBezTo>
                <a:close/>
                <a:moveTo>
                  <a:pt x="8621" y="9698"/>
                </a:moveTo>
                <a:lnTo>
                  <a:pt x="8561" y="11999"/>
                </a:lnTo>
                <a:cubicBezTo>
                  <a:pt x="8906" y="12020"/>
                  <a:pt x="10628" y="12092"/>
                  <a:pt x="11401" y="12124"/>
                </a:cubicBezTo>
                <a:lnTo>
                  <a:pt x="11401" y="10447"/>
                </a:lnTo>
                <a:cubicBezTo>
                  <a:pt x="11199" y="10163"/>
                  <a:pt x="11198" y="10124"/>
                  <a:pt x="11198" y="10079"/>
                </a:cubicBezTo>
                <a:lnTo>
                  <a:pt x="11198" y="9867"/>
                </a:lnTo>
                <a:lnTo>
                  <a:pt x="11140" y="9718"/>
                </a:lnTo>
                <a:lnTo>
                  <a:pt x="8621" y="9698"/>
                </a:lnTo>
                <a:close/>
                <a:moveTo>
                  <a:pt x="15408" y="10085"/>
                </a:moveTo>
                <a:lnTo>
                  <a:pt x="15425" y="10338"/>
                </a:lnTo>
                <a:lnTo>
                  <a:pt x="15206" y="10461"/>
                </a:lnTo>
                <a:lnTo>
                  <a:pt x="14976" y="11157"/>
                </a:lnTo>
                <a:lnTo>
                  <a:pt x="14504" y="11416"/>
                </a:lnTo>
                <a:lnTo>
                  <a:pt x="14366" y="11280"/>
                </a:lnTo>
                <a:lnTo>
                  <a:pt x="14158" y="11518"/>
                </a:lnTo>
                <a:lnTo>
                  <a:pt x="13953" y="12068"/>
                </a:lnTo>
                <a:lnTo>
                  <a:pt x="13796" y="11991"/>
                </a:lnTo>
                <a:lnTo>
                  <a:pt x="13775" y="12017"/>
                </a:lnTo>
                <a:lnTo>
                  <a:pt x="13858" y="12222"/>
                </a:lnTo>
                <a:lnTo>
                  <a:pt x="13845" y="12274"/>
                </a:lnTo>
                <a:cubicBezTo>
                  <a:pt x="13834" y="12315"/>
                  <a:pt x="13825" y="12350"/>
                  <a:pt x="13816" y="12381"/>
                </a:cubicBezTo>
                <a:lnTo>
                  <a:pt x="14026" y="12345"/>
                </a:lnTo>
                <a:lnTo>
                  <a:pt x="14133" y="12210"/>
                </a:lnTo>
                <a:lnTo>
                  <a:pt x="15970" y="11895"/>
                </a:lnTo>
                <a:lnTo>
                  <a:pt x="16452" y="11201"/>
                </a:lnTo>
                <a:lnTo>
                  <a:pt x="16223" y="10716"/>
                </a:lnTo>
                <a:lnTo>
                  <a:pt x="16223" y="10458"/>
                </a:lnTo>
                <a:lnTo>
                  <a:pt x="16087" y="10323"/>
                </a:lnTo>
                <a:lnTo>
                  <a:pt x="15913" y="10479"/>
                </a:lnTo>
                <a:lnTo>
                  <a:pt x="15597" y="10358"/>
                </a:lnTo>
                <a:lnTo>
                  <a:pt x="15507" y="10118"/>
                </a:lnTo>
                <a:lnTo>
                  <a:pt x="15408" y="10085"/>
                </a:lnTo>
                <a:close/>
                <a:moveTo>
                  <a:pt x="3664" y="11268"/>
                </a:moveTo>
                <a:lnTo>
                  <a:pt x="3557" y="12151"/>
                </a:lnTo>
                <a:lnTo>
                  <a:pt x="3364" y="11846"/>
                </a:lnTo>
                <a:cubicBezTo>
                  <a:pt x="3333" y="12247"/>
                  <a:pt x="3293" y="12781"/>
                  <a:pt x="3292" y="12825"/>
                </a:cubicBezTo>
                <a:cubicBezTo>
                  <a:pt x="3297" y="12849"/>
                  <a:pt x="3366" y="13113"/>
                  <a:pt x="3428" y="13343"/>
                </a:cubicBezTo>
                <a:lnTo>
                  <a:pt x="3448" y="13419"/>
                </a:lnTo>
                <a:lnTo>
                  <a:pt x="3275" y="13632"/>
                </a:lnTo>
                <a:lnTo>
                  <a:pt x="3040" y="14206"/>
                </a:lnTo>
                <a:lnTo>
                  <a:pt x="3175" y="14386"/>
                </a:lnTo>
                <a:lnTo>
                  <a:pt x="3076" y="14735"/>
                </a:lnTo>
                <a:lnTo>
                  <a:pt x="3048" y="14721"/>
                </a:lnTo>
                <a:lnTo>
                  <a:pt x="4322" y="16223"/>
                </a:lnTo>
                <a:lnTo>
                  <a:pt x="5180" y="16403"/>
                </a:lnTo>
                <a:cubicBezTo>
                  <a:pt x="5240" y="15664"/>
                  <a:pt x="5413" y="13633"/>
                  <a:pt x="5574" y="11757"/>
                </a:cubicBezTo>
                <a:lnTo>
                  <a:pt x="3664" y="11268"/>
                </a:lnTo>
                <a:close/>
                <a:moveTo>
                  <a:pt x="19056" y="11378"/>
                </a:moveTo>
                <a:lnTo>
                  <a:pt x="19035" y="11387"/>
                </a:lnTo>
                <a:lnTo>
                  <a:pt x="16750" y="11969"/>
                </a:lnTo>
                <a:lnTo>
                  <a:pt x="16545" y="12509"/>
                </a:lnTo>
                <a:lnTo>
                  <a:pt x="16413" y="12509"/>
                </a:lnTo>
                <a:lnTo>
                  <a:pt x="15838" y="13319"/>
                </a:lnTo>
                <a:lnTo>
                  <a:pt x="16298" y="13262"/>
                </a:lnTo>
                <a:lnTo>
                  <a:pt x="16513" y="12975"/>
                </a:lnTo>
                <a:lnTo>
                  <a:pt x="17118" y="12872"/>
                </a:lnTo>
                <a:lnTo>
                  <a:pt x="17353" y="13176"/>
                </a:lnTo>
                <a:lnTo>
                  <a:pt x="17722" y="13056"/>
                </a:lnTo>
                <a:lnTo>
                  <a:pt x="18299" y="13738"/>
                </a:lnTo>
                <a:lnTo>
                  <a:pt x="18494" y="13665"/>
                </a:lnTo>
                <a:lnTo>
                  <a:pt x="18543" y="13307"/>
                </a:lnTo>
                <a:lnTo>
                  <a:pt x="19227" y="11999"/>
                </a:lnTo>
                <a:lnTo>
                  <a:pt x="19056" y="11378"/>
                </a:lnTo>
                <a:close/>
                <a:moveTo>
                  <a:pt x="5710" y="11787"/>
                </a:moveTo>
                <a:cubicBezTo>
                  <a:pt x="5540" y="13775"/>
                  <a:pt x="5372" y="15733"/>
                  <a:pt x="5315" y="16430"/>
                </a:cubicBezTo>
                <a:lnTo>
                  <a:pt x="5544" y="16478"/>
                </a:lnTo>
                <a:lnTo>
                  <a:pt x="5624" y="16223"/>
                </a:lnTo>
                <a:lnTo>
                  <a:pt x="6251" y="16223"/>
                </a:lnTo>
                <a:lnTo>
                  <a:pt x="6234" y="15927"/>
                </a:lnTo>
                <a:lnTo>
                  <a:pt x="7808" y="16197"/>
                </a:lnTo>
                <a:lnTo>
                  <a:pt x="7988" y="12576"/>
                </a:lnTo>
                <a:lnTo>
                  <a:pt x="7995" y="12195"/>
                </a:lnTo>
                <a:lnTo>
                  <a:pt x="5710" y="11787"/>
                </a:lnTo>
                <a:close/>
                <a:moveTo>
                  <a:pt x="16576" y="12006"/>
                </a:moveTo>
                <a:lnTo>
                  <a:pt x="14188" y="12417"/>
                </a:lnTo>
                <a:lnTo>
                  <a:pt x="14082" y="12552"/>
                </a:lnTo>
                <a:lnTo>
                  <a:pt x="13653" y="12627"/>
                </a:lnTo>
                <a:lnTo>
                  <a:pt x="13584" y="13135"/>
                </a:lnTo>
                <a:lnTo>
                  <a:pt x="13475" y="13404"/>
                </a:lnTo>
                <a:lnTo>
                  <a:pt x="13455" y="13615"/>
                </a:lnTo>
                <a:lnTo>
                  <a:pt x="15612" y="13348"/>
                </a:lnTo>
                <a:lnTo>
                  <a:pt x="16360" y="12295"/>
                </a:lnTo>
                <a:lnTo>
                  <a:pt x="16467" y="12293"/>
                </a:lnTo>
                <a:lnTo>
                  <a:pt x="16576" y="12006"/>
                </a:lnTo>
                <a:close/>
                <a:moveTo>
                  <a:pt x="8133" y="12207"/>
                </a:moveTo>
                <a:lnTo>
                  <a:pt x="8128" y="12475"/>
                </a:lnTo>
                <a:lnTo>
                  <a:pt x="9343" y="12475"/>
                </a:lnTo>
                <a:lnTo>
                  <a:pt x="9343" y="14199"/>
                </a:lnTo>
                <a:lnTo>
                  <a:pt x="9622" y="14310"/>
                </a:lnTo>
                <a:lnTo>
                  <a:pt x="9665" y="14454"/>
                </a:lnTo>
                <a:lnTo>
                  <a:pt x="10070" y="14572"/>
                </a:lnTo>
                <a:lnTo>
                  <a:pt x="10193" y="14809"/>
                </a:lnTo>
                <a:lnTo>
                  <a:pt x="10510" y="14733"/>
                </a:lnTo>
                <a:lnTo>
                  <a:pt x="10772" y="14919"/>
                </a:lnTo>
                <a:lnTo>
                  <a:pt x="11343" y="14730"/>
                </a:lnTo>
                <a:lnTo>
                  <a:pt x="11498" y="14887"/>
                </a:lnTo>
                <a:lnTo>
                  <a:pt x="11498" y="13559"/>
                </a:lnTo>
                <a:lnTo>
                  <a:pt x="11408" y="12339"/>
                </a:lnTo>
                <a:cubicBezTo>
                  <a:pt x="10530" y="12303"/>
                  <a:pt x="8679" y="12225"/>
                  <a:pt x="8494" y="12207"/>
                </a:cubicBezTo>
                <a:lnTo>
                  <a:pt x="8133" y="12207"/>
                </a:lnTo>
                <a:close/>
                <a:moveTo>
                  <a:pt x="8120" y="12688"/>
                </a:moveTo>
                <a:lnTo>
                  <a:pt x="7935" y="16435"/>
                </a:lnTo>
                <a:lnTo>
                  <a:pt x="6387" y="16170"/>
                </a:lnTo>
                <a:lnTo>
                  <a:pt x="6398" y="16371"/>
                </a:lnTo>
                <a:cubicBezTo>
                  <a:pt x="6591" y="16697"/>
                  <a:pt x="7041" y="17455"/>
                  <a:pt x="7077" y="17486"/>
                </a:cubicBezTo>
                <a:cubicBezTo>
                  <a:pt x="7122" y="17527"/>
                  <a:pt x="7077" y="18104"/>
                  <a:pt x="7077" y="18104"/>
                </a:cubicBezTo>
                <a:lnTo>
                  <a:pt x="7610" y="18846"/>
                </a:lnTo>
                <a:lnTo>
                  <a:pt x="7855" y="18231"/>
                </a:lnTo>
                <a:lnTo>
                  <a:pt x="8489" y="18306"/>
                </a:lnTo>
                <a:lnTo>
                  <a:pt x="9459" y="21035"/>
                </a:lnTo>
                <a:cubicBezTo>
                  <a:pt x="9459" y="21035"/>
                  <a:pt x="10281" y="21600"/>
                  <a:pt x="10308" y="21600"/>
                </a:cubicBezTo>
                <a:lnTo>
                  <a:pt x="10229" y="20242"/>
                </a:lnTo>
                <a:cubicBezTo>
                  <a:pt x="10229" y="20242"/>
                  <a:pt x="11426" y="18848"/>
                  <a:pt x="11775" y="18433"/>
                </a:cubicBezTo>
                <a:lnTo>
                  <a:pt x="11873" y="17962"/>
                </a:lnTo>
                <a:lnTo>
                  <a:pt x="11839" y="17775"/>
                </a:lnTo>
                <a:lnTo>
                  <a:pt x="11953" y="17191"/>
                </a:lnTo>
                <a:lnTo>
                  <a:pt x="11826" y="16699"/>
                </a:lnTo>
                <a:lnTo>
                  <a:pt x="11692" y="16495"/>
                </a:lnTo>
                <a:lnTo>
                  <a:pt x="11692" y="15255"/>
                </a:lnTo>
                <a:lnTo>
                  <a:pt x="11530" y="15175"/>
                </a:lnTo>
                <a:lnTo>
                  <a:pt x="11316" y="14957"/>
                </a:lnTo>
                <a:lnTo>
                  <a:pt x="10757" y="15143"/>
                </a:lnTo>
                <a:lnTo>
                  <a:pt x="10490" y="14955"/>
                </a:lnTo>
                <a:lnTo>
                  <a:pt x="10136" y="15039"/>
                </a:lnTo>
                <a:lnTo>
                  <a:pt x="9995" y="14767"/>
                </a:lnTo>
                <a:lnTo>
                  <a:pt x="9571" y="14644"/>
                </a:lnTo>
                <a:lnTo>
                  <a:pt x="9525" y="14493"/>
                </a:lnTo>
                <a:lnTo>
                  <a:pt x="9205" y="14363"/>
                </a:lnTo>
                <a:lnTo>
                  <a:pt x="9205" y="12688"/>
                </a:lnTo>
                <a:lnTo>
                  <a:pt x="8120" y="12688"/>
                </a:lnTo>
                <a:close/>
                <a:moveTo>
                  <a:pt x="13266" y="12691"/>
                </a:moveTo>
                <a:cubicBezTo>
                  <a:pt x="12667" y="12706"/>
                  <a:pt x="11810" y="12735"/>
                  <a:pt x="11577" y="12756"/>
                </a:cubicBezTo>
                <a:lnTo>
                  <a:pt x="11635" y="13547"/>
                </a:lnTo>
                <a:lnTo>
                  <a:pt x="11635" y="15005"/>
                </a:lnTo>
                <a:lnTo>
                  <a:pt x="11830" y="15096"/>
                </a:lnTo>
                <a:lnTo>
                  <a:pt x="11830" y="15430"/>
                </a:lnTo>
                <a:lnTo>
                  <a:pt x="12921" y="15430"/>
                </a:lnTo>
                <a:lnTo>
                  <a:pt x="12899" y="15307"/>
                </a:lnTo>
                <a:lnTo>
                  <a:pt x="12975" y="14493"/>
                </a:lnTo>
                <a:lnTo>
                  <a:pt x="13157" y="14259"/>
                </a:lnTo>
                <a:lnTo>
                  <a:pt x="13157" y="13916"/>
                </a:lnTo>
                <a:lnTo>
                  <a:pt x="13311" y="13680"/>
                </a:lnTo>
                <a:lnTo>
                  <a:pt x="13352" y="13310"/>
                </a:lnTo>
                <a:lnTo>
                  <a:pt x="13413" y="13156"/>
                </a:lnTo>
                <a:lnTo>
                  <a:pt x="13029" y="13052"/>
                </a:lnTo>
                <a:lnTo>
                  <a:pt x="13277" y="12709"/>
                </a:lnTo>
                <a:lnTo>
                  <a:pt x="13266" y="12691"/>
                </a:lnTo>
                <a:close/>
                <a:moveTo>
                  <a:pt x="17075" y="13094"/>
                </a:moveTo>
                <a:lnTo>
                  <a:pt x="16569" y="13179"/>
                </a:lnTo>
                <a:lnTo>
                  <a:pt x="16296" y="13546"/>
                </a:lnTo>
                <a:lnTo>
                  <a:pt x="16440" y="13662"/>
                </a:lnTo>
                <a:lnTo>
                  <a:pt x="17561" y="15700"/>
                </a:lnTo>
                <a:lnTo>
                  <a:pt x="18180" y="13866"/>
                </a:lnTo>
                <a:lnTo>
                  <a:pt x="17689" y="13286"/>
                </a:lnTo>
                <a:lnTo>
                  <a:pt x="17317" y="13407"/>
                </a:lnTo>
                <a:lnTo>
                  <a:pt x="17075" y="13094"/>
                </a:lnTo>
                <a:close/>
                <a:moveTo>
                  <a:pt x="16120" y="13498"/>
                </a:moveTo>
                <a:lnTo>
                  <a:pt x="15347" y="13596"/>
                </a:lnTo>
                <a:lnTo>
                  <a:pt x="15462" y="14413"/>
                </a:lnTo>
                <a:lnTo>
                  <a:pt x="15733" y="15681"/>
                </a:lnTo>
                <a:lnTo>
                  <a:pt x="15805" y="16814"/>
                </a:lnTo>
                <a:lnTo>
                  <a:pt x="15869" y="16954"/>
                </a:lnTo>
                <a:lnTo>
                  <a:pt x="16960" y="16808"/>
                </a:lnTo>
                <a:lnTo>
                  <a:pt x="16984" y="16838"/>
                </a:lnTo>
                <a:lnTo>
                  <a:pt x="16984" y="16596"/>
                </a:lnTo>
                <a:lnTo>
                  <a:pt x="17257" y="16596"/>
                </a:lnTo>
                <a:lnTo>
                  <a:pt x="17492" y="15903"/>
                </a:lnTo>
                <a:lnTo>
                  <a:pt x="16345" y="13819"/>
                </a:lnTo>
                <a:lnTo>
                  <a:pt x="16045" y="13597"/>
                </a:lnTo>
                <a:lnTo>
                  <a:pt x="16120" y="13498"/>
                </a:lnTo>
                <a:close/>
                <a:moveTo>
                  <a:pt x="15209" y="13612"/>
                </a:moveTo>
                <a:lnTo>
                  <a:pt x="14292" y="13727"/>
                </a:lnTo>
                <a:lnTo>
                  <a:pt x="14292" y="16465"/>
                </a:lnTo>
                <a:lnTo>
                  <a:pt x="14384" y="17613"/>
                </a:lnTo>
                <a:cubicBezTo>
                  <a:pt x="14466" y="17594"/>
                  <a:pt x="14550" y="17575"/>
                  <a:pt x="14634" y="17556"/>
                </a:cubicBezTo>
                <a:lnTo>
                  <a:pt x="14500" y="16947"/>
                </a:lnTo>
                <a:lnTo>
                  <a:pt x="15664" y="16756"/>
                </a:lnTo>
                <a:lnTo>
                  <a:pt x="15600" y="15724"/>
                </a:lnTo>
                <a:lnTo>
                  <a:pt x="15329" y="14471"/>
                </a:lnTo>
                <a:lnTo>
                  <a:pt x="15209" y="13612"/>
                </a:lnTo>
                <a:close/>
                <a:moveTo>
                  <a:pt x="14154" y="13744"/>
                </a:moveTo>
                <a:lnTo>
                  <a:pt x="13405" y="13837"/>
                </a:lnTo>
                <a:lnTo>
                  <a:pt x="13294" y="14007"/>
                </a:lnTo>
                <a:lnTo>
                  <a:pt x="13294" y="14359"/>
                </a:lnTo>
                <a:lnTo>
                  <a:pt x="13105" y="14605"/>
                </a:lnTo>
                <a:lnTo>
                  <a:pt x="13040" y="15292"/>
                </a:lnTo>
                <a:lnTo>
                  <a:pt x="13204" y="16200"/>
                </a:lnTo>
                <a:lnTo>
                  <a:pt x="13034" y="16614"/>
                </a:lnTo>
                <a:lnTo>
                  <a:pt x="12953" y="17119"/>
                </a:lnTo>
                <a:lnTo>
                  <a:pt x="13726" y="17119"/>
                </a:lnTo>
                <a:lnTo>
                  <a:pt x="13704" y="17469"/>
                </a:lnTo>
                <a:lnTo>
                  <a:pt x="13886" y="17764"/>
                </a:lnTo>
                <a:cubicBezTo>
                  <a:pt x="13893" y="17741"/>
                  <a:pt x="13899" y="17725"/>
                  <a:pt x="13902" y="17725"/>
                </a:cubicBezTo>
                <a:cubicBezTo>
                  <a:pt x="13908" y="17725"/>
                  <a:pt x="14055" y="17691"/>
                  <a:pt x="14248" y="17646"/>
                </a:cubicBezTo>
                <a:lnTo>
                  <a:pt x="14156" y="16478"/>
                </a:lnTo>
                <a:lnTo>
                  <a:pt x="14154" y="13744"/>
                </a:lnTo>
                <a:close/>
                <a:moveTo>
                  <a:pt x="11829" y="15644"/>
                </a:moveTo>
                <a:lnTo>
                  <a:pt x="11829" y="16406"/>
                </a:lnTo>
                <a:lnTo>
                  <a:pt x="11948" y="16598"/>
                </a:lnTo>
                <a:lnTo>
                  <a:pt x="12099" y="17181"/>
                </a:lnTo>
                <a:lnTo>
                  <a:pt x="11983" y="17776"/>
                </a:lnTo>
                <a:lnTo>
                  <a:pt x="12018" y="17965"/>
                </a:lnTo>
                <a:lnTo>
                  <a:pt x="11943" y="18328"/>
                </a:lnTo>
                <a:cubicBezTo>
                  <a:pt x="12255" y="18396"/>
                  <a:pt x="13520" y="18719"/>
                  <a:pt x="13536" y="18719"/>
                </a:cubicBezTo>
                <a:cubicBezTo>
                  <a:pt x="13553" y="18719"/>
                  <a:pt x="13577" y="18459"/>
                  <a:pt x="13577" y="18459"/>
                </a:cubicBezTo>
                <a:lnTo>
                  <a:pt x="13883" y="18790"/>
                </a:lnTo>
                <a:lnTo>
                  <a:pt x="14008" y="18763"/>
                </a:lnTo>
                <a:cubicBezTo>
                  <a:pt x="14008" y="18763"/>
                  <a:pt x="13783" y="18325"/>
                  <a:pt x="13766" y="18316"/>
                </a:cubicBezTo>
                <a:cubicBezTo>
                  <a:pt x="13756" y="18310"/>
                  <a:pt x="13792" y="18139"/>
                  <a:pt x="13829" y="17982"/>
                </a:cubicBezTo>
                <a:lnTo>
                  <a:pt x="13560" y="17547"/>
                </a:lnTo>
                <a:lnTo>
                  <a:pt x="13573" y="17335"/>
                </a:lnTo>
                <a:lnTo>
                  <a:pt x="12775" y="17335"/>
                </a:lnTo>
                <a:lnTo>
                  <a:pt x="12911" y="16513"/>
                </a:lnTo>
                <a:lnTo>
                  <a:pt x="13054" y="16166"/>
                </a:lnTo>
                <a:lnTo>
                  <a:pt x="12960" y="15644"/>
                </a:lnTo>
                <a:lnTo>
                  <a:pt x="11829" y="15644"/>
                </a:lnTo>
                <a:close/>
                <a:moveTo>
                  <a:pt x="17122" y="16812"/>
                </a:moveTo>
                <a:lnTo>
                  <a:pt x="17122" y="17293"/>
                </a:lnTo>
                <a:lnTo>
                  <a:pt x="16917" y="17030"/>
                </a:lnTo>
                <a:lnTo>
                  <a:pt x="15802" y="17179"/>
                </a:lnTo>
                <a:lnTo>
                  <a:pt x="15706" y="16965"/>
                </a:lnTo>
                <a:lnTo>
                  <a:pt x="14685" y="17133"/>
                </a:lnTo>
                <a:lnTo>
                  <a:pt x="14771" y="17522"/>
                </a:lnTo>
                <a:cubicBezTo>
                  <a:pt x="15021" y="17463"/>
                  <a:pt x="15230" y="17415"/>
                  <a:pt x="15230" y="17415"/>
                </a:cubicBezTo>
                <a:lnTo>
                  <a:pt x="15626" y="18047"/>
                </a:lnTo>
                <a:cubicBezTo>
                  <a:pt x="15626" y="18047"/>
                  <a:pt x="16163" y="17510"/>
                  <a:pt x="16171" y="17510"/>
                </a:cubicBezTo>
                <a:cubicBezTo>
                  <a:pt x="16179" y="17510"/>
                  <a:pt x="16923" y="18370"/>
                  <a:pt x="16923" y="18370"/>
                </a:cubicBezTo>
                <a:cubicBezTo>
                  <a:pt x="16923" y="18370"/>
                  <a:pt x="16895" y="19034"/>
                  <a:pt x="16900" y="19078"/>
                </a:cubicBezTo>
                <a:cubicBezTo>
                  <a:pt x="16906" y="19123"/>
                  <a:pt x="17886" y="21318"/>
                  <a:pt x="17904" y="21345"/>
                </a:cubicBezTo>
                <a:cubicBezTo>
                  <a:pt x="17922" y="21371"/>
                  <a:pt x="18229" y="21121"/>
                  <a:pt x="18253" y="21112"/>
                </a:cubicBezTo>
                <a:cubicBezTo>
                  <a:pt x="18276" y="21103"/>
                  <a:pt x="18270" y="19733"/>
                  <a:pt x="18270" y="19705"/>
                </a:cubicBezTo>
                <a:cubicBezTo>
                  <a:pt x="18270" y="19682"/>
                  <a:pt x="17499" y="17424"/>
                  <a:pt x="17290" y="16812"/>
                </a:cubicBezTo>
                <a:lnTo>
                  <a:pt x="17122" y="16812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42" name="Freeform 5"/>
          <p:cNvSpPr/>
          <p:nvPr/>
        </p:nvSpPr>
        <p:spPr>
          <a:xfrm>
            <a:off x="9745552" y="11099857"/>
            <a:ext cx="526222" cy="4584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82" fill="norm" stroke="1" extrusionOk="0">
                <a:moveTo>
                  <a:pt x="5738" y="379"/>
                </a:moveTo>
                <a:lnTo>
                  <a:pt x="5717" y="420"/>
                </a:lnTo>
                <a:cubicBezTo>
                  <a:pt x="5636" y="594"/>
                  <a:pt x="5612" y="785"/>
                  <a:pt x="5640" y="952"/>
                </a:cubicBezTo>
                <a:cubicBezTo>
                  <a:pt x="5667" y="1108"/>
                  <a:pt x="5739" y="1244"/>
                  <a:pt x="5857" y="1328"/>
                </a:cubicBezTo>
                <a:cubicBezTo>
                  <a:pt x="7738" y="2519"/>
                  <a:pt x="9582" y="3842"/>
                  <a:pt x="11458" y="5050"/>
                </a:cubicBezTo>
                <a:cubicBezTo>
                  <a:pt x="11571" y="5125"/>
                  <a:pt x="11708" y="5134"/>
                  <a:pt x="11845" y="5083"/>
                </a:cubicBezTo>
                <a:cubicBezTo>
                  <a:pt x="11994" y="5024"/>
                  <a:pt x="12125" y="4905"/>
                  <a:pt x="12214" y="4737"/>
                </a:cubicBezTo>
                <a:lnTo>
                  <a:pt x="12235" y="4696"/>
                </a:lnTo>
                <a:cubicBezTo>
                  <a:pt x="12317" y="4522"/>
                  <a:pt x="12340" y="4331"/>
                  <a:pt x="12312" y="4162"/>
                </a:cubicBezTo>
                <a:cubicBezTo>
                  <a:pt x="12286" y="4006"/>
                  <a:pt x="12213" y="3869"/>
                  <a:pt x="12101" y="3791"/>
                </a:cubicBezTo>
                <a:lnTo>
                  <a:pt x="6495" y="66"/>
                </a:lnTo>
                <a:cubicBezTo>
                  <a:pt x="6378" y="-13"/>
                  <a:pt x="6234" y="-18"/>
                  <a:pt x="6099" y="35"/>
                </a:cubicBezTo>
                <a:cubicBezTo>
                  <a:pt x="5959" y="91"/>
                  <a:pt x="5827" y="210"/>
                  <a:pt x="5737" y="379"/>
                </a:cubicBezTo>
                <a:close/>
                <a:moveTo>
                  <a:pt x="11577" y="18789"/>
                </a:moveTo>
                <a:lnTo>
                  <a:pt x="11577" y="17460"/>
                </a:lnTo>
                <a:cubicBezTo>
                  <a:pt x="11577" y="17207"/>
                  <a:pt x="11487" y="16976"/>
                  <a:pt x="11342" y="16810"/>
                </a:cubicBezTo>
                <a:cubicBezTo>
                  <a:pt x="11196" y="16643"/>
                  <a:pt x="10996" y="16538"/>
                  <a:pt x="10775" y="16538"/>
                </a:cubicBezTo>
                <a:lnTo>
                  <a:pt x="1870" y="16538"/>
                </a:lnTo>
                <a:cubicBezTo>
                  <a:pt x="1650" y="16538"/>
                  <a:pt x="1449" y="16643"/>
                  <a:pt x="1304" y="16810"/>
                </a:cubicBezTo>
                <a:cubicBezTo>
                  <a:pt x="1158" y="16977"/>
                  <a:pt x="1068" y="17207"/>
                  <a:pt x="1068" y="17460"/>
                </a:cubicBezTo>
                <a:lnTo>
                  <a:pt x="1068" y="18789"/>
                </a:lnTo>
                <a:close/>
                <a:moveTo>
                  <a:pt x="20793" y="19323"/>
                </a:moveTo>
                <a:lnTo>
                  <a:pt x="807" y="19323"/>
                </a:lnTo>
                <a:cubicBezTo>
                  <a:pt x="586" y="19323"/>
                  <a:pt x="384" y="19428"/>
                  <a:pt x="238" y="19597"/>
                </a:cubicBezTo>
                <a:cubicBezTo>
                  <a:pt x="92" y="19765"/>
                  <a:pt x="0" y="19998"/>
                  <a:pt x="0" y="20253"/>
                </a:cubicBezTo>
                <a:lnTo>
                  <a:pt x="0" y="21582"/>
                </a:lnTo>
                <a:lnTo>
                  <a:pt x="21600" y="21582"/>
                </a:lnTo>
                <a:lnTo>
                  <a:pt x="21600" y="20253"/>
                </a:lnTo>
                <a:cubicBezTo>
                  <a:pt x="21600" y="19998"/>
                  <a:pt x="21509" y="19765"/>
                  <a:pt x="21362" y="19597"/>
                </a:cubicBezTo>
                <a:cubicBezTo>
                  <a:pt x="21216" y="19429"/>
                  <a:pt x="21014" y="19323"/>
                  <a:pt x="20793" y="19323"/>
                </a:cubicBezTo>
                <a:close/>
                <a:moveTo>
                  <a:pt x="11285" y="10777"/>
                </a:moveTo>
                <a:lnTo>
                  <a:pt x="18282" y="16285"/>
                </a:lnTo>
                <a:lnTo>
                  <a:pt x="18386" y="16361"/>
                </a:lnTo>
                <a:cubicBezTo>
                  <a:pt x="18746" y="16601"/>
                  <a:pt x="19119" y="16624"/>
                  <a:pt x="19442" y="16520"/>
                </a:cubicBezTo>
                <a:cubicBezTo>
                  <a:pt x="19765" y="16417"/>
                  <a:pt x="20036" y="16189"/>
                  <a:pt x="20192" y="15926"/>
                </a:cubicBezTo>
                <a:lnTo>
                  <a:pt x="20231" y="15855"/>
                </a:lnTo>
                <a:lnTo>
                  <a:pt x="20265" y="15780"/>
                </a:lnTo>
                <a:cubicBezTo>
                  <a:pt x="20384" y="15494"/>
                  <a:pt x="20422" y="15110"/>
                  <a:pt x="20341" y="14738"/>
                </a:cubicBezTo>
                <a:cubicBezTo>
                  <a:pt x="20259" y="14367"/>
                  <a:pt x="20056" y="14007"/>
                  <a:pt x="19693" y="13765"/>
                </a:cubicBezTo>
                <a:lnTo>
                  <a:pt x="19582" y="13697"/>
                </a:lnTo>
                <a:lnTo>
                  <a:pt x="11939" y="9476"/>
                </a:lnTo>
                <a:lnTo>
                  <a:pt x="11287" y="10776"/>
                </a:lnTo>
                <a:close/>
                <a:moveTo>
                  <a:pt x="9346" y="10628"/>
                </a:moveTo>
                <a:lnTo>
                  <a:pt x="9895" y="10993"/>
                </a:lnTo>
                <a:cubicBezTo>
                  <a:pt x="10049" y="11095"/>
                  <a:pt x="10226" y="11115"/>
                  <a:pt x="10386" y="11066"/>
                </a:cubicBezTo>
                <a:cubicBezTo>
                  <a:pt x="10547" y="11017"/>
                  <a:pt x="10691" y="10897"/>
                  <a:pt x="10779" y="10720"/>
                </a:cubicBezTo>
                <a:lnTo>
                  <a:pt x="11606" y="9070"/>
                </a:lnTo>
                <a:cubicBezTo>
                  <a:pt x="11695" y="8894"/>
                  <a:pt x="11713" y="8690"/>
                  <a:pt x="11670" y="8505"/>
                </a:cubicBezTo>
                <a:cubicBezTo>
                  <a:pt x="11627" y="8324"/>
                  <a:pt x="11526" y="8160"/>
                  <a:pt x="11375" y="8057"/>
                </a:cubicBezTo>
                <a:lnTo>
                  <a:pt x="10821" y="7689"/>
                </a:lnTo>
                <a:cubicBezTo>
                  <a:pt x="10618" y="8199"/>
                  <a:pt x="10395" y="8700"/>
                  <a:pt x="10149" y="9193"/>
                </a:cubicBezTo>
                <a:cubicBezTo>
                  <a:pt x="9899" y="9691"/>
                  <a:pt x="9632" y="10167"/>
                  <a:pt x="9347" y="10628"/>
                </a:cubicBezTo>
                <a:close/>
                <a:moveTo>
                  <a:pt x="7761" y="12021"/>
                </a:moveTo>
                <a:cubicBezTo>
                  <a:pt x="8521" y="11084"/>
                  <a:pt x="9187" y="10044"/>
                  <a:pt x="9747" y="8926"/>
                </a:cubicBezTo>
                <a:cubicBezTo>
                  <a:pt x="10305" y="7813"/>
                  <a:pt x="10752" y="6634"/>
                  <a:pt x="11077" y="5412"/>
                </a:cubicBezTo>
                <a:cubicBezTo>
                  <a:pt x="9308" y="4253"/>
                  <a:pt x="7534" y="3076"/>
                  <a:pt x="5778" y="1891"/>
                </a:cubicBezTo>
                <a:cubicBezTo>
                  <a:pt x="5021" y="2826"/>
                  <a:pt x="4358" y="3860"/>
                  <a:pt x="3800" y="4971"/>
                </a:cubicBezTo>
                <a:cubicBezTo>
                  <a:pt x="3239" y="6090"/>
                  <a:pt x="2789" y="7274"/>
                  <a:pt x="2463" y="8499"/>
                </a:cubicBezTo>
                <a:lnTo>
                  <a:pt x="7762" y="12019"/>
                </a:lnTo>
                <a:close/>
                <a:moveTo>
                  <a:pt x="1323" y="9181"/>
                </a:moveTo>
                <a:lnTo>
                  <a:pt x="1306" y="9213"/>
                </a:lnTo>
                <a:cubicBezTo>
                  <a:pt x="1223" y="9389"/>
                  <a:pt x="1198" y="9581"/>
                  <a:pt x="1226" y="9750"/>
                </a:cubicBezTo>
                <a:cubicBezTo>
                  <a:pt x="1253" y="9908"/>
                  <a:pt x="1325" y="10044"/>
                  <a:pt x="1438" y="10122"/>
                </a:cubicBezTo>
                <a:cubicBezTo>
                  <a:pt x="3315" y="11323"/>
                  <a:pt x="5201" y="12612"/>
                  <a:pt x="7059" y="13857"/>
                </a:cubicBezTo>
                <a:cubicBezTo>
                  <a:pt x="7169" y="13923"/>
                  <a:pt x="7300" y="13928"/>
                  <a:pt x="7431" y="13879"/>
                </a:cubicBezTo>
                <a:cubicBezTo>
                  <a:pt x="7580" y="13821"/>
                  <a:pt x="7711" y="13701"/>
                  <a:pt x="7800" y="13533"/>
                </a:cubicBezTo>
                <a:lnTo>
                  <a:pt x="7821" y="13492"/>
                </a:lnTo>
                <a:cubicBezTo>
                  <a:pt x="7903" y="13318"/>
                  <a:pt x="7927" y="13126"/>
                  <a:pt x="7898" y="12959"/>
                </a:cubicBezTo>
                <a:cubicBezTo>
                  <a:pt x="7873" y="12806"/>
                  <a:pt x="7803" y="12672"/>
                  <a:pt x="7677" y="12580"/>
                </a:cubicBezTo>
                <a:lnTo>
                  <a:pt x="2069" y="8854"/>
                </a:lnTo>
                <a:cubicBezTo>
                  <a:pt x="1958" y="8786"/>
                  <a:pt x="1826" y="8780"/>
                  <a:pt x="1694" y="8829"/>
                </a:cubicBezTo>
                <a:cubicBezTo>
                  <a:pt x="1546" y="8889"/>
                  <a:pt x="1412" y="9010"/>
                  <a:pt x="1323" y="9181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43" name="Freeform 43"/>
          <p:cNvSpPr/>
          <p:nvPr/>
        </p:nvSpPr>
        <p:spPr>
          <a:xfrm>
            <a:off x="5258702" y="6599610"/>
            <a:ext cx="538836" cy="5345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14" y="21600"/>
                </a:moveTo>
                <a:lnTo>
                  <a:pt x="386" y="21600"/>
                </a:lnTo>
                <a:cubicBezTo>
                  <a:pt x="173" y="21600"/>
                  <a:pt x="0" y="21427"/>
                  <a:pt x="0" y="21214"/>
                </a:cubicBezTo>
                <a:lnTo>
                  <a:pt x="0" y="386"/>
                </a:lnTo>
                <a:cubicBezTo>
                  <a:pt x="0" y="173"/>
                  <a:pt x="173" y="0"/>
                  <a:pt x="386" y="0"/>
                </a:cubicBezTo>
                <a:cubicBezTo>
                  <a:pt x="599" y="0"/>
                  <a:pt x="771" y="173"/>
                  <a:pt x="771" y="386"/>
                </a:cubicBezTo>
                <a:lnTo>
                  <a:pt x="771" y="771"/>
                </a:lnTo>
                <a:lnTo>
                  <a:pt x="1414" y="771"/>
                </a:lnTo>
                <a:cubicBezTo>
                  <a:pt x="1627" y="771"/>
                  <a:pt x="1800" y="944"/>
                  <a:pt x="1800" y="1157"/>
                </a:cubicBezTo>
                <a:cubicBezTo>
                  <a:pt x="1800" y="1370"/>
                  <a:pt x="1627" y="1543"/>
                  <a:pt x="1414" y="1543"/>
                </a:cubicBezTo>
                <a:lnTo>
                  <a:pt x="771" y="1543"/>
                </a:lnTo>
                <a:lnTo>
                  <a:pt x="771" y="4114"/>
                </a:lnTo>
                <a:lnTo>
                  <a:pt x="1414" y="4114"/>
                </a:lnTo>
                <a:cubicBezTo>
                  <a:pt x="1627" y="4114"/>
                  <a:pt x="1800" y="4287"/>
                  <a:pt x="1800" y="4500"/>
                </a:cubicBezTo>
                <a:cubicBezTo>
                  <a:pt x="1800" y="4713"/>
                  <a:pt x="1627" y="4886"/>
                  <a:pt x="1414" y="4886"/>
                </a:cubicBezTo>
                <a:lnTo>
                  <a:pt x="771" y="4886"/>
                </a:lnTo>
                <a:lnTo>
                  <a:pt x="771" y="7457"/>
                </a:lnTo>
                <a:lnTo>
                  <a:pt x="1414" y="7457"/>
                </a:lnTo>
                <a:cubicBezTo>
                  <a:pt x="1627" y="7457"/>
                  <a:pt x="1800" y="7630"/>
                  <a:pt x="1800" y="7843"/>
                </a:cubicBezTo>
                <a:cubicBezTo>
                  <a:pt x="1800" y="8056"/>
                  <a:pt x="1627" y="8229"/>
                  <a:pt x="1414" y="8229"/>
                </a:cubicBezTo>
                <a:lnTo>
                  <a:pt x="771" y="8229"/>
                </a:lnTo>
                <a:lnTo>
                  <a:pt x="771" y="10800"/>
                </a:lnTo>
                <a:lnTo>
                  <a:pt x="1414" y="10800"/>
                </a:lnTo>
                <a:cubicBezTo>
                  <a:pt x="1627" y="10800"/>
                  <a:pt x="1800" y="10973"/>
                  <a:pt x="1800" y="11186"/>
                </a:cubicBezTo>
                <a:cubicBezTo>
                  <a:pt x="1800" y="11399"/>
                  <a:pt x="1627" y="11571"/>
                  <a:pt x="1414" y="11571"/>
                </a:cubicBezTo>
                <a:lnTo>
                  <a:pt x="771" y="11571"/>
                </a:lnTo>
                <a:lnTo>
                  <a:pt x="771" y="14143"/>
                </a:lnTo>
                <a:lnTo>
                  <a:pt x="1414" y="14143"/>
                </a:lnTo>
                <a:cubicBezTo>
                  <a:pt x="1627" y="14143"/>
                  <a:pt x="1800" y="14316"/>
                  <a:pt x="1800" y="14529"/>
                </a:cubicBezTo>
                <a:cubicBezTo>
                  <a:pt x="1800" y="14741"/>
                  <a:pt x="1627" y="14914"/>
                  <a:pt x="1414" y="14914"/>
                </a:cubicBezTo>
                <a:lnTo>
                  <a:pt x="771" y="14914"/>
                </a:lnTo>
                <a:lnTo>
                  <a:pt x="771" y="17486"/>
                </a:lnTo>
                <a:lnTo>
                  <a:pt x="1414" y="17486"/>
                </a:lnTo>
                <a:cubicBezTo>
                  <a:pt x="1627" y="17486"/>
                  <a:pt x="1800" y="17659"/>
                  <a:pt x="1800" y="17871"/>
                </a:cubicBezTo>
                <a:cubicBezTo>
                  <a:pt x="1800" y="18084"/>
                  <a:pt x="1627" y="18257"/>
                  <a:pt x="1414" y="18257"/>
                </a:cubicBezTo>
                <a:lnTo>
                  <a:pt x="771" y="18257"/>
                </a:lnTo>
                <a:lnTo>
                  <a:pt x="771" y="20829"/>
                </a:lnTo>
                <a:lnTo>
                  <a:pt x="21214" y="20829"/>
                </a:lnTo>
                <a:cubicBezTo>
                  <a:pt x="21427" y="20829"/>
                  <a:pt x="21600" y="21001"/>
                  <a:pt x="21600" y="21214"/>
                </a:cubicBezTo>
                <a:cubicBezTo>
                  <a:pt x="21600" y="21427"/>
                  <a:pt x="21427" y="21600"/>
                  <a:pt x="21214" y="21600"/>
                </a:cubicBezTo>
                <a:close/>
                <a:moveTo>
                  <a:pt x="17693" y="7693"/>
                </a:moveTo>
                <a:cubicBezTo>
                  <a:pt x="16990" y="9617"/>
                  <a:pt x="16239" y="11669"/>
                  <a:pt x="15803" y="12862"/>
                </a:cubicBezTo>
                <a:cubicBezTo>
                  <a:pt x="16047" y="13135"/>
                  <a:pt x="16200" y="13491"/>
                  <a:pt x="16200" y="13886"/>
                </a:cubicBezTo>
                <a:cubicBezTo>
                  <a:pt x="16200" y="14738"/>
                  <a:pt x="15509" y="15429"/>
                  <a:pt x="14657" y="15429"/>
                </a:cubicBezTo>
                <a:cubicBezTo>
                  <a:pt x="13805" y="15429"/>
                  <a:pt x="13115" y="14738"/>
                  <a:pt x="13114" y="13887"/>
                </a:cubicBezTo>
                <a:lnTo>
                  <a:pt x="9622" y="11803"/>
                </a:lnTo>
                <a:cubicBezTo>
                  <a:pt x="9451" y="11923"/>
                  <a:pt x="9256" y="12013"/>
                  <a:pt x="9043" y="12055"/>
                </a:cubicBezTo>
                <a:lnTo>
                  <a:pt x="6074" y="16449"/>
                </a:lnTo>
                <a:cubicBezTo>
                  <a:pt x="6134" y="16613"/>
                  <a:pt x="6171" y="16787"/>
                  <a:pt x="6171" y="16971"/>
                </a:cubicBezTo>
                <a:cubicBezTo>
                  <a:pt x="6171" y="17823"/>
                  <a:pt x="5480" y="18514"/>
                  <a:pt x="4629" y="18514"/>
                </a:cubicBezTo>
                <a:cubicBezTo>
                  <a:pt x="3777" y="18514"/>
                  <a:pt x="3086" y="17823"/>
                  <a:pt x="3086" y="16971"/>
                </a:cubicBezTo>
                <a:cubicBezTo>
                  <a:pt x="3086" y="16120"/>
                  <a:pt x="3777" y="15429"/>
                  <a:pt x="4629" y="15429"/>
                </a:cubicBezTo>
                <a:cubicBezTo>
                  <a:pt x="4712" y="15429"/>
                  <a:pt x="4791" y="15440"/>
                  <a:pt x="4871" y="15453"/>
                </a:cubicBezTo>
                <a:lnTo>
                  <a:pt x="7541" y="11500"/>
                </a:lnTo>
                <a:cubicBezTo>
                  <a:pt x="7331" y="11236"/>
                  <a:pt x="7200" y="10906"/>
                  <a:pt x="7200" y="10543"/>
                </a:cubicBezTo>
                <a:cubicBezTo>
                  <a:pt x="7200" y="9691"/>
                  <a:pt x="7891" y="9000"/>
                  <a:pt x="8743" y="9000"/>
                </a:cubicBezTo>
                <a:cubicBezTo>
                  <a:pt x="9544" y="9000"/>
                  <a:pt x="10194" y="9613"/>
                  <a:pt x="10271" y="10393"/>
                </a:cubicBezTo>
                <a:lnTo>
                  <a:pt x="13891" y="12554"/>
                </a:lnTo>
                <a:cubicBezTo>
                  <a:pt x="14055" y="12459"/>
                  <a:pt x="14236" y="12392"/>
                  <a:pt x="14430" y="12362"/>
                </a:cubicBezTo>
                <a:cubicBezTo>
                  <a:pt x="14907" y="11023"/>
                  <a:pt x="15628" y="9004"/>
                  <a:pt x="16293" y="7139"/>
                </a:cubicBezTo>
                <a:cubicBezTo>
                  <a:pt x="16077" y="6874"/>
                  <a:pt x="15943" y="6540"/>
                  <a:pt x="15943" y="6171"/>
                </a:cubicBezTo>
                <a:cubicBezTo>
                  <a:pt x="15943" y="5319"/>
                  <a:pt x="16634" y="4628"/>
                  <a:pt x="17486" y="4628"/>
                </a:cubicBezTo>
                <a:cubicBezTo>
                  <a:pt x="18338" y="4628"/>
                  <a:pt x="19029" y="5319"/>
                  <a:pt x="19029" y="6171"/>
                </a:cubicBezTo>
                <a:cubicBezTo>
                  <a:pt x="19029" y="6953"/>
                  <a:pt x="18446" y="7591"/>
                  <a:pt x="17693" y="7693"/>
                </a:cubicBezTo>
                <a:close/>
                <a:moveTo>
                  <a:pt x="4629" y="16200"/>
                </a:moveTo>
                <a:cubicBezTo>
                  <a:pt x="4202" y="16200"/>
                  <a:pt x="3857" y="16545"/>
                  <a:pt x="3857" y="16971"/>
                </a:cubicBezTo>
                <a:cubicBezTo>
                  <a:pt x="3857" y="17397"/>
                  <a:pt x="4202" y="17743"/>
                  <a:pt x="4629" y="17743"/>
                </a:cubicBezTo>
                <a:cubicBezTo>
                  <a:pt x="5055" y="17743"/>
                  <a:pt x="5400" y="17397"/>
                  <a:pt x="5400" y="16971"/>
                </a:cubicBezTo>
                <a:cubicBezTo>
                  <a:pt x="5400" y="16545"/>
                  <a:pt x="5055" y="16200"/>
                  <a:pt x="4629" y="16200"/>
                </a:cubicBezTo>
                <a:close/>
                <a:moveTo>
                  <a:pt x="8743" y="9771"/>
                </a:moveTo>
                <a:cubicBezTo>
                  <a:pt x="8317" y="9771"/>
                  <a:pt x="7971" y="10117"/>
                  <a:pt x="7971" y="10543"/>
                </a:cubicBezTo>
                <a:cubicBezTo>
                  <a:pt x="7971" y="10969"/>
                  <a:pt x="8317" y="11314"/>
                  <a:pt x="8743" y="11314"/>
                </a:cubicBezTo>
                <a:cubicBezTo>
                  <a:pt x="9169" y="11314"/>
                  <a:pt x="9514" y="10969"/>
                  <a:pt x="9514" y="10543"/>
                </a:cubicBezTo>
                <a:cubicBezTo>
                  <a:pt x="9514" y="10117"/>
                  <a:pt x="9169" y="9771"/>
                  <a:pt x="8743" y="9771"/>
                </a:cubicBezTo>
                <a:close/>
                <a:moveTo>
                  <a:pt x="14657" y="13114"/>
                </a:moveTo>
                <a:cubicBezTo>
                  <a:pt x="14231" y="13114"/>
                  <a:pt x="13886" y="13460"/>
                  <a:pt x="13886" y="13886"/>
                </a:cubicBezTo>
                <a:cubicBezTo>
                  <a:pt x="13886" y="14312"/>
                  <a:pt x="14231" y="14657"/>
                  <a:pt x="14657" y="14657"/>
                </a:cubicBezTo>
                <a:cubicBezTo>
                  <a:pt x="15083" y="14657"/>
                  <a:pt x="15429" y="14312"/>
                  <a:pt x="15429" y="13886"/>
                </a:cubicBezTo>
                <a:cubicBezTo>
                  <a:pt x="15429" y="13460"/>
                  <a:pt x="15083" y="13114"/>
                  <a:pt x="14657" y="13114"/>
                </a:cubicBezTo>
                <a:close/>
                <a:moveTo>
                  <a:pt x="17486" y="5400"/>
                </a:moveTo>
                <a:cubicBezTo>
                  <a:pt x="17060" y="5400"/>
                  <a:pt x="16714" y="5745"/>
                  <a:pt x="16714" y="6171"/>
                </a:cubicBezTo>
                <a:cubicBezTo>
                  <a:pt x="16714" y="6597"/>
                  <a:pt x="17060" y="6943"/>
                  <a:pt x="17486" y="6943"/>
                </a:cubicBezTo>
                <a:cubicBezTo>
                  <a:pt x="17912" y="6943"/>
                  <a:pt x="18257" y="6597"/>
                  <a:pt x="18257" y="6171"/>
                </a:cubicBezTo>
                <a:cubicBezTo>
                  <a:pt x="18257" y="5745"/>
                  <a:pt x="17912" y="5400"/>
                  <a:pt x="17486" y="540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44" name="Freeform 576"/>
          <p:cNvSpPr/>
          <p:nvPr/>
        </p:nvSpPr>
        <p:spPr>
          <a:xfrm>
            <a:off x="7506504" y="8908750"/>
            <a:ext cx="469363" cy="4656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7" h="21600" fill="norm" stroke="1" extrusionOk="0">
                <a:moveTo>
                  <a:pt x="19381" y="6568"/>
                </a:moveTo>
                <a:lnTo>
                  <a:pt x="15030" y="6568"/>
                </a:lnTo>
                <a:lnTo>
                  <a:pt x="15030" y="2217"/>
                </a:lnTo>
                <a:cubicBezTo>
                  <a:pt x="15029" y="993"/>
                  <a:pt x="14037" y="1"/>
                  <a:pt x="12813" y="0"/>
                </a:cubicBezTo>
                <a:lnTo>
                  <a:pt x="2217" y="0"/>
                </a:lnTo>
                <a:cubicBezTo>
                  <a:pt x="993" y="1"/>
                  <a:pt x="2" y="993"/>
                  <a:pt x="0" y="2217"/>
                </a:cubicBezTo>
                <a:lnTo>
                  <a:pt x="0" y="12810"/>
                </a:lnTo>
                <a:cubicBezTo>
                  <a:pt x="-1" y="14036"/>
                  <a:pt x="991" y="15030"/>
                  <a:pt x="2217" y="15032"/>
                </a:cubicBezTo>
                <a:lnTo>
                  <a:pt x="6568" y="15032"/>
                </a:lnTo>
                <a:lnTo>
                  <a:pt x="6568" y="19383"/>
                </a:lnTo>
                <a:cubicBezTo>
                  <a:pt x="6569" y="20607"/>
                  <a:pt x="7561" y="21599"/>
                  <a:pt x="8785" y="21600"/>
                </a:cubicBezTo>
                <a:lnTo>
                  <a:pt x="19381" y="21600"/>
                </a:lnTo>
                <a:cubicBezTo>
                  <a:pt x="20605" y="21599"/>
                  <a:pt x="21596" y="20607"/>
                  <a:pt x="21598" y="19383"/>
                </a:cubicBezTo>
                <a:lnTo>
                  <a:pt x="21598" y="8790"/>
                </a:lnTo>
                <a:cubicBezTo>
                  <a:pt x="21599" y="7564"/>
                  <a:pt x="20607" y="6570"/>
                  <a:pt x="19381" y="6568"/>
                </a:cubicBezTo>
                <a:close/>
                <a:moveTo>
                  <a:pt x="2222" y="13151"/>
                </a:moveTo>
                <a:cubicBezTo>
                  <a:pt x="2036" y="13151"/>
                  <a:pt x="1886" y="13000"/>
                  <a:pt x="1886" y="12815"/>
                </a:cubicBezTo>
                <a:lnTo>
                  <a:pt x="1886" y="2217"/>
                </a:lnTo>
                <a:cubicBezTo>
                  <a:pt x="1886" y="2031"/>
                  <a:pt x="2036" y="1881"/>
                  <a:pt x="2222" y="1881"/>
                </a:cubicBezTo>
                <a:lnTo>
                  <a:pt x="12809" y="1881"/>
                </a:lnTo>
                <a:cubicBezTo>
                  <a:pt x="12994" y="1878"/>
                  <a:pt x="13147" y="2027"/>
                  <a:pt x="13150" y="2212"/>
                </a:cubicBezTo>
                <a:cubicBezTo>
                  <a:pt x="13150" y="2214"/>
                  <a:pt x="13150" y="2215"/>
                  <a:pt x="13150" y="2217"/>
                </a:cubicBezTo>
                <a:lnTo>
                  <a:pt x="13150" y="6568"/>
                </a:lnTo>
                <a:lnTo>
                  <a:pt x="8789" y="6568"/>
                </a:lnTo>
                <a:cubicBezTo>
                  <a:pt x="7564" y="6567"/>
                  <a:pt x="6569" y="7560"/>
                  <a:pt x="6568" y="8785"/>
                </a:cubicBezTo>
                <a:cubicBezTo>
                  <a:pt x="6568" y="8787"/>
                  <a:pt x="6568" y="8788"/>
                  <a:pt x="6568" y="8790"/>
                </a:cubicBezTo>
                <a:lnTo>
                  <a:pt x="6568" y="13151"/>
                </a:lnTo>
                <a:close/>
                <a:moveTo>
                  <a:pt x="13150" y="8449"/>
                </a:moveTo>
                <a:lnTo>
                  <a:pt x="13150" y="12810"/>
                </a:lnTo>
                <a:cubicBezTo>
                  <a:pt x="13152" y="12996"/>
                  <a:pt x="13004" y="13148"/>
                  <a:pt x="12818" y="13151"/>
                </a:cubicBezTo>
                <a:cubicBezTo>
                  <a:pt x="12815" y="13151"/>
                  <a:pt x="12812" y="13151"/>
                  <a:pt x="12809" y="13151"/>
                </a:cubicBezTo>
                <a:lnTo>
                  <a:pt x="8448" y="13151"/>
                </a:lnTo>
                <a:lnTo>
                  <a:pt x="8448" y="8790"/>
                </a:lnTo>
                <a:cubicBezTo>
                  <a:pt x="8446" y="8604"/>
                  <a:pt x="8594" y="8452"/>
                  <a:pt x="8780" y="8449"/>
                </a:cubicBezTo>
                <a:cubicBezTo>
                  <a:pt x="8783" y="8449"/>
                  <a:pt x="8786" y="8449"/>
                  <a:pt x="8789" y="8449"/>
                </a:cubicBezTo>
                <a:close/>
                <a:moveTo>
                  <a:pt x="19731" y="19378"/>
                </a:moveTo>
                <a:cubicBezTo>
                  <a:pt x="19731" y="19564"/>
                  <a:pt x="19581" y="19715"/>
                  <a:pt x="19395" y="19715"/>
                </a:cubicBezTo>
                <a:lnTo>
                  <a:pt x="8789" y="19715"/>
                </a:lnTo>
                <a:cubicBezTo>
                  <a:pt x="8604" y="19717"/>
                  <a:pt x="8451" y="19569"/>
                  <a:pt x="8448" y="19383"/>
                </a:cubicBezTo>
                <a:cubicBezTo>
                  <a:pt x="8448" y="19383"/>
                  <a:pt x="8448" y="19383"/>
                  <a:pt x="8448" y="19383"/>
                </a:cubicBezTo>
                <a:lnTo>
                  <a:pt x="8448" y="15032"/>
                </a:lnTo>
                <a:lnTo>
                  <a:pt x="12809" y="15032"/>
                </a:lnTo>
                <a:cubicBezTo>
                  <a:pt x="14034" y="15033"/>
                  <a:pt x="15029" y="14040"/>
                  <a:pt x="15030" y="12815"/>
                </a:cubicBezTo>
                <a:cubicBezTo>
                  <a:pt x="15030" y="12813"/>
                  <a:pt x="15030" y="12812"/>
                  <a:pt x="15030" y="12810"/>
                </a:cubicBezTo>
                <a:lnTo>
                  <a:pt x="15030" y="8449"/>
                </a:lnTo>
                <a:lnTo>
                  <a:pt x="19381" y="8449"/>
                </a:lnTo>
                <a:cubicBezTo>
                  <a:pt x="19567" y="8449"/>
                  <a:pt x="19717" y="8600"/>
                  <a:pt x="19717" y="878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45" name="Freeform 13"/>
          <p:cNvSpPr/>
          <p:nvPr/>
        </p:nvSpPr>
        <p:spPr>
          <a:xfrm>
            <a:off x="16455758" y="4418333"/>
            <a:ext cx="270829" cy="4907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033" y="18031"/>
                </a:moveTo>
                <a:cubicBezTo>
                  <a:pt x="9435" y="18572"/>
                  <a:pt x="9883" y="19184"/>
                  <a:pt x="10398" y="19891"/>
                </a:cubicBezTo>
                <a:lnTo>
                  <a:pt x="10800" y="20444"/>
                </a:lnTo>
                <a:lnTo>
                  <a:pt x="11202" y="19891"/>
                </a:lnTo>
                <a:cubicBezTo>
                  <a:pt x="11717" y="19184"/>
                  <a:pt x="12165" y="18572"/>
                  <a:pt x="12567" y="18031"/>
                </a:cubicBezTo>
                <a:cubicBezTo>
                  <a:pt x="17691" y="18172"/>
                  <a:pt x="21600" y="18911"/>
                  <a:pt x="21600" y="19803"/>
                </a:cubicBezTo>
                <a:cubicBezTo>
                  <a:pt x="21600" y="20796"/>
                  <a:pt x="16765" y="21600"/>
                  <a:pt x="10800" y="21600"/>
                </a:cubicBezTo>
                <a:cubicBezTo>
                  <a:pt x="4835" y="21600"/>
                  <a:pt x="0" y="20796"/>
                  <a:pt x="0" y="19803"/>
                </a:cubicBezTo>
                <a:cubicBezTo>
                  <a:pt x="0" y="18911"/>
                  <a:pt x="3909" y="18172"/>
                  <a:pt x="9033" y="18031"/>
                </a:cubicBezTo>
                <a:close/>
                <a:moveTo>
                  <a:pt x="10800" y="1154"/>
                </a:moveTo>
                <a:cubicBezTo>
                  <a:pt x="6313" y="1154"/>
                  <a:pt x="2663" y="3152"/>
                  <a:pt x="2663" y="5608"/>
                </a:cubicBezTo>
                <a:cubicBezTo>
                  <a:pt x="2663" y="8065"/>
                  <a:pt x="6313" y="10063"/>
                  <a:pt x="10800" y="10063"/>
                </a:cubicBezTo>
                <a:cubicBezTo>
                  <a:pt x="15287" y="10063"/>
                  <a:pt x="18937" y="8065"/>
                  <a:pt x="18937" y="5608"/>
                </a:cubicBezTo>
                <a:cubicBezTo>
                  <a:pt x="18937" y="3152"/>
                  <a:pt x="15287" y="1154"/>
                  <a:pt x="10800" y="1154"/>
                </a:cubicBezTo>
                <a:close/>
                <a:moveTo>
                  <a:pt x="10800" y="0"/>
                </a:moveTo>
                <a:cubicBezTo>
                  <a:pt x="16638" y="0"/>
                  <a:pt x="21388" y="2600"/>
                  <a:pt x="21388" y="5797"/>
                </a:cubicBezTo>
                <a:cubicBezTo>
                  <a:pt x="21388" y="8225"/>
                  <a:pt x="19129" y="10008"/>
                  <a:pt x="16214" y="13063"/>
                </a:cubicBezTo>
                <a:cubicBezTo>
                  <a:pt x="14511" y="14846"/>
                  <a:pt x="13633" y="15908"/>
                  <a:pt x="10800" y="19803"/>
                </a:cubicBezTo>
                <a:cubicBezTo>
                  <a:pt x="7967" y="15908"/>
                  <a:pt x="7089" y="14846"/>
                  <a:pt x="5386" y="13063"/>
                </a:cubicBezTo>
                <a:cubicBezTo>
                  <a:pt x="2471" y="10008"/>
                  <a:pt x="212" y="8225"/>
                  <a:pt x="212" y="5797"/>
                </a:cubicBezTo>
                <a:cubicBezTo>
                  <a:pt x="212" y="2600"/>
                  <a:pt x="4962" y="0"/>
                  <a:pt x="10800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46" name="Freeform 33"/>
          <p:cNvSpPr/>
          <p:nvPr/>
        </p:nvSpPr>
        <p:spPr>
          <a:xfrm>
            <a:off x="23026104" y="7879127"/>
            <a:ext cx="538920" cy="3614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61" fill="norm" stroke="1" extrusionOk="0">
                <a:moveTo>
                  <a:pt x="17100" y="10226"/>
                </a:moveTo>
                <a:lnTo>
                  <a:pt x="17100" y="12078"/>
                </a:lnTo>
                <a:cubicBezTo>
                  <a:pt x="17100" y="12445"/>
                  <a:pt x="16901" y="12747"/>
                  <a:pt x="16651" y="12747"/>
                </a:cubicBezTo>
                <a:lnTo>
                  <a:pt x="12620" y="12747"/>
                </a:lnTo>
                <a:lnTo>
                  <a:pt x="11060" y="16772"/>
                </a:lnTo>
                <a:lnTo>
                  <a:pt x="16651" y="16772"/>
                </a:lnTo>
                <a:cubicBezTo>
                  <a:pt x="16897" y="16772"/>
                  <a:pt x="17100" y="17069"/>
                  <a:pt x="17100" y="17441"/>
                </a:cubicBezTo>
                <a:lnTo>
                  <a:pt x="17100" y="19288"/>
                </a:lnTo>
                <a:lnTo>
                  <a:pt x="20479" y="14755"/>
                </a:lnTo>
                <a:close/>
                <a:moveTo>
                  <a:pt x="16468" y="8103"/>
                </a:moveTo>
                <a:cubicBezTo>
                  <a:pt x="16630" y="7997"/>
                  <a:pt x="16819" y="8043"/>
                  <a:pt x="16951" y="8219"/>
                </a:cubicBezTo>
                <a:lnTo>
                  <a:pt x="21451" y="14256"/>
                </a:lnTo>
                <a:cubicBezTo>
                  <a:pt x="21546" y="14382"/>
                  <a:pt x="21600" y="14563"/>
                  <a:pt x="21600" y="14755"/>
                </a:cubicBezTo>
                <a:cubicBezTo>
                  <a:pt x="21600" y="14946"/>
                  <a:pt x="21546" y="15127"/>
                  <a:pt x="21451" y="15253"/>
                </a:cubicBezTo>
                <a:lnTo>
                  <a:pt x="16951" y="21290"/>
                </a:lnTo>
                <a:cubicBezTo>
                  <a:pt x="16759" y="21552"/>
                  <a:pt x="16526" y="21446"/>
                  <a:pt x="16468" y="21406"/>
                </a:cubicBezTo>
                <a:cubicBezTo>
                  <a:pt x="16306" y="21295"/>
                  <a:pt x="16202" y="21059"/>
                  <a:pt x="16202" y="20792"/>
                </a:cubicBezTo>
                <a:lnTo>
                  <a:pt x="16202" y="18105"/>
                </a:lnTo>
                <a:lnTo>
                  <a:pt x="10280" y="18105"/>
                </a:lnTo>
                <a:cubicBezTo>
                  <a:pt x="10121" y="18105"/>
                  <a:pt x="9973" y="17975"/>
                  <a:pt x="9892" y="17768"/>
                </a:cubicBezTo>
                <a:cubicBezTo>
                  <a:pt x="9811" y="17562"/>
                  <a:pt x="9811" y="17305"/>
                  <a:pt x="9892" y="17099"/>
                </a:cubicBezTo>
                <a:lnTo>
                  <a:pt x="11971" y="11736"/>
                </a:lnTo>
                <a:cubicBezTo>
                  <a:pt x="12049" y="11524"/>
                  <a:pt x="12198" y="11399"/>
                  <a:pt x="12360" y="11399"/>
                </a:cubicBezTo>
                <a:lnTo>
                  <a:pt x="16202" y="11399"/>
                </a:lnTo>
                <a:lnTo>
                  <a:pt x="16202" y="8717"/>
                </a:lnTo>
                <a:cubicBezTo>
                  <a:pt x="16202" y="8455"/>
                  <a:pt x="16306" y="8214"/>
                  <a:pt x="16468" y="8103"/>
                </a:cubicBezTo>
                <a:close/>
                <a:moveTo>
                  <a:pt x="4500" y="2176"/>
                </a:moveTo>
                <a:lnTo>
                  <a:pt x="1124" y="6704"/>
                </a:lnTo>
                <a:lnTo>
                  <a:pt x="4500" y="11232"/>
                </a:lnTo>
                <a:lnTo>
                  <a:pt x="4500" y="9386"/>
                </a:lnTo>
                <a:cubicBezTo>
                  <a:pt x="4500" y="9019"/>
                  <a:pt x="4699" y="8717"/>
                  <a:pt x="4949" y="8717"/>
                </a:cubicBezTo>
                <a:lnTo>
                  <a:pt x="8980" y="8717"/>
                </a:lnTo>
                <a:lnTo>
                  <a:pt x="10540" y="4692"/>
                </a:lnTo>
                <a:lnTo>
                  <a:pt x="4949" y="4692"/>
                </a:lnTo>
                <a:cubicBezTo>
                  <a:pt x="4703" y="4692"/>
                  <a:pt x="4500" y="4395"/>
                  <a:pt x="4500" y="4022"/>
                </a:cubicBezTo>
                <a:close/>
                <a:moveTo>
                  <a:pt x="14284" y="790"/>
                </a:moveTo>
                <a:cubicBezTo>
                  <a:pt x="14395" y="746"/>
                  <a:pt x="14517" y="765"/>
                  <a:pt x="14625" y="858"/>
                </a:cubicBezTo>
                <a:cubicBezTo>
                  <a:pt x="14841" y="1039"/>
                  <a:pt x="14915" y="1451"/>
                  <a:pt x="14790" y="1773"/>
                </a:cubicBezTo>
                <a:lnTo>
                  <a:pt x="7593" y="20360"/>
                </a:lnTo>
                <a:cubicBezTo>
                  <a:pt x="7508" y="20576"/>
                  <a:pt x="7356" y="20697"/>
                  <a:pt x="7201" y="20697"/>
                </a:cubicBezTo>
                <a:cubicBezTo>
                  <a:pt x="7123" y="20697"/>
                  <a:pt x="7046" y="20666"/>
                  <a:pt x="6975" y="20606"/>
                </a:cubicBezTo>
                <a:cubicBezTo>
                  <a:pt x="6759" y="20420"/>
                  <a:pt x="6685" y="20012"/>
                  <a:pt x="6809" y="19690"/>
                </a:cubicBezTo>
                <a:lnTo>
                  <a:pt x="14011" y="1104"/>
                </a:lnTo>
                <a:cubicBezTo>
                  <a:pt x="14073" y="943"/>
                  <a:pt x="14173" y="835"/>
                  <a:pt x="14284" y="790"/>
                </a:cubicBezTo>
                <a:close/>
                <a:moveTo>
                  <a:pt x="5132" y="58"/>
                </a:moveTo>
                <a:cubicBezTo>
                  <a:pt x="5294" y="168"/>
                  <a:pt x="5398" y="405"/>
                  <a:pt x="5398" y="671"/>
                </a:cubicBezTo>
                <a:lnTo>
                  <a:pt x="5398" y="3353"/>
                </a:lnTo>
                <a:lnTo>
                  <a:pt x="11323" y="3353"/>
                </a:lnTo>
                <a:cubicBezTo>
                  <a:pt x="11482" y="3353"/>
                  <a:pt x="11631" y="3484"/>
                  <a:pt x="11712" y="3690"/>
                </a:cubicBezTo>
                <a:cubicBezTo>
                  <a:pt x="11793" y="3897"/>
                  <a:pt x="11793" y="4153"/>
                  <a:pt x="11712" y="4360"/>
                </a:cubicBezTo>
                <a:lnTo>
                  <a:pt x="9632" y="9723"/>
                </a:lnTo>
                <a:cubicBezTo>
                  <a:pt x="9551" y="9934"/>
                  <a:pt x="9402" y="10060"/>
                  <a:pt x="9240" y="10060"/>
                </a:cubicBezTo>
                <a:lnTo>
                  <a:pt x="5398" y="10060"/>
                </a:lnTo>
                <a:lnTo>
                  <a:pt x="5398" y="12742"/>
                </a:lnTo>
                <a:cubicBezTo>
                  <a:pt x="5398" y="13009"/>
                  <a:pt x="5294" y="13250"/>
                  <a:pt x="5132" y="13356"/>
                </a:cubicBezTo>
                <a:cubicBezTo>
                  <a:pt x="5074" y="13391"/>
                  <a:pt x="4858" y="13507"/>
                  <a:pt x="4649" y="13240"/>
                </a:cubicBezTo>
                <a:lnTo>
                  <a:pt x="149" y="7202"/>
                </a:lnTo>
                <a:cubicBezTo>
                  <a:pt x="54" y="7077"/>
                  <a:pt x="0" y="6895"/>
                  <a:pt x="0" y="6704"/>
                </a:cubicBezTo>
                <a:cubicBezTo>
                  <a:pt x="0" y="6518"/>
                  <a:pt x="54" y="6337"/>
                  <a:pt x="149" y="6211"/>
                </a:cubicBezTo>
                <a:lnTo>
                  <a:pt x="4649" y="173"/>
                </a:lnTo>
                <a:cubicBezTo>
                  <a:pt x="4781" y="-8"/>
                  <a:pt x="4970" y="-48"/>
                  <a:pt x="5132" y="58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trike="sngStrike"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47" name="Freeform 30"/>
          <p:cNvSpPr/>
          <p:nvPr/>
        </p:nvSpPr>
        <p:spPr>
          <a:xfrm>
            <a:off x="4199694" y="8835288"/>
            <a:ext cx="552890" cy="5548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3600" y="18190"/>
                </a:moveTo>
                <a:lnTo>
                  <a:pt x="3600" y="18190"/>
                </a:lnTo>
                <a:close/>
                <a:moveTo>
                  <a:pt x="6632" y="16643"/>
                </a:moveTo>
                <a:lnTo>
                  <a:pt x="11558" y="16643"/>
                </a:lnTo>
                <a:cubicBezTo>
                  <a:pt x="11871" y="16643"/>
                  <a:pt x="12126" y="16898"/>
                  <a:pt x="12126" y="17212"/>
                </a:cubicBezTo>
                <a:cubicBezTo>
                  <a:pt x="12126" y="17525"/>
                  <a:pt x="11871" y="17780"/>
                  <a:pt x="11558" y="17780"/>
                </a:cubicBezTo>
                <a:lnTo>
                  <a:pt x="6632" y="17780"/>
                </a:lnTo>
                <a:cubicBezTo>
                  <a:pt x="6318" y="17780"/>
                  <a:pt x="6063" y="17525"/>
                  <a:pt x="6063" y="17212"/>
                </a:cubicBezTo>
                <a:cubicBezTo>
                  <a:pt x="6063" y="16898"/>
                  <a:pt x="6318" y="16643"/>
                  <a:pt x="6632" y="16643"/>
                </a:cubicBezTo>
                <a:close/>
                <a:moveTo>
                  <a:pt x="4715" y="15825"/>
                </a:moveTo>
                <a:cubicBezTo>
                  <a:pt x="4860" y="15820"/>
                  <a:pt x="5008" y="15870"/>
                  <a:pt x="5123" y="15977"/>
                </a:cubicBezTo>
                <a:cubicBezTo>
                  <a:pt x="5353" y="16190"/>
                  <a:pt x="5367" y="16549"/>
                  <a:pt x="5154" y="16780"/>
                </a:cubicBezTo>
                <a:lnTo>
                  <a:pt x="4017" y="18008"/>
                </a:lnTo>
                <a:lnTo>
                  <a:pt x="3600" y="18190"/>
                </a:lnTo>
                <a:lnTo>
                  <a:pt x="3183" y="18008"/>
                </a:lnTo>
                <a:lnTo>
                  <a:pt x="2425" y="17189"/>
                </a:lnTo>
                <a:cubicBezTo>
                  <a:pt x="2212" y="16958"/>
                  <a:pt x="2225" y="16599"/>
                  <a:pt x="2455" y="16386"/>
                </a:cubicBezTo>
                <a:cubicBezTo>
                  <a:pt x="2687" y="16173"/>
                  <a:pt x="3046" y="16186"/>
                  <a:pt x="3259" y="16416"/>
                </a:cubicBezTo>
                <a:lnTo>
                  <a:pt x="3600" y="16785"/>
                </a:lnTo>
                <a:lnTo>
                  <a:pt x="4320" y="16007"/>
                </a:lnTo>
                <a:cubicBezTo>
                  <a:pt x="4426" y="15892"/>
                  <a:pt x="4569" y="15831"/>
                  <a:pt x="4715" y="15825"/>
                </a:cubicBezTo>
                <a:close/>
                <a:moveTo>
                  <a:pt x="3600" y="13688"/>
                </a:moveTo>
                <a:lnTo>
                  <a:pt x="3600" y="13688"/>
                </a:lnTo>
                <a:close/>
                <a:moveTo>
                  <a:pt x="10929" y="13100"/>
                </a:moveTo>
                <a:lnTo>
                  <a:pt x="10691" y="14103"/>
                </a:lnTo>
                <a:lnTo>
                  <a:pt x="11694" y="13865"/>
                </a:lnTo>
                <a:close/>
                <a:moveTo>
                  <a:pt x="6631" y="12142"/>
                </a:moveTo>
                <a:lnTo>
                  <a:pt x="8147" y="12142"/>
                </a:lnTo>
                <a:cubicBezTo>
                  <a:pt x="8461" y="12142"/>
                  <a:pt x="8716" y="12396"/>
                  <a:pt x="8716" y="12710"/>
                </a:cubicBezTo>
                <a:cubicBezTo>
                  <a:pt x="8716" y="13024"/>
                  <a:pt x="8461" y="13278"/>
                  <a:pt x="8147" y="13278"/>
                </a:cubicBezTo>
                <a:lnTo>
                  <a:pt x="6631" y="13278"/>
                </a:lnTo>
                <a:cubicBezTo>
                  <a:pt x="6318" y="13278"/>
                  <a:pt x="6063" y="13024"/>
                  <a:pt x="6063" y="12710"/>
                </a:cubicBezTo>
                <a:cubicBezTo>
                  <a:pt x="6063" y="12396"/>
                  <a:pt x="6318" y="12142"/>
                  <a:pt x="6631" y="12142"/>
                </a:cubicBezTo>
                <a:close/>
                <a:moveTo>
                  <a:pt x="4715" y="11323"/>
                </a:moveTo>
                <a:cubicBezTo>
                  <a:pt x="4860" y="11318"/>
                  <a:pt x="5008" y="11368"/>
                  <a:pt x="5123" y="11475"/>
                </a:cubicBezTo>
                <a:cubicBezTo>
                  <a:pt x="5353" y="11688"/>
                  <a:pt x="5367" y="12047"/>
                  <a:pt x="5154" y="12278"/>
                </a:cubicBezTo>
                <a:lnTo>
                  <a:pt x="4017" y="13506"/>
                </a:lnTo>
                <a:lnTo>
                  <a:pt x="3600" y="13688"/>
                </a:lnTo>
                <a:lnTo>
                  <a:pt x="3183" y="13506"/>
                </a:lnTo>
                <a:lnTo>
                  <a:pt x="2425" y="12687"/>
                </a:lnTo>
                <a:cubicBezTo>
                  <a:pt x="2212" y="12456"/>
                  <a:pt x="2225" y="12097"/>
                  <a:pt x="2455" y="11884"/>
                </a:cubicBezTo>
                <a:cubicBezTo>
                  <a:pt x="2687" y="11671"/>
                  <a:pt x="3046" y="11684"/>
                  <a:pt x="3259" y="11914"/>
                </a:cubicBezTo>
                <a:lnTo>
                  <a:pt x="3600" y="12283"/>
                </a:lnTo>
                <a:lnTo>
                  <a:pt x="4320" y="11505"/>
                </a:lnTo>
                <a:cubicBezTo>
                  <a:pt x="4426" y="11390"/>
                  <a:pt x="4569" y="11329"/>
                  <a:pt x="4715" y="11323"/>
                </a:cubicBezTo>
                <a:close/>
                <a:moveTo>
                  <a:pt x="3600" y="9186"/>
                </a:moveTo>
                <a:lnTo>
                  <a:pt x="3600" y="9186"/>
                </a:lnTo>
                <a:close/>
                <a:moveTo>
                  <a:pt x="6632" y="7640"/>
                </a:moveTo>
                <a:lnTo>
                  <a:pt x="11558" y="7640"/>
                </a:lnTo>
                <a:cubicBezTo>
                  <a:pt x="11871" y="7640"/>
                  <a:pt x="12126" y="7894"/>
                  <a:pt x="12126" y="8208"/>
                </a:cubicBezTo>
                <a:cubicBezTo>
                  <a:pt x="12126" y="8523"/>
                  <a:pt x="11871" y="8776"/>
                  <a:pt x="11558" y="8776"/>
                </a:cubicBezTo>
                <a:lnTo>
                  <a:pt x="6632" y="8776"/>
                </a:lnTo>
                <a:cubicBezTo>
                  <a:pt x="6318" y="8776"/>
                  <a:pt x="6063" y="8523"/>
                  <a:pt x="6063" y="8208"/>
                </a:cubicBezTo>
                <a:cubicBezTo>
                  <a:pt x="6063" y="7894"/>
                  <a:pt x="6318" y="7640"/>
                  <a:pt x="6632" y="7640"/>
                </a:cubicBezTo>
                <a:close/>
                <a:moveTo>
                  <a:pt x="4715" y="6822"/>
                </a:moveTo>
                <a:cubicBezTo>
                  <a:pt x="4860" y="6816"/>
                  <a:pt x="5008" y="6866"/>
                  <a:pt x="5123" y="6973"/>
                </a:cubicBezTo>
                <a:cubicBezTo>
                  <a:pt x="5353" y="7186"/>
                  <a:pt x="5367" y="7546"/>
                  <a:pt x="5154" y="7776"/>
                </a:cubicBezTo>
                <a:lnTo>
                  <a:pt x="4017" y="9004"/>
                </a:lnTo>
                <a:lnTo>
                  <a:pt x="3600" y="9186"/>
                </a:lnTo>
                <a:lnTo>
                  <a:pt x="3183" y="9004"/>
                </a:lnTo>
                <a:lnTo>
                  <a:pt x="2425" y="8185"/>
                </a:lnTo>
                <a:cubicBezTo>
                  <a:pt x="2212" y="7955"/>
                  <a:pt x="2225" y="7595"/>
                  <a:pt x="2455" y="7382"/>
                </a:cubicBezTo>
                <a:cubicBezTo>
                  <a:pt x="2687" y="7169"/>
                  <a:pt x="3046" y="7182"/>
                  <a:pt x="3259" y="7412"/>
                </a:cubicBezTo>
                <a:lnTo>
                  <a:pt x="3600" y="7781"/>
                </a:lnTo>
                <a:lnTo>
                  <a:pt x="4320" y="7003"/>
                </a:lnTo>
                <a:cubicBezTo>
                  <a:pt x="4426" y="6888"/>
                  <a:pt x="4569" y="6827"/>
                  <a:pt x="4715" y="6822"/>
                </a:cubicBezTo>
                <a:close/>
                <a:moveTo>
                  <a:pt x="19705" y="4338"/>
                </a:moveTo>
                <a:cubicBezTo>
                  <a:pt x="19509" y="4338"/>
                  <a:pt x="19313" y="4410"/>
                  <a:pt x="19169" y="4553"/>
                </a:cubicBezTo>
                <a:lnTo>
                  <a:pt x="11579" y="12143"/>
                </a:lnTo>
                <a:lnTo>
                  <a:pt x="12651" y="13215"/>
                </a:lnTo>
                <a:lnTo>
                  <a:pt x="20241" y="5625"/>
                </a:lnTo>
                <a:cubicBezTo>
                  <a:pt x="20384" y="5481"/>
                  <a:pt x="20463" y="5291"/>
                  <a:pt x="20463" y="5088"/>
                </a:cubicBezTo>
                <a:cubicBezTo>
                  <a:pt x="20463" y="4887"/>
                  <a:pt x="20384" y="4696"/>
                  <a:pt x="20241" y="4553"/>
                </a:cubicBezTo>
                <a:cubicBezTo>
                  <a:pt x="20098" y="4410"/>
                  <a:pt x="19902" y="4338"/>
                  <a:pt x="19705" y="4338"/>
                </a:cubicBezTo>
                <a:close/>
                <a:moveTo>
                  <a:pt x="8526" y="1137"/>
                </a:moveTo>
                <a:cubicBezTo>
                  <a:pt x="8004" y="1137"/>
                  <a:pt x="7579" y="1562"/>
                  <a:pt x="7579" y="2084"/>
                </a:cubicBezTo>
                <a:cubicBezTo>
                  <a:pt x="7579" y="2398"/>
                  <a:pt x="7324" y="2653"/>
                  <a:pt x="7010" y="2653"/>
                </a:cubicBezTo>
                <a:lnTo>
                  <a:pt x="5684" y="2653"/>
                </a:lnTo>
                <a:lnTo>
                  <a:pt x="5684" y="3221"/>
                </a:lnTo>
                <a:cubicBezTo>
                  <a:pt x="5684" y="3535"/>
                  <a:pt x="5939" y="3789"/>
                  <a:pt x="6253" y="3789"/>
                </a:cubicBezTo>
                <a:lnTo>
                  <a:pt x="10800" y="3789"/>
                </a:lnTo>
                <a:cubicBezTo>
                  <a:pt x="11114" y="3789"/>
                  <a:pt x="11368" y="3535"/>
                  <a:pt x="11368" y="3221"/>
                </a:cubicBezTo>
                <a:lnTo>
                  <a:pt x="11368" y="2653"/>
                </a:lnTo>
                <a:lnTo>
                  <a:pt x="10042" y="2653"/>
                </a:lnTo>
                <a:cubicBezTo>
                  <a:pt x="9728" y="2653"/>
                  <a:pt x="9473" y="2398"/>
                  <a:pt x="9473" y="2084"/>
                </a:cubicBezTo>
                <a:cubicBezTo>
                  <a:pt x="9473" y="1562"/>
                  <a:pt x="9048" y="1137"/>
                  <a:pt x="8526" y="1137"/>
                </a:cubicBezTo>
                <a:close/>
                <a:moveTo>
                  <a:pt x="8526" y="0"/>
                </a:moveTo>
                <a:cubicBezTo>
                  <a:pt x="9478" y="0"/>
                  <a:pt x="10283" y="642"/>
                  <a:pt x="10532" y="1516"/>
                </a:cubicBezTo>
                <a:lnTo>
                  <a:pt x="15347" y="1516"/>
                </a:lnTo>
                <a:cubicBezTo>
                  <a:pt x="16288" y="1516"/>
                  <a:pt x="17052" y="2280"/>
                  <a:pt x="17052" y="3221"/>
                </a:cubicBezTo>
                <a:lnTo>
                  <a:pt x="17052" y="5062"/>
                </a:lnTo>
                <a:lnTo>
                  <a:pt x="18366" y="3749"/>
                </a:lnTo>
                <a:cubicBezTo>
                  <a:pt x="18723" y="3390"/>
                  <a:pt x="19199" y="3193"/>
                  <a:pt x="19705" y="3193"/>
                </a:cubicBezTo>
                <a:cubicBezTo>
                  <a:pt x="20211" y="3193"/>
                  <a:pt x="20688" y="3390"/>
                  <a:pt x="21045" y="3749"/>
                </a:cubicBezTo>
                <a:cubicBezTo>
                  <a:pt x="21403" y="4107"/>
                  <a:pt x="21600" y="4582"/>
                  <a:pt x="21600" y="5088"/>
                </a:cubicBezTo>
                <a:cubicBezTo>
                  <a:pt x="21600" y="5595"/>
                  <a:pt x="21403" y="6071"/>
                  <a:pt x="21045" y="6429"/>
                </a:cubicBezTo>
                <a:lnTo>
                  <a:pt x="12786" y="14688"/>
                </a:lnTo>
                <a:cubicBezTo>
                  <a:pt x="12711" y="14763"/>
                  <a:pt x="12617" y="14815"/>
                  <a:pt x="12515" y="14839"/>
                </a:cubicBezTo>
                <a:lnTo>
                  <a:pt x="10056" y="15422"/>
                </a:lnTo>
                <a:cubicBezTo>
                  <a:pt x="10013" y="15433"/>
                  <a:pt x="9969" y="15437"/>
                  <a:pt x="9925" y="15437"/>
                </a:cubicBezTo>
                <a:lnTo>
                  <a:pt x="9926" y="15437"/>
                </a:lnTo>
                <a:cubicBezTo>
                  <a:pt x="9776" y="15437"/>
                  <a:pt x="9631" y="15379"/>
                  <a:pt x="9523" y="15271"/>
                </a:cubicBezTo>
                <a:cubicBezTo>
                  <a:pt x="9384" y="15131"/>
                  <a:pt x="9327" y="14930"/>
                  <a:pt x="9372" y="14738"/>
                </a:cubicBezTo>
                <a:lnTo>
                  <a:pt x="9955" y="12280"/>
                </a:lnTo>
                <a:cubicBezTo>
                  <a:pt x="9979" y="12176"/>
                  <a:pt x="10032" y="12083"/>
                  <a:pt x="10106" y="12009"/>
                </a:cubicBezTo>
                <a:lnTo>
                  <a:pt x="15915" y="6199"/>
                </a:lnTo>
                <a:lnTo>
                  <a:pt x="15915" y="3221"/>
                </a:lnTo>
                <a:cubicBezTo>
                  <a:pt x="15915" y="2907"/>
                  <a:pt x="15661" y="2653"/>
                  <a:pt x="15347" y="2653"/>
                </a:cubicBezTo>
                <a:lnTo>
                  <a:pt x="12505" y="2653"/>
                </a:lnTo>
                <a:lnTo>
                  <a:pt x="12505" y="3221"/>
                </a:lnTo>
                <a:cubicBezTo>
                  <a:pt x="12505" y="4162"/>
                  <a:pt x="11741" y="4926"/>
                  <a:pt x="10800" y="4926"/>
                </a:cubicBezTo>
                <a:lnTo>
                  <a:pt x="6253" y="4926"/>
                </a:lnTo>
                <a:cubicBezTo>
                  <a:pt x="5312" y="4926"/>
                  <a:pt x="4547" y="4162"/>
                  <a:pt x="4547" y="3221"/>
                </a:cubicBezTo>
                <a:lnTo>
                  <a:pt x="4547" y="2653"/>
                </a:lnTo>
                <a:lnTo>
                  <a:pt x="1705" y="2653"/>
                </a:lnTo>
                <a:cubicBezTo>
                  <a:pt x="1391" y="2653"/>
                  <a:pt x="1137" y="2907"/>
                  <a:pt x="1137" y="3221"/>
                </a:cubicBezTo>
                <a:lnTo>
                  <a:pt x="1137" y="19895"/>
                </a:lnTo>
                <a:cubicBezTo>
                  <a:pt x="1137" y="20208"/>
                  <a:pt x="1391" y="20463"/>
                  <a:pt x="1705" y="20463"/>
                </a:cubicBezTo>
                <a:lnTo>
                  <a:pt x="15347" y="20463"/>
                </a:lnTo>
                <a:cubicBezTo>
                  <a:pt x="15661" y="20463"/>
                  <a:pt x="15915" y="20208"/>
                  <a:pt x="15915" y="19895"/>
                </a:cubicBezTo>
                <a:lnTo>
                  <a:pt x="15915" y="13074"/>
                </a:lnTo>
                <a:cubicBezTo>
                  <a:pt x="15915" y="12760"/>
                  <a:pt x="16170" y="12505"/>
                  <a:pt x="16484" y="12505"/>
                </a:cubicBezTo>
                <a:cubicBezTo>
                  <a:pt x="16797" y="12505"/>
                  <a:pt x="17052" y="12760"/>
                  <a:pt x="17052" y="13074"/>
                </a:cubicBezTo>
                <a:lnTo>
                  <a:pt x="17052" y="19895"/>
                </a:lnTo>
                <a:cubicBezTo>
                  <a:pt x="17052" y="20835"/>
                  <a:pt x="16288" y="21600"/>
                  <a:pt x="15347" y="21600"/>
                </a:cubicBezTo>
                <a:lnTo>
                  <a:pt x="1705" y="21600"/>
                </a:lnTo>
                <a:cubicBezTo>
                  <a:pt x="765" y="21600"/>
                  <a:pt x="0" y="20835"/>
                  <a:pt x="0" y="19895"/>
                </a:cubicBezTo>
                <a:lnTo>
                  <a:pt x="0" y="3221"/>
                </a:lnTo>
                <a:cubicBezTo>
                  <a:pt x="0" y="2280"/>
                  <a:pt x="765" y="1516"/>
                  <a:pt x="1705" y="1516"/>
                </a:cubicBezTo>
                <a:lnTo>
                  <a:pt x="6521" y="1516"/>
                </a:lnTo>
                <a:cubicBezTo>
                  <a:pt x="6769" y="642"/>
                  <a:pt x="7574" y="0"/>
                  <a:pt x="8526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48" name="Freeform 15"/>
          <p:cNvSpPr/>
          <p:nvPr/>
        </p:nvSpPr>
        <p:spPr>
          <a:xfrm>
            <a:off x="18652650" y="8970857"/>
            <a:ext cx="411156" cy="4035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7" h="21316" fill="norm" stroke="1" extrusionOk="0">
                <a:moveTo>
                  <a:pt x="20276" y="437"/>
                </a:moveTo>
                <a:cubicBezTo>
                  <a:pt x="19345" y="-284"/>
                  <a:pt x="18021" y="-93"/>
                  <a:pt x="17319" y="865"/>
                </a:cubicBezTo>
                <a:lnTo>
                  <a:pt x="7166" y="14715"/>
                </a:lnTo>
                <a:lnTo>
                  <a:pt x="3605" y="11054"/>
                </a:lnTo>
                <a:cubicBezTo>
                  <a:pt x="2780" y="10207"/>
                  <a:pt x="1443" y="10207"/>
                  <a:pt x="619" y="11054"/>
                </a:cubicBezTo>
                <a:cubicBezTo>
                  <a:pt x="-206" y="11902"/>
                  <a:pt x="-206" y="13277"/>
                  <a:pt x="619" y="14124"/>
                </a:cubicBezTo>
                <a:lnTo>
                  <a:pt x="7616" y="21316"/>
                </a:lnTo>
                <a:lnTo>
                  <a:pt x="20692" y="3477"/>
                </a:lnTo>
                <a:cubicBezTo>
                  <a:pt x="21394" y="2519"/>
                  <a:pt x="21208" y="1158"/>
                  <a:pt x="20276" y="437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49" name="Freeform 19"/>
          <p:cNvSpPr/>
          <p:nvPr/>
        </p:nvSpPr>
        <p:spPr>
          <a:xfrm>
            <a:off x="22959598" y="4420322"/>
            <a:ext cx="606362" cy="4718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57" y="0"/>
                </a:moveTo>
                <a:lnTo>
                  <a:pt x="343" y="0"/>
                </a:lnTo>
                <a:cubicBezTo>
                  <a:pt x="154" y="0"/>
                  <a:pt x="0" y="198"/>
                  <a:pt x="0" y="444"/>
                </a:cubicBezTo>
                <a:lnTo>
                  <a:pt x="0" y="21158"/>
                </a:lnTo>
                <a:cubicBezTo>
                  <a:pt x="0" y="21402"/>
                  <a:pt x="154" y="21600"/>
                  <a:pt x="343" y="21600"/>
                </a:cubicBezTo>
                <a:lnTo>
                  <a:pt x="21257" y="21600"/>
                </a:lnTo>
                <a:cubicBezTo>
                  <a:pt x="21446" y="21600"/>
                  <a:pt x="21600" y="21402"/>
                  <a:pt x="21600" y="21156"/>
                </a:cubicBezTo>
                <a:lnTo>
                  <a:pt x="21600" y="444"/>
                </a:lnTo>
                <a:cubicBezTo>
                  <a:pt x="21600" y="198"/>
                  <a:pt x="21446" y="0"/>
                  <a:pt x="21257" y="0"/>
                </a:cubicBezTo>
                <a:close/>
                <a:moveTo>
                  <a:pt x="8103" y="1881"/>
                </a:moveTo>
                <a:cubicBezTo>
                  <a:pt x="8103" y="1645"/>
                  <a:pt x="8252" y="1454"/>
                  <a:pt x="8434" y="1454"/>
                </a:cubicBezTo>
                <a:lnTo>
                  <a:pt x="9742" y="1454"/>
                </a:lnTo>
                <a:cubicBezTo>
                  <a:pt x="9924" y="1454"/>
                  <a:pt x="10073" y="1645"/>
                  <a:pt x="10073" y="1881"/>
                </a:cubicBezTo>
                <a:lnTo>
                  <a:pt x="10073" y="3567"/>
                </a:lnTo>
                <a:cubicBezTo>
                  <a:pt x="10073" y="3802"/>
                  <a:pt x="9924" y="3994"/>
                  <a:pt x="9742" y="3994"/>
                </a:cubicBezTo>
                <a:lnTo>
                  <a:pt x="8434" y="3994"/>
                </a:lnTo>
                <a:cubicBezTo>
                  <a:pt x="8252" y="3994"/>
                  <a:pt x="8103" y="3802"/>
                  <a:pt x="8103" y="3567"/>
                </a:cubicBezTo>
                <a:close/>
                <a:moveTo>
                  <a:pt x="12938" y="10345"/>
                </a:moveTo>
                <a:cubicBezTo>
                  <a:pt x="13279" y="10595"/>
                  <a:pt x="13279" y="11007"/>
                  <a:pt x="12938" y="11257"/>
                </a:cubicBezTo>
                <a:lnTo>
                  <a:pt x="9026" y="14134"/>
                </a:lnTo>
                <a:cubicBezTo>
                  <a:pt x="8685" y="14384"/>
                  <a:pt x="8407" y="14300"/>
                  <a:pt x="8407" y="13945"/>
                </a:cubicBezTo>
                <a:lnTo>
                  <a:pt x="8407" y="7655"/>
                </a:lnTo>
                <a:cubicBezTo>
                  <a:pt x="8407" y="7300"/>
                  <a:pt x="8685" y="7215"/>
                  <a:pt x="9026" y="7465"/>
                </a:cubicBezTo>
                <a:close/>
                <a:moveTo>
                  <a:pt x="3225" y="19719"/>
                </a:moveTo>
                <a:cubicBezTo>
                  <a:pt x="3225" y="19954"/>
                  <a:pt x="3076" y="20146"/>
                  <a:pt x="2894" y="20146"/>
                </a:cubicBezTo>
                <a:lnTo>
                  <a:pt x="1586" y="20146"/>
                </a:lnTo>
                <a:cubicBezTo>
                  <a:pt x="1404" y="20146"/>
                  <a:pt x="1256" y="19954"/>
                  <a:pt x="1256" y="19719"/>
                </a:cubicBezTo>
                <a:lnTo>
                  <a:pt x="1256" y="18032"/>
                </a:lnTo>
                <a:cubicBezTo>
                  <a:pt x="1256" y="17797"/>
                  <a:pt x="1404" y="17606"/>
                  <a:pt x="1586" y="17606"/>
                </a:cubicBezTo>
                <a:lnTo>
                  <a:pt x="2894" y="17606"/>
                </a:lnTo>
                <a:cubicBezTo>
                  <a:pt x="3076" y="17606"/>
                  <a:pt x="3225" y="17797"/>
                  <a:pt x="3225" y="18032"/>
                </a:cubicBezTo>
                <a:close/>
                <a:moveTo>
                  <a:pt x="3225" y="3567"/>
                </a:moveTo>
                <a:cubicBezTo>
                  <a:pt x="3225" y="3802"/>
                  <a:pt x="3076" y="3994"/>
                  <a:pt x="2894" y="3994"/>
                </a:cubicBezTo>
                <a:lnTo>
                  <a:pt x="1586" y="3994"/>
                </a:lnTo>
                <a:cubicBezTo>
                  <a:pt x="1404" y="3994"/>
                  <a:pt x="1256" y="3802"/>
                  <a:pt x="1256" y="3567"/>
                </a:cubicBezTo>
                <a:lnTo>
                  <a:pt x="1256" y="1880"/>
                </a:lnTo>
                <a:cubicBezTo>
                  <a:pt x="1256" y="1645"/>
                  <a:pt x="1404" y="1454"/>
                  <a:pt x="1586" y="1454"/>
                </a:cubicBezTo>
                <a:lnTo>
                  <a:pt x="2894" y="1454"/>
                </a:lnTo>
                <a:cubicBezTo>
                  <a:pt x="3076" y="1454"/>
                  <a:pt x="3225" y="1645"/>
                  <a:pt x="3225" y="1880"/>
                </a:cubicBezTo>
                <a:close/>
                <a:moveTo>
                  <a:pt x="6649" y="19719"/>
                </a:moveTo>
                <a:cubicBezTo>
                  <a:pt x="6649" y="19954"/>
                  <a:pt x="6500" y="20146"/>
                  <a:pt x="6318" y="20146"/>
                </a:cubicBezTo>
                <a:lnTo>
                  <a:pt x="5010" y="20146"/>
                </a:lnTo>
                <a:cubicBezTo>
                  <a:pt x="4828" y="20146"/>
                  <a:pt x="4680" y="19954"/>
                  <a:pt x="4680" y="19719"/>
                </a:cubicBezTo>
                <a:lnTo>
                  <a:pt x="4680" y="18032"/>
                </a:lnTo>
                <a:cubicBezTo>
                  <a:pt x="4680" y="17797"/>
                  <a:pt x="4828" y="17606"/>
                  <a:pt x="5010" y="17606"/>
                </a:cubicBezTo>
                <a:lnTo>
                  <a:pt x="6318" y="17606"/>
                </a:lnTo>
                <a:cubicBezTo>
                  <a:pt x="6500" y="17606"/>
                  <a:pt x="6649" y="17797"/>
                  <a:pt x="6649" y="18032"/>
                </a:cubicBezTo>
                <a:close/>
                <a:moveTo>
                  <a:pt x="6649" y="3567"/>
                </a:moveTo>
                <a:cubicBezTo>
                  <a:pt x="6649" y="3802"/>
                  <a:pt x="6500" y="3994"/>
                  <a:pt x="6318" y="3994"/>
                </a:cubicBezTo>
                <a:lnTo>
                  <a:pt x="5010" y="3994"/>
                </a:lnTo>
                <a:cubicBezTo>
                  <a:pt x="4828" y="3994"/>
                  <a:pt x="4680" y="3802"/>
                  <a:pt x="4680" y="3567"/>
                </a:cubicBezTo>
                <a:lnTo>
                  <a:pt x="4680" y="1880"/>
                </a:lnTo>
                <a:cubicBezTo>
                  <a:pt x="4680" y="1645"/>
                  <a:pt x="4828" y="1454"/>
                  <a:pt x="5010" y="1454"/>
                </a:cubicBezTo>
                <a:lnTo>
                  <a:pt x="6318" y="1454"/>
                </a:lnTo>
                <a:cubicBezTo>
                  <a:pt x="6500" y="1454"/>
                  <a:pt x="6649" y="1645"/>
                  <a:pt x="6649" y="1880"/>
                </a:cubicBezTo>
                <a:close/>
                <a:moveTo>
                  <a:pt x="10073" y="19719"/>
                </a:moveTo>
                <a:cubicBezTo>
                  <a:pt x="10073" y="19954"/>
                  <a:pt x="9924" y="20146"/>
                  <a:pt x="9742" y="20146"/>
                </a:cubicBezTo>
                <a:lnTo>
                  <a:pt x="8434" y="20146"/>
                </a:lnTo>
                <a:cubicBezTo>
                  <a:pt x="8252" y="20146"/>
                  <a:pt x="8103" y="19954"/>
                  <a:pt x="8103" y="19719"/>
                </a:cubicBezTo>
                <a:lnTo>
                  <a:pt x="8103" y="18032"/>
                </a:lnTo>
                <a:cubicBezTo>
                  <a:pt x="8103" y="17797"/>
                  <a:pt x="8252" y="17606"/>
                  <a:pt x="8434" y="17606"/>
                </a:cubicBezTo>
                <a:lnTo>
                  <a:pt x="9742" y="17606"/>
                </a:lnTo>
                <a:cubicBezTo>
                  <a:pt x="9924" y="17606"/>
                  <a:pt x="10073" y="17797"/>
                  <a:pt x="10073" y="18032"/>
                </a:cubicBezTo>
                <a:close/>
                <a:moveTo>
                  <a:pt x="13497" y="19719"/>
                </a:moveTo>
                <a:cubicBezTo>
                  <a:pt x="13497" y="19954"/>
                  <a:pt x="13348" y="20146"/>
                  <a:pt x="13166" y="20146"/>
                </a:cubicBezTo>
                <a:lnTo>
                  <a:pt x="11858" y="20146"/>
                </a:lnTo>
                <a:cubicBezTo>
                  <a:pt x="11676" y="20146"/>
                  <a:pt x="11527" y="19954"/>
                  <a:pt x="11527" y="19719"/>
                </a:cubicBezTo>
                <a:lnTo>
                  <a:pt x="11527" y="18032"/>
                </a:lnTo>
                <a:cubicBezTo>
                  <a:pt x="11527" y="17797"/>
                  <a:pt x="11676" y="17606"/>
                  <a:pt x="11858" y="17606"/>
                </a:cubicBezTo>
                <a:lnTo>
                  <a:pt x="13166" y="17606"/>
                </a:lnTo>
                <a:cubicBezTo>
                  <a:pt x="13348" y="17606"/>
                  <a:pt x="13497" y="17797"/>
                  <a:pt x="13497" y="18032"/>
                </a:cubicBezTo>
                <a:close/>
                <a:moveTo>
                  <a:pt x="13497" y="3567"/>
                </a:moveTo>
                <a:cubicBezTo>
                  <a:pt x="13497" y="3802"/>
                  <a:pt x="13348" y="3994"/>
                  <a:pt x="13166" y="3994"/>
                </a:cubicBezTo>
                <a:lnTo>
                  <a:pt x="11858" y="3994"/>
                </a:lnTo>
                <a:cubicBezTo>
                  <a:pt x="11676" y="3994"/>
                  <a:pt x="11527" y="3802"/>
                  <a:pt x="11527" y="3567"/>
                </a:cubicBezTo>
                <a:lnTo>
                  <a:pt x="11527" y="1880"/>
                </a:lnTo>
                <a:cubicBezTo>
                  <a:pt x="11527" y="1645"/>
                  <a:pt x="11676" y="1454"/>
                  <a:pt x="11858" y="1454"/>
                </a:cubicBezTo>
                <a:lnTo>
                  <a:pt x="13166" y="1454"/>
                </a:lnTo>
                <a:cubicBezTo>
                  <a:pt x="13348" y="1454"/>
                  <a:pt x="13497" y="1645"/>
                  <a:pt x="13497" y="1880"/>
                </a:cubicBezTo>
                <a:close/>
                <a:moveTo>
                  <a:pt x="16921" y="19719"/>
                </a:moveTo>
                <a:cubicBezTo>
                  <a:pt x="16921" y="19954"/>
                  <a:pt x="16772" y="20146"/>
                  <a:pt x="16590" y="20146"/>
                </a:cubicBezTo>
                <a:lnTo>
                  <a:pt x="15282" y="20146"/>
                </a:lnTo>
                <a:cubicBezTo>
                  <a:pt x="15100" y="20146"/>
                  <a:pt x="14951" y="19954"/>
                  <a:pt x="14951" y="19719"/>
                </a:cubicBezTo>
                <a:lnTo>
                  <a:pt x="14951" y="18032"/>
                </a:lnTo>
                <a:cubicBezTo>
                  <a:pt x="14951" y="17797"/>
                  <a:pt x="15100" y="17606"/>
                  <a:pt x="15282" y="17606"/>
                </a:cubicBezTo>
                <a:lnTo>
                  <a:pt x="16590" y="17606"/>
                </a:lnTo>
                <a:cubicBezTo>
                  <a:pt x="16772" y="17606"/>
                  <a:pt x="16921" y="17797"/>
                  <a:pt x="16921" y="18032"/>
                </a:cubicBezTo>
                <a:close/>
                <a:moveTo>
                  <a:pt x="16921" y="3567"/>
                </a:moveTo>
                <a:cubicBezTo>
                  <a:pt x="16921" y="3802"/>
                  <a:pt x="16772" y="3994"/>
                  <a:pt x="16590" y="3994"/>
                </a:cubicBezTo>
                <a:lnTo>
                  <a:pt x="15282" y="3994"/>
                </a:lnTo>
                <a:cubicBezTo>
                  <a:pt x="15100" y="3994"/>
                  <a:pt x="14951" y="3802"/>
                  <a:pt x="14951" y="3567"/>
                </a:cubicBezTo>
                <a:lnTo>
                  <a:pt x="14951" y="1880"/>
                </a:lnTo>
                <a:cubicBezTo>
                  <a:pt x="14951" y="1645"/>
                  <a:pt x="15100" y="1454"/>
                  <a:pt x="15282" y="1454"/>
                </a:cubicBezTo>
                <a:lnTo>
                  <a:pt x="16590" y="1454"/>
                </a:lnTo>
                <a:cubicBezTo>
                  <a:pt x="16772" y="1454"/>
                  <a:pt x="16921" y="1645"/>
                  <a:pt x="16921" y="1880"/>
                </a:cubicBezTo>
                <a:close/>
                <a:moveTo>
                  <a:pt x="20345" y="19719"/>
                </a:moveTo>
                <a:cubicBezTo>
                  <a:pt x="20345" y="19954"/>
                  <a:pt x="20196" y="20146"/>
                  <a:pt x="20014" y="20146"/>
                </a:cubicBezTo>
                <a:lnTo>
                  <a:pt x="18706" y="20146"/>
                </a:lnTo>
                <a:cubicBezTo>
                  <a:pt x="18524" y="20146"/>
                  <a:pt x="18375" y="19954"/>
                  <a:pt x="18375" y="19719"/>
                </a:cubicBezTo>
                <a:lnTo>
                  <a:pt x="18375" y="18032"/>
                </a:lnTo>
                <a:cubicBezTo>
                  <a:pt x="18375" y="17797"/>
                  <a:pt x="18524" y="17606"/>
                  <a:pt x="18706" y="17606"/>
                </a:cubicBezTo>
                <a:lnTo>
                  <a:pt x="20014" y="17606"/>
                </a:lnTo>
                <a:cubicBezTo>
                  <a:pt x="20196" y="17606"/>
                  <a:pt x="20345" y="17797"/>
                  <a:pt x="20345" y="18032"/>
                </a:cubicBezTo>
                <a:close/>
                <a:moveTo>
                  <a:pt x="20345" y="3567"/>
                </a:moveTo>
                <a:cubicBezTo>
                  <a:pt x="20345" y="3802"/>
                  <a:pt x="20196" y="3994"/>
                  <a:pt x="20014" y="3994"/>
                </a:cubicBezTo>
                <a:lnTo>
                  <a:pt x="18706" y="3994"/>
                </a:lnTo>
                <a:cubicBezTo>
                  <a:pt x="18524" y="3994"/>
                  <a:pt x="18375" y="3802"/>
                  <a:pt x="18375" y="3567"/>
                </a:cubicBezTo>
                <a:lnTo>
                  <a:pt x="18375" y="1880"/>
                </a:lnTo>
                <a:cubicBezTo>
                  <a:pt x="18375" y="1645"/>
                  <a:pt x="18524" y="1454"/>
                  <a:pt x="18706" y="1454"/>
                </a:cubicBezTo>
                <a:lnTo>
                  <a:pt x="20014" y="1454"/>
                </a:lnTo>
                <a:cubicBezTo>
                  <a:pt x="20196" y="1454"/>
                  <a:pt x="20345" y="1645"/>
                  <a:pt x="20345" y="188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50" name="Freeform 29"/>
          <p:cNvSpPr/>
          <p:nvPr/>
        </p:nvSpPr>
        <p:spPr>
          <a:xfrm>
            <a:off x="8587906" y="9964280"/>
            <a:ext cx="522625" cy="4732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582" y="15390"/>
                </a:moveTo>
                <a:cubicBezTo>
                  <a:pt x="11768" y="15390"/>
                  <a:pt x="11954" y="15555"/>
                  <a:pt x="11954" y="15802"/>
                </a:cubicBezTo>
                <a:lnTo>
                  <a:pt x="11954" y="17241"/>
                </a:lnTo>
                <a:cubicBezTo>
                  <a:pt x="11954" y="17488"/>
                  <a:pt x="11805" y="17652"/>
                  <a:pt x="11582" y="17652"/>
                </a:cubicBezTo>
                <a:cubicBezTo>
                  <a:pt x="11359" y="17652"/>
                  <a:pt x="11210" y="17488"/>
                  <a:pt x="11210" y="17241"/>
                </a:cubicBezTo>
                <a:lnTo>
                  <a:pt x="11210" y="15802"/>
                </a:lnTo>
                <a:cubicBezTo>
                  <a:pt x="11210" y="15555"/>
                  <a:pt x="11359" y="15390"/>
                  <a:pt x="11582" y="15390"/>
                </a:cubicBezTo>
                <a:close/>
                <a:moveTo>
                  <a:pt x="9087" y="13005"/>
                </a:moveTo>
                <a:cubicBezTo>
                  <a:pt x="9050" y="13005"/>
                  <a:pt x="9012" y="13046"/>
                  <a:pt x="9012" y="13087"/>
                </a:cubicBezTo>
                <a:lnTo>
                  <a:pt x="9012" y="20819"/>
                </a:lnTo>
                <a:lnTo>
                  <a:pt x="12588" y="20819"/>
                </a:lnTo>
                <a:lnTo>
                  <a:pt x="12588" y="13087"/>
                </a:lnTo>
                <a:cubicBezTo>
                  <a:pt x="12588" y="13046"/>
                  <a:pt x="12550" y="13005"/>
                  <a:pt x="12513" y="13005"/>
                </a:cubicBezTo>
                <a:close/>
                <a:moveTo>
                  <a:pt x="10800" y="5644"/>
                </a:moveTo>
                <a:lnTo>
                  <a:pt x="3612" y="13540"/>
                </a:lnTo>
                <a:lnTo>
                  <a:pt x="3612" y="20736"/>
                </a:lnTo>
                <a:cubicBezTo>
                  <a:pt x="3612" y="20778"/>
                  <a:pt x="3650" y="20819"/>
                  <a:pt x="3687" y="20819"/>
                </a:cubicBezTo>
                <a:lnTo>
                  <a:pt x="8268" y="20819"/>
                </a:lnTo>
                <a:lnTo>
                  <a:pt x="8268" y="13087"/>
                </a:lnTo>
                <a:cubicBezTo>
                  <a:pt x="8268" y="12594"/>
                  <a:pt x="8640" y="12183"/>
                  <a:pt x="9087" y="12183"/>
                </a:cubicBezTo>
                <a:lnTo>
                  <a:pt x="12513" y="12183"/>
                </a:lnTo>
                <a:cubicBezTo>
                  <a:pt x="12960" y="12183"/>
                  <a:pt x="13332" y="12594"/>
                  <a:pt x="13332" y="13087"/>
                </a:cubicBezTo>
                <a:lnTo>
                  <a:pt x="13332" y="20819"/>
                </a:lnTo>
                <a:lnTo>
                  <a:pt x="17913" y="20819"/>
                </a:lnTo>
                <a:cubicBezTo>
                  <a:pt x="17950" y="20819"/>
                  <a:pt x="17988" y="20778"/>
                  <a:pt x="17988" y="20778"/>
                </a:cubicBezTo>
                <a:lnTo>
                  <a:pt x="17988" y="13581"/>
                </a:lnTo>
                <a:close/>
                <a:moveTo>
                  <a:pt x="16126" y="2478"/>
                </a:moveTo>
                <a:lnTo>
                  <a:pt x="16126" y="5397"/>
                </a:lnTo>
                <a:lnTo>
                  <a:pt x="17988" y="7454"/>
                </a:lnTo>
                <a:lnTo>
                  <a:pt x="17988" y="2478"/>
                </a:lnTo>
                <a:close/>
                <a:moveTo>
                  <a:pt x="10800" y="833"/>
                </a:moveTo>
                <a:cubicBezTo>
                  <a:pt x="10726" y="833"/>
                  <a:pt x="10651" y="874"/>
                  <a:pt x="10614" y="915"/>
                </a:cubicBezTo>
                <a:lnTo>
                  <a:pt x="782" y="11813"/>
                </a:lnTo>
                <a:cubicBezTo>
                  <a:pt x="745" y="11813"/>
                  <a:pt x="745" y="11854"/>
                  <a:pt x="745" y="11854"/>
                </a:cubicBezTo>
                <a:cubicBezTo>
                  <a:pt x="745" y="11854"/>
                  <a:pt x="782" y="11895"/>
                  <a:pt x="782" y="11895"/>
                </a:cubicBezTo>
                <a:lnTo>
                  <a:pt x="2383" y="13663"/>
                </a:lnTo>
                <a:cubicBezTo>
                  <a:pt x="2383" y="13704"/>
                  <a:pt x="2421" y="13704"/>
                  <a:pt x="2458" y="13663"/>
                </a:cubicBezTo>
                <a:lnTo>
                  <a:pt x="10539" y="4739"/>
                </a:lnTo>
                <a:cubicBezTo>
                  <a:pt x="10688" y="4575"/>
                  <a:pt x="10912" y="4575"/>
                  <a:pt x="11061" y="4739"/>
                </a:cubicBezTo>
                <a:lnTo>
                  <a:pt x="19105" y="13663"/>
                </a:lnTo>
                <a:cubicBezTo>
                  <a:pt x="19142" y="13704"/>
                  <a:pt x="19179" y="13704"/>
                  <a:pt x="19217" y="13663"/>
                </a:cubicBezTo>
                <a:lnTo>
                  <a:pt x="20818" y="11895"/>
                </a:lnTo>
                <a:cubicBezTo>
                  <a:pt x="20855" y="11854"/>
                  <a:pt x="20855" y="11854"/>
                  <a:pt x="20855" y="11813"/>
                </a:cubicBezTo>
                <a:cubicBezTo>
                  <a:pt x="20855" y="11813"/>
                  <a:pt x="20818" y="11772"/>
                  <a:pt x="20818" y="11772"/>
                </a:cubicBezTo>
                <a:lnTo>
                  <a:pt x="10986" y="915"/>
                </a:lnTo>
                <a:cubicBezTo>
                  <a:pt x="10949" y="874"/>
                  <a:pt x="10874" y="833"/>
                  <a:pt x="10800" y="833"/>
                </a:cubicBezTo>
                <a:close/>
                <a:moveTo>
                  <a:pt x="10781" y="0"/>
                </a:moveTo>
                <a:cubicBezTo>
                  <a:pt x="11042" y="0"/>
                  <a:pt x="11303" y="113"/>
                  <a:pt x="11508" y="339"/>
                </a:cubicBezTo>
                <a:lnTo>
                  <a:pt x="15381" y="4575"/>
                </a:lnTo>
                <a:lnTo>
                  <a:pt x="15381" y="2478"/>
                </a:lnTo>
                <a:cubicBezTo>
                  <a:pt x="15381" y="2025"/>
                  <a:pt x="15716" y="1655"/>
                  <a:pt x="16126" y="1655"/>
                </a:cubicBezTo>
                <a:lnTo>
                  <a:pt x="17988" y="1655"/>
                </a:lnTo>
                <a:cubicBezTo>
                  <a:pt x="18397" y="1655"/>
                  <a:pt x="18732" y="2025"/>
                  <a:pt x="18732" y="2478"/>
                </a:cubicBezTo>
                <a:lnTo>
                  <a:pt x="18732" y="8276"/>
                </a:lnTo>
                <a:lnTo>
                  <a:pt x="21377" y="11196"/>
                </a:lnTo>
                <a:cubicBezTo>
                  <a:pt x="21526" y="11360"/>
                  <a:pt x="21600" y="11648"/>
                  <a:pt x="21600" y="11854"/>
                </a:cubicBezTo>
                <a:cubicBezTo>
                  <a:pt x="21600" y="12059"/>
                  <a:pt x="21526" y="12306"/>
                  <a:pt x="21377" y="12471"/>
                </a:cubicBezTo>
                <a:lnTo>
                  <a:pt x="19775" y="14239"/>
                </a:lnTo>
                <a:cubicBezTo>
                  <a:pt x="19477" y="14568"/>
                  <a:pt x="19030" y="14609"/>
                  <a:pt x="18732" y="14362"/>
                </a:cubicBezTo>
                <a:lnTo>
                  <a:pt x="18732" y="20695"/>
                </a:lnTo>
                <a:cubicBezTo>
                  <a:pt x="18732" y="21189"/>
                  <a:pt x="18360" y="21600"/>
                  <a:pt x="17913" y="21600"/>
                </a:cubicBezTo>
                <a:lnTo>
                  <a:pt x="3687" y="21600"/>
                </a:lnTo>
                <a:cubicBezTo>
                  <a:pt x="3240" y="21600"/>
                  <a:pt x="2868" y="21189"/>
                  <a:pt x="2868" y="20695"/>
                </a:cubicBezTo>
                <a:lnTo>
                  <a:pt x="2868" y="14321"/>
                </a:lnTo>
                <a:cubicBezTo>
                  <a:pt x="2756" y="14445"/>
                  <a:pt x="2570" y="14486"/>
                  <a:pt x="2421" y="14486"/>
                </a:cubicBezTo>
                <a:cubicBezTo>
                  <a:pt x="2234" y="14486"/>
                  <a:pt x="2011" y="14403"/>
                  <a:pt x="1862" y="14239"/>
                </a:cubicBezTo>
                <a:lnTo>
                  <a:pt x="223" y="12471"/>
                </a:lnTo>
                <a:cubicBezTo>
                  <a:pt x="74" y="12306"/>
                  <a:pt x="0" y="12059"/>
                  <a:pt x="0" y="11813"/>
                </a:cubicBezTo>
                <a:cubicBezTo>
                  <a:pt x="0" y="11607"/>
                  <a:pt x="74" y="11360"/>
                  <a:pt x="223" y="11196"/>
                </a:cubicBezTo>
                <a:lnTo>
                  <a:pt x="10055" y="339"/>
                </a:lnTo>
                <a:cubicBezTo>
                  <a:pt x="10260" y="113"/>
                  <a:pt x="10521" y="0"/>
                  <a:pt x="10781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51" name="Freeform 52"/>
          <p:cNvSpPr/>
          <p:nvPr/>
        </p:nvSpPr>
        <p:spPr>
          <a:xfrm>
            <a:off x="21984191" y="4453900"/>
            <a:ext cx="500497" cy="387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8728" y="0"/>
                </a:moveTo>
                <a:lnTo>
                  <a:pt x="2872" y="0"/>
                </a:lnTo>
                <a:cubicBezTo>
                  <a:pt x="1286" y="0"/>
                  <a:pt x="0" y="1667"/>
                  <a:pt x="0" y="3723"/>
                </a:cubicBezTo>
                <a:lnTo>
                  <a:pt x="0" y="17875"/>
                </a:lnTo>
                <a:cubicBezTo>
                  <a:pt x="0" y="19931"/>
                  <a:pt x="1286" y="21600"/>
                  <a:pt x="2872" y="21600"/>
                </a:cubicBezTo>
                <a:lnTo>
                  <a:pt x="18728" y="21600"/>
                </a:lnTo>
                <a:cubicBezTo>
                  <a:pt x="20314" y="21600"/>
                  <a:pt x="21600" y="19933"/>
                  <a:pt x="21600" y="17875"/>
                </a:cubicBezTo>
                <a:lnTo>
                  <a:pt x="21600" y="3723"/>
                </a:lnTo>
                <a:cubicBezTo>
                  <a:pt x="21600" y="1667"/>
                  <a:pt x="20314" y="0"/>
                  <a:pt x="18728" y="0"/>
                </a:cubicBezTo>
                <a:close/>
                <a:moveTo>
                  <a:pt x="8011" y="15434"/>
                </a:moveTo>
                <a:lnTo>
                  <a:pt x="8011" y="6166"/>
                </a:lnTo>
                <a:lnTo>
                  <a:pt x="14853" y="1080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52" name="Freeform 12"/>
          <p:cNvSpPr/>
          <p:nvPr/>
        </p:nvSpPr>
        <p:spPr>
          <a:xfrm>
            <a:off x="20821459" y="5569336"/>
            <a:ext cx="507869" cy="4475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465" y="4443"/>
                </a:moveTo>
                <a:cubicBezTo>
                  <a:pt x="21195" y="4136"/>
                  <a:pt x="20790" y="3983"/>
                  <a:pt x="20520" y="3983"/>
                </a:cubicBezTo>
                <a:cubicBezTo>
                  <a:pt x="5400" y="3983"/>
                  <a:pt x="5400" y="3983"/>
                  <a:pt x="5400" y="3983"/>
                </a:cubicBezTo>
                <a:cubicBezTo>
                  <a:pt x="4860" y="919"/>
                  <a:pt x="4860" y="919"/>
                  <a:pt x="4860" y="919"/>
                </a:cubicBezTo>
                <a:cubicBezTo>
                  <a:pt x="4860" y="460"/>
                  <a:pt x="4320" y="0"/>
                  <a:pt x="378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19"/>
                  <a:pt x="0" y="919"/>
                  <a:pt x="0" y="919"/>
                </a:cubicBezTo>
                <a:cubicBezTo>
                  <a:pt x="3780" y="919"/>
                  <a:pt x="3780" y="919"/>
                  <a:pt x="3780" y="919"/>
                </a:cubicBezTo>
                <a:cubicBezTo>
                  <a:pt x="3915" y="919"/>
                  <a:pt x="3915" y="919"/>
                  <a:pt x="3915" y="1226"/>
                </a:cubicBezTo>
                <a:cubicBezTo>
                  <a:pt x="7155" y="15626"/>
                  <a:pt x="7155" y="15626"/>
                  <a:pt x="7155" y="15626"/>
                </a:cubicBezTo>
                <a:cubicBezTo>
                  <a:pt x="7425" y="16238"/>
                  <a:pt x="7830" y="16698"/>
                  <a:pt x="8235" y="16698"/>
                </a:cubicBezTo>
                <a:cubicBezTo>
                  <a:pt x="18630" y="16698"/>
                  <a:pt x="18630" y="16698"/>
                  <a:pt x="18630" y="16698"/>
                </a:cubicBezTo>
                <a:cubicBezTo>
                  <a:pt x="19035" y="16698"/>
                  <a:pt x="19440" y="16238"/>
                  <a:pt x="19710" y="15626"/>
                </a:cubicBezTo>
                <a:cubicBezTo>
                  <a:pt x="21600" y="5362"/>
                  <a:pt x="21600" y="5362"/>
                  <a:pt x="21600" y="5362"/>
                </a:cubicBezTo>
                <a:cubicBezTo>
                  <a:pt x="21600" y="5209"/>
                  <a:pt x="21600" y="4596"/>
                  <a:pt x="21465" y="4443"/>
                </a:cubicBezTo>
                <a:moveTo>
                  <a:pt x="11340" y="19609"/>
                </a:moveTo>
                <a:cubicBezTo>
                  <a:pt x="11340" y="20528"/>
                  <a:pt x="10395" y="21600"/>
                  <a:pt x="9585" y="21600"/>
                </a:cubicBezTo>
                <a:cubicBezTo>
                  <a:pt x="8505" y="21600"/>
                  <a:pt x="7830" y="20528"/>
                  <a:pt x="7830" y="19609"/>
                </a:cubicBezTo>
                <a:cubicBezTo>
                  <a:pt x="7830" y="18689"/>
                  <a:pt x="8505" y="17617"/>
                  <a:pt x="9585" y="17617"/>
                </a:cubicBezTo>
                <a:cubicBezTo>
                  <a:pt x="10395" y="17617"/>
                  <a:pt x="11340" y="18689"/>
                  <a:pt x="11340" y="19609"/>
                </a:cubicBezTo>
                <a:moveTo>
                  <a:pt x="19035" y="19609"/>
                </a:moveTo>
                <a:cubicBezTo>
                  <a:pt x="19035" y="20528"/>
                  <a:pt x="18225" y="21600"/>
                  <a:pt x="17280" y="21600"/>
                </a:cubicBezTo>
                <a:cubicBezTo>
                  <a:pt x="16200" y="21600"/>
                  <a:pt x="15660" y="20528"/>
                  <a:pt x="15660" y="19609"/>
                </a:cubicBezTo>
                <a:cubicBezTo>
                  <a:pt x="15660" y="18689"/>
                  <a:pt x="16200" y="17617"/>
                  <a:pt x="17280" y="17617"/>
                </a:cubicBezTo>
                <a:cubicBezTo>
                  <a:pt x="18225" y="17617"/>
                  <a:pt x="19035" y="18689"/>
                  <a:pt x="19035" y="19609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53" name="Freeform 16"/>
          <p:cNvSpPr/>
          <p:nvPr/>
        </p:nvSpPr>
        <p:spPr>
          <a:xfrm>
            <a:off x="17520229" y="5558828"/>
            <a:ext cx="507869" cy="3269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365" y="12373"/>
                </a:moveTo>
                <a:cubicBezTo>
                  <a:pt x="5130" y="839"/>
                  <a:pt x="5130" y="839"/>
                  <a:pt x="5130" y="839"/>
                </a:cubicBezTo>
                <a:cubicBezTo>
                  <a:pt x="5400" y="419"/>
                  <a:pt x="5805" y="0"/>
                  <a:pt x="6210" y="0"/>
                </a:cubicBezTo>
                <a:cubicBezTo>
                  <a:pt x="20520" y="0"/>
                  <a:pt x="20520" y="0"/>
                  <a:pt x="20520" y="0"/>
                </a:cubicBezTo>
                <a:cubicBezTo>
                  <a:pt x="20655" y="0"/>
                  <a:pt x="21060" y="419"/>
                  <a:pt x="21330" y="839"/>
                </a:cubicBezTo>
                <a:cubicBezTo>
                  <a:pt x="13365" y="12373"/>
                  <a:pt x="13365" y="12373"/>
                  <a:pt x="13365" y="12373"/>
                </a:cubicBezTo>
                <a:cubicBezTo>
                  <a:pt x="13365" y="12373"/>
                  <a:pt x="13365" y="12373"/>
                  <a:pt x="13365" y="12373"/>
                </a:cubicBezTo>
                <a:close/>
                <a:moveTo>
                  <a:pt x="13500" y="13841"/>
                </a:moveTo>
                <a:cubicBezTo>
                  <a:pt x="13500" y="14050"/>
                  <a:pt x="13365" y="14050"/>
                  <a:pt x="13365" y="14050"/>
                </a:cubicBezTo>
                <a:cubicBezTo>
                  <a:pt x="13095" y="14050"/>
                  <a:pt x="13095" y="14050"/>
                  <a:pt x="12960" y="13841"/>
                </a:cubicBezTo>
                <a:cubicBezTo>
                  <a:pt x="5130" y="2517"/>
                  <a:pt x="5130" y="2517"/>
                  <a:pt x="5130" y="2517"/>
                </a:cubicBezTo>
                <a:cubicBezTo>
                  <a:pt x="5130" y="19922"/>
                  <a:pt x="5130" y="19922"/>
                  <a:pt x="5130" y="19922"/>
                </a:cubicBezTo>
                <a:cubicBezTo>
                  <a:pt x="5130" y="20761"/>
                  <a:pt x="5535" y="21600"/>
                  <a:pt x="6210" y="21600"/>
                </a:cubicBezTo>
                <a:cubicBezTo>
                  <a:pt x="20520" y="21600"/>
                  <a:pt x="20520" y="21600"/>
                  <a:pt x="20520" y="21600"/>
                </a:cubicBezTo>
                <a:cubicBezTo>
                  <a:pt x="20925" y="21600"/>
                  <a:pt x="21600" y="20761"/>
                  <a:pt x="21600" y="19922"/>
                </a:cubicBezTo>
                <a:cubicBezTo>
                  <a:pt x="21600" y="2517"/>
                  <a:pt x="21600" y="2517"/>
                  <a:pt x="21600" y="2517"/>
                </a:cubicBezTo>
                <a:cubicBezTo>
                  <a:pt x="13500" y="13841"/>
                  <a:pt x="13500" y="13841"/>
                  <a:pt x="13500" y="13841"/>
                </a:cubicBezTo>
                <a:cubicBezTo>
                  <a:pt x="13500" y="13841"/>
                  <a:pt x="13500" y="13841"/>
                  <a:pt x="13500" y="13841"/>
                </a:cubicBezTo>
                <a:close/>
                <a:moveTo>
                  <a:pt x="0" y="8179"/>
                </a:moveTo>
                <a:cubicBezTo>
                  <a:pt x="4320" y="8179"/>
                  <a:pt x="4320" y="8179"/>
                  <a:pt x="4320" y="8179"/>
                </a:cubicBezTo>
                <a:cubicBezTo>
                  <a:pt x="4320" y="6711"/>
                  <a:pt x="4320" y="6711"/>
                  <a:pt x="4320" y="6711"/>
                </a:cubicBezTo>
                <a:cubicBezTo>
                  <a:pt x="0" y="6711"/>
                  <a:pt x="0" y="6711"/>
                  <a:pt x="0" y="6711"/>
                </a:cubicBezTo>
                <a:cubicBezTo>
                  <a:pt x="0" y="8179"/>
                  <a:pt x="0" y="8179"/>
                  <a:pt x="0" y="8179"/>
                </a:cubicBezTo>
                <a:cubicBezTo>
                  <a:pt x="0" y="8179"/>
                  <a:pt x="0" y="8179"/>
                  <a:pt x="0" y="8179"/>
                </a:cubicBezTo>
                <a:close/>
                <a:moveTo>
                  <a:pt x="810" y="12163"/>
                </a:moveTo>
                <a:cubicBezTo>
                  <a:pt x="4320" y="12163"/>
                  <a:pt x="4320" y="12163"/>
                  <a:pt x="4320" y="12163"/>
                </a:cubicBezTo>
                <a:cubicBezTo>
                  <a:pt x="4320" y="10695"/>
                  <a:pt x="4320" y="10695"/>
                  <a:pt x="4320" y="10695"/>
                </a:cubicBezTo>
                <a:cubicBezTo>
                  <a:pt x="810" y="10695"/>
                  <a:pt x="810" y="10695"/>
                  <a:pt x="810" y="10695"/>
                </a:cubicBezTo>
                <a:cubicBezTo>
                  <a:pt x="810" y="12163"/>
                  <a:pt x="810" y="12163"/>
                  <a:pt x="810" y="12163"/>
                </a:cubicBezTo>
                <a:cubicBezTo>
                  <a:pt x="810" y="12163"/>
                  <a:pt x="810" y="12163"/>
                  <a:pt x="810" y="12163"/>
                </a:cubicBezTo>
                <a:close/>
                <a:moveTo>
                  <a:pt x="1620" y="16148"/>
                </a:moveTo>
                <a:cubicBezTo>
                  <a:pt x="4320" y="16148"/>
                  <a:pt x="4320" y="16148"/>
                  <a:pt x="4320" y="16148"/>
                </a:cubicBezTo>
                <a:cubicBezTo>
                  <a:pt x="4320" y="14889"/>
                  <a:pt x="4320" y="14889"/>
                  <a:pt x="4320" y="14889"/>
                </a:cubicBezTo>
                <a:cubicBezTo>
                  <a:pt x="1620" y="14889"/>
                  <a:pt x="1620" y="14889"/>
                  <a:pt x="1620" y="14889"/>
                </a:cubicBezTo>
                <a:cubicBezTo>
                  <a:pt x="1620" y="16148"/>
                  <a:pt x="1620" y="16148"/>
                  <a:pt x="1620" y="16148"/>
                </a:cubicBezTo>
                <a:cubicBezTo>
                  <a:pt x="1620" y="16148"/>
                  <a:pt x="1620" y="16148"/>
                  <a:pt x="1620" y="16148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54" name="Freeform 44"/>
          <p:cNvSpPr/>
          <p:nvPr/>
        </p:nvSpPr>
        <p:spPr>
          <a:xfrm>
            <a:off x="23075222" y="5518536"/>
            <a:ext cx="507869" cy="4475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3375" y="919"/>
                </a:moveTo>
                <a:cubicBezTo>
                  <a:pt x="18090" y="919"/>
                  <a:pt x="18090" y="919"/>
                  <a:pt x="18090" y="919"/>
                </a:cubicBezTo>
                <a:cubicBezTo>
                  <a:pt x="18090" y="0"/>
                  <a:pt x="18090" y="0"/>
                  <a:pt x="18090" y="0"/>
                </a:cubicBezTo>
                <a:cubicBezTo>
                  <a:pt x="3375" y="0"/>
                  <a:pt x="3375" y="0"/>
                  <a:pt x="3375" y="0"/>
                </a:cubicBezTo>
                <a:cubicBezTo>
                  <a:pt x="3375" y="919"/>
                  <a:pt x="3375" y="919"/>
                  <a:pt x="3375" y="919"/>
                </a:cubicBezTo>
                <a:cubicBezTo>
                  <a:pt x="3375" y="919"/>
                  <a:pt x="3375" y="919"/>
                  <a:pt x="3375" y="919"/>
                </a:cubicBezTo>
                <a:close/>
                <a:moveTo>
                  <a:pt x="1755" y="2911"/>
                </a:moveTo>
                <a:cubicBezTo>
                  <a:pt x="19845" y="2911"/>
                  <a:pt x="19845" y="2911"/>
                  <a:pt x="19845" y="2911"/>
                </a:cubicBezTo>
                <a:cubicBezTo>
                  <a:pt x="19845" y="1991"/>
                  <a:pt x="19845" y="1991"/>
                  <a:pt x="19845" y="1991"/>
                </a:cubicBezTo>
                <a:cubicBezTo>
                  <a:pt x="1755" y="1991"/>
                  <a:pt x="1755" y="1991"/>
                  <a:pt x="1755" y="1991"/>
                </a:cubicBezTo>
                <a:cubicBezTo>
                  <a:pt x="1755" y="2911"/>
                  <a:pt x="1755" y="2911"/>
                  <a:pt x="1755" y="2911"/>
                </a:cubicBezTo>
                <a:cubicBezTo>
                  <a:pt x="1755" y="2911"/>
                  <a:pt x="1755" y="2911"/>
                  <a:pt x="1755" y="2911"/>
                </a:cubicBezTo>
                <a:close/>
                <a:moveTo>
                  <a:pt x="20520" y="3983"/>
                </a:moveTo>
                <a:cubicBezTo>
                  <a:pt x="1080" y="3983"/>
                  <a:pt x="1080" y="3983"/>
                  <a:pt x="1080" y="3983"/>
                </a:cubicBezTo>
                <a:cubicBezTo>
                  <a:pt x="405" y="3983"/>
                  <a:pt x="0" y="4443"/>
                  <a:pt x="0" y="5209"/>
                </a:cubicBezTo>
                <a:cubicBezTo>
                  <a:pt x="0" y="20374"/>
                  <a:pt x="0" y="20374"/>
                  <a:pt x="0" y="20374"/>
                </a:cubicBezTo>
                <a:cubicBezTo>
                  <a:pt x="0" y="21140"/>
                  <a:pt x="405" y="21600"/>
                  <a:pt x="1080" y="21600"/>
                </a:cubicBezTo>
                <a:cubicBezTo>
                  <a:pt x="20520" y="21600"/>
                  <a:pt x="20520" y="21600"/>
                  <a:pt x="20520" y="21600"/>
                </a:cubicBezTo>
                <a:cubicBezTo>
                  <a:pt x="21195" y="21600"/>
                  <a:pt x="21600" y="21140"/>
                  <a:pt x="21600" y="20374"/>
                </a:cubicBezTo>
                <a:cubicBezTo>
                  <a:pt x="21600" y="5209"/>
                  <a:pt x="21600" y="5209"/>
                  <a:pt x="21600" y="5209"/>
                </a:cubicBezTo>
                <a:cubicBezTo>
                  <a:pt x="21600" y="4443"/>
                  <a:pt x="21195" y="3983"/>
                  <a:pt x="20520" y="3983"/>
                </a:cubicBezTo>
                <a:moveTo>
                  <a:pt x="14445" y="13174"/>
                </a:moveTo>
                <a:cubicBezTo>
                  <a:pt x="8370" y="17617"/>
                  <a:pt x="8370" y="17617"/>
                  <a:pt x="8370" y="17617"/>
                </a:cubicBezTo>
                <a:cubicBezTo>
                  <a:pt x="8235" y="17617"/>
                  <a:pt x="8235" y="17617"/>
                  <a:pt x="8235" y="17617"/>
                </a:cubicBezTo>
                <a:cubicBezTo>
                  <a:pt x="7965" y="17617"/>
                  <a:pt x="7965" y="17617"/>
                  <a:pt x="7965" y="17617"/>
                </a:cubicBezTo>
                <a:cubicBezTo>
                  <a:pt x="7695" y="17464"/>
                  <a:pt x="7695" y="17464"/>
                  <a:pt x="7695" y="17157"/>
                </a:cubicBezTo>
                <a:cubicBezTo>
                  <a:pt x="7695" y="8272"/>
                  <a:pt x="7695" y="8272"/>
                  <a:pt x="7695" y="8272"/>
                </a:cubicBezTo>
                <a:cubicBezTo>
                  <a:pt x="7695" y="8119"/>
                  <a:pt x="7695" y="8119"/>
                  <a:pt x="7965" y="7813"/>
                </a:cubicBezTo>
                <a:cubicBezTo>
                  <a:pt x="7965" y="7813"/>
                  <a:pt x="8235" y="7813"/>
                  <a:pt x="8370" y="7813"/>
                </a:cubicBezTo>
                <a:cubicBezTo>
                  <a:pt x="14445" y="12255"/>
                  <a:pt x="14445" y="12255"/>
                  <a:pt x="14445" y="12255"/>
                </a:cubicBezTo>
                <a:cubicBezTo>
                  <a:pt x="14445" y="12562"/>
                  <a:pt x="14715" y="12562"/>
                  <a:pt x="14715" y="12715"/>
                </a:cubicBezTo>
                <a:cubicBezTo>
                  <a:pt x="14715" y="13021"/>
                  <a:pt x="14445" y="13021"/>
                  <a:pt x="14445" y="13174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55" name="Freeform 124"/>
          <p:cNvSpPr/>
          <p:nvPr/>
        </p:nvSpPr>
        <p:spPr>
          <a:xfrm>
            <a:off x="15303593" y="5621758"/>
            <a:ext cx="507342" cy="3333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842" h="18749" fill="norm" stroke="1" extrusionOk="0">
                <a:moveTo>
                  <a:pt x="18114" y="3397"/>
                </a:moveTo>
                <a:cubicBezTo>
                  <a:pt x="15383" y="-2851"/>
                  <a:pt x="11411" y="1433"/>
                  <a:pt x="11411" y="1433"/>
                </a:cubicBezTo>
                <a:cubicBezTo>
                  <a:pt x="11287" y="1612"/>
                  <a:pt x="10790" y="1969"/>
                  <a:pt x="10542" y="1969"/>
                </a:cubicBezTo>
                <a:cubicBezTo>
                  <a:pt x="9424" y="1969"/>
                  <a:pt x="9424" y="1969"/>
                  <a:pt x="9424" y="1969"/>
                </a:cubicBezTo>
                <a:cubicBezTo>
                  <a:pt x="9052" y="1969"/>
                  <a:pt x="8555" y="1612"/>
                  <a:pt x="8431" y="1433"/>
                </a:cubicBezTo>
                <a:cubicBezTo>
                  <a:pt x="8431" y="1433"/>
                  <a:pt x="4459" y="-2851"/>
                  <a:pt x="1728" y="3397"/>
                </a:cubicBezTo>
                <a:cubicBezTo>
                  <a:pt x="-879" y="9466"/>
                  <a:pt x="238" y="16250"/>
                  <a:pt x="238" y="16250"/>
                </a:cubicBezTo>
                <a:cubicBezTo>
                  <a:pt x="362" y="17678"/>
                  <a:pt x="983" y="18749"/>
                  <a:pt x="2224" y="18749"/>
                </a:cubicBezTo>
                <a:cubicBezTo>
                  <a:pt x="3218" y="18570"/>
                  <a:pt x="5824" y="14286"/>
                  <a:pt x="5824" y="14286"/>
                </a:cubicBezTo>
                <a:cubicBezTo>
                  <a:pt x="5949" y="14108"/>
                  <a:pt x="6445" y="13572"/>
                  <a:pt x="6693" y="13572"/>
                </a:cubicBezTo>
                <a:cubicBezTo>
                  <a:pt x="13149" y="13572"/>
                  <a:pt x="13149" y="13572"/>
                  <a:pt x="13149" y="13572"/>
                </a:cubicBezTo>
                <a:cubicBezTo>
                  <a:pt x="13397" y="13572"/>
                  <a:pt x="13893" y="14108"/>
                  <a:pt x="14018" y="14286"/>
                </a:cubicBezTo>
                <a:cubicBezTo>
                  <a:pt x="14018" y="14286"/>
                  <a:pt x="16624" y="18570"/>
                  <a:pt x="17618" y="18749"/>
                </a:cubicBezTo>
                <a:cubicBezTo>
                  <a:pt x="18859" y="18749"/>
                  <a:pt x="19480" y="17678"/>
                  <a:pt x="19604" y="16250"/>
                </a:cubicBezTo>
                <a:cubicBezTo>
                  <a:pt x="19604" y="16250"/>
                  <a:pt x="20721" y="9466"/>
                  <a:pt x="18114" y="3397"/>
                </a:cubicBezTo>
                <a:close/>
                <a:moveTo>
                  <a:pt x="7438" y="8395"/>
                </a:moveTo>
                <a:cubicBezTo>
                  <a:pt x="6073" y="8395"/>
                  <a:pt x="6073" y="8395"/>
                  <a:pt x="6073" y="8395"/>
                </a:cubicBezTo>
                <a:cubicBezTo>
                  <a:pt x="6073" y="10180"/>
                  <a:pt x="6073" y="10180"/>
                  <a:pt x="6073" y="10180"/>
                </a:cubicBezTo>
                <a:cubicBezTo>
                  <a:pt x="6073" y="10180"/>
                  <a:pt x="5949" y="10537"/>
                  <a:pt x="5576" y="10537"/>
                </a:cubicBezTo>
                <a:cubicBezTo>
                  <a:pt x="5080" y="10537"/>
                  <a:pt x="4707" y="10180"/>
                  <a:pt x="4707" y="10180"/>
                </a:cubicBezTo>
                <a:cubicBezTo>
                  <a:pt x="4707" y="8395"/>
                  <a:pt x="4707" y="8395"/>
                  <a:pt x="4707" y="8395"/>
                </a:cubicBezTo>
                <a:cubicBezTo>
                  <a:pt x="3590" y="8395"/>
                  <a:pt x="3590" y="8395"/>
                  <a:pt x="3590" y="8395"/>
                </a:cubicBezTo>
                <a:cubicBezTo>
                  <a:pt x="3590" y="8395"/>
                  <a:pt x="3342" y="8217"/>
                  <a:pt x="3342" y="7503"/>
                </a:cubicBezTo>
                <a:cubicBezTo>
                  <a:pt x="3218" y="6967"/>
                  <a:pt x="3590" y="6432"/>
                  <a:pt x="3590" y="6432"/>
                </a:cubicBezTo>
                <a:cubicBezTo>
                  <a:pt x="4955" y="6432"/>
                  <a:pt x="4955" y="6432"/>
                  <a:pt x="4955" y="6432"/>
                </a:cubicBezTo>
                <a:cubicBezTo>
                  <a:pt x="4955" y="4468"/>
                  <a:pt x="4955" y="4468"/>
                  <a:pt x="4955" y="4468"/>
                </a:cubicBezTo>
                <a:cubicBezTo>
                  <a:pt x="4955" y="4468"/>
                  <a:pt x="5204" y="4289"/>
                  <a:pt x="5576" y="4289"/>
                </a:cubicBezTo>
                <a:cubicBezTo>
                  <a:pt x="5949" y="4289"/>
                  <a:pt x="6321" y="4468"/>
                  <a:pt x="6321" y="4468"/>
                </a:cubicBezTo>
                <a:cubicBezTo>
                  <a:pt x="6321" y="6432"/>
                  <a:pt x="6321" y="6432"/>
                  <a:pt x="6321" y="6432"/>
                </a:cubicBezTo>
                <a:cubicBezTo>
                  <a:pt x="7438" y="6432"/>
                  <a:pt x="7438" y="6432"/>
                  <a:pt x="7438" y="6432"/>
                </a:cubicBezTo>
                <a:cubicBezTo>
                  <a:pt x="7438" y="6432"/>
                  <a:pt x="7811" y="6610"/>
                  <a:pt x="7811" y="7324"/>
                </a:cubicBezTo>
                <a:cubicBezTo>
                  <a:pt x="7811" y="7681"/>
                  <a:pt x="7438" y="8395"/>
                  <a:pt x="7438" y="8395"/>
                </a:cubicBezTo>
                <a:close/>
                <a:moveTo>
                  <a:pt x="13769" y="10359"/>
                </a:moveTo>
                <a:cubicBezTo>
                  <a:pt x="13149" y="10359"/>
                  <a:pt x="12652" y="9645"/>
                  <a:pt x="12652" y="8931"/>
                </a:cubicBezTo>
                <a:cubicBezTo>
                  <a:pt x="12652" y="8038"/>
                  <a:pt x="13149" y="7324"/>
                  <a:pt x="13769" y="7324"/>
                </a:cubicBezTo>
                <a:cubicBezTo>
                  <a:pt x="14390" y="7324"/>
                  <a:pt x="14762" y="8038"/>
                  <a:pt x="14762" y="8931"/>
                </a:cubicBezTo>
                <a:cubicBezTo>
                  <a:pt x="14762" y="9645"/>
                  <a:pt x="14390" y="10359"/>
                  <a:pt x="13769" y="10359"/>
                </a:cubicBezTo>
                <a:close/>
                <a:moveTo>
                  <a:pt x="13769" y="6253"/>
                </a:moveTo>
                <a:cubicBezTo>
                  <a:pt x="13149" y="6253"/>
                  <a:pt x="12652" y="5539"/>
                  <a:pt x="12652" y="4647"/>
                </a:cubicBezTo>
                <a:cubicBezTo>
                  <a:pt x="12652" y="3932"/>
                  <a:pt x="13149" y="3218"/>
                  <a:pt x="13769" y="3218"/>
                </a:cubicBezTo>
                <a:cubicBezTo>
                  <a:pt x="14390" y="3218"/>
                  <a:pt x="14762" y="3932"/>
                  <a:pt x="14762" y="4647"/>
                </a:cubicBezTo>
                <a:cubicBezTo>
                  <a:pt x="14762" y="5539"/>
                  <a:pt x="14390" y="6253"/>
                  <a:pt x="13769" y="6253"/>
                </a:cubicBezTo>
                <a:close/>
                <a:moveTo>
                  <a:pt x="16500" y="8395"/>
                </a:moveTo>
                <a:cubicBezTo>
                  <a:pt x="15880" y="8395"/>
                  <a:pt x="15383" y="7681"/>
                  <a:pt x="15383" y="6967"/>
                </a:cubicBezTo>
                <a:cubicBezTo>
                  <a:pt x="15383" y="6075"/>
                  <a:pt x="15880" y="5361"/>
                  <a:pt x="16500" y="5361"/>
                </a:cubicBezTo>
                <a:cubicBezTo>
                  <a:pt x="17121" y="5361"/>
                  <a:pt x="17493" y="6075"/>
                  <a:pt x="17493" y="6967"/>
                </a:cubicBezTo>
                <a:cubicBezTo>
                  <a:pt x="17493" y="7681"/>
                  <a:pt x="17121" y="8395"/>
                  <a:pt x="16500" y="8395"/>
                </a:cubicBezTo>
                <a:close/>
                <a:moveTo>
                  <a:pt x="16500" y="8395"/>
                </a:moveTo>
                <a:cubicBezTo>
                  <a:pt x="16500" y="8395"/>
                  <a:pt x="16500" y="8395"/>
                  <a:pt x="16500" y="8395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56" name="Freeform 144"/>
          <p:cNvSpPr/>
          <p:nvPr/>
        </p:nvSpPr>
        <p:spPr>
          <a:xfrm>
            <a:off x="19739505" y="5533840"/>
            <a:ext cx="507492" cy="4513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18" h="21479" fill="norm" stroke="1" extrusionOk="0">
                <a:moveTo>
                  <a:pt x="20617" y="3172"/>
                </a:moveTo>
                <a:cubicBezTo>
                  <a:pt x="7684" y="0"/>
                  <a:pt x="7684" y="0"/>
                  <a:pt x="7684" y="0"/>
                </a:cubicBezTo>
                <a:cubicBezTo>
                  <a:pt x="7017" y="0"/>
                  <a:pt x="6617" y="453"/>
                  <a:pt x="6350" y="906"/>
                </a:cubicBezTo>
                <a:cubicBezTo>
                  <a:pt x="6217" y="2870"/>
                  <a:pt x="6217" y="2870"/>
                  <a:pt x="6217" y="2870"/>
                </a:cubicBezTo>
                <a:cubicBezTo>
                  <a:pt x="21150" y="6495"/>
                  <a:pt x="21150" y="6495"/>
                  <a:pt x="21150" y="6495"/>
                </a:cubicBezTo>
                <a:cubicBezTo>
                  <a:pt x="21284" y="4683"/>
                  <a:pt x="21284" y="4683"/>
                  <a:pt x="21284" y="4683"/>
                </a:cubicBezTo>
                <a:cubicBezTo>
                  <a:pt x="21417" y="3927"/>
                  <a:pt x="21150" y="3323"/>
                  <a:pt x="20617" y="3172"/>
                </a:cubicBezTo>
                <a:close/>
                <a:moveTo>
                  <a:pt x="15017" y="6797"/>
                </a:moveTo>
                <a:cubicBezTo>
                  <a:pt x="14884" y="6042"/>
                  <a:pt x="14350" y="5740"/>
                  <a:pt x="13684" y="5891"/>
                </a:cubicBezTo>
                <a:cubicBezTo>
                  <a:pt x="11284" y="6646"/>
                  <a:pt x="11284" y="6646"/>
                  <a:pt x="11284" y="6646"/>
                </a:cubicBezTo>
                <a:cubicBezTo>
                  <a:pt x="5417" y="5438"/>
                  <a:pt x="5417" y="5438"/>
                  <a:pt x="5417" y="5438"/>
                </a:cubicBezTo>
                <a:cubicBezTo>
                  <a:pt x="4750" y="8610"/>
                  <a:pt x="4750" y="8610"/>
                  <a:pt x="4750" y="8610"/>
                </a:cubicBezTo>
                <a:cubicBezTo>
                  <a:pt x="884" y="9969"/>
                  <a:pt x="884" y="9969"/>
                  <a:pt x="884" y="9969"/>
                </a:cubicBezTo>
                <a:cubicBezTo>
                  <a:pt x="217" y="10120"/>
                  <a:pt x="-183" y="10876"/>
                  <a:pt x="84" y="11480"/>
                </a:cubicBezTo>
                <a:cubicBezTo>
                  <a:pt x="2350" y="20694"/>
                  <a:pt x="2350" y="20694"/>
                  <a:pt x="2350" y="20694"/>
                </a:cubicBezTo>
                <a:cubicBezTo>
                  <a:pt x="2484" y="21147"/>
                  <a:pt x="3150" y="21600"/>
                  <a:pt x="3684" y="21449"/>
                </a:cubicBezTo>
                <a:cubicBezTo>
                  <a:pt x="16484" y="17371"/>
                  <a:pt x="16484" y="17371"/>
                  <a:pt x="16484" y="17371"/>
                </a:cubicBezTo>
                <a:cubicBezTo>
                  <a:pt x="17150" y="17220"/>
                  <a:pt x="17550" y="16615"/>
                  <a:pt x="17284" y="16011"/>
                </a:cubicBezTo>
                <a:cubicBezTo>
                  <a:pt x="16884" y="14350"/>
                  <a:pt x="16884" y="14350"/>
                  <a:pt x="16884" y="14350"/>
                </a:cubicBezTo>
                <a:cubicBezTo>
                  <a:pt x="18350" y="14803"/>
                  <a:pt x="18350" y="14803"/>
                  <a:pt x="18350" y="14803"/>
                </a:cubicBezTo>
                <a:cubicBezTo>
                  <a:pt x="19017" y="14954"/>
                  <a:pt x="19417" y="14350"/>
                  <a:pt x="19684" y="13897"/>
                </a:cubicBezTo>
                <a:cubicBezTo>
                  <a:pt x="20484" y="8912"/>
                  <a:pt x="20484" y="8912"/>
                  <a:pt x="20484" y="8912"/>
                </a:cubicBezTo>
                <a:cubicBezTo>
                  <a:pt x="15150" y="7703"/>
                  <a:pt x="15150" y="7703"/>
                  <a:pt x="15150" y="7703"/>
                </a:cubicBezTo>
                <a:lnTo>
                  <a:pt x="15017" y="6797"/>
                </a:lnTo>
                <a:close/>
                <a:moveTo>
                  <a:pt x="884" y="11329"/>
                </a:moveTo>
                <a:cubicBezTo>
                  <a:pt x="884" y="11027"/>
                  <a:pt x="1017" y="10876"/>
                  <a:pt x="1017" y="10876"/>
                </a:cubicBezTo>
                <a:cubicBezTo>
                  <a:pt x="4617" y="9818"/>
                  <a:pt x="4617" y="9818"/>
                  <a:pt x="4617" y="9818"/>
                </a:cubicBezTo>
                <a:cubicBezTo>
                  <a:pt x="13150" y="7250"/>
                  <a:pt x="13150" y="7250"/>
                  <a:pt x="13150" y="7250"/>
                </a:cubicBezTo>
                <a:cubicBezTo>
                  <a:pt x="14084" y="6797"/>
                  <a:pt x="14084" y="6797"/>
                  <a:pt x="14084" y="6797"/>
                </a:cubicBezTo>
                <a:cubicBezTo>
                  <a:pt x="14084" y="6797"/>
                  <a:pt x="14217" y="6797"/>
                  <a:pt x="14217" y="6948"/>
                </a:cubicBezTo>
                <a:cubicBezTo>
                  <a:pt x="14350" y="7401"/>
                  <a:pt x="14350" y="7401"/>
                  <a:pt x="14350" y="7401"/>
                </a:cubicBezTo>
                <a:cubicBezTo>
                  <a:pt x="14750" y="8912"/>
                  <a:pt x="14750" y="8912"/>
                  <a:pt x="14750" y="8912"/>
                </a:cubicBezTo>
                <a:cubicBezTo>
                  <a:pt x="1284" y="12990"/>
                  <a:pt x="1284" y="12990"/>
                  <a:pt x="1284" y="12990"/>
                </a:cubicBezTo>
                <a:cubicBezTo>
                  <a:pt x="884" y="11329"/>
                  <a:pt x="884" y="11329"/>
                  <a:pt x="884" y="11329"/>
                </a:cubicBezTo>
                <a:close/>
                <a:moveTo>
                  <a:pt x="16884" y="9818"/>
                </a:moveTo>
                <a:cubicBezTo>
                  <a:pt x="16884" y="9365"/>
                  <a:pt x="17150" y="9214"/>
                  <a:pt x="17284" y="9365"/>
                </a:cubicBezTo>
                <a:cubicBezTo>
                  <a:pt x="19017" y="9818"/>
                  <a:pt x="19017" y="9818"/>
                  <a:pt x="19017" y="9818"/>
                </a:cubicBezTo>
                <a:cubicBezTo>
                  <a:pt x="19150" y="9818"/>
                  <a:pt x="19284" y="9969"/>
                  <a:pt x="19284" y="10271"/>
                </a:cubicBezTo>
                <a:cubicBezTo>
                  <a:pt x="19017" y="11933"/>
                  <a:pt x="19017" y="11933"/>
                  <a:pt x="19017" y="11933"/>
                </a:cubicBezTo>
                <a:cubicBezTo>
                  <a:pt x="18750" y="12235"/>
                  <a:pt x="18617" y="12386"/>
                  <a:pt x="18350" y="12386"/>
                </a:cubicBezTo>
                <a:cubicBezTo>
                  <a:pt x="16884" y="11933"/>
                  <a:pt x="16884" y="11933"/>
                  <a:pt x="16884" y="11933"/>
                </a:cubicBezTo>
                <a:cubicBezTo>
                  <a:pt x="16750" y="11933"/>
                  <a:pt x="16484" y="11631"/>
                  <a:pt x="16484" y="11480"/>
                </a:cubicBezTo>
                <a:cubicBezTo>
                  <a:pt x="16884" y="9818"/>
                  <a:pt x="16884" y="9818"/>
                  <a:pt x="16884" y="9818"/>
                </a:cubicBezTo>
                <a:close/>
                <a:moveTo>
                  <a:pt x="16484" y="16162"/>
                </a:moveTo>
                <a:cubicBezTo>
                  <a:pt x="16484" y="16464"/>
                  <a:pt x="16484" y="16464"/>
                  <a:pt x="16484" y="16464"/>
                </a:cubicBezTo>
                <a:cubicBezTo>
                  <a:pt x="16350" y="16464"/>
                  <a:pt x="16350" y="16464"/>
                  <a:pt x="16350" y="16464"/>
                </a:cubicBezTo>
                <a:cubicBezTo>
                  <a:pt x="3417" y="20543"/>
                  <a:pt x="3417" y="20543"/>
                  <a:pt x="3417" y="20543"/>
                </a:cubicBezTo>
                <a:cubicBezTo>
                  <a:pt x="3150" y="20543"/>
                  <a:pt x="3150" y="20543"/>
                  <a:pt x="3150" y="20543"/>
                </a:cubicBezTo>
                <a:cubicBezTo>
                  <a:pt x="1817" y="14954"/>
                  <a:pt x="1817" y="14954"/>
                  <a:pt x="1817" y="14954"/>
                </a:cubicBezTo>
                <a:cubicBezTo>
                  <a:pt x="15150" y="10876"/>
                  <a:pt x="15150" y="10876"/>
                  <a:pt x="15150" y="10876"/>
                </a:cubicBezTo>
                <a:cubicBezTo>
                  <a:pt x="16084" y="14199"/>
                  <a:pt x="16084" y="14199"/>
                  <a:pt x="16084" y="14199"/>
                </a:cubicBezTo>
                <a:lnTo>
                  <a:pt x="16484" y="16162"/>
                </a:lnTo>
                <a:close/>
                <a:moveTo>
                  <a:pt x="5017" y="16313"/>
                </a:moveTo>
                <a:cubicBezTo>
                  <a:pt x="3550" y="16766"/>
                  <a:pt x="3550" y="16766"/>
                  <a:pt x="3550" y="16766"/>
                </a:cubicBezTo>
                <a:cubicBezTo>
                  <a:pt x="3417" y="16766"/>
                  <a:pt x="3284" y="17069"/>
                  <a:pt x="3284" y="17371"/>
                </a:cubicBezTo>
                <a:cubicBezTo>
                  <a:pt x="3684" y="19032"/>
                  <a:pt x="3684" y="19032"/>
                  <a:pt x="3684" y="19032"/>
                </a:cubicBezTo>
                <a:cubicBezTo>
                  <a:pt x="3684" y="19485"/>
                  <a:pt x="3950" y="19485"/>
                  <a:pt x="4217" y="19485"/>
                </a:cubicBezTo>
                <a:cubicBezTo>
                  <a:pt x="5550" y="18881"/>
                  <a:pt x="5550" y="18881"/>
                  <a:pt x="5550" y="18881"/>
                </a:cubicBezTo>
                <a:cubicBezTo>
                  <a:pt x="5950" y="18881"/>
                  <a:pt x="5950" y="18730"/>
                  <a:pt x="5950" y="18277"/>
                </a:cubicBezTo>
                <a:cubicBezTo>
                  <a:pt x="5417" y="16615"/>
                  <a:pt x="5417" y="16615"/>
                  <a:pt x="5417" y="16615"/>
                </a:cubicBezTo>
                <a:cubicBezTo>
                  <a:pt x="5417" y="16464"/>
                  <a:pt x="5284" y="16313"/>
                  <a:pt x="5017" y="16313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57" name="Freeform 153"/>
          <p:cNvSpPr/>
          <p:nvPr/>
        </p:nvSpPr>
        <p:spPr>
          <a:xfrm>
            <a:off x="18652650" y="5518348"/>
            <a:ext cx="380902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7280" y="6345"/>
                </a:moveTo>
                <a:cubicBezTo>
                  <a:pt x="13320" y="8370"/>
                  <a:pt x="10440" y="10665"/>
                  <a:pt x="9180" y="11745"/>
                </a:cubicBezTo>
                <a:cubicBezTo>
                  <a:pt x="6120" y="9855"/>
                  <a:pt x="6120" y="9855"/>
                  <a:pt x="6120" y="9855"/>
                </a:cubicBezTo>
                <a:cubicBezTo>
                  <a:pt x="6120" y="9855"/>
                  <a:pt x="4320" y="11070"/>
                  <a:pt x="4500" y="11070"/>
                </a:cubicBezTo>
                <a:cubicBezTo>
                  <a:pt x="10080" y="15390"/>
                  <a:pt x="10080" y="15390"/>
                  <a:pt x="10080" y="15390"/>
                </a:cubicBezTo>
                <a:cubicBezTo>
                  <a:pt x="10080" y="15390"/>
                  <a:pt x="10080" y="15390"/>
                  <a:pt x="10260" y="15390"/>
                </a:cubicBezTo>
                <a:cubicBezTo>
                  <a:pt x="10260" y="15390"/>
                  <a:pt x="10260" y="15390"/>
                  <a:pt x="10440" y="15255"/>
                </a:cubicBezTo>
                <a:cubicBezTo>
                  <a:pt x="11340" y="13500"/>
                  <a:pt x="14220" y="9855"/>
                  <a:pt x="18000" y="7155"/>
                </a:cubicBezTo>
                <a:cubicBezTo>
                  <a:pt x="18000" y="7155"/>
                  <a:pt x="18180" y="7155"/>
                  <a:pt x="18000" y="7020"/>
                </a:cubicBezTo>
                <a:cubicBezTo>
                  <a:pt x="18000" y="7020"/>
                  <a:pt x="17460" y="6345"/>
                  <a:pt x="17280" y="6345"/>
                </a:cubicBezTo>
                <a:close/>
                <a:moveTo>
                  <a:pt x="21060" y="2700"/>
                </a:moveTo>
                <a:cubicBezTo>
                  <a:pt x="12600" y="2700"/>
                  <a:pt x="11160" y="270"/>
                  <a:pt x="11160" y="270"/>
                </a:cubicBezTo>
                <a:cubicBezTo>
                  <a:pt x="11160" y="0"/>
                  <a:pt x="10980" y="0"/>
                  <a:pt x="10620" y="0"/>
                </a:cubicBezTo>
                <a:cubicBezTo>
                  <a:pt x="10620" y="0"/>
                  <a:pt x="10440" y="0"/>
                  <a:pt x="10440" y="270"/>
                </a:cubicBezTo>
                <a:cubicBezTo>
                  <a:pt x="10440" y="270"/>
                  <a:pt x="8820" y="2700"/>
                  <a:pt x="540" y="2700"/>
                </a:cubicBezTo>
                <a:cubicBezTo>
                  <a:pt x="180" y="2700"/>
                  <a:pt x="0" y="2700"/>
                  <a:pt x="0" y="2835"/>
                </a:cubicBezTo>
                <a:cubicBezTo>
                  <a:pt x="0" y="13635"/>
                  <a:pt x="0" y="13635"/>
                  <a:pt x="0" y="13635"/>
                </a:cubicBezTo>
                <a:cubicBezTo>
                  <a:pt x="0" y="18090"/>
                  <a:pt x="10260" y="21465"/>
                  <a:pt x="10620" y="21600"/>
                </a:cubicBezTo>
                <a:cubicBezTo>
                  <a:pt x="10980" y="21600"/>
                  <a:pt x="10980" y="21600"/>
                  <a:pt x="10980" y="21600"/>
                </a:cubicBezTo>
                <a:cubicBezTo>
                  <a:pt x="11340" y="21465"/>
                  <a:pt x="21600" y="18090"/>
                  <a:pt x="21600" y="13635"/>
                </a:cubicBezTo>
                <a:cubicBezTo>
                  <a:pt x="21600" y="2835"/>
                  <a:pt x="21600" y="2835"/>
                  <a:pt x="21600" y="2835"/>
                </a:cubicBezTo>
                <a:cubicBezTo>
                  <a:pt x="21600" y="2700"/>
                  <a:pt x="21240" y="2700"/>
                  <a:pt x="21060" y="2700"/>
                </a:cubicBezTo>
                <a:close/>
                <a:moveTo>
                  <a:pt x="19080" y="13230"/>
                </a:moveTo>
                <a:cubicBezTo>
                  <a:pt x="19080" y="16470"/>
                  <a:pt x="11340" y="19170"/>
                  <a:pt x="10980" y="19305"/>
                </a:cubicBezTo>
                <a:cubicBezTo>
                  <a:pt x="10980" y="19305"/>
                  <a:pt x="10980" y="19305"/>
                  <a:pt x="10620" y="19305"/>
                </a:cubicBezTo>
                <a:cubicBezTo>
                  <a:pt x="10260" y="19170"/>
                  <a:pt x="2520" y="16470"/>
                  <a:pt x="2520" y="13230"/>
                </a:cubicBezTo>
                <a:cubicBezTo>
                  <a:pt x="2520" y="4725"/>
                  <a:pt x="2520" y="4725"/>
                  <a:pt x="2520" y="4725"/>
                </a:cubicBezTo>
                <a:cubicBezTo>
                  <a:pt x="2520" y="4590"/>
                  <a:pt x="2520" y="4320"/>
                  <a:pt x="2700" y="4320"/>
                </a:cubicBezTo>
                <a:cubicBezTo>
                  <a:pt x="9360" y="4320"/>
                  <a:pt x="10440" y="2565"/>
                  <a:pt x="10440" y="2565"/>
                </a:cubicBezTo>
                <a:cubicBezTo>
                  <a:pt x="10440" y="2430"/>
                  <a:pt x="10620" y="2430"/>
                  <a:pt x="10620" y="2430"/>
                </a:cubicBezTo>
                <a:cubicBezTo>
                  <a:pt x="10980" y="2430"/>
                  <a:pt x="11160" y="2430"/>
                  <a:pt x="11160" y="2565"/>
                </a:cubicBezTo>
                <a:cubicBezTo>
                  <a:pt x="11160" y="2565"/>
                  <a:pt x="12240" y="4320"/>
                  <a:pt x="18900" y="4320"/>
                </a:cubicBezTo>
                <a:cubicBezTo>
                  <a:pt x="19080" y="4320"/>
                  <a:pt x="19080" y="4590"/>
                  <a:pt x="19080" y="4725"/>
                </a:cubicBezTo>
                <a:lnTo>
                  <a:pt x="19080" y="1323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58" name="Freeform 176"/>
          <p:cNvSpPr/>
          <p:nvPr/>
        </p:nvSpPr>
        <p:spPr>
          <a:xfrm>
            <a:off x="3059669" y="6665489"/>
            <a:ext cx="507869" cy="4888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235" y="7153"/>
                </a:moveTo>
                <a:cubicBezTo>
                  <a:pt x="6885" y="5751"/>
                  <a:pt x="6885" y="5751"/>
                  <a:pt x="6885" y="5751"/>
                </a:cubicBezTo>
                <a:cubicBezTo>
                  <a:pt x="7020" y="5610"/>
                  <a:pt x="7020" y="5330"/>
                  <a:pt x="7020" y="4909"/>
                </a:cubicBezTo>
                <a:cubicBezTo>
                  <a:pt x="7020" y="3787"/>
                  <a:pt x="6210" y="2945"/>
                  <a:pt x="4995" y="2945"/>
                </a:cubicBezTo>
                <a:cubicBezTo>
                  <a:pt x="4050" y="2945"/>
                  <a:pt x="3105" y="3787"/>
                  <a:pt x="3105" y="4909"/>
                </a:cubicBezTo>
                <a:cubicBezTo>
                  <a:pt x="3105" y="6031"/>
                  <a:pt x="4050" y="6873"/>
                  <a:pt x="4995" y="6873"/>
                </a:cubicBezTo>
                <a:cubicBezTo>
                  <a:pt x="5535" y="6873"/>
                  <a:pt x="5805" y="6873"/>
                  <a:pt x="6210" y="6592"/>
                </a:cubicBezTo>
                <a:cubicBezTo>
                  <a:pt x="7560" y="7855"/>
                  <a:pt x="7560" y="7855"/>
                  <a:pt x="7560" y="7855"/>
                </a:cubicBezTo>
                <a:cubicBezTo>
                  <a:pt x="7695" y="7714"/>
                  <a:pt x="7830" y="7294"/>
                  <a:pt x="8235" y="7153"/>
                </a:cubicBezTo>
                <a:close/>
                <a:moveTo>
                  <a:pt x="13635" y="7013"/>
                </a:moveTo>
                <a:cubicBezTo>
                  <a:pt x="15390" y="3927"/>
                  <a:pt x="15390" y="3927"/>
                  <a:pt x="15390" y="3927"/>
                </a:cubicBezTo>
                <a:cubicBezTo>
                  <a:pt x="15525" y="3927"/>
                  <a:pt x="15795" y="4068"/>
                  <a:pt x="15930" y="4068"/>
                </a:cubicBezTo>
                <a:cubicBezTo>
                  <a:pt x="17010" y="4068"/>
                  <a:pt x="17955" y="3086"/>
                  <a:pt x="17955" y="2104"/>
                </a:cubicBezTo>
                <a:cubicBezTo>
                  <a:pt x="17955" y="842"/>
                  <a:pt x="17010" y="0"/>
                  <a:pt x="15930" y="0"/>
                </a:cubicBezTo>
                <a:cubicBezTo>
                  <a:pt x="14850" y="0"/>
                  <a:pt x="13905" y="842"/>
                  <a:pt x="13905" y="2104"/>
                </a:cubicBezTo>
                <a:cubicBezTo>
                  <a:pt x="13905" y="2525"/>
                  <a:pt x="14310" y="3086"/>
                  <a:pt x="14580" y="3506"/>
                </a:cubicBezTo>
                <a:cubicBezTo>
                  <a:pt x="12690" y="6452"/>
                  <a:pt x="12690" y="6452"/>
                  <a:pt x="12690" y="6452"/>
                </a:cubicBezTo>
                <a:cubicBezTo>
                  <a:pt x="13095" y="6732"/>
                  <a:pt x="13365" y="6873"/>
                  <a:pt x="13635" y="7013"/>
                </a:cubicBezTo>
                <a:close/>
                <a:moveTo>
                  <a:pt x="19710" y="9678"/>
                </a:moveTo>
                <a:cubicBezTo>
                  <a:pt x="18900" y="9678"/>
                  <a:pt x="18090" y="10239"/>
                  <a:pt x="17955" y="10940"/>
                </a:cubicBezTo>
                <a:cubicBezTo>
                  <a:pt x="15390" y="10660"/>
                  <a:pt x="15390" y="10660"/>
                  <a:pt x="15390" y="10660"/>
                </a:cubicBezTo>
                <a:cubicBezTo>
                  <a:pt x="15390" y="11081"/>
                  <a:pt x="15390" y="11361"/>
                  <a:pt x="15255" y="11782"/>
                </a:cubicBezTo>
                <a:cubicBezTo>
                  <a:pt x="17685" y="11922"/>
                  <a:pt x="17685" y="11922"/>
                  <a:pt x="17685" y="11922"/>
                </a:cubicBezTo>
                <a:cubicBezTo>
                  <a:pt x="17955" y="13044"/>
                  <a:pt x="18765" y="13745"/>
                  <a:pt x="19710" y="13745"/>
                </a:cubicBezTo>
                <a:cubicBezTo>
                  <a:pt x="20790" y="13745"/>
                  <a:pt x="21600" y="12764"/>
                  <a:pt x="21600" y="11642"/>
                </a:cubicBezTo>
                <a:cubicBezTo>
                  <a:pt x="21600" y="10519"/>
                  <a:pt x="20790" y="9678"/>
                  <a:pt x="19710" y="9678"/>
                </a:cubicBezTo>
                <a:close/>
                <a:moveTo>
                  <a:pt x="12960" y="17532"/>
                </a:moveTo>
                <a:cubicBezTo>
                  <a:pt x="12420" y="15148"/>
                  <a:pt x="12420" y="15148"/>
                  <a:pt x="12420" y="15148"/>
                </a:cubicBezTo>
                <a:cubicBezTo>
                  <a:pt x="12150" y="15148"/>
                  <a:pt x="11745" y="15288"/>
                  <a:pt x="11475" y="15288"/>
                </a:cubicBezTo>
                <a:cubicBezTo>
                  <a:pt x="12015" y="17673"/>
                  <a:pt x="12015" y="17673"/>
                  <a:pt x="12015" y="17673"/>
                </a:cubicBezTo>
                <a:cubicBezTo>
                  <a:pt x="11475" y="18094"/>
                  <a:pt x="10935" y="18655"/>
                  <a:pt x="10935" y="19636"/>
                </a:cubicBezTo>
                <a:cubicBezTo>
                  <a:pt x="10935" y="20618"/>
                  <a:pt x="11745" y="21600"/>
                  <a:pt x="12960" y="21600"/>
                </a:cubicBezTo>
                <a:cubicBezTo>
                  <a:pt x="14040" y="21600"/>
                  <a:pt x="14985" y="20618"/>
                  <a:pt x="14985" y="19636"/>
                </a:cubicBezTo>
                <a:cubicBezTo>
                  <a:pt x="14985" y="18374"/>
                  <a:pt x="14040" y="17532"/>
                  <a:pt x="12960" y="17532"/>
                </a:cubicBezTo>
                <a:close/>
                <a:moveTo>
                  <a:pt x="3375" y="12764"/>
                </a:moveTo>
                <a:cubicBezTo>
                  <a:pt x="3105" y="12203"/>
                  <a:pt x="2565" y="11782"/>
                  <a:pt x="1890" y="11782"/>
                </a:cubicBezTo>
                <a:cubicBezTo>
                  <a:pt x="810" y="11782"/>
                  <a:pt x="0" y="12764"/>
                  <a:pt x="0" y="13886"/>
                </a:cubicBezTo>
                <a:cubicBezTo>
                  <a:pt x="0" y="15008"/>
                  <a:pt x="810" y="15849"/>
                  <a:pt x="1890" y="15849"/>
                </a:cubicBezTo>
                <a:cubicBezTo>
                  <a:pt x="2970" y="15849"/>
                  <a:pt x="3780" y="15008"/>
                  <a:pt x="3780" y="13886"/>
                </a:cubicBezTo>
                <a:cubicBezTo>
                  <a:pt x="3780" y="13745"/>
                  <a:pt x="3780" y="13745"/>
                  <a:pt x="3780" y="13745"/>
                </a:cubicBezTo>
                <a:cubicBezTo>
                  <a:pt x="6885" y="12764"/>
                  <a:pt x="6885" y="12764"/>
                  <a:pt x="6885" y="12764"/>
                </a:cubicBezTo>
                <a:cubicBezTo>
                  <a:pt x="6750" y="12343"/>
                  <a:pt x="6615" y="12062"/>
                  <a:pt x="6615" y="11642"/>
                </a:cubicBezTo>
                <a:cubicBezTo>
                  <a:pt x="3375" y="12764"/>
                  <a:pt x="3375" y="12764"/>
                  <a:pt x="3375" y="12764"/>
                </a:cubicBezTo>
                <a:close/>
                <a:moveTo>
                  <a:pt x="14310" y="10660"/>
                </a:moveTo>
                <a:cubicBezTo>
                  <a:pt x="14310" y="8836"/>
                  <a:pt x="12825" y="7294"/>
                  <a:pt x="10935" y="7294"/>
                </a:cubicBezTo>
                <a:cubicBezTo>
                  <a:pt x="9180" y="7294"/>
                  <a:pt x="7560" y="8836"/>
                  <a:pt x="7560" y="10660"/>
                </a:cubicBezTo>
                <a:cubicBezTo>
                  <a:pt x="7560" y="12483"/>
                  <a:pt x="9180" y="14026"/>
                  <a:pt x="10935" y="14026"/>
                </a:cubicBezTo>
                <a:cubicBezTo>
                  <a:pt x="12825" y="14026"/>
                  <a:pt x="14310" y="12483"/>
                  <a:pt x="14310" y="1066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59" name="Freeform 179"/>
          <p:cNvSpPr/>
          <p:nvPr/>
        </p:nvSpPr>
        <p:spPr>
          <a:xfrm>
            <a:off x="1925972" y="6660960"/>
            <a:ext cx="508663" cy="4316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99" h="21600" fill="norm" stroke="1" extrusionOk="0">
                <a:moveTo>
                  <a:pt x="1509" y="17153"/>
                </a:moveTo>
                <a:cubicBezTo>
                  <a:pt x="1509" y="21282"/>
                  <a:pt x="1509" y="21282"/>
                  <a:pt x="1509" y="21282"/>
                </a:cubicBezTo>
                <a:cubicBezTo>
                  <a:pt x="1509" y="21441"/>
                  <a:pt x="1643" y="21600"/>
                  <a:pt x="2046" y="21600"/>
                </a:cubicBezTo>
                <a:cubicBezTo>
                  <a:pt x="4595" y="21600"/>
                  <a:pt x="4595" y="21600"/>
                  <a:pt x="4595" y="21600"/>
                </a:cubicBezTo>
                <a:cubicBezTo>
                  <a:pt x="4729" y="21600"/>
                  <a:pt x="4863" y="21441"/>
                  <a:pt x="4863" y="21282"/>
                </a:cubicBezTo>
                <a:cubicBezTo>
                  <a:pt x="4863" y="13976"/>
                  <a:pt x="4863" y="13976"/>
                  <a:pt x="4863" y="13976"/>
                </a:cubicBezTo>
                <a:cubicBezTo>
                  <a:pt x="2985" y="16200"/>
                  <a:pt x="2985" y="16200"/>
                  <a:pt x="2985" y="16200"/>
                </a:cubicBezTo>
                <a:cubicBezTo>
                  <a:pt x="2582" y="16676"/>
                  <a:pt x="2180" y="16994"/>
                  <a:pt x="1509" y="17153"/>
                </a:cubicBezTo>
                <a:close/>
                <a:moveTo>
                  <a:pt x="6205" y="13818"/>
                </a:moveTo>
                <a:cubicBezTo>
                  <a:pt x="6205" y="21282"/>
                  <a:pt x="6205" y="21282"/>
                  <a:pt x="6205" y="21282"/>
                </a:cubicBezTo>
                <a:cubicBezTo>
                  <a:pt x="6205" y="21441"/>
                  <a:pt x="6473" y="21600"/>
                  <a:pt x="6741" y="21600"/>
                </a:cubicBezTo>
                <a:cubicBezTo>
                  <a:pt x="9290" y="21600"/>
                  <a:pt x="9290" y="21600"/>
                  <a:pt x="9290" y="21600"/>
                </a:cubicBezTo>
                <a:cubicBezTo>
                  <a:pt x="9424" y="21600"/>
                  <a:pt x="9693" y="21441"/>
                  <a:pt x="9693" y="21282"/>
                </a:cubicBezTo>
                <a:cubicBezTo>
                  <a:pt x="9693" y="16835"/>
                  <a:pt x="9693" y="16835"/>
                  <a:pt x="9693" y="16835"/>
                </a:cubicBezTo>
                <a:cubicBezTo>
                  <a:pt x="9156" y="16835"/>
                  <a:pt x="8485" y="16518"/>
                  <a:pt x="8217" y="16041"/>
                </a:cubicBezTo>
                <a:lnTo>
                  <a:pt x="6205" y="13818"/>
                </a:lnTo>
                <a:close/>
                <a:moveTo>
                  <a:pt x="11169" y="16359"/>
                </a:moveTo>
                <a:cubicBezTo>
                  <a:pt x="11169" y="21282"/>
                  <a:pt x="11169" y="21282"/>
                  <a:pt x="11169" y="21282"/>
                </a:cubicBezTo>
                <a:cubicBezTo>
                  <a:pt x="11169" y="21441"/>
                  <a:pt x="11303" y="21600"/>
                  <a:pt x="11437" y="21600"/>
                </a:cubicBezTo>
                <a:cubicBezTo>
                  <a:pt x="14120" y="21600"/>
                  <a:pt x="14120" y="21600"/>
                  <a:pt x="14120" y="21600"/>
                </a:cubicBezTo>
                <a:cubicBezTo>
                  <a:pt x="14388" y="21600"/>
                  <a:pt x="14657" y="21441"/>
                  <a:pt x="14657" y="21282"/>
                </a:cubicBezTo>
                <a:cubicBezTo>
                  <a:pt x="14657" y="12388"/>
                  <a:pt x="14657" y="12388"/>
                  <a:pt x="14657" y="12388"/>
                </a:cubicBezTo>
                <a:cubicBezTo>
                  <a:pt x="11437" y="15882"/>
                  <a:pt x="11437" y="15882"/>
                  <a:pt x="11437" y="15882"/>
                </a:cubicBezTo>
                <a:cubicBezTo>
                  <a:pt x="11303" y="16200"/>
                  <a:pt x="11169" y="16359"/>
                  <a:pt x="11169" y="16359"/>
                </a:cubicBezTo>
                <a:close/>
                <a:moveTo>
                  <a:pt x="19084" y="7147"/>
                </a:moveTo>
                <a:cubicBezTo>
                  <a:pt x="15998" y="10959"/>
                  <a:pt x="15998" y="10959"/>
                  <a:pt x="15998" y="10959"/>
                </a:cubicBezTo>
                <a:cubicBezTo>
                  <a:pt x="15998" y="21282"/>
                  <a:pt x="15998" y="21282"/>
                  <a:pt x="15998" y="21282"/>
                </a:cubicBezTo>
                <a:cubicBezTo>
                  <a:pt x="15998" y="21441"/>
                  <a:pt x="16133" y="21600"/>
                  <a:pt x="16267" y="21600"/>
                </a:cubicBezTo>
                <a:cubicBezTo>
                  <a:pt x="19084" y="21600"/>
                  <a:pt x="19084" y="21600"/>
                  <a:pt x="19084" y="21600"/>
                </a:cubicBezTo>
                <a:cubicBezTo>
                  <a:pt x="19352" y="21600"/>
                  <a:pt x="19487" y="21441"/>
                  <a:pt x="19487" y="21282"/>
                </a:cubicBezTo>
                <a:cubicBezTo>
                  <a:pt x="19487" y="7465"/>
                  <a:pt x="19487" y="7465"/>
                  <a:pt x="19487" y="7465"/>
                </a:cubicBezTo>
                <a:cubicBezTo>
                  <a:pt x="19352" y="7306"/>
                  <a:pt x="19352" y="7306"/>
                  <a:pt x="19352" y="7147"/>
                </a:cubicBezTo>
                <a:lnTo>
                  <a:pt x="19084" y="7147"/>
                </a:lnTo>
                <a:close/>
                <a:moveTo>
                  <a:pt x="21365" y="318"/>
                </a:moveTo>
                <a:cubicBezTo>
                  <a:pt x="21097" y="159"/>
                  <a:pt x="20962" y="0"/>
                  <a:pt x="20694" y="0"/>
                </a:cubicBezTo>
                <a:cubicBezTo>
                  <a:pt x="19352" y="159"/>
                  <a:pt x="18145" y="159"/>
                  <a:pt x="16938" y="159"/>
                </a:cubicBezTo>
                <a:cubicBezTo>
                  <a:pt x="16669" y="159"/>
                  <a:pt x="16535" y="159"/>
                  <a:pt x="16401" y="635"/>
                </a:cubicBezTo>
                <a:cubicBezTo>
                  <a:pt x="16267" y="635"/>
                  <a:pt x="16267" y="635"/>
                  <a:pt x="16267" y="794"/>
                </a:cubicBezTo>
                <a:cubicBezTo>
                  <a:pt x="15998" y="1112"/>
                  <a:pt x="16267" y="1588"/>
                  <a:pt x="16401" y="1747"/>
                </a:cubicBezTo>
                <a:cubicBezTo>
                  <a:pt x="16669" y="1906"/>
                  <a:pt x="16669" y="1906"/>
                  <a:pt x="16669" y="1906"/>
                </a:cubicBezTo>
                <a:cubicBezTo>
                  <a:pt x="16938" y="2382"/>
                  <a:pt x="17072" y="2541"/>
                  <a:pt x="17340" y="2700"/>
                </a:cubicBezTo>
                <a:cubicBezTo>
                  <a:pt x="9827" y="11753"/>
                  <a:pt x="9827" y="11753"/>
                  <a:pt x="9827" y="11753"/>
                </a:cubicBezTo>
                <a:cubicBezTo>
                  <a:pt x="6339" y="7782"/>
                  <a:pt x="6339" y="7782"/>
                  <a:pt x="6339" y="7782"/>
                </a:cubicBezTo>
                <a:cubicBezTo>
                  <a:pt x="6205" y="7624"/>
                  <a:pt x="5802" y="7306"/>
                  <a:pt x="5534" y="7306"/>
                </a:cubicBezTo>
                <a:cubicBezTo>
                  <a:pt x="5400" y="7306"/>
                  <a:pt x="4997" y="7624"/>
                  <a:pt x="4863" y="7782"/>
                </a:cubicBezTo>
                <a:cubicBezTo>
                  <a:pt x="301" y="13024"/>
                  <a:pt x="301" y="13024"/>
                  <a:pt x="301" y="13024"/>
                </a:cubicBezTo>
                <a:cubicBezTo>
                  <a:pt x="-101" y="13500"/>
                  <a:pt x="-101" y="14294"/>
                  <a:pt x="301" y="14929"/>
                </a:cubicBezTo>
                <a:cubicBezTo>
                  <a:pt x="570" y="15088"/>
                  <a:pt x="570" y="15088"/>
                  <a:pt x="570" y="15088"/>
                </a:cubicBezTo>
                <a:cubicBezTo>
                  <a:pt x="704" y="15247"/>
                  <a:pt x="972" y="15565"/>
                  <a:pt x="1241" y="15565"/>
                </a:cubicBezTo>
                <a:cubicBezTo>
                  <a:pt x="1643" y="15565"/>
                  <a:pt x="1911" y="15247"/>
                  <a:pt x="2046" y="15088"/>
                </a:cubicBezTo>
                <a:cubicBezTo>
                  <a:pt x="5534" y="10800"/>
                  <a:pt x="5534" y="10800"/>
                  <a:pt x="5534" y="10800"/>
                </a:cubicBezTo>
                <a:cubicBezTo>
                  <a:pt x="9022" y="14929"/>
                  <a:pt x="9022" y="14929"/>
                  <a:pt x="9022" y="14929"/>
                </a:cubicBezTo>
                <a:cubicBezTo>
                  <a:pt x="9156" y="15088"/>
                  <a:pt x="9424" y="15247"/>
                  <a:pt x="9827" y="15247"/>
                </a:cubicBezTo>
                <a:cubicBezTo>
                  <a:pt x="10095" y="15247"/>
                  <a:pt x="10364" y="15088"/>
                  <a:pt x="10498" y="14929"/>
                </a:cubicBezTo>
                <a:cubicBezTo>
                  <a:pt x="19084" y="4765"/>
                  <a:pt x="19084" y="4765"/>
                  <a:pt x="19084" y="4765"/>
                </a:cubicBezTo>
                <a:cubicBezTo>
                  <a:pt x="20023" y="6035"/>
                  <a:pt x="20023" y="6035"/>
                  <a:pt x="20023" y="6035"/>
                </a:cubicBezTo>
                <a:cubicBezTo>
                  <a:pt x="20157" y="6194"/>
                  <a:pt x="20292" y="6353"/>
                  <a:pt x="20560" y="6353"/>
                </a:cubicBezTo>
                <a:cubicBezTo>
                  <a:pt x="20694" y="6353"/>
                  <a:pt x="20828" y="6194"/>
                  <a:pt x="20828" y="6194"/>
                </a:cubicBezTo>
                <a:cubicBezTo>
                  <a:pt x="20962" y="6194"/>
                  <a:pt x="20962" y="6194"/>
                  <a:pt x="20962" y="6035"/>
                </a:cubicBezTo>
                <a:cubicBezTo>
                  <a:pt x="21365" y="5876"/>
                  <a:pt x="21365" y="5559"/>
                  <a:pt x="21365" y="5241"/>
                </a:cubicBezTo>
                <a:cubicBezTo>
                  <a:pt x="21365" y="4288"/>
                  <a:pt x="21365" y="3494"/>
                  <a:pt x="21499" y="2541"/>
                </a:cubicBezTo>
                <a:cubicBezTo>
                  <a:pt x="21499" y="953"/>
                  <a:pt x="21499" y="953"/>
                  <a:pt x="21499" y="953"/>
                </a:cubicBezTo>
                <a:cubicBezTo>
                  <a:pt x="21499" y="794"/>
                  <a:pt x="21499" y="318"/>
                  <a:pt x="21365" y="318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60" name="Freeform 180"/>
          <p:cNvSpPr/>
          <p:nvPr/>
        </p:nvSpPr>
        <p:spPr>
          <a:xfrm>
            <a:off x="21974973" y="5560572"/>
            <a:ext cx="507869" cy="3618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30" y="18568"/>
                </a:moveTo>
                <a:cubicBezTo>
                  <a:pt x="20385" y="17053"/>
                  <a:pt x="20385" y="17053"/>
                  <a:pt x="20385" y="17053"/>
                </a:cubicBezTo>
                <a:cubicBezTo>
                  <a:pt x="20250" y="16674"/>
                  <a:pt x="20250" y="16484"/>
                  <a:pt x="20250" y="16105"/>
                </a:cubicBezTo>
                <a:cubicBezTo>
                  <a:pt x="20250" y="2653"/>
                  <a:pt x="20250" y="2653"/>
                  <a:pt x="20250" y="2653"/>
                </a:cubicBezTo>
                <a:cubicBezTo>
                  <a:pt x="20250" y="1137"/>
                  <a:pt x="19440" y="0"/>
                  <a:pt x="18225" y="0"/>
                </a:cubicBezTo>
                <a:cubicBezTo>
                  <a:pt x="3240" y="0"/>
                  <a:pt x="3240" y="0"/>
                  <a:pt x="3240" y="0"/>
                </a:cubicBezTo>
                <a:cubicBezTo>
                  <a:pt x="2025" y="0"/>
                  <a:pt x="1215" y="1137"/>
                  <a:pt x="1215" y="2653"/>
                </a:cubicBezTo>
                <a:cubicBezTo>
                  <a:pt x="1215" y="16105"/>
                  <a:pt x="1215" y="16105"/>
                  <a:pt x="1215" y="16105"/>
                </a:cubicBezTo>
                <a:cubicBezTo>
                  <a:pt x="1215" y="16295"/>
                  <a:pt x="1215" y="16674"/>
                  <a:pt x="1080" y="17053"/>
                </a:cubicBezTo>
                <a:cubicBezTo>
                  <a:pt x="135" y="18568"/>
                  <a:pt x="135" y="18568"/>
                  <a:pt x="135" y="18568"/>
                </a:cubicBezTo>
                <a:cubicBezTo>
                  <a:pt x="135" y="18758"/>
                  <a:pt x="0" y="18758"/>
                  <a:pt x="0" y="19137"/>
                </a:cubicBezTo>
                <a:cubicBezTo>
                  <a:pt x="0" y="19705"/>
                  <a:pt x="0" y="19705"/>
                  <a:pt x="0" y="19705"/>
                </a:cubicBezTo>
                <a:cubicBezTo>
                  <a:pt x="0" y="21032"/>
                  <a:pt x="540" y="21600"/>
                  <a:pt x="1215" y="21600"/>
                </a:cubicBezTo>
                <a:cubicBezTo>
                  <a:pt x="20250" y="21600"/>
                  <a:pt x="20250" y="21600"/>
                  <a:pt x="20250" y="21600"/>
                </a:cubicBezTo>
                <a:cubicBezTo>
                  <a:pt x="20925" y="21600"/>
                  <a:pt x="21600" y="21032"/>
                  <a:pt x="21600" y="19705"/>
                </a:cubicBezTo>
                <a:cubicBezTo>
                  <a:pt x="21600" y="19137"/>
                  <a:pt x="21600" y="19137"/>
                  <a:pt x="21600" y="19137"/>
                </a:cubicBezTo>
                <a:cubicBezTo>
                  <a:pt x="21600" y="19137"/>
                  <a:pt x="21600" y="18758"/>
                  <a:pt x="21330" y="18568"/>
                </a:cubicBezTo>
                <a:close/>
                <a:moveTo>
                  <a:pt x="12825" y="19137"/>
                </a:moveTo>
                <a:cubicBezTo>
                  <a:pt x="12825" y="19516"/>
                  <a:pt x="12420" y="20084"/>
                  <a:pt x="12150" y="20084"/>
                </a:cubicBezTo>
                <a:cubicBezTo>
                  <a:pt x="9315" y="20084"/>
                  <a:pt x="9315" y="20084"/>
                  <a:pt x="9315" y="20084"/>
                </a:cubicBezTo>
                <a:cubicBezTo>
                  <a:pt x="9045" y="20084"/>
                  <a:pt x="8640" y="19516"/>
                  <a:pt x="8640" y="19137"/>
                </a:cubicBezTo>
                <a:cubicBezTo>
                  <a:pt x="8640" y="18758"/>
                  <a:pt x="8640" y="18758"/>
                  <a:pt x="8640" y="18758"/>
                </a:cubicBezTo>
                <a:cubicBezTo>
                  <a:pt x="12825" y="18758"/>
                  <a:pt x="12825" y="18758"/>
                  <a:pt x="12825" y="18758"/>
                </a:cubicBezTo>
                <a:cubicBezTo>
                  <a:pt x="12825" y="19137"/>
                  <a:pt x="12825" y="19137"/>
                  <a:pt x="12825" y="19137"/>
                </a:cubicBezTo>
                <a:close/>
                <a:moveTo>
                  <a:pt x="18225" y="14400"/>
                </a:moveTo>
                <a:cubicBezTo>
                  <a:pt x="18225" y="16295"/>
                  <a:pt x="18225" y="16295"/>
                  <a:pt x="18225" y="16295"/>
                </a:cubicBezTo>
                <a:cubicBezTo>
                  <a:pt x="3240" y="16295"/>
                  <a:pt x="3240" y="16295"/>
                  <a:pt x="3240" y="16295"/>
                </a:cubicBezTo>
                <a:cubicBezTo>
                  <a:pt x="3240" y="2653"/>
                  <a:pt x="3240" y="2653"/>
                  <a:pt x="3240" y="2653"/>
                </a:cubicBezTo>
                <a:cubicBezTo>
                  <a:pt x="18225" y="2653"/>
                  <a:pt x="18225" y="2653"/>
                  <a:pt x="18225" y="2653"/>
                </a:cubicBezTo>
                <a:cubicBezTo>
                  <a:pt x="18225" y="14400"/>
                  <a:pt x="18225" y="14400"/>
                  <a:pt x="18225" y="14400"/>
                </a:cubicBezTo>
                <a:close/>
                <a:moveTo>
                  <a:pt x="6750" y="5305"/>
                </a:moveTo>
                <a:cubicBezTo>
                  <a:pt x="7695" y="5305"/>
                  <a:pt x="7695" y="5305"/>
                  <a:pt x="7695" y="5305"/>
                </a:cubicBezTo>
                <a:cubicBezTo>
                  <a:pt x="7965" y="7958"/>
                  <a:pt x="7965" y="7958"/>
                  <a:pt x="7965" y="7958"/>
                </a:cubicBezTo>
                <a:cubicBezTo>
                  <a:pt x="8640" y="10800"/>
                  <a:pt x="8640" y="10800"/>
                  <a:pt x="8640" y="10800"/>
                </a:cubicBezTo>
                <a:cubicBezTo>
                  <a:pt x="8370" y="11179"/>
                  <a:pt x="7965" y="11558"/>
                  <a:pt x="7965" y="12126"/>
                </a:cubicBezTo>
                <a:cubicBezTo>
                  <a:pt x="7965" y="12695"/>
                  <a:pt x="8505" y="13263"/>
                  <a:pt x="8775" y="13453"/>
                </a:cubicBezTo>
                <a:cubicBezTo>
                  <a:pt x="8775" y="13453"/>
                  <a:pt x="8775" y="13642"/>
                  <a:pt x="8775" y="13832"/>
                </a:cubicBezTo>
                <a:cubicBezTo>
                  <a:pt x="8775" y="14400"/>
                  <a:pt x="9180" y="14779"/>
                  <a:pt x="9720" y="14779"/>
                </a:cubicBezTo>
                <a:cubicBezTo>
                  <a:pt x="10125" y="14779"/>
                  <a:pt x="10530" y="14400"/>
                  <a:pt x="10530" y="13642"/>
                </a:cubicBezTo>
                <a:cubicBezTo>
                  <a:pt x="10530" y="13453"/>
                  <a:pt x="10530" y="13453"/>
                  <a:pt x="10530" y="13453"/>
                </a:cubicBezTo>
                <a:cubicBezTo>
                  <a:pt x="11475" y="13453"/>
                  <a:pt x="11475" y="13453"/>
                  <a:pt x="11475" y="13453"/>
                </a:cubicBezTo>
                <a:cubicBezTo>
                  <a:pt x="11340" y="13453"/>
                  <a:pt x="11340" y="13642"/>
                  <a:pt x="11340" y="13832"/>
                </a:cubicBezTo>
                <a:cubicBezTo>
                  <a:pt x="11475" y="14400"/>
                  <a:pt x="11745" y="14779"/>
                  <a:pt x="12150" y="14779"/>
                </a:cubicBezTo>
                <a:cubicBezTo>
                  <a:pt x="12555" y="14779"/>
                  <a:pt x="12960" y="14400"/>
                  <a:pt x="12960" y="13642"/>
                </a:cubicBezTo>
                <a:cubicBezTo>
                  <a:pt x="12960" y="12884"/>
                  <a:pt x="12555" y="12505"/>
                  <a:pt x="12150" y="12505"/>
                </a:cubicBezTo>
                <a:cubicBezTo>
                  <a:pt x="9045" y="12505"/>
                  <a:pt x="9045" y="12505"/>
                  <a:pt x="9045" y="12505"/>
                </a:cubicBezTo>
                <a:cubicBezTo>
                  <a:pt x="8775" y="12505"/>
                  <a:pt x="8640" y="12316"/>
                  <a:pt x="8640" y="12126"/>
                </a:cubicBezTo>
                <a:cubicBezTo>
                  <a:pt x="8640" y="11747"/>
                  <a:pt x="8775" y="11747"/>
                  <a:pt x="9045" y="11747"/>
                </a:cubicBezTo>
                <a:cubicBezTo>
                  <a:pt x="12825" y="11747"/>
                  <a:pt x="12825" y="11747"/>
                  <a:pt x="12825" y="11747"/>
                </a:cubicBezTo>
                <a:cubicBezTo>
                  <a:pt x="13095" y="11747"/>
                  <a:pt x="13365" y="11368"/>
                  <a:pt x="13365" y="10800"/>
                </a:cubicBezTo>
                <a:cubicBezTo>
                  <a:pt x="14040" y="7389"/>
                  <a:pt x="14040" y="7389"/>
                  <a:pt x="14040" y="7389"/>
                </a:cubicBezTo>
                <a:cubicBezTo>
                  <a:pt x="14040" y="7011"/>
                  <a:pt x="14040" y="6821"/>
                  <a:pt x="13905" y="6442"/>
                </a:cubicBezTo>
                <a:cubicBezTo>
                  <a:pt x="13770" y="6253"/>
                  <a:pt x="13635" y="6063"/>
                  <a:pt x="13365" y="6063"/>
                </a:cubicBezTo>
                <a:cubicBezTo>
                  <a:pt x="8640" y="6063"/>
                  <a:pt x="8640" y="6063"/>
                  <a:pt x="8640" y="6063"/>
                </a:cubicBezTo>
                <a:cubicBezTo>
                  <a:pt x="8505" y="6063"/>
                  <a:pt x="8370" y="6063"/>
                  <a:pt x="8370" y="6253"/>
                </a:cubicBezTo>
                <a:cubicBezTo>
                  <a:pt x="7965" y="5116"/>
                  <a:pt x="7965" y="5116"/>
                  <a:pt x="7965" y="5116"/>
                </a:cubicBezTo>
                <a:cubicBezTo>
                  <a:pt x="7965" y="4926"/>
                  <a:pt x="7830" y="4737"/>
                  <a:pt x="7695" y="4737"/>
                </a:cubicBezTo>
                <a:cubicBezTo>
                  <a:pt x="6750" y="4737"/>
                  <a:pt x="6750" y="4737"/>
                  <a:pt x="6750" y="4737"/>
                </a:cubicBezTo>
                <a:cubicBezTo>
                  <a:pt x="6615" y="4737"/>
                  <a:pt x="6345" y="4926"/>
                  <a:pt x="6345" y="5116"/>
                </a:cubicBezTo>
                <a:cubicBezTo>
                  <a:pt x="6345" y="5305"/>
                  <a:pt x="6615" y="5305"/>
                  <a:pt x="6750" y="5305"/>
                </a:cubicBezTo>
                <a:close/>
                <a:moveTo>
                  <a:pt x="12150" y="13453"/>
                </a:moveTo>
                <a:cubicBezTo>
                  <a:pt x="12285" y="13453"/>
                  <a:pt x="12420" y="13453"/>
                  <a:pt x="12420" y="13642"/>
                </a:cubicBezTo>
                <a:cubicBezTo>
                  <a:pt x="12420" y="13832"/>
                  <a:pt x="12285" y="14211"/>
                  <a:pt x="12150" y="14211"/>
                </a:cubicBezTo>
                <a:cubicBezTo>
                  <a:pt x="12015" y="14211"/>
                  <a:pt x="12015" y="13832"/>
                  <a:pt x="12015" y="13642"/>
                </a:cubicBezTo>
                <a:cubicBezTo>
                  <a:pt x="12015" y="13453"/>
                  <a:pt x="12015" y="13453"/>
                  <a:pt x="12150" y="13453"/>
                </a:cubicBezTo>
                <a:close/>
                <a:moveTo>
                  <a:pt x="9720" y="13453"/>
                </a:moveTo>
                <a:cubicBezTo>
                  <a:pt x="9855" y="13453"/>
                  <a:pt x="9990" y="13453"/>
                  <a:pt x="9990" y="13642"/>
                </a:cubicBezTo>
                <a:cubicBezTo>
                  <a:pt x="9990" y="13832"/>
                  <a:pt x="9855" y="14211"/>
                  <a:pt x="9720" y="14211"/>
                </a:cubicBezTo>
                <a:cubicBezTo>
                  <a:pt x="9450" y="14211"/>
                  <a:pt x="9315" y="13832"/>
                  <a:pt x="9315" y="13642"/>
                </a:cubicBezTo>
                <a:cubicBezTo>
                  <a:pt x="9315" y="13453"/>
                  <a:pt x="9450" y="13453"/>
                  <a:pt x="9720" y="13453"/>
                </a:cubicBezTo>
                <a:close/>
                <a:moveTo>
                  <a:pt x="10800" y="10800"/>
                </a:moveTo>
                <a:cubicBezTo>
                  <a:pt x="10530" y="10800"/>
                  <a:pt x="10530" y="10800"/>
                  <a:pt x="10530" y="10800"/>
                </a:cubicBezTo>
                <a:cubicBezTo>
                  <a:pt x="10260" y="10232"/>
                  <a:pt x="10260" y="10232"/>
                  <a:pt x="10260" y="10232"/>
                </a:cubicBezTo>
                <a:cubicBezTo>
                  <a:pt x="10800" y="10232"/>
                  <a:pt x="10800" y="10232"/>
                  <a:pt x="10800" y="10232"/>
                </a:cubicBezTo>
                <a:lnTo>
                  <a:pt x="10800" y="10800"/>
                </a:lnTo>
                <a:close/>
                <a:moveTo>
                  <a:pt x="10800" y="9474"/>
                </a:moveTo>
                <a:cubicBezTo>
                  <a:pt x="10125" y="9474"/>
                  <a:pt x="10125" y="9474"/>
                  <a:pt x="10125" y="9474"/>
                </a:cubicBezTo>
                <a:cubicBezTo>
                  <a:pt x="9990" y="8526"/>
                  <a:pt x="9990" y="8526"/>
                  <a:pt x="9990" y="8526"/>
                </a:cubicBezTo>
                <a:cubicBezTo>
                  <a:pt x="10800" y="8526"/>
                  <a:pt x="10800" y="8526"/>
                  <a:pt x="10800" y="8526"/>
                </a:cubicBezTo>
                <a:lnTo>
                  <a:pt x="10800" y="9474"/>
                </a:lnTo>
                <a:close/>
                <a:moveTo>
                  <a:pt x="12960" y="10800"/>
                </a:moveTo>
                <a:cubicBezTo>
                  <a:pt x="12825" y="10800"/>
                  <a:pt x="12825" y="10800"/>
                  <a:pt x="12825" y="10800"/>
                </a:cubicBezTo>
                <a:cubicBezTo>
                  <a:pt x="12285" y="10800"/>
                  <a:pt x="12285" y="10800"/>
                  <a:pt x="12285" y="10800"/>
                </a:cubicBezTo>
                <a:cubicBezTo>
                  <a:pt x="12420" y="10232"/>
                  <a:pt x="12420" y="10232"/>
                  <a:pt x="12420" y="10232"/>
                </a:cubicBezTo>
                <a:cubicBezTo>
                  <a:pt x="13095" y="10232"/>
                  <a:pt x="13095" y="10232"/>
                  <a:pt x="13095" y="10232"/>
                </a:cubicBezTo>
                <a:lnTo>
                  <a:pt x="12960" y="10800"/>
                </a:lnTo>
                <a:close/>
                <a:moveTo>
                  <a:pt x="12960" y="7011"/>
                </a:moveTo>
                <a:cubicBezTo>
                  <a:pt x="13365" y="7011"/>
                  <a:pt x="13365" y="7011"/>
                  <a:pt x="13365" y="7011"/>
                </a:cubicBezTo>
                <a:cubicBezTo>
                  <a:pt x="13635" y="7011"/>
                  <a:pt x="13635" y="7011"/>
                  <a:pt x="13635" y="7011"/>
                </a:cubicBezTo>
                <a:cubicBezTo>
                  <a:pt x="13635" y="7011"/>
                  <a:pt x="13635" y="7011"/>
                  <a:pt x="13635" y="7200"/>
                </a:cubicBezTo>
                <a:cubicBezTo>
                  <a:pt x="13365" y="7958"/>
                  <a:pt x="13365" y="7958"/>
                  <a:pt x="13365" y="7958"/>
                </a:cubicBezTo>
                <a:cubicBezTo>
                  <a:pt x="12825" y="7958"/>
                  <a:pt x="12825" y="7958"/>
                  <a:pt x="12825" y="7958"/>
                </a:cubicBezTo>
                <a:cubicBezTo>
                  <a:pt x="12960" y="7011"/>
                  <a:pt x="12960" y="7011"/>
                  <a:pt x="12960" y="7011"/>
                </a:cubicBezTo>
                <a:close/>
                <a:moveTo>
                  <a:pt x="12825" y="8526"/>
                </a:moveTo>
                <a:cubicBezTo>
                  <a:pt x="13230" y="8526"/>
                  <a:pt x="13230" y="8526"/>
                  <a:pt x="13230" y="8526"/>
                </a:cubicBezTo>
                <a:cubicBezTo>
                  <a:pt x="13095" y="9474"/>
                  <a:pt x="13095" y="9474"/>
                  <a:pt x="13095" y="9474"/>
                </a:cubicBezTo>
                <a:cubicBezTo>
                  <a:pt x="12555" y="9474"/>
                  <a:pt x="12555" y="9474"/>
                  <a:pt x="12555" y="9474"/>
                </a:cubicBezTo>
                <a:cubicBezTo>
                  <a:pt x="12825" y="8526"/>
                  <a:pt x="12825" y="8526"/>
                  <a:pt x="12825" y="8526"/>
                </a:cubicBezTo>
                <a:close/>
                <a:moveTo>
                  <a:pt x="11340" y="7011"/>
                </a:moveTo>
                <a:cubicBezTo>
                  <a:pt x="12420" y="7011"/>
                  <a:pt x="12420" y="7011"/>
                  <a:pt x="12420" y="7011"/>
                </a:cubicBezTo>
                <a:cubicBezTo>
                  <a:pt x="12285" y="7958"/>
                  <a:pt x="12285" y="7958"/>
                  <a:pt x="12285" y="7958"/>
                </a:cubicBezTo>
                <a:cubicBezTo>
                  <a:pt x="11340" y="7958"/>
                  <a:pt x="11340" y="7958"/>
                  <a:pt x="11340" y="7958"/>
                </a:cubicBezTo>
                <a:cubicBezTo>
                  <a:pt x="11340" y="7011"/>
                  <a:pt x="11340" y="7011"/>
                  <a:pt x="11340" y="7011"/>
                </a:cubicBezTo>
                <a:close/>
                <a:moveTo>
                  <a:pt x="11340" y="8526"/>
                </a:moveTo>
                <a:cubicBezTo>
                  <a:pt x="12150" y="8526"/>
                  <a:pt x="12150" y="8526"/>
                  <a:pt x="12150" y="8526"/>
                </a:cubicBezTo>
                <a:cubicBezTo>
                  <a:pt x="12015" y="9474"/>
                  <a:pt x="12015" y="9474"/>
                  <a:pt x="12015" y="9474"/>
                </a:cubicBezTo>
                <a:cubicBezTo>
                  <a:pt x="11340" y="9474"/>
                  <a:pt x="11340" y="9474"/>
                  <a:pt x="11340" y="9474"/>
                </a:cubicBezTo>
                <a:cubicBezTo>
                  <a:pt x="11340" y="8526"/>
                  <a:pt x="11340" y="8526"/>
                  <a:pt x="11340" y="8526"/>
                </a:cubicBezTo>
                <a:close/>
                <a:moveTo>
                  <a:pt x="11340" y="10232"/>
                </a:moveTo>
                <a:cubicBezTo>
                  <a:pt x="12015" y="10232"/>
                  <a:pt x="12015" y="10232"/>
                  <a:pt x="12015" y="10232"/>
                </a:cubicBezTo>
                <a:cubicBezTo>
                  <a:pt x="11745" y="10800"/>
                  <a:pt x="11745" y="10800"/>
                  <a:pt x="11745" y="10800"/>
                </a:cubicBezTo>
                <a:cubicBezTo>
                  <a:pt x="11340" y="10800"/>
                  <a:pt x="11340" y="10800"/>
                  <a:pt x="11340" y="10800"/>
                </a:cubicBezTo>
                <a:cubicBezTo>
                  <a:pt x="11340" y="10232"/>
                  <a:pt x="11340" y="10232"/>
                  <a:pt x="11340" y="10232"/>
                </a:cubicBezTo>
                <a:close/>
                <a:moveTo>
                  <a:pt x="10800" y="7011"/>
                </a:moveTo>
                <a:cubicBezTo>
                  <a:pt x="10800" y="7958"/>
                  <a:pt x="10800" y="7958"/>
                  <a:pt x="10800" y="7958"/>
                </a:cubicBezTo>
                <a:cubicBezTo>
                  <a:pt x="9990" y="7958"/>
                  <a:pt x="9990" y="7958"/>
                  <a:pt x="9990" y="7958"/>
                </a:cubicBezTo>
                <a:cubicBezTo>
                  <a:pt x="9855" y="7011"/>
                  <a:pt x="9855" y="7011"/>
                  <a:pt x="9855" y="7011"/>
                </a:cubicBezTo>
                <a:cubicBezTo>
                  <a:pt x="10800" y="7011"/>
                  <a:pt x="10800" y="7011"/>
                  <a:pt x="10800" y="7011"/>
                </a:cubicBezTo>
                <a:close/>
                <a:moveTo>
                  <a:pt x="9315" y="10800"/>
                </a:moveTo>
                <a:cubicBezTo>
                  <a:pt x="9180" y="10232"/>
                  <a:pt x="9180" y="10232"/>
                  <a:pt x="9180" y="10232"/>
                </a:cubicBezTo>
                <a:cubicBezTo>
                  <a:pt x="9720" y="10232"/>
                  <a:pt x="9720" y="10232"/>
                  <a:pt x="9720" y="10232"/>
                </a:cubicBezTo>
                <a:cubicBezTo>
                  <a:pt x="9855" y="10800"/>
                  <a:pt x="9855" y="10800"/>
                  <a:pt x="9855" y="10800"/>
                </a:cubicBezTo>
                <a:cubicBezTo>
                  <a:pt x="9315" y="10800"/>
                  <a:pt x="9315" y="10800"/>
                  <a:pt x="9315" y="10800"/>
                </a:cubicBezTo>
                <a:close/>
                <a:moveTo>
                  <a:pt x="9720" y="9474"/>
                </a:moveTo>
                <a:cubicBezTo>
                  <a:pt x="9045" y="9474"/>
                  <a:pt x="9045" y="9474"/>
                  <a:pt x="9045" y="9474"/>
                </a:cubicBezTo>
                <a:cubicBezTo>
                  <a:pt x="8775" y="8526"/>
                  <a:pt x="8775" y="8526"/>
                  <a:pt x="8775" y="8526"/>
                </a:cubicBezTo>
                <a:cubicBezTo>
                  <a:pt x="9450" y="8526"/>
                  <a:pt x="9450" y="8526"/>
                  <a:pt x="9450" y="8526"/>
                </a:cubicBezTo>
                <a:cubicBezTo>
                  <a:pt x="9720" y="9474"/>
                  <a:pt x="9720" y="9474"/>
                  <a:pt x="9720" y="9474"/>
                </a:cubicBezTo>
                <a:close/>
                <a:moveTo>
                  <a:pt x="8505" y="7011"/>
                </a:moveTo>
                <a:cubicBezTo>
                  <a:pt x="8640" y="7011"/>
                  <a:pt x="8640" y="7011"/>
                  <a:pt x="8640" y="7011"/>
                </a:cubicBezTo>
                <a:cubicBezTo>
                  <a:pt x="9180" y="7011"/>
                  <a:pt x="9180" y="7011"/>
                  <a:pt x="9180" y="7011"/>
                </a:cubicBezTo>
                <a:cubicBezTo>
                  <a:pt x="9315" y="7958"/>
                  <a:pt x="9315" y="7958"/>
                  <a:pt x="9315" y="7958"/>
                </a:cubicBezTo>
                <a:cubicBezTo>
                  <a:pt x="8640" y="7958"/>
                  <a:pt x="8640" y="7958"/>
                  <a:pt x="8640" y="7958"/>
                </a:cubicBezTo>
                <a:cubicBezTo>
                  <a:pt x="8505" y="7200"/>
                  <a:pt x="8505" y="7200"/>
                  <a:pt x="8505" y="7200"/>
                </a:cubicBezTo>
                <a:cubicBezTo>
                  <a:pt x="8505" y="7011"/>
                  <a:pt x="8505" y="7011"/>
                  <a:pt x="8505" y="7011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61" name="Freeform 181"/>
          <p:cNvSpPr/>
          <p:nvPr/>
        </p:nvSpPr>
        <p:spPr>
          <a:xfrm>
            <a:off x="790966" y="6659141"/>
            <a:ext cx="507869" cy="5015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475" y="5878"/>
                </a:moveTo>
                <a:cubicBezTo>
                  <a:pt x="10935" y="5878"/>
                  <a:pt x="10935" y="5878"/>
                  <a:pt x="10935" y="5878"/>
                </a:cubicBezTo>
                <a:cubicBezTo>
                  <a:pt x="8775" y="5878"/>
                  <a:pt x="7020" y="6972"/>
                  <a:pt x="6345" y="9023"/>
                </a:cubicBezTo>
                <a:cubicBezTo>
                  <a:pt x="5400" y="10800"/>
                  <a:pt x="5940" y="12987"/>
                  <a:pt x="7290" y="14491"/>
                </a:cubicBezTo>
                <a:cubicBezTo>
                  <a:pt x="8100" y="15175"/>
                  <a:pt x="8640" y="16132"/>
                  <a:pt x="8640" y="17362"/>
                </a:cubicBezTo>
                <a:cubicBezTo>
                  <a:pt x="8640" y="17909"/>
                  <a:pt x="8640" y="17909"/>
                  <a:pt x="8640" y="17909"/>
                </a:cubicBezTo>
                <a:cubicBezTo>
                  <a:pt x="13230" y="17909"/>
                  <a:pt x="13230" y="17909"/>
                  <a:pt x="13230" y="17909"/>
                </a:cubicBezTo>
                <a:cubicBezTo>
                  <a:pt x="13230" y="17362"/>
                  <a:pt x="13230" y="17362"/>
                  <a:pt x="13230" y="17362"/>
                </a:cubicBezTo>
                <a:cubicBezTo>
                  <a:pt x="13230" y="16132"/>
                  <a:pt x="13635" y="15175"/>
                  <a:pt x="14445" y="14491"/>
                </a:cubicBezTo>
                <a:cubicBezTo>
                  <a:pt x="15660" y="13397"/>
                  <a:pt x="16065" y="11894"/>
                  <a:pt x="15930" y="10390"/>
                </a:cubicBezTo>
                <a:cubicBezTo>
                  <a:pt x="15660" y="8066"/>
                  <a:pt x="13770" y="6152"/>
                  <a:pt x="11475" y="5878"/>
                </a:cubicBezTo>
                <a:close/>
                <a:moveTo>
                  <a:pt x="10935" y="21600"/>
                </a:moveTo>
                <a:cubicBezTo>
                  <a:pt x="11475" y="21600"/>
                  <a:pt x="11880" y="21463"/>
                  <a:pt x="12015" y="20916"/>
                </a:cubicBezTo>
                <a:cubicBezTo>
                  <a:pt x="9720" y="20916"/>
                  <a:pt x="9720" y="20916"/>
                  <a:pt x="9720" y="20916"/>
                </a:cubicBezTo>
                <a:cubicBezTo>
                  <a:pt x="9990" y="21463"/>
                  <a:pt x="10395" y="21600"/>
                  <a:pt x="10935" y="21600"/>
                </a:cubicBezTo>
                <a:close/>
                <a:moveTo>
                  <a:pt x="8910" y="19823"/>
                </a:moveTo>
                <a:cubicBezTo>
                  <a:pt x="8910" y="19959"/>
                  <a:pt x="9180" y="20096"/>
                  <a:pt x="9315" y="20096"/>
                </a:cubicBezTo>
                <a:cubicBezTo>
                  <a:pt x="12420" y="20096"/>
                  <a:pt x="12420" y="20096"/>
                  <a:pt x="12420" y="20096"/>
                </a:cubicBezTo>
                <a:cubicBezTo>
                  <a:pt x="12690" y="20096"/>
                  <a:pt x="12825" y="19959"/>
                  <a:pt x="12825" y="19823"/>
                </a:cubicBezTo>
                <a:cubicBezTo>
                  <a:pt x="12825" y="18592"/>
                  <a:pt x="12825" y="18592"/>
                  <a:pt x="12825" y="18592"/>
                </a:cubicBezTo>
                <a:cubicBezTo>
                  <a:pt x="8910" y="18592"/>
                  <a:pt x="8910" y="18592"/>
                  <a:pt x="8910" y="18592"/>
                </a:cubicBezTo>
                <a:lnTo>
                  <a:pt x="8910" y="19823"/>
                </a:lnTo>
                <a:close/>
                <a:moveTo>
                  <a:pt x="10935" y="3418"/>
                </a:moveTo>
                <a:cubicBezTo>
                  <a:pt x="11205" y="3418"/>
                  <a:pt x="11610" y="3144"/>
                  <a:pt x="11610" y="2597"/>
                </a:cubicBezTo>
                <a:cubicBezTo>
                  <a:pt x="11610" y="820"/>
                  <a:pt x="11610" y="820"/>
                  <a:pt x="11610" y="820"/>
                </a:cubicBezTo>
                <a:cubicBezTo>
                  <a:pt x="11610" y="273"/>
                  <a:pt x="11205" y="0"/>
                  <a:pt x="10935" y="0"/>
                </a:cubicBezTo>
                <a:cubicBezTo>
                  <a:pt x="10530" y="0"/>
                  <a:pt x="10260" y="273"/>
                  <a:pt x="10260" y="820"/>
                </a:cubicBezTo>
                <a:cubicBezTo>
                  <a:pt x="10260" y="2597"/>
                  <a:pt x="10260" y="2597"/>
                  <a:pt x="10260" y="2597"/>
                </a:cubicBezTo>
                <a:cubicBezTo>
                  <a:pt x="10260" y="3144"/>
                  <a:pt x="10530" y="3418"/>
                  <a:pt x="10935" y="3418"/>
                </a:cubicBezTo>
                <a:close/>
                <a:moveTo>
                  <a:pt x="4320" y="5332"/>
                </a:moveTo>
                <a:cubicBezTo>
                  <a:pt x="4725" y="5742"/>
                  <a:pt x="5130" y="5742"/>
                  <a:pt x="5535" y="5332"/>
                </a:cubicBezTo>
                <a:cubicBezTo>
                  <a:pt x="5670" y="5332"/>
                  <a:pt x="5670" y="5058"/>
                  <a:pt x="5670" y="4922"/>
                </a:cubicBezTo>
                <a:cubicBezTo>
                  <a:pt x="5670" y="4648"/>
                  <a:pt x="5670" y="4511"/>
                  <a:pt x="5535" y="4375"/>
                </a:cubicBezTo>
                <a:cubicBezTo>
                  <a:pt x="4185" y="3008"/>
                  <a:pt x="4185" y="3008"/>
                  <a:pt x="4185" y="3008"/>
                </a:cubicBezTo>
                <a:cubicBezTo>
                  <a:pt x="4050" y="2734"/>
                  <a:pt x="3915" y="2597"/>
                  <a:pt x="3510" y="2597"/>
                </a:cubicBezTo>
                <a:cubicBezTo>
                  <a:pt x="3375" y="2597"/>
                  <a:pt x="3240" y="2734"/>
                  <a:pt x="2970" y="3008"/>
                </a:cubicBezTo>
                <a:cubicBezTo>
                  <a:pt x="2835" y="3008"/>
                  <a:pt x="2835" y="3281"/>
                  <a:pt x="2835" y="3418"/>
                </a:cubicBezTo>
                <a:cubicBezTo>
                  <a:pt x="2835" y="3691"/>
                  <a:pt x="2835" y="3828"/>
                  <a:pt x="2970" y="3965"/>
                </a:cubicBezTo>
                <a:lnTo>
                  <a:pt x="4320" y="5332"/>
                </a:lnTo>
                <a:close/>
                <a:moveTo>
                  <a:pt x="3510" y="10800"/>
                </a:moveTo>
                <a:cubicBezTo>
                  <a:pt x="3510" y="10527"/>
                  <a:pt x="3240" y="10116"/>
                  <a:pt x="2835" y="10116"/>
                </a:cubicBezTo>
                <a:cubicBezTo>
                  <a:pt x="810" y="10116"/>
                  <a:pt x="810" y="10116"/>
                  <a:pt x="810" y="10116"/>
                </a:cubicBezTo>
                <a:cubicBezTo>
                  <a:pt x="405" y="10116"/>
                  <a:pt x="0" y="10527"/>
                  <a:pt x="0" y="10800"/>
                </a:cubicBezTo>
                <a:cubicBezTo>
                  <a:pt x="0" y="11210"/>
                  <a:pt x="405" y="11620"/>
                  <a:pt x="810" y="11620"/>
                </a:cubicBezTo>
                <a:cubicBezTo>
                  <a:pt x="2835" y="11620"/>
                  <a:pt x="2835" y="11620"/>
                  <a:pt x="2835" y="11620"/>
                </a:cubicBezTo>
                <a:cubicBezTo>
                  <a:pt x="3240" y="11620"/>
                  <a:pt x="3510" y="11210"/>
                  <a:pt x="3510" y="10800"/>
                </a:cubicBezTo>
                <a:close/>
                <a:moveTo>
                  <a:pt x="5265" y="16132"/>
                </a:moveTo>
                <a:cubicBezTo>
                  <a:pt x="4860" y="15858"/>
                  <a:pt x="4590" y="16132"/>
                  <a:pt x="4455" y="16268"/>
                </a:cubicBezTo>
                <a:cubicBezTo>
                  <a:pt x="2970" y="17635"/>
                  <a:pt x="2970" y="17635"/>
                  <a:pt x="2970" y="17635"/>
                </a:cubicBezTo>
                <a:cubicBezTo>
                  <a:pt x="2835" y="17772"/>
                  <a:pt x="2835" y="17909"/>
                  <a:pt x="2835" y="18182"/>
                </a:cubicBezTo>
                <a:cubicBezTo>
                  <a:pt x="2835" y="18456"/>
                  <a:pt x="2835" y="18592"/>
                  <a:pt x="2970" y="18866"/>
                </a:cubicBezTo>
                <a:cubicBezTo>
                  <a:pt x="3375" y="19003"/>
                  <a:pt x="3915" y="19003"/>
                  <a:pt x="4185" y="18866"/>
                </a:cubicBezTo>
                <a:cubicBezTo>
                  <a:pt x="5535" y="17225"/>
                  <a:pt x="5535" y="17225"/>
                  <a:pt x="5535" y="17225"/>
                </a:cubicBezTo>
                <a:cubicBezTo>
                  <a:pt x="5805" y="17089"/>
                  <a:pt x="5940" y="16952"/>
                  <a:pt x="5805" y="16542"/>
                </a:cubicBezTo>
                <a:cubicBezTo>
                  <a:pt x="5805" y="16268"/>
                  <a:pt x="5400" y="16132"/>
                  <a:pt x="5265" y="16132"/>
                </a:cubicBezTo>
                <a:close/>
                <a:moveTo>
                  <a:pt x="17415" y="16268"/>
                </a:moveTo>
                <a:cubicBezTo>
                  <a:pt x="17280" y="16132"/>
                  <a:pt x="16875" y="15858"/>
                  <a:pt x="16605" y="16132"/>
                </a:cubicBezTo>
                <a:cubicBezTo>
                  <a:pt x="16470" y="16132"/>
                  <a:pt x="16200" y="16268"/>
                  <a:pt x="16065" y="16542"/>
                </a:cubicBezTo>
                <a:cubicBezTo>
                  <a:pt x="16065" y="16952"/>
                  <a:pt x="16065" y="17089"/>
                  <a:pt x="16200" y="17225"/>
                </a:cubicBezTo>
                <a:cubicBezTo>
                  <a:pt x="17685" y="18866"/>
                  <a:pt x="17685" y="18866"/>
                  <a:pt x="17685" y="18866"/>
                </a:cubicBezTo>
                <a:cubicBezTo>
                  <a:pt x="17955" y="19003"/>
                  <a:pt x="18360" y="19003"/>
                  <a:pt x="18765" y="18866"/>
                </a:cubicBezTo>
                <a:cubicBezTo>
                  <a:pt x="18900" y="18592"/>
                  <a:pt x="19035" y="18456"/>
                  <a:pt x="19035" y="18182"/>
                </a:cubicBezTo>
                <a:cubicBezTo>
                  <a:pt x="19035" y="17909"/>
                  <a:pt x="18900" y="17772"/>
                  <a:pt x="18765" y="17635"/>
                </a:cubicBezTo>
                <a:lnTo>
                  <a:pt x="17415" y="16268"/>
                </a:lnTo>
                <a:close/>
                <a:moveTo>
                  <a:pt x="20790" y="10116"/>
                </a:moveTo>
                <a:cubicBezTo>
                  <a:pt x="19035" y="10116"/>
                  <a:pt x="19035" y="10116"/>
                  <a:pt x="19035" y="10116"/>
                </a:cubicBezTo>
                <a:cubicBezTo>
                  <a:pt x="18630" y="10116"/>
                  <a:pt x="18225" y="10527"/>
                  <a:pt x="18225" y="10800"/>
                </a:cubicBezTo>
                <a:cubicBezTo>
                  <a:pt x="18225" y="11210"/>
                  <a:pt x="18630" y="11620"/>
                  <a:pt x="19035" y="11620"/>
                </a:cubicBezTo>
                <a:cubicBezTo>
                  <a:pt x="20790" y="11620"/>
                  <a:pt x="20790" y="11620"/>
                  <a:pt x="20790" y="11620"/>
                </a:cubicBezTo>
                <a:cubicBezTo>
                  <a:pt x="21330" y="11620"/>
                  <a:pt x="21600" y="11210"/>
                  <a:pt x="21600" y="10800"/>
                </a:cubicBezTo>
                <a:cubicBezTo>
                  <a:pt x="21600" y="10527"/>
                  <a:pt x="21330" y="10116"/>
                  <a:pt x="20790" y="10116"/>
                </a:cubicBezTo>
                <a:close/>
                <a:moveTo>
                  <a:pt x="16200" y="5332"/>
                </a:moveTo>
                <a:cubicBezTo>
                  <a:pt x="16605" y="5742"/>
                  <a:pt x="17010" y="5742"/>
                  <a:pt x="17415" y="5332"/>
                </a:cubicBezTo>
                <a:cubicBezTo>
                  <a:pt x="18765" y="3965"/>
                  <a:pt x="18765" y="3965"/>
                  <a:pt x="18765" y="3965"/>
                </a:cubicBezTo>
                <a:cubicBezTo>
                  <a:pt x="18900" y="3828"/>
                  <a:pt x="19035" y="3418"/>
                  <a:pt x="18900" y="3281"/>
                </a:cubicBezTo>
                <a:cubicBezTo>
                  <a:pt x="18900" y="3008"/>
                  <a:pt x="18765" y="2734"/>
                  <a:pt x="18360" y="2597"/>
                </a:cubicBezTo>
                <a:cubicBezTo>
                  <a:pt x="18090" y="2597"/>
                  <a:pt x="17955" y="2597"/>
                  <a:pt x="17685" y="3008"/>
                </a:cubicBezTo>
                <a:cubicBezTo>
                  <a:pt x="16200" y="4375"/>
                  <a:pt x="16200" y="4375"/>
                  <a:pt x="16200" y="4375"/>
                </a:cubicBezTo>
                <a:cubicBezTo>
                  <a:pt x="16065" y="4511"/>
                  <a:pt x="16065" y="4648"/>
                  <a:pt x="16065" y="4922"/>
                </a:cubicBezTo>
                <a:cubicBezTo>
                  <a:pt x="16065" y="5058"/>
                  <a:pt x="16065" y="5332"/>
                  <a:pt x="16200" y="5332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62" name="Freeform 190"/>
          <p:cNvSpPr/>
          <p:nvPr/>
        </p:nvSpPr>
        <p:spPr>
          <a:xfrm>
            <a:off x="815514" y="7753807"/>
            <a:ext cx="491999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30" y="4860"/>
                </a:moveTo>
                <a:cubicBezTo>
                  <a:pt x="7525" y="4860"/>
                  <a:pt x="5017" y="7290"/>
                  <a:pt x="5017" y="10530"/>
                </a:cubicBezTo>
                <a:cubicBezTo>
                  <a:pt x="5017" y="11610"/>
                  <a:pt x="5574" y="12825"/>
                  <a:pt x="6410" y="13770"/>
                </a:cubicBezTo>
                <a:cubicBezTo>
                  <a:pt x="6550" y="14040"/>
                  <a:pt x="6550" y="14310"/>
                  <a:pt x="6828" y="14445"/>
                </a:cubicBezTo>
                <a:cubicBezTo>
                  <a:pt x="7386" y="15120"/>
                  <a:pt x="7943" y="15795"/>
                  <a:pt x="8083" y="16470"/>
                </a:cubicBezTo>
                <a:cubicBezTo>
                  <a:pt x="8222" y="16605"/>
                  <a:pt x="8222" y="16875"/>
                  <a:pt x="8222" y="17280"/>
                </a:cubicBezTo>
                <a:cubicBezTo>
                  <a:pt x="8222" y="17550"/>
                  <a:pt x="8222" y="17550"/>
                  <a:pt x="8222" y="17550"/>
                </a:cubicBezTo>
                <a:cubicBezTo>
                  <a:pt x="8222" y="17955"/>
                  <a:pt x="8361" y="18225"/>
                  <a:pt x="8919" y="18225"/>
                </a:cubicBezTo>
                <a:cubicBezTo>
                  <a:pt x="12681" y="18225"/>
                  <a:pt x="12681" y="18225"/>
                  <a:pt x="12681" y="18225"/>
                </a:cubicBezTo>
                <a:cubicBezTo>
                  <a:pt x="13099" y="18225"/>
                  <a:pt x="13378" y="17955"/>
                  <a:pt x="13378" y="17550"/>
                </a:cubicBezTo>
                <a:cubicBezTo>
                  <a:pt x="13378" y="17010"/>
                  <a:pt x="13378" y="17010"/>
                  <a:pt x="13378" y="17010"/>
                </a:cubicBezTo>
                <a:cubicBezTo>
                  <a:pt x="13378" y="16740"/>
                  <a:pt x="13517" y="16605"/>
                  <a:pt x="13517" y="16470"/>
                </a:cubicBezTo>
                <a:cubicBezTo>
                  <a:pt x="13657" y="15795"/>
                  <a:pt x="14354" y="15120"/>
                  <a:pt x="14911" y="14445"/>
                </a:cubicBezTo>
                <a:cubicBezTo>
                  <a:pt x="15050" y="14040"/>
                  <a:pt x="15190" y="13905"/>
                  <a:pt x="15329" y="13770"/>
                </a:cubicBezTo>
                <a:cubicBezTo>
                  <a:pt x="16026" y="12825"/>
                  <a:pt x="16583" y="11610"/>
                  <a:pt x="16583" y="10530"/>
                </a:cubicBezTo>
                <a:cubicBezTo>
                  <a:pt x="16583" y="7290"/>
                  <a:pt x="14075" y="4860"/>
                  <a:pt x="10730" y="4860"/>
                </a:cubicBezTo>
                <a:close/>
                <a:moveTo>
                  <a:pt x="14214" y="12960"/>
                </a:moveTo>
                <a:cubicBezTo>
                  <a:pt x="14075" y="13095"/>
                  <a:pt x="13796" y="13230"/>
                  <a:pt x="13796" y="13500"/>
                </a:cubicBezTo>
                <a:cubicBezTo>
                  <a:pt x="13657" y="13500"/>
                  <a:pt x="13657" y="13500"/>
                  <a:pt x="13657" y="13500"/>
                </a:cubicBezTo>
                <a:cubicBezTo>
                  <a:pt x="13099" y="14310"/>
                  <a:pt x="12263" y="15120"/>
                  <a:pt x="12124" y="16065"/>
                </a:cubicBezTo>
                <a:cubicBezTo>
                  <a:pt x="11985" y="16200"/>
                  <a:pt x="11985" y="16470"/>
                  <a:pt x="11985" y="16875"/>
                </a:cubicBezTo>
                <a:cubicBezTo>
                  <a:pt x="9615" y="16875"/>
                  <a:pt x="9615" y="16875"/>
                  <a:pt x="9615" y="16875"/>
                </a:cubicBezTo>
                <a:cubicBezTo>
                  <a:pt x="9615" y="16065"/>
                  <a:pt x="9615" y="16065"/>
                  <a:pt x="9615" y="16065"/>
                </a:cubicBezTo>
                <a:cubicBezTo>
                  <a:pt x="9197" y="14985"/>
                  <a:pt x="8361" y="14040"/>
                  <a:pt x="7943" y="13500"/>
                </a:cubicBezTo>
                <a:cubicBezTo>
                  <a:pt x="7665" y="13230"/>
                  <a:pt x="7525" y="13095"/>
                  <a:pt x="7386" y="12960"/>
                </a:cubicBezTo>
                <a:cubicBezTo>
                  <a:pt x="6828" y="12285"/>
                  <a:pt x="6550" y="11340"/>
                  <a:pt x="6550" y="10530"/>
                </a:cubicBezTo>
                <a:cubicBezTo>
                  <a:pt x="6550" y="8235"/>
                  <a:pt x="8361" y="6210"/>
                  <a:pt x="10730" y="6210"/>
                </a:cubicBezTo>
                <a:cubicBezTo>
                  <a:pt x="13099" y="6210"/>
                  <a:pt x="15050" y="8235"/>
                  <a:pt x="15050" y="10530"/>
                </a:cubicBezTo>
                <a:cubicBezTo>
                  <a:pt x="15050" y="11340"/>
                  <a:pt x="14632" y="12285"/>
                  <a:pt x="14214" y="12960"/>
                </a:cubicBezTo>
                <a:close/>
                <a:moveTo>
                  <a:pt x="12681" y="18495"/>
                </a:moveTo>
                <a:cubicBezTo>
                  <a:pt x="8919" y="18495"/>
                  <a:pt x="8919" y="18495"/>
                  <a:pt x="8919" y="18495"/>
                </a:cubicBezTo>
                <a:cubicBezTo>
                  <a:pt x="8501" y="18495"/>
                  <a:pt x="8222" y="18765"/>
                  <a:pt x="8222" y="19170"/>
                </a:cubicBezTo>
                <a:cubicBezTo>
                  <a:pt x="8222" y="19575"/>
                  <a:pt x="8501" y="19980"/>
                  <a:pt x="8919" y="19980"/>
                </a:cubicBezTo>
                <a:cubicBezTo>
                  <a:pt x="12681" y="19980"/>
                  <a:pt x="12681" y="19980"/>
                  <a:pt x="12681" y="19980"/>
                </a:cubicBezTo>
                <a:cubicBezTo>
                  <a:pt x="13099" y="19980"/>
                  <a:pt x="13239" y="19575"/>
                  <a:pt x="13239" y="19170"/>
                </a:cubicBezTo>
                <a:cubicBezTo>
                  <a:pt x="13239" y="18765"/>
                  <a:pt x="13099" y="18495"/>
                  <a:pt x="12681" y="18495"/>
                </a:cubicBezTo>
                <a:close/>
                <a:moveTo>
                  <a:pt x="11845" y="19980"/>
                </a:moveTo>
                <a:cubicBezTo>
                  <a:pt x="9894" y="19980"/>
                  <a:pt x="9894" y="19980"/>
                  <a:pt x="9894" y="19980"/>
                </a:cubicBezTo>
                <a:cubicBezTo>
                  <a:pt x="9476" y="19980"/>
                  <a:pt x="9197" y="20385"/>
                  <a:pt x="9197" y="20925"/>
                </a:cubicBezTo>
                <a:cubicBezTo>
                  <a:pt x="9197" y="21195"/>
                  <a:pt x="9476" y="21600"/>
                  <a:pt x="9894" y="21600"/>
                </a:cubicBezTo>
                <a:cubicBezTo>
                  <a:pt x="11845" y="21600"/>
                  <a:pt x="11845" y="21600"/>
                  <a:pt x="11845" y="21600"/>
                </a:cubicBezTo>
                <a:cubicBezTo>
                  <a:pt x="12124" y="21600"/>
                  <a:pt x="12542" y="21195"/>
                  <a:pt x="12542" y="20925"/>
                </a:cubicBezTo>
                <a:cubicBezTo>
                  <a:pt x="12542" y="20385"/>
                  <a:pt x="12124" y="19980"/>
                  <a:pt x="11845" y="19980"/>
                </a:cubicBezTo>
                <a:close/>
                <a:moveTo>
                  <a:pt x="20903" y="9585"/>
                </a:moveTo>
                <a:cubicBezTo>
                  <a:pt x="18255" y="9585"/>
                  <a:pt x="18255" y="9585"/>
                  <a:pt x="18255" y="9585"/>
                </a:cubicBezTo>
                <a:cubicBezTo>
                  <a:pt x="17977" y="9585"/>
                  <a:pt x="17559" y="9990"/>
                  <a:pt x="17559" y="10530"/>
                </a:cubicBezTo>
                <a:cubicBezTo>
                  <a:pt x="17559" y="10800"/>
                  <a:pt x="17977" y="11205"/>
                  <a:pt x="18255" y="11205"/>
                </a:cubicBezTo>
                <a:cubicBezTo>
                  <a:pt x="20903" y="11205"/>
                  <a:pt x="20903" y="11205"/>
                  <a:pt x="20903" y="11205"/>
                </a:cubicBezTo>
                <a:cubicBezTo>
                  <a:pt x="21182" y="11205"/>
                  <a:pt x="21600" y="10800"/>
                  <a:pt x="21600" y="10530"/>
                </a:cubicBezTo>
                <a:cubicBezTo>
                  <a:pt x="21600" y="9990"/>
                  <a:pt x="21182" y="9585"/>
                  <a:pt x="20903" y="9585"/>
                </a:cubicBezTo>
                <a:close/>
                <a:moveTo>
                  <a:pt x="4041" y="10530"/>
                </a:moveTo>
                <a:cubicBezTo>
                  <a:pt x="4041" y="9990"/>
                  <a:pt x="3763" y="9585"/>
                  <a:pt x="3345" y="9585"/>
                </a:cubicBezTo>
                <a:cubicBezTo>
                  <a:pt x="697" y="9585"/>
                  <a:pt x="697" y="9585"/>
                  <a:pt x="697" y="9585"/>
                </a:cubicBezTo>
                <a:cubicBezTo>
                  <a:pt x="279" y="9585"/>
                  <a:pt x="0" y="9990"/>
                  <a:pt x="0" y="10530"/>
                </a:cubicBezTo>
                <a:cubicBezTo>
                  <a:pt x="0" y="10800"/>
                  <a:pt x="279" y="11205"/>
                  <a:pt x="697" y="11205"/>
                </a:cubicBezTo>
                <a:cubicBezTo>
                  <a:pt x="3345" y="11205"/>
                  <a:pt x="3345" y="11205"/>
                  <a:pt x="3345" y="11205"/>
                </a:cubicBezTo>
                <a:cubicBezTo>
                  <a:pt x="3763" y="11205"/>
                  <a:pt x="4041" y="10800"/>
                  <a:pt x="4041" y="10530"/>
                </a:cubicBezTo>
                <a:close/>
                <a:moveTo>
                  <a:pt x="10730" y="3915"/>
                </a:moveTo>
                <a:cubicBezTo>
                  <a:pt x="11148" y="3915"/>
                  <a:pt x="11427" y="3510"/>
                  <a:pt x="11427" y="3105"/>
                </a:cubicBezTo>
                <a:cubicBezTo>
                  <a:pt x="11427" y="810"/>
                  <a:pt x="11427" y="810"/>
                  <a:pt x="11427" y="810"/>
                </a:cubicBezTo>
                <a:cubicBezTo>
                  <a:pt x="11427" y="270"/>
                  <a:pt x="11148" y="0"/>
                  <a:pt x="10730" y="0"/>
                </a:cubicBezTo>
                <a:cubicBezTo>
                  <a:pt x="10452" y="0"/>
                  <a:pt x="10173" y="270"/>
                  <a:pt x="10173" y="810"/>
                </a:cubicBezTo>
                <a:cubicBezTo>
                  <a:pt x="10173" y="3105"/>
                  <a:pt x="10173" y="3105"/>
                  <a:pt x="10173" y="3105"/>
                </a:cubicBezTo>
                <a:cubicBezTo>
                  <a:pt x="10173" y="3510"/>
                  <a:pt x="10452" y="3915"/>
                  <a:pt x="10730" y="3915"/>
                </a:cubicBezTo>
                <a:close/>
                <a:moveTo>
                  <a:pt x="16583" y="15120"/>
                </a:moveTo>
                <a:cubicBezTo>
                  <a:pt x="16444" y="14850"/>
                  <a:pt x="15886" y="14850"/>
                  <a:pt x="15608" y="15120"/>
                </a:cubicBezTo>
                <a:cubicBezTo>
                  <a:pt x="15468" y="15525"/>
                  <a:pt x="15468" y="15795"/>
                  <a:pt x="15608" y="16200"/>
                </a:cubicBezTo>
                <a:cubicBezTo>
                  <a:pt x="17559" y="17820"/>
                  <a:pt x="17559" y="17820"/>
                  <a:pt x="17559" y="17820"/>
                </a:cubicBezTo>
                <a:cubicBezTo>
                  <a:pt x="17698" y="17955"/>
                  <a:pt x="17837" y="18090"/>
                  <a:pt x="17977" y="18090"/>
                </a:cubicBezTo>
                <a:cubicBezTo>
                  <a:pt x="18255" y="18090"/>
                  <a:pt x="18395" y="17955"/>
                  <a:pt x="18534" y="17820"/>
                </a:cubicBezTo>
                <a:cubicBezTo>
                  <a:pt x="18952" y="17550"/>
                  <a:pt x="18952" y="17145"/>
                  <a:pt x="18534" y="16740"/>
                </a:cubicBezTo>
                <a:lnTo>
                  <a:pt x="16583" y="15120"/>
                </a:lnTo>
                <a:close/>
                <a:moveTo>
                  <a:pt x="5017" y="5670"/>
                </a:moveTo>
                <a:cubicBezTo>
                  <a:pt x="5295" y="5805"/>
                  <a:pt x="5435" y="5940"/>
                  <a:pt x="5574" y="5940"/>
                </a:cubicBezTo>
                <a:cubicBezTo>
                  <a:pt x="5714" y="5940"/>
                  <a:pt x="5853" y="5805"/>
                  <a:pt x="6132" y="5670"/>
                </a:cubicBezTo>
                <a:cubicBezTo>
                  <a:pt x="6410" y="5535"/>
                  <a:pt x="6410" y="4995"/>
                  <a:pt x="6132" y="4725"/>
                </a:cubicBezTo>
                <a:cubicBezTo>
                  <a:pt x="4181" y="3105"/>
                  <a:pt x="4181" y="3105"/>
                  <a:pt x="4181" y="3105"/>
                </a:cubicBezTo>
                <a:cubicBezTo>
                  <a:pt x="4041" y="2700"/>
                  <a:pt x="3484" y="2700"/>
                  <a:pt x="3205" y="3105"/>
                </a:cubicBezTo>
                <a:cubicBezTo>
                  <a:pt x="3066" y="3375"/>
                  <a:pt x="3066" y="3645"/>
                  <a:pt x="3205" y="4050"/>
                </a:cubicBezTo>
                <a:lnTo>
                  <a:pt x="5017" y="5670"/>
                </a:lnTo>
                <a:close/>
                <a:moveTo>
                  <a:pt x="5017" y="15120"/>
                </a:moveTo>
                <a:cubicBezTo>
                  <a:pt x="3205" y="16740"/>
                  <a:pt x="3205" y="16740"/>
                  <a:pt x="3205" y="16740"/>
                </a:cubicBezTo>
                <a:cubicBezTo>
                  <a:pt x="3066" y="17145"/>
                  <a:pt x="3066" y="17550"/>
                  <a:pt x="3205" y="17820"/>
                </a:cubicBezTo>
                <a:cubicBezTo>
                  <a:pt x="3345" y="17955"/>
                  <a:pt x="3484" y="18090"/>
                  <a:pt x="3763" y="18090"/>
                </a:cubicBezTo>
                <a:cubicBezTo>
                  <a:pt x="4041" y="18090"/>
                  <a:pt x="4181" y="17955"/>
                  <a:pt x="4181" y="17820"/>
                </a:cubicBezTo>
                <a:cubicBezTo>
                  <a:pt x="6132" y="16200"/>
                  <a:pt x="6132" y="16200"/>
                  <a:pt x="6132" y="16200"/>
                </a:cubicBezTo>
                <a:cubicBezTo>
                  <a:pt x="6410" y="15795"/>
                  <a:pt x="6410" y="15525"/>
                  <a:pt x="6132" y="15120"/>
                </a:cubicBezTo>
                <a:cubicBezTo>
                  <a:pt x="5714" y="14850"/>
                  <a:pt x="5295" y="14850"/>
                  <a:pt x="5017" y="15120"/>
                </a:cubicBezTo>
                <a:close/>
                <a:moveTo>
                  <a:pt x="16165" y="5940"/>
                </a:moveTo>
                <a:cubicBezTo>
                  <a:pt x="16305" y="5940"/>
                  <a:pt x="16583" y="5805"/>
                  <a:pt x="16583" y="5670"/>
                </a:cubicBezTo>
                <a:cubicBezTo>
                  <a:pt x="18534" y="4050"/>
                  <a:pt x="18534" y="4050"/>
                  <a:pt x="18534" y="4050"/>
                </a:cubicBezTo>
                <a:cubicBezTo>
                  <a:pt x="18952" y="3645"/>
                  <a:pt x="18952" y="3375"/>
                  <a:pt x="18534" y="3105"/>
                </a:cubicBezTo>
                <a:cubicBezTo>
                  <a:pt x="18255" y="2700"/>
                  <a:pt x="17698" y="2700"/>
                  <a:pt x="17559" y="3105"/>
                </a:cubicBezTo>
                <a:cubicBezTo>
                  <a:pt x="15608" y="4725"/>
                  <a:pt x="15608" y="4725"/>
                  <a:pt x="15608" y="4725"/>
                </a:cubicBezTo>
                <a:cubicBezTo>
                  <a:pt x="15468" y="4995"/>
                  <a:pt x="15468" y="5535"/>
                  <a:pt x="15608" y="5670"/>
                </a:cubicBezTo>
                <a:cubicBezTo>
                  <a:pt x="15747" y="5805"/>
                  <a:pt x="15886" y="5940"/>
                  <a:pt x="16165" y="594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63" name="Freeform 195"/>
          <p:cNvSpPr/>
          <p:nvPr/>
        </p:nvSpPr>
        <p:spPr>
          <a:xfrm>
            <a:off x="16386291" y="5567706"/>
            <a:ext cx="507869" cy="4507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49" fill="norm" stroke="1" extrusionOk="0">
                <a:moveTo>
                  <a:pt x="16740" y="3927"/>
                </a:moveTo>
                <a:cubicBezTo>
                  <a:pt x="17280" y="3927"/>
                  <a:pt x="17685" y="3927"/>
                  <a:pt x="17955" y="3625"/>
                </a:cubicBezTo>
                <a:cubicBezTo>
                  <a:pt x="21600" y="1208"/>
                  <a:pt x="21600" y="1208"/>
                  <a:pt x="21600" y="1208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17685" y="2870"/>
                  <a:pt x="17685" y="2870"/>
                  <a:pt x="17685" y="2870"/>
                </a:cubicBezTo>
                <a:cubicBezTo>
                  <a:pt x="17280" y="3021"/>
                  <a:pt x="17010" y="3021"/>
                  <a:pt x="16605" y="3021"/>
                </a:cubicBezTo>
                <a:cubicBezTo>
                  <a:pt x="11205" y="3021"/>
                  <a:pt x="11205" y="3021"/>
                  <a:pt x="11205" y="3021"/>
                </a:cubicBezTo>
                <a:cubicBezTo>
                  <a:pt x="10935" y="2870"/>
                  <a:pt x="10800" y="2870"/>
                  <a:pt x="10665" y="2870"/>
                </a:cubicBezTo>
                <a:cubicBezTo>
                  <a:pt x="9045" y="2266"/>
                  <a:pt x="7695" y="2417"/>
                  <a:pt x="6885" y="2870"/>
                </a:cubicBezTo>
                <a:cubicBezTo>
                  <a:pt x="6210" y="3021"/>
                  <a:pt x="5535" y="2870"/>
                  <a:pt x="4860" y="2719"/>
                </a:cubicBezTo>
                <a:cubicBezTo>
                  <a:pt x="0" y="0"/>
                  <a:pt x="0" y="0"/>
                  <a:pt x="0" y="0"/>
                </a:cubicBezTo>
                <a:cubicBezTo>
                  <a:pt x="0" y="10120"/>
                  <a:pt x="0" y="10120"/>
                  <a:pt x="0" y="10120"/>
                </a:cubicBezTo>
                <a:cubicBezTo>
                  <a:pt x="540" y="10271"/>
                  <a:pt x="540" y="10271"/>
                  <a:pt x="540" y="10271"/>
                </a:cubicBezTo>
                <a:cubicBezTo>
                  <a:pt x="1215" y="10876"/>
                  <a:pt x="1890" y="11631"/>
                  <a:pt x="2160" y="12386"/>
                </a:cubicBezTo>
                <a:cubicBezTo>
                  <a:pt x="1890" y="12688"/>
                  <a:pt x="1890" y="12688"/>
                  <a:pt x="1890" y="12688"/>
                </a:cubicBezTo>
                <a:cubicBezTo>
                  <a:pt x="1080" y="13292"/>
                  <a:pt x="810" y="14350"/>
                  <a:pt x="1485" y="15256"/>
                </a:cubicBezTo>
                <a:cubicBezTo>
                  <a:pt x="1620" y="15709"/>
                  <a:pt x="2160" y="16011"/>
                  <a:pt x="2565" y="16011"/>
                </a:cubicBezTo>
                <a:cubicBezTo>
                  <a:pt x="2700" y="16011"/>
                  <a:pt x="2700" y="16011"/>
                  <a:pt x="2700" y="16011"/>
                </a:cubicBezTo>
                <a:cubicBezTo>
                  <a:pt x="2835" y="16011"/>
                  <a:pt x="2970" y="16011"/>
                  <a:pt x="3240" y="16011"/>
                </a:cubicBezTo>
                <a:cubicBezTo>
                  <a:pt x="3240" y="16464"/>
                  <a:pt x="3375" y="16766"/>
                  <a:pt x="3510" y="17220"/>
                </a:cubicBezTo>
                <a:cubicBezTo>
                  <a:pt x="3780" y="17673"/>
                  <a:pt x="4320" y="17975"/>
                  <a:pt x="4860" y="17975"/>
                </a:cubicBezTo>
                <a:cubicBezTo>
                  <a:pt x="4995" y="17975"/>
                  <a:pt x="5130" y="17975"/>
                  <a:pt x="5130" y="17975"/>
                </a:cubicBezTo>
                <a:cubicBezTo>
                  <a:pt x="5130" y="18428"/>
                  <a:pt x="5400" y="18881"/>
                  <a:pt x="5535" y="19183"/>
                </a:cubicBezTo>
                <a:cubicBezTo>
                  <a:pt x="5805" y="19636"/>
                  <a:pt x="6210" y="19938"/>
                  <a:pt x="6615" y="19938"/>
                </a:cubicBezTo>
                <a:cubicBezTo>
                  <a:pt x="6885" y="19938"/>
                  <a:pt x="6885" y="19938"/>
                  <a:pt x="6885" y="19938"/>
                </a:cubicBezTo>
                <a:cubicBezTo>
                  <a:pt x="7290" y="19938"/>
                  <a:pt x="7695" y="19938"/>
                  <a:pt x="7965" y="19636"/>
                </a:cubicBezTo>
                <a:cubicBezTo>
                  <a:pt x="8100" y="19636"/>
                  <a:pt x="8100" y="19636"/>
                  <a:pt x="8100" y="19636"/>
                </a:cubicBezTo>
                <a:cubicBezTo>
                  <a:pt x="8100" y="19787"/>
                  <a:pt x="8370" y="19938"/>
                  <a:pt x="8370" y="20392"/>
                </a:cubicBezTo>
                <a:cubicBezTo>
                  <a:pt x="8640" y="20543"/>
                  <a:pt x="9045" y="20845"/>
                  <a:pt x="9315" y="20845"/>
                </a:cubicBezTo>
                <a:cubicBezTo>
                  <a:pt x="9450" y="20845"/>
                  <a:pt x="9450" y="20845"/>
                  <a:pt x="9450" y="20845"/>
                </a:cubicBezTo>
                <a:cubicBezTo>
                  <a:pt x="9855" y="20845"/>
                  <a:pt x="10125" y="20845"/>
                  <a:pt x="10530" y="20694"/>
                </a:cubicBezTo>
                <a:cubicBezTo>
                  <a:pt x="10530" y="20694"/>
                  <a:pt x="10530" y="20694"/>
                  <a:pt x="10530" y="20694"/>
                </a:cubicBezTo>
                <a:cubicBezTo>
                  <a:pt x="10665" y="20845"/>
                  <a:pt x="10665" y="20845"/>
                  <a:pt x="10665" y="20845"/>
                </a:cubicBezTo>
                <a:cubicBezTo>
                  <a:pt x="10935" y="21449"/>
                  <a:pt x="11880" y="21600"/>
                  <a:pt x="12285" y="21298"/>
                </a:cubicBezTo>
                <a:cubicBezTo>
                  <a:pt x="12690" y="20845"/>
                  <a:pt x="12825" y="20392"/>
                  <a:pt x="12690" y="19787"/>
                </a:cubicBezTo>
                <a:cubicBezTo>
                  <a:pt x="12690" y="19787"/>
                  <a:pt x="12690" y="19787"/>
                  <a:pt x="12690" y="19787"/>
                </a:cubicBezTo>
                <a:cubicBezTo>
                  <a:pt x="12960" y="20392"/>
                  <a:pt x="13635" y="20543"/>
                  <a:pt x="14310" y="20392"/>
                </a:cubicBezTo>
                <a:cubicBezTo>
                  <a:pt x="14850" y="19938"/>
                  <a:pt x="15120" y="19183"/>
                  <a:pt x="14985" y="18730"/>
                </a:cubicBezTo>
                <a:cubicBezTo>
                  <a:pt x="15255" y="19183"/>
                  <a:pt x="15930" y="19183"/>
                  <a:pt x="16605" y="18881"/>
                </a:cubicBezTo>
                <a:cubicBezTo>
                  <a:pt x="16605" y="18881"/>
                  <a:pt x="16605" y="18881"/>
                  <a:pt x="16605" y="18881"/>
                </a:cubicBezTo>
                <a:cubicBezTo>
                  <a:pt x="17145" y="18428"/>
                  <a:pt x="17280" y="17673"/>
                  <a:pt x="17010" y="17220"/>
                </a:cubicBezTo>
                <a:cubicBezTo>
                  <a:pt x="17415" y="17522"/>
                  <a:pt x="18090" y="17673"/>
                  <a:pt x="18630" y="17220"/>
                </a:cubicBezTo>
                <a:cubicBezTo>
                  <a:pt x="19170" y="16766"/>
                  <a:pt x="19305" y="15860"/>
                  <a:pt x="18900" y="15105"/>
                </a:cubicBezTo>
                <a:cubicBezTo>
                  <a:pt x="18360" y="14199"/>
                  <a:pt x="18360" y="14199"/>
                  <a:pt x="18360" y="14199"/>
                </a:cubicBezTo>
                <a:cubicBezTo>
                  <a:pt x="19575" y="12386"/>
                  <a:pt x="19575" y="12386"/>
                  <a:pt x="19575" y="12386"/>
                </a:cubicBezTo>
                <a:cubicBezTo>
                  <a:pt x="19980" y="11933"/>
                  <a:pt x="20520" y="11329"/>
                  <a:pt x="20925" y="11178"/>
                </a:cubicBezTo>
                <a:cubicBezTo>
                  <a:pt x="21600" y="10724"/>
                  <a:pt x="21600" y="10724"/>
                  <a:pt x="21600" y="10724"/>
                </a:cubicBezTo>
                <a:cubicBezTo>
                  <a:pt x="21600" y="9516"/>
                  <a:pt x="21600" y="9516"/>
                  <a:pt x="21600" y="9516"/>
                </a:cubicBezTo>
                <a:cubicBezTo>
                  <a:pt x="20655" y="10120"/>
                  <a:pt x="20655" y="10120"/>
                  <a:pt x="20655" y="10120"/>
                </a:cubicBezTo>
                <a:cubicBezTo>
                  <a:pt x="20115" y="10422"/>
                  <a:pt x="19575" y="10876"/>
                  <a:pt x="19305" y="11329"/>
                </a:cubicBezTo>
                <a:cubicBezTo>
                  <a:pt x="17820" y="13443"/>
                  <a:pt x="17820" y="13443"/>
                  <a:pt x="17820" y="13443"/>
                </a:cubicBezTo>
                <a:cubicBezTo>
                  <a:pt x="17280" y="12839"/>
                  <a:pt x="16605" y="12839"/>
                  <a:pt x="16200" y="13292"/>
                </a:cubicBezTo>
                <a:cubicBezTo>
                  <a:pt x="15660" y="13594"/>
                  <a:pt x="15525" y="14501"/>
                  <a:pt x="15795" y="15256"/>
                </a:cubicBezTo>
                <a:cubicBezTo>
                  <a:pt x="15795" y="15256"/>
                  <a:pt x="15795" y="15256"/>
                  <a:pt x="15795" y="15256"/>
                </a:cubicBezTo>
                <a:cubicBezTo>
                  <a:pt x="15795" y="15256"/>
                  <a:pt x="15795" y="15256"/>
                  <a:pt x="15795" y="15256"/>
                </a:cubicBezTo>
                <a:cubicBezTo>
                  <a:pt x="15525" y="15105"/>
                  <a:pt x="14850" y="14954"/>
                  <a:pt x="14310" y="15256"/>
                </a:cubicBezTo>
                <a:cubicBezTo>
                  <a:pt x="14310" y="15256"/>
                  <a:pt x="14310" y="15256"/>
                  <a:pt x="14310" y="15256"/>
                </a:cubicBezTo>
                <a:cubicBezTo>
                  <a:pt x="14040" y="15709"/>
                  <a:pt x="13770" y="16313"/>
                  <a:pt x="13770" y="16766"/>
                </a:cubicBezTo>
                <a:cubicBezTo>
                  <a:pt x="13635" y="16766"/>
                  <a:pt x="13635" y="16766"/>
                  <a:pt x="13635" y="16766"/>
                </a:cubicBezTo>
                <a:cubicBezTo>
                  <a:pt x="13365" y="16615"/>
                  <a:pt x="12825" y="16615"/>
                  <a:pt x="12420" y="16917"/>
                </a:cubicBezTo>
                <a:cubicBezTo>
                  <a:pt x="12150" y="17220"/>
                  <a:pt x="11880" y="17673"/>
                  <a:pt x="12015" y="18126"/>
                </a:cubicBezTo>
                <a:cubicBezTo>
                  <a:pt x="11475" y="18428"/>
                  <a:pt x="11475" y="18428"/>
                  <a:pt x="11475" y="18428"/>
                </a:cubicBezTo>
                <a:cubicBezTo>
                  <a:pt x="11340" y="18428"/>
                  <a:pt x="10935" y="18428"/>
                  <a:pt x="10665" y="18730"/>
                </a:cubicBezTo>
                <a:cubicBezTo>
                  <a:pt x="10260" y="18881"/>
                  <a:pt x="10125" y="19485"/>
                  <a:pt x="10125" y="19787"/>
                </a:cubicBezTo>
                <a:cubicBezTo>
                  <a:pt x="9990" y="19787"/>
                  <a:pt x="9990" y="19787"/>
                  <a:pt x="9990" y="19787"/>
                </a:cubicBezTo>
                <a:cubicBezTo>
                  <a:pt x="9855" y="19938"/>
                  <a:pt x="9720" y="19938"/>
                  <a:pt x="9450" y="19938"/>
                </a:cubicBezTo>
                <a:cubicBezTo>
                  <a:pt x="9315" y="19938"/>
                  <a:pt x="9180" y="19787"/>
                  <a:pt x="9180" y="19787"/>
                </a:cubicBezTo>
                <a:cubicBezTo>
                  <a:pt x="9045" y="19636"/>
                  <a:pt x="9045" y="19485"/>
                  <a:pt x="9045" y="19183"/>
                </a:cubicBezTo>
                <a:cubicBezTo>
                  <a:pt x="9045" y="19032"/>
                  <a:pt x="9180" y="18881"/>
                  <a:pt x="9180" y="18730"/>
                </a:cubicBezTo>
                <a:cubicBezTo>
                  <a:pt x="11340" y="16917"/>
                  <a:pt x="11340" y="16917"/>
                  <a:pt x="11340" y="16917"/>
                </a:cubicBezTo>
                <a:cubicBezTo>
                  <a:pt x="11475" y="16766"/>
                  <a:pt x="11475" y="16615"/>
                  <a:pt x="11475" y="16615"/>
                </a:cubicBezTo>
                <a:cubicBezTo>
                  <a:pt x="11475" y="16313"/>
                  <a:pt x="11340" y="16011"/>
                  <a:pt x="11205" y="16011"/>
                </a:cubicBezTo>
                <a:cubicBezTo>
                  <a:pt x="10935" y="16011"/>
                  <a:pt x="10935" y="16011"/>
                  <a:pt x="10800" y="16011"/>
                </a:cubicBezTo>
                <a:cubicBezTo>
                  <a:pt x="7560" y="18881"/>
                  <a:pt x="7560" y="18881"/>
                  <a:pt x="7560" y="18881"/>
                </a:cubicBezTo>
                <a:cubicBezTo>
                  <a:pt x="7290" y="19032"/>
                  <a:pt x="7020" y="19032"/>
                  <a:pt x="6885" y="19032"/>
                </a:cubicBezTo>
                <a:cubicBezTo>
                  <a:pt x="6480" y="19032"/>
                  <a:pt x="6345" y="18881"/>
                  <a:pt x="6210" y="18730"/>
                </a:cubicBezTo>
                <a:cubicBezTo>
                  <a:pt x="5940" y="18277"/>
                  <a:pt x="5940" y="17522"/>
                  <a:pt x="6480" y="17371"/>
                </a:cubicBezTo>
                <a:cubicBezTo>
                  <a:pt x="10530" y="14048"/>
                  <a:pt x="10530" y="14048"/>
                  <a:pt x="10530" y="14048"/>
                </a:cubicBezTo>
                <a:cubicBezTo>
                  <a:pt x="10530" y="14048"/>
                  <a:pt x="10665" y="13897"/>
                  <a:pt x="10665" y="13594"/>
                </a:cubicBezTo>
                <a:cubicBezTo>
                  <a:pt x="10665" y="13443"/>
                  <a:pt x="10530" y="13292"/>
                  <a:pt x="10125" y="13292"/>
                </a:cubicBezTo>
                <a:cubicBezTo>
                  <a:pt x="9990" y="13292"/>
                  <a:pt x="9990" y="13292"/>
                  <a:pt x="9855" y="13443"/>
                </a:cubicBezTo>
                <a:cubicBezTo>
                  <a:pt x="5805" y="16615"/>
                  <a:pt x="5805" y="16615"/>
                  <a:pt x="5805" y="16615"/>
                </a:cubicBezTo>
                <a:cubicBezTo>
                  <a:pt x="5805" y="16615"/>
                  <a:pt x="5670" y="16615"/>
                  <a:pt x="5670" y="16766"/>
                </a:cubicBezTo>
                <a:cubicBezTo>
                  <a:pt x="5130" y="17220"/>
                  <a:pt x="4455" y="16917"/>
                  <a:pt x="4185" y="16615"/>
                </a:cubicBezTo>
                <a:cubicBezTo>
                  <a:pt x="4050" y="16313"/>
                  <a:pt x="4050" y="15709"/>
                  <a:pt x="4320" y="15256"/>
                </a:cubicBezTo>
                <a:cubicBezTo>
                  <a:pt x="4725" y="15105"/>
                  <a:pt x="4725" y="15105"/>
                  <a:pt x="4725" y="15105"/>
                </a:cubicBezTo>
                <a:cubicBezTo>
                  <a:pt x="9180" y="11782"/>
                  <a:pt x="9180" y="11782"/>
                  <a:pt x="9180" y="11782"/>
                </a:cubicBezTo>
                <a:cubicBezTo>
                  <a:pt x="9315" y="11631"/>
                  <a:pt x="9315" y="11631"/>
                  <a:pt x="9315" y="11329"/>
                </a:cubicBezTo>
                <a:cubicBezTo>
                  <a:pt x="9315" y="11178"/>
                  <a:pt x="9315" y="11027"/>
                  <a:pt x="9180" y="11027"/>
                </a:cubicBezTo>
                <a:cubicBezTo>
                  <a:pt x="9045" y="10876"/>
                  <a:pt x="8775" y="10876"/>
                  <a:pt x="8640" y="10876"/>
                </a:cubicBezTo>
                <a:cubicBezTo>
                  <a:pt x="4050" y="14501"/>
                  <a:pt x="4050" y="14501"/>
                  <a:pt x="4050" y="14501"/>
                </a:cubicBezTo>
                <a:cubicBezTo>
                  <a:pt x="3780" y="14501"/>
                  <a:pt x="3780" y="14501"/>
                  <a:pt x="3780" y="14501"/>
                </a:cubicBezTo>
                <a:cubicBezTo>
                  <a:pt x="3375" y="14954"/>
                  <a:pt x="3375" y="14954"/>
                  <a:pt x="3375" y="14954"/>
                </a:cubicBezTo>
                <a:cubicBezTo>
                  <a:pt x="2970" y="15256"/>
                  <a:pt x="2565" y="15105"/>
                  <a:pt x="2160" y="14803"/>
                </a:cubicBezTo>
                <a:cubicBezTo>
                  <a:pt x="1890" y="14350"/>
                  <a:pt x="2025" y="13594"/>
                  <a:pt x="2295" y="13443"/>
                </a:cubicBezTo>
                <a:cubicBezTo>
                  <a:pt x="11340" y="6042"/>
                  <a:pt x="11340" y="6042"/>
                  <a:pt x="11340" y="6042"/>
                </a:cubicBezTo>
                <a:cubicBezTo>
                  <a:pt x="12015" y="6495"/>
                  <a:pt x="12420" y="7552"/>
                  <a:pt x="12420" y="7552"/>
                </a:cubicBezTo>
                <a:cubicBezTo>
                  <a:pt x="13365" y="10422"/>
                  <a:pt x="14445" y="10724"/>
                  <a:pt x="15120" y="10271"/>
                </a:cubicBezTo>
                <a:cubicBezTo>
                  <a:pt x="15525" y="10120"/>
                  <a:pt x="15660" y="9516"/>
                  <a:pt x="15525" y="9214"/>
                </a:cubicBezTo>
                <a:cubicBezTo>
                  <a:pt x="15120" y="8006"/>
                  <a:pt x="14985" y="5589"/>
                  <a:pt x="14985" y="5589"/>
                </a:cubicBezTo>
                <a:cubicBezTo>
                  <a:pt x="14580" y="5136"/>
                  <a:pt x="14040" y="4531"/>
                  <a:pt x="12960" y="3927"/>
                </a:cubicBezTo>
                <a:cubicBezTo>
                  <a:pt x="15795" y="3927"/>
                  <a:pt x="15795" y="3927"/>
                  <a:pt x="15795" y="3927"/>
                </a:cubicBezTo>
                <a:cubicBezTo>
                  <a:pt x="16740" y="3927"/>
                  <a:pt x="16740" y="3927"/>
                  <a:pt x="16740" y="3927"/>
                </a:cubicBezTo>
                <a:cubicBezTo>
                  <a:pt x="16740" y="3927"/>
                  <a:pt x="16740" y="3927"/>
                  <a:pt x="16740" y="3927"/>
                </a:cubicBezTo>
                <a:close/>
                <a:moveTo>
                  <a:pt x="16740" y="3927"/>
                </a:moveTo>
                <a:cubicBezTo>
                  <a:pt x="16740" y="3927"/>
                  <a:pt x="16740" y="3927"/>
                  <a:pt x="16740" y="3927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64" name="Freeform 140"/>
          <p:cNvSpPr/>
          <p:nvPr/>
        </p:nvSpPr>
        <p:spPr>
          <a:xfrm>
            <a:off x="19755125" y="8874273"/>
            <a:ext cx="403122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26" y="6075"/>
                </a:moveTo>
                <a:cubicBezTo>
                  <a:pt x="19729" y="6075"/>
                  <a:pt x="19729" y="6075"/>
                  <a:pt x="19729" y="6075"/>
                </a:cubicBezTo>
                <a:cubicBezTo>
                  <a:pt x="19729" y="6075"/>
                  <a:pt x="19729" y="6075"/>
                  <a:pt x="20069" y="6075"/>
                </a:cubicBezTo>
                <a:cubicBezTo>
                  <a:pt x="21260" y="4995"/>
                  <a:pt x="21260" y="4995"/>
                  <a:pt x="21260" y="4995"/>
                </a:cubicBezTo>
                <a:cubicBezTo>
                  <a:pt x="21600" y="4995"/>
                  <a:pt x="21600" y="4860"/>
                  <a:pt x="21600" y="4860"/>
                </a:cubicBezTo>
                <a:cubicBezTo>
                  <a:pt x="21600" y="4590"/>
                  <a:pt x="21600" y="4590"/>
                  <a:pt x="21260" y="4590"/>
                </a:cubicBezTo>
                <a:cubicBezTo>
                  <a:pt x="20069" y="3510"/>
                  <a:pt x="20069" y="3510"/>
                  <a:pt x="20069" y="3510"/>
                </a:cubicBezTo>
                <a:cubicBezTo>
                  <a:pt x="19729" y="3375"/>
                  <a:pt x="19729" y="3375"/>
                  <a:pt x="19729" y="3375"/>
                </a:cubicBezTo>
                <a:cubicBezTo>
                  <a:pt x="12926" y="3375"/>
                  <a:pt x="12926" y="3375"/>
                  <a:pt x="12926" y="3375"/>
                </a:cubicBezTo>
                <a:cubicBezTo>
                  <a:pt x="12756" y="3375"/>
                  <a:pt x="12586" y="3510"/>
                  <a:pt x="12586" y="3645"/>
                </a:cubicBezTo>
                <a:cubicBezTo>
                  <a:pt x="12586" y="5940"/>
                  <a:pt x="12586" y="5940"/>
                  <a:pt x="12586" y="5940"/>
                </a:cubicBezTo>
                <a:cubicBezTo>
                  <a:pt x="12586" y="6075"/>
                  <a:pt x="12756" y="6075"/>
                  <a:pt x="12926" y="6075"/>
                </a:cubicBezTo>
                <a:close/>
                <a:moveTo>
                  <a:pt x="21260" y="9585"/>
                </a:moveTo>
                <a:cubicBezTo>
                  <a:pt x="20069" y="8505"/>
                  <a:pt x="20069" y="8505"/>
                  <a:pt x="20069" y="8505"/>
                </a:cubicBezTo>
                <a:cubicBezTo>
                  <a:pt x="19729" y="8505"/>
                  <a:pt x="19729" y="8505"/>
                  <a:pt x="19729" y="8505"/>
                </a:cubicBezTo>
                <a:cubicBezTo>
                  <a:pt x="12926" y="8505"/>
                  <a:pt x="12926" y="8505"/>
                  <a:pt x="12926" y="8505"/>
                </a:cubicBezTo>
                <a:cubicBezTo>
                  <a:pt x="12756" y="8505"/>
                  <a:pt x="12586" y="8505"/>
                  <a:pt x="12586" y="8640"/>
                </a:cubicBezTo>
                <a:cubicBezTo>
                  <a:pt x="12586" y="10800"/>
                  <a:pt x="12586" y="10800"/>
                  <a:pt x="12586" y="10800"/>
                </a:cubicBezTo>
                <a:cubicBezTo>
                  <a:pt x="12586" y="10935"/>
                  <a:pt x="12756" y="11205"/>
                  <a:pt x="12926" y="11205"/>
                </a:cubicBezTo>
                <a:cubicBezTo>
                  <a:pt x="19729" y="11205"/>
                  <a:pt x="19729" y="11205"/>
                  <a:pt x="19729" y="11205"/>
                </a:cubicBezTo>
                <a:cubicBezTo>
                  <a:pt x="19729" y="11205"/>
                  <a:pt x="19729" y="11205"/>
                  <a:pt x="20069" y="10935"/>
                </a:cubicBezTo>
                <a:cubicBezTo>
                  <a:pt x="21260" y="9855"/>
                  <a:pt x="21260" y="9855"/>
                  <a:pt x="21260" y="9855"/>
                </a:cubicBezTo>
                <a:cubicBezTo>
                  <a:pt x="21600" y="9855"/>
                  <a:pt x="21600" y="9855"/>
                  <a:pt x="21600" y="9720"/>
                </a:cubicBezTo>
                <a:cubicBezTo>
                  <a:pt x="21600" y="9720"/>
                  <a:pt x="21600" y="9585"/>
                  <a:pt x="21260" y="9585"/>
                </a:cubicBezTo>
                <a:close/>
                <a:moveTo>
                  <a:pt x="9014" y="8640"/>
                </a:moveTo>
                <a:cubicBezTo>
                  <a:pt x="9014" y="6345"/>
                  <a:pt x="9014" y="6345"/>
                  <a:pt x="9014" y="6345"/>
                </a:cubicBezTo>
                <a:cubicBezTo>
                  <a:pt x="8844" y="6075"/>
                  <a:pt x="8844" y="6075"/>
                  <a:pt x="8844" y="6075"/>
                </a:cubicBezTo>
                <a:cubicBezTo>
                  <a:pt x="1701" y="6075"/>
                  <a:pt x="1701" y="6075"/>
                  <a:pt x="1701" y="6075"/>
                </a:cubicBezTo>
                <a:cubicBezTo>
                  <a:pt x="1701" y="6075"/>
                  <a:pt x="1701" y="6075"/>
                  <a:pt x="1531" y="6075"/>
                </a:cubicBezTo>
                <a:cubicBezTo>
                  <a:pt x="170" y="7290"/>
                  <a:pt x="170" y="7290"/>
                  <a:pt x="170" y="7290"/>
                </a:cubicBezTo>
                <a:cubicBezTo>
                  <a:pt x="170" y="7290"/>
                  <a:pt x="0" y="7290"/>
                  <a:pt x="0" y="7560"/>
                </a:cubicBezTo>
                <a:cubicBezTo>
                  <a:pt x="0" y="7560"/>
                  <a:pt x="170" y="7560"/>
                  <a:pt x="170" y="7695"/>
                </a:cubicBezTo>
                <a:cubicBezTo>
                  <a:pt x="1531" y="8775"/>
                  <a:pt x="1531" y="8775"/>
                  <a:pt x="1531" y="8775"/>
                </a:cubicBezTo>
                <a:cubicBezTo>
                  <a:pt x="1701" y="8775"/>
                  <a:pt x="1701" y="8775"/>
                  <a:pt x="1701" y="8775"/>
                </a:cubicBezTo>
                <a:cubicBezTo>
                  <a:pt x="8844" y="8775"/>
                  <a:pt x="8844" y="8775"/>
                  <a:pt x="8844" y="8775"/>
                </a:cubicBezTo>
                <a:cubicBezTo>
                  <a:pt x="8844" y="8775"/>
                  <a:pt x="9014" y="8775"/>
                  <a:pt x="9014" y="8640"/>
                </a:cubicBezTo>
                <a:close/>
                <a:moveTo>
                  <a:pt x="12756" y="19980"/>
                </a:moveTo>
                <a:cubicBezTo>
                  <a:pt x="11735" y="19980"/>
                  <a:pt x="11735" y="19980"/>
                  <a:pt x="11735" y="19980"/>
                </a:cubicBezTo>
                <a:cubicBezTo>
                  <a:pt x="11735" y="1890"/>
                  <a:pt x="11735" y="1890"/>
                  <a:pt x="11735" y="1890"/>
                </a:cubicBezTo>
                <a:cubicBezTo>
                  <a:pt x="11055" y="270"/>
                  <a:pt x="11055" y="270"/>
                  <a:pt x="11055" y="270"/>
                </a:cubicBezTo>
                <a:cubicBezTo>
                  <a:pt x="11055" y="0"/>
                  <a:pt x="10885" y="0"/>
                  <a:pt x="10885" y="0"/>
                </a:cubicBezTo>
                <a:cubicBezTo>
                  <a:pt x="10715" y="0"/>
                  <a:pt x="10715" y="0"/>
                  <a:pt x="10715" y="270"/>
                </a:cubicBezTo>
                <a:cubicBezTo>
                  <a:pt x="9865" y="1890"/>
                  <a:pt x="9865" y="1890"/>
                  <a:pt x="9865" y="1890"/>
                </a:cubicBezTo>
                <a:cubicBezTo>
                  <a:pt x="9865" y="19980"/>
                  <a:pt x="9865" y="19980"/>
                  <a:pt x="9865" y="19980"/>
                </a:cubicBezTo>
                <a:cubicBezTo>
                  <a:pt x="8674" y="19980"/>
                  <a:pt x="8674" y="19980"/>
                  <a:pt x="8674" y="19980"/>
                </a:cubicBezTo>
                <a:cubicBezTo>
                  <a:pt x="8334" y="19980"/>
                  <a:pt x="7824" y="20385"/>
                  <a:pt x="7824" y="20925"/>
                </a:cubicBezTo>
                <a:cubicBezTo>
                  <a:pt x="7824" y="21330"/>
                  <a:pt x="8334" y="21600"/>
                  <a:pt x="8674" y="21600"/>
                </a:cubicBezTo>
                <a:cubicBezTo>
                  <a:pt x="12756" y="21600"/>
                  <a:pt x="12756" y="21600"/>
                  <a:pt x="12756" y="21600"/>
                </a:cubicBezTo>
                <a:cubicBezTo>
                  <a:pt x="13436" y="21600"/>
                  <a:pt x="13606" y="21330"/>
                  <a:pt x="13606" y="20925"/>
                </a:cubicBezTo>
                <a:cubicBezTo>
                  <a:pt x="13606" y="20385"/>
                  <a:pt x="13436" y="19980"/>
                  <a:pt x="12756" y="1998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65" name="Freeform 53"/>
          <p:cNvSpPr/>
          <p:nvPr/>
        </p:nvSpPr>
        <p:spPr>
          <a:xfrm>
            <a:off x="15246624" y="4413573"/>
            <a:ext cx="509115" cy="4232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18" h="21176" fill="norm" stroke="1" extrusionOk="0">
                <a:moveTo>
                  <a:pt x="18112" y="11964"/>
                </a:moveTo>
                <a:cubicBezTo>
                  <a:pt x="21466" y="20541"/>
                  <a:pt x="21466" y="20541"/>
                  <a:pt x="21466" y="20541"/>
                </a:cubicBezTo>
                <a:cubicBezTo>
                  <a:pt x="21600" y="20700"/>
                  <a:pt x="21466" y="21176"/>
                  <a:pt x="21198" y="21176"/>
                </a:cubicBezTo>
                <a:cubicBezTo>
                  <a:pt x="402" y="21176"/>
                  <a:pt x="402" y="21176"/>
                  <a:pt x="402" y="21176"/>
                </a:cubicBezTo>
                <a:cubicBezTo>
                  <a:pt x="0" y="21176"/>
                  <a:pt x="0" y="20700"/>
                  <a:pt x="0" y="20541"/>
                </a:cubicBezTo>
                <a:cubicBezTo>
                  <a:pt x="3354" y="11964"/>
                  <a:pt x="3354" y="11964"/>
                  <a:pt x="3354" y="11964"/>
                </a:cubicBezTo>
                <a:cubicBezTo>
                  <a:pt x="3488" y="11805"/>
                  <a:pt x="3622" y="11647"/>
                  <a:pt x="3622" y="11647"/>
                </a:cubicBezTo>
                <a:cubicBezTo>
                  <a:pt x="6574" y="11647"/>
                  <a:pt x="6574" y="11647"/>
                  <a:pt x="6574" y="11647"/>
                </a:cubicBezTo>
                <a:cubicBezTo>
                  <a:pt x="6708" y="11647"/>
                  <a:pt x="6842" y="11805"/>
                  <a:pt x="6842" y="11805"/>
                </a:cubicBezTo>
                <a:cubicBezTo>
                  <a:pt x="6976" y="12123"/>
                  <a:pt x="7111" y="12441"/>
                  <a:pt x="7513" y="12600"/>
                </a:cubicBezTo>
                <a:cubicBezTo>
                  <a:pt x="7647" y="12917"/>
                  <a:pt x="7781" y="13235"/>
                  <a:pt x="7916" y="13394"/>
                </a:cubicBezTo>
                <a:cubicBezTo>
                  <a:pt x="4561" y="13394"/>
                  <a:pt x="4561" y="13394"/>
                  <a:pt x="4561" y="13394"/>
                </a:cubicBezTo>
                <a:cubicBezTo>
                  <a:pt x="4427" y="13394"/>
                  <a:pt x="4293" y="13552"/>
                  <a:pt x="4293" y="13711"/>
                </a:cubicBezTo>
                <a:cubicBezTo>
                  <a:pt x="2147" y="19270"/>
                  <a:pt x="2147" y="19270"/>
                  <a:pt x="2147" y="19270"/>
                </a:cubicBezTo>
                <a:cubicBezTo>
                  <a:pt x="19453" y="19270"/>
                  <a:pt x="19453" y="19270"/>
                  <a:pt x="19453" y="19270"/>
                </a:cubicBezTo>
                <a:cubicBezTo>
                  <a:pt x="17173" y="13711"/>
                  <a:pt x="17173" y="13711"/>
                  <a:pt x="17173" y="13711"/>
                </a:cubicBezTo>
                <a:cubicBezTo>
                  <a:pt x="17173" y="13552"/>
                  <a:pt x="17039" y="13394"/>
                  <a:pt x="16904" y="13394"/>
                </a:cubicBezTo>
                <a:cubicBezTo>
                  <a:pt x="13550" y="13394"/>
                  <a:pt x="13550" y="13394"/>
                  <a:pt x="13550" y="13394"/>
                </a:cubicBezTo>
                <a:cubicBezTo>
                  <a:pt x="13819" y="13235"/>
                  <a:pt x="13953" y="12917"/>
                  <a:pt x="14221" y="12600"/>
                </a:cubicBezTo>
                <a:cubicBezTo>
                  <a:pt x="14355" y="12441"/>
                  <a:pt x="14489" y="12123"/>
                  <a:pt x="14758" y="11805"/>
                </a:cubicBezTo>
                <a:cubicBezTo>
                  <a:pt x="14892" y="11805"/>
                  <a:pt x="14892" y="11647"/>
                  <a:pt x="15026" y="11647"/>
                </a:cubicBezTo>
                <a:cubicBezTo>
                  <a:pt x="17843" y="11647"/>
                  <a:pt x="17843" y="11647"/>
                  <a:pt x="17843" y="11647"/>
                </a:cubicBezTo>
                <a:cubicBezTo>
                  <a:pt x="17978" y="11647"/>
                  <a:pt x="18112" y="11805"/>
                  <a:pt x="18112" y="11964"/>
                </a:cubicBezTo>
                <a:close/>
                <a:moveTo>
                  <a:pt x="15697" y="6088"/>
                </a:moveTo>
                <a:cubicBezTo>
                  <a:pt x="15697" y="10852"/>
                  <a:pt x="12477" y="11647"/>
                  <a:pt x="11135" y="16094"/>
                </a:cubicBezTo>
                <a:cubicBezTo>
                  <a:pt x="10867" y="16570"/>
                  <a:pt x="10599" y="16570"/>
                  <a:pt x="10465" y="16094"/>
                </a:cubicBezTo>
                <a:cubicBezTo>
                  <a:pt x="9123" y="11964"/>
                  <a:pt x="6574" y="11011"/>
                  <a:pt x="6037" y="7358"/>
                </a:cubicBezTo>
                <a:cubicBezTo>
                  <a:pt x="5635" y="3864"/>
                  <a:pt x="7513" y="211"/>
                  <a:pt x="10330" y="52"/>
                </a:cubicBezTo>
                <a:cubicBezTo>
                  <a:pt x="13148" y="-424"/>
                  <a:pt x="15697" y="2435"/>
                  <a:pt x="15697" y="6088"/>
                </a:cubicBezTo>
                <a:close/>
                <a:moveTo>
                  <a:pt x="13282" y="6088"/>
                </a:moveTo>
                <a:cubicBezTo>
                  <a:pt x="13282" y="4182"/>
                  <a:pt x="12209" y="2911"/>
                  <a:pt x="10733" y="2911"/>
                </a:cubicBezTo>
                <a:cubicBezTo>
                  <a:pt x="9391" y="2911"/>
                  <a:pt x="8184" y="4182"/>
                  <a:pt x="8184" y="6088"/>
                </a:cubicBezTo>
                <a:cubicBezTo>
                  <a:pt x="8184" y="7835"/>
                  <a:pt x="9391" y="9423"/>
                  <a:pt x="10733" y="9423"/>
                </a:cubicBezTo>
                <a:cubicBezTo>
                  <a:pt x="12209" y="9423"/>
                  <a:pt x="13282" y="7835"/>
                  <a:pt x="13282" y="6088"/>
                </a:cubicBezTo>
                <a:close/>
                <a:moveTo>
                  <a:pt x="13282" y="6088"/>
                </a:moveTo>
                <a:cubicBezTo>
                  <a:pt x="13282" y="6088"/>
                  <a:pt x="13282" y="6088"/>
                  <a:pt x="13282" y="6088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66" name="Freeform 60"/>
          <p:cNvSpPr/>
          <p:nvPr/>
        </p:nvSpPr>
        <p:spPr>
          <a:xfrm>
            <a:off x="14160602" y="4370899"/>
            <a:ext cx="441212" cy="5084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356" fill="norm" stroke="1" extrusionOk="0">
                <a:moveTo>
                  <a:pt x="18181" y="12423"/>
                </a:moveTo>
                <a:cubicBezTo>
                  <a:pt x="18181" y="12689"/>
                  <a:pt x="17871" y="13089"/>
                  <a:pt x="17560" y="13223"/>
                </a:cubicBezTo>
                <a:cubicBezTo>
                  <a:pt x="18181" y="13223"/>
                  <a:pt x="18181" y="13223"/>
                  <a:pt x="18181" y="13223"/>
                </a:cubicBezTo>
                <a:cubicBezTo>
                  <a:pt x="18026" y="14423"/>
                  <a:pt x="17560" y="15489"/>
                  <a:pt x="16938" y="16556"/>
                </a:cubicBezTo>
                <a:cubicBezTo>
                  <a:pt x="16161" y="16423"/>
                  <a:pt x="15695" y="16289"/>
                  <a:pt x="15073" y="16289"/>
                </a:cubicBezTo>
                <a:cubicBezTo>
                  <a:pt x="15229" y="15223"/>
                  <a:pt x="15229" y="14289"/>
                  <a:pt x="15229" y="13223"/>
                </a:cubicBezTo>
                <a:cubicBezTo>
                  <a:pt x="15695" y="13223"/>
                  <a:pt x="15695" y="13223"/>
                  <a:pt x="15695" y="13223"/>
                </a:cubicBezTo>
                <a:cubicBezTo>
                  <a:pt x="15384" y="13089"/>
                  <a:pt x="15229" y="12689"/>
                  <a:pt x="15073" y="12423"/>
                </a:cubicBezTo>
                <a:cubicBezTo>
                  <a:pt x="14763" y="11623"/>
                  <a:pt x="14141" y="11089"/>
                  <a:pt x="13675" y="10423"/>
                </a:cubicBezTo>
                <a:cubicBezTo>
                  <a:pt x="13830" y="10823"/>
                  <a:pt x="13830" y="11356"/>
                  <a:pt x="13830" y="11756"/>
                </a:cubicBezTo>
                <a:cubicBezTo>
                  <a:pt x="10722" y="11756"/>
                  <a:pt x="10722" y="11756"/>
                  <a:pt x="10722" y="11756"/>
                </a:cubicBezTo>
                <a:cubicBezTo>
                  <a:pt x="10722" y="9089"/>
                  <a:pt x="10722" y="9089"/>
                  <a:pt x="10722" y="9089"/>
                </a:cubicBezTo>
                <a:cubicBezTo>
                  <a:pt x="11188" y="9089"/>
                  <a:pt x="11810" y="9089"/>
                  <a:pt x="12276" y="9089"/>
                </a:cubicBezTo>
                <a:cubicBezTo>
                  <a:pt x="11965" y="8556"/>
                  <a:pt x="11655" y="8156"/>
                  <a:pt x="11344" y="7623"/>
                </a:cubicBezTo>
                <a:cubicBezTo>
                  <a:pt x="11188" y="7756"/>
                  <a:pt x="10878" y="7756"/>
                  <a:pt x="10722" y="7756"/>
                </a:cubicBezTo>
                <a:cubicBezTo>
                  <a:pt x="10722" y="6289"/>
                  <a:pt x="10722" y="6289"/>
                  <a:pt x="10722" y="6289"/>
                </a:cubicBezTo>
                <a:cubicBezTo>
                  <a:pt x="10722" y="6156"/>
                  <a:pt x="10567" y="5889"/>
                  <a:pt x="10567" y="5623"/>
                </a:cubicBezTo>
                <a:cubicBezTo>
                  <a:pt x="10256" y="4956"/>
                  <a:pt x="10256" y="4289"/>
                  <a:pt x="10567" y="3623"/>
                </a:cubicBezTo>
                <a:cubicBezTo>
                  <a:pt x="10256" y="3623"/>
                  <a:pt x="10101" y="3623"/>
                  <a:pt x="9790" y="3623"/>
                </a:cubicBezTo>
                <a:cubicBezTo>
                  <a:pt x="4506" y="3623"/>
                  <a:pt x="0" y="7623"/>
                  <a:pt x="0" y="12556"/>
                </a:cubicBezTo>
                <a:cubicBezTo>
                  <a:pt x="0" y="17356"/>
                  <a:pt x="4506" y="21356"/>
                  <a:pt x="9790" y="21356"/>
                </a:cubicBezTo>
                <a:cubicBezTo>
                  <a:pt x="15229" y="21356"/>
                  <a:pt x="19580" y="17356"/>
                  <a:pt x="19580" y="12556"/>
                </a:cubicBezTo>
                <a:cubicBezTo>
                  <a:pt x="19580" y="12023"/>
                  <a:pt x="19580" y="11356"/>
                  <a:pt x="19424" y="10689"/>
                </a:cubicBezTo>
                <a:cubicBezTo>
                  <a:pt x="18958" y="11223"/>
                  <a:pt x="18492" y="11623"/>
                  <a:pt x="18181" y="12423"/>
                </a:cubicBezTo>
                <a:close/>
                <a:moveTo>
                  <a:pt x="5594" y="5889"/>
                </a:moveTo>
                <a:cubicBezTo>
                  <a:pt x="5439" y="6423"/>
                  <a:pt x="5439" y="6823"/>
                  <a:pt x="5283" y="7489"/>
                </a:cubicBezTo>
                <a:cubicBezTo>
                  <a:pt x="4817" y="7356"/>
                  <a:pt x="4351" y="7356"/>
                  <a:pt x="3885" y="7223"/>
                </a:cubicBezTo>
                <a:cubicBezTo>
                  <a:pt x="4506" y="6689"/>
                  <a:pt x="4973" y="6289"/>
                  <a:pt x="5594" y="5889"/>
                </a:cubicBezTo>
                <a:close/>
                <a:moveTo>
                  <a:pt x="2953" y="8289"/>
                </a:moveTo>
                <a:cubicBezTo>
                  <a:pt x="3574" y="8423"/>
                  <a:pt x="4351" y="8556"/>
                  <a:pt x="5128" y="8689"/>
                </a:cubicBezTo>
                <a:cubicBezTo>
                  <a:pt x="4973" y="9756"/>
                  <a:pt x="4817" y="10689"/>
                  <a:pt x="4817" y="11756"/>
                </a:cubicBezTo>
                <a:cubicBezTo>
                  <a:pt x="1554" y="11756"/>
                  <a:pt x="1554" y="11756"/>
                  <a:pt x="1554" y="11756"/>
                </a:cubicBezTo>
                <a:cubicBezTo>
                  <a:pt x="1709" y="10556"/>
                  <a:pt x="2020" y="9356"/>
                  <a:pt x="2953" y="8289"/>
                </a:cubicBezTo>
                <a:close/>
                <a:moveTo>
                  <a:pt x="2797" y="16556"/>
                </a:moveTo>
                <a:cubicBezTo>
                  <a:pt x="2020" y="15489"/>
                  <a:pt x="1709" y="14423"/>
                  <a:pt x="1554" y="13223"/>
                </a:cubicBezTo>
                <a:cubicBezTo>
                  <a:pt x="4817" y="13223"/>
                  <a:pt x="4817" y="13223"/>
                  <a:pt x="4817" y="13223"/>
                </a:cubicBezTo>
                <a:cubicBezTo>
                  <a:pt x="4817" y="14156"/>
                  <a:pt x="4973" y="15223"/>
                  <a:pt x="5128" y="16156"/>
                </a:cubicBezTo>
                <a:cubicBezTo>
                  <a:pt x="4351" y="16289"/>
                  <a:pt x="3574" y="16423"/>
                  <a:pt x="2797" y="16556"/>
                </a:cubicBezTo>
                <a:close/>
                <a:moveTo>
                  <a:pt x="3729" y="17623"/>
                </a:moveTo>
                <a:cubicBezTo>
                  <a:pt x="4351" y="17623"/>
                  <a:pt x="4817" y="17489"/>
                  <a:pt x="5283" y="17489"/>
                </a:cubicBezTo>
                <a:cubicBezTo>
                  <a:pt x="5439" y="18023"/>
                  <a:pt x="5439" y="18556"/>
                  <a:pt x="5594" y="19089"/>
                </a:cubicBezTo>
                <a:cubicBezTo>
                  <a:pt x="4973" y="18823"/>
                  <a:pt x="4351" y="18289"/>
                  <a:pt x="3729" y="17623"/>
                </a:cubicBezTo>
                <a:close/>
                <a:moveTo>
                  <a:pt x="9168" y="20156"/>
                </a:moveTo>
                <a:cubicBezTo>
                  <a:pt x="8702" y="20156"/>
                  <a:pt x="7925" y="20023"/>
                  <a:pt x="7304" y="19889"/>
                </a:cubicBezTo>
                <a:cubicBezTo>
                  <a:pt x="7148" y="19089"/>
                  <a:pt x="6837" y="18156"/>
                  <a:pt x="6682" y="17356"/>
                </a:cubicBezTo>
                <a:cubicBezTo>
                  <a:pt x="7459" y="17223"/>
                  <a:pt x="8236" y="17223"/>
                  <a:pt x="9168" y="17223"/>
                </a:cubicBezTo>
                <a:cubicBezTo>
                  <a:pt x="9168" y="20156"/>
                  <a:pt x="9168" y="20156"/>
                  <a:pt x="9168" y="20156"/>
                </a:cubicBezTo>
                <a:cubicBezTo>
                  <a:pt x="9168" y="20156"/>
                  <a:pt x="9168" y="20156"/>
                  <a:pt x="9168" y="20156"/>
                </a:cubicBezTo>
                <a:close/>
                <a:moveTo>
                  <a:pt x="9168" y="15889"/>
                </a:moveTo>
                <a:cubicBezTo>
                  <a:pt x="8236" y="15889"/>
                  <a:pt x="7304" y="16023"/>
                  <a:pt x="6527" y="16023"/>
                </a:cubicBezTo>
                <a:cubicBezTo>
                  <a:pt x="6371" y="15089"/>
                  <a:pt x="6371" y="14156"/>
                  <a:pt x="6371" y="13223"/>
                </a:cubicBezTo>
                <a:cubicBezTo>
                  <a:pt x="9168" y="13223"/>
                  <a:pt x="9168" y="13223"/>
                  <a:pt x="9168" y="13223"/>
                </a:cubicBezTo>
                <a:cubicBezTo>
                  <a:pt x="9168" y="15889"/>
                  <a:pt x="9168" y="15889"/>
                  <a:pt x="9168" y="15889"/>
                </a:cubicBezTo>
                <a:cubicBezTo>
                  <a:pt x="9168" y="15889"/>
                  <a:pt x="9168" y="15889"/>
                  <a:pt x="9168" y="15889"/>
                </a:cubicBezTo>
                <a:close/>
                <a:moveTo>
                  <a:pt x="9168" y="11756"/>
                </a:moveTo>
                <a:cubicBezTo>
                  <a:pt x="6371" y="11756"/>
                  <a:pt x="6371" y="11756"/>
                  <a:pt x="6371" y="11756"/>
                </a:cubicBezTo>
                <a:cubicBezTo>
                  <a:pt x="6371" y="10823"/>
                  <a:pt x="6371" y="9756"/>
                  <a:pt x="6527" y="8823"/>
                </a:cubicBezTo>
                <a:cubicBezTo>
                  <a:pt x="7304" y="9089"/>
                  <a:pt x="8236" y="9089"/>
                  <a:pt x="9168" y="9089"/>
                </a:cubicBezTo>
                <a:cubicBezTo>
                  <a:pt x="9168" y="11756"/>
                  <a:pt x="9168" y="11756"/>
                  <a:pt x="9168" y="11756"/>
                </a:cubicBezTo>
                <a:cubicBezTo>
                  <a:pt x="9168" y="11756"/>
                  <a:pt x="9168" y="11756"/>
                  <a:pt x="9168" y="11756"/>
                </a:cubicBezTo>
                <a:close/>
                <a:moveTo>
                  <a:pt x="9168" y="7756"/>
                </a:moveTo>
                <a:cubicBezTo>
                  <a:pt x="8236" y="7756"/>
                  <a:pt x="7459" y="7623"/>
                  <a:pt x="6682" y="7623"/>
                </a:cubicBezTo>
                <a:cubicBezTo>
                  <a:pt x="6837" y="6689"/>
                  <a:pt x="7148" y="5889"/>
                  <a:pt x="7304" y="5223"/>
                </a:cubicBezTo>
                <a:cubicBezTo>
                  <a:pt x="7925" y="4956"/>
                  <a:pt x="8702" y="4956"/>
                  <a:pt x="9168" y="4823"/>
                </a:cubicBezTo>
                <a:cubicBezTo>
                  <a:pt x="9168" y="7756"/>
                  <a:pt x="9168" y="7756"/>
                  <a:pt x="9168" y="7756"/>
                </a:cubicBezTo>
                <a:cubicBezTo>
                  <a:pt x="9168" y="7756"/>
                  <a:pt x="9168" y="7756"/>
                  <a:pt x="9168" y="7756"/>
                </a:cubicBezTo>
                <a:close/>
                <a:moveTo>
                  <a:pt x="12742" y="19623"/>
                </a:moveTo>
                <a:cubicBezTo>
                  <a:pt x="11965" y="19889"/>
                  <a:pt x="11344" y="20023"/>
                  <a:pt x="10722" y="20156"/>
                </a:cubicBezTo>
                <a:cubicBezTo>
                  <a:pt x="10722" y="17223"/>
                  <a:pt x="10722" y="17223"/>
                  <a:pt x="10722" y="17223"/>
                </a:cubicBezTo>
                <a:cubicBezTo>
                  <a:pt x="11499" y="17223"/>
                  <a:pt x="12587" y="17223"/>
                  <a:pt x="13364" y="17356"/>
                </a:cubicBezTo>
                <a:cubicBezTo>
                  <a:pt x="13209" y="18156"/>
                  <a:pt x="13053" y="18956"/>
                  <a:pt x="12742" y="19623"/>
                </a:cubicBezTo>
                <a:close/>
                <a:moveTo>
                  <a:pt x="13519" y="16156"/>
                </a:moveTo>
                <a:cubicBezTo>
                  <a:pt x="12742" y="16023"/>
                  <a:pt x="11655" y="15889"/>
                  <a:pt x="10722" y="15889"/>
                </a:cubicBezTo>
                <a:cubicBezTo>
                  <a:pt x="10722" y="13223"/>
                  <a:pt x="10722" y="13223"/>
                  <a:pt x="10722" y="13223"/>
                </a:cubicBezTo>
                <a:cubicBezTo>
                  <a:pt x="13830" y="13223"/>
                  <a:pt x="13830" y="13223"/>
                  <a:pt x="13830" y="13223"/>
                </a:cubicBezTo>
                <a:cubicBezTo>
                  <a:pt x="13830" y="14156"/>
                  <a:pt x="13675" y="15089"/>
                  <a:pt x="13519" y="16156"/>
                </a:cubicBezTo>
                <a:close/>
                <a:moveTo>
                  <a:pt x="14607" y="18956"/>
                </a:moveTo>
                <a:cubicBezTo>
                  <a:pt x="14607" y="18423"/>
                  <a:pt x="14763" y="18023"/>
                  <a:pt x="14763" y="17489"/>
                </a:cubicBezTo>
                <a:cubicBezTo>
                  <a:pt x="15229" y="17489"/>
                  <a:pt x="15540" y="17623"/>
                  <a:pt x="15850" y="17623"/>
                </a:cubicBezTo>
                <a:cubicBezTo>
                  <a:pt x="15540" y="18156"/>
                  <a:pt x="15073" y="18556"/>
                  <a:pt x="14607" y="18956"/>
                </a:cubicBezTo>
                <a:close/>
                <a:moveTo>
                  <a:pt x="16161" y="23"/>
                </a:moveTo>
                <a:cubicBezTo>
                  <a:pt x="13364" y="423"/>
                  <a:pt x="11344" y="2823"/>
                  <a:pt x="11810" y="5489"/>
                </a:cubicBezTo>
                <a:cubicBezTo>
                  <a:pt x="12276" y="8156"/>
                  <a:pt x="15073" y="8823"/>
                  <a:pt x="16317" y="12023"/>
                </a:cubicBezTo>
                <a:cubicBezTo>
                  <a:pt x="16472" y="12156"/>
                  <a:pt x="16938" y="12156"/>
                  <a:pt x="17094" y="12023"/>
                </a:cubicBezTo>
                <a:cubicBezTo>
                  <a:pt x="18337" y="8556"/>
                  <a:pt x="21600" y="7889"/>
                  <a:pt x="21600" y="4556"/>
                </a:cubicBezTo>
                <a:cubicBezTo>
                  <a:pt x="21600" y="1889"/>
                  <a:pt x="19114" y="-244"/>
                  <a:pt x="16161" y="23"/>
                </a:cubicBezTo>
                <a:close/>
                <a:moveTo>
                  <a:pt x="16783" y="6823"/>
                </a:moveTo>
                <a:cubicBezTo>
                  <a:pt x="15229" y="6823"/>
                  <a:pt x="13986" y="5756"/>
                  <a:pt x="13986" y="4556"/>
                </a:cubicBezTo>
                <a:cubicBezTo>
                  <a:pt x="13986" y="3223"/>
                  <a:pt x="15229" y="2289"/>
                  <a:pt x="16783" y="2289"/>
                </a:cubicBezTo>
                <a:cubicBezTo>
                  <a:pt x="18026" y="2289"/>
                  <a:pt x="19269" y="3223"/>
                  <a:pt x="19269" y="4556"/>
                </a:cubicBezTo>
                <a:cubicBezTo>
                  <a:pt x="19269" y="5756"/>
                  <a:pt x="18026" y="6823"/>
                  <a:pt x="16783" y="6823"/>
                </a:cubicBezTo>
                <a:close/>
                <a:moveTo>
                  <a:pt x="16783" y="6823"/>
                </a:moveTo>
                <a:cubicBezTo>
                  <a:pt x="16783" y="6823"/>
                  <a:pt x="16783" y="6823"/>
                  <a:pt x="16783" y="6823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67" name="Freeform 88"/>
          <p:cNvSpPr/>
          <p:nvPr/>
        </p:nvSpPr>
        <p:spPr>
          <a:xfrm>
            <a:off x="4141012" y="6663672"/>
            <a:ext cx="507869" cy="4412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50" y="20046"/>
                </a:moveTo>
                <a:cubicBezTo>
                  <a:pt x="1350" y="20978"/>
                  <a:pt x="1890" y="21600"/>
                  <a:pt x="2835" y="21600"/>
                </a:cubicBezTo>
                <a:cubicBezTo>
                  <a:pt x="3510" y="21600"/>
                  <a:pt x="4185" y="20978"/>
                  <a:pt x="4185" y="20046"/>
                </a:cubicBezTo>
                <a:cubicBezTo>
                  <a:pt x="4185" y="11344"/>
                  <a:pt x="4185" y="11344"/>
                  <a:pt x="4185" y="11344"/>
                </a:cubicBezTo>
                <a:cubicBezTo>
                  <a:pt x="1350" y="11344"/>
                  <a:pt x="1350" y="11344"/>
                  <a:pt x="1350" y="11344"/>
                </a:cubicBezTo>
                <a:lnTo>
                  <a:pt x="1350" y="20046"/>
                </a:lnTo>
                <a:close/>
                <a:moveTo>
                  <a:pt x="4185" y="1243"/>
                </a:moveTo>
                <a:cubicBezTo>
                  <a:pt x="4185" y="622"/>
                  <a:pt x="3510" y="0"/>
                  <a:pt x="2835" y="0"/>
                </a:cubicBezTo>
                <a:cubicBezTo>
                  <a:pt x="1890" y="0"/>
                  <a:pt x="1350" y="622"/>
                  <a:pt x="1350" y="1243"/>
                </a:cubicBezTo>
                <a:cubicBezTo>
                  <a:pt x="1350" y="5594"/>
                  <a:pt x="1350" y="5594"/>
                  <a:pt x="1350" y="5594"/>
                </a:cubicBezTo>
                <a:cubicBezTo>
                  <a:pt x="4185" y="5594"/>
                  <a:pt x="4185" y="5594"/>
                  <a:pt x="4185" y="5594"/>
                </a:cubicBezTo>
                <a:lnTo>
                  <a:pt x="4185" y="1243"/>
                </a:lnTo>
                <a:close/>
                <a:moveTo>
                  <a:pt x="4995" y="6837"/>
                </a:moveTo>
                <a:cubicBezTo>
                  <a:pt x="540" y="6837"/>
                  <a:pt x="540" y="6837"/>
                  <a:pt x="540" y="6837"/>
                </a:cubicBezTo>
                <a:cubicBezTo>
                  <a:pt x="135" y="6837"/>
                  <a:pt x="0" y="6993"/>
                  <a:pt x="0" y="7304"/>
                </a:cubicBezTo>
                <a:cubicBezTo>
                  <a:pt x="0" y="9479"/>
                  <a:pt x="0" y="9479"/>
                  <a:pt x="0" y="9479"/>
                </a:cubicBezTo>
                <a:cubicBezTo>
                  <a:pt x="0" y="9945"/>
                  <a:pt x="135" y="10101"/>
                  <a:pt x="540" y="10101"/>
                </a:cubicBezTo>
                <a:cubicBezTo>
                  <a:pt x="4995" y="10101"/>
                  <a:pt x="4995" y="10101"/>
                  <a:pt x="4995" y="10101"/>
                </a:cubicBezTo>
                <a:cubicBezTo>
                  <a:pt x="5400" y="10101"/>
                  <a:pt x="5670" y="9945"/>
                  <a:pt x="5670" y="9479"/>
                </a:cubicBezTo>
                <a:cubicBezTo>
                  <a:pt x="5670" y="7304"/>
                  <a:pt x="5670" y="7304"/>
                  <a:pt x="5670" y="7304"/>
                </a:cubicBezTo>
                <a:cubicBezTo>
                  <a:pt x="5670" y="6993"/>
                  <a:pt x="5400" y="6837"/>
                  <a:pt x="4995" y="6837"/>
                </a:cubicBezTo>
                <a:close/>
                <a:moveTo>
                  <a:pt x="12150" y="1243"/>
                </a:moveTo>
                <a:cubicBezTo>
                  <a:pt x="12150" y="622"/>
                  <a:pt x="11610" y="0"/>
                  <a:pt x="10665" y="0"/>
                </a:cubicBezTo>
                <a:cubicBezTo>
                  <a:pt x="9990" y="0"/>
                  <a:pt x="9315" y="622"/>
                  <a:pt x="9315" y="1243"/>
                </a:cubicBezTo>
                <a:cubicBezTo>
                  <a:pt x="9315" y="12898"/>
                  <a:pt x="9315" y="12898"/>
                  <a:pt x="9315" y="12898"/>
                </a:cubicBezTo>
                <a:cubicBezTo>
                  <a:pt x="12150" y="12898"/>
                  <a:pt x="12150" y="12898"/>
                  <a:pt x="12150" y="12898"/>
                </a:cubicBezTo>
                <a:lnTo>
                  <a:pt x="12150" y="1243"/>
                </a:lnTo>
                <a:close/>
                <a:moveTo>
                  <a:pt x="9315" y="20046"/>
                </a:moveTo>
                <a:cubicBezTo>
                  <a:pt x="9315" y="20978"/>
                  <a:pt x="9990" y="21600"/>
                  <a:pt x="10665" y="21600"/>
                </a:cubicBezTo>
                <a:cubicBezTo>
                  <a:pt x="11610" y="21600"/>
                  <a:pt x="12150" y="20978"/>
                  <a:pt x="12150" y="20046"/>
                </a:cubicBezTo>
                <a:cubicBezTo>
                  <a:pt x="12150" y="18492"/>
                  <a:pt x="12150" y="18492"/>
                  <a:pt x="12150" y="18492"/>
                </a:cubicBezTo>
                <a:cubicBezTo>
                  <a:pt x="9315" y="18492"/>
                  <a:pt x="9315" y="18492"/>
                  <a:pt x="9315" y="18492"/>
                </a:cubicBezTo>
                <a:cubicBezTo>
                  <a:pt x="9315" y="20046"/>
                  <a:pt x="9315" y="20046"/>
                  <a:pt x="9315" y="20046"/>
                </a:cubicBezTo>
                <a:close/>
                <a:moveTo>
                  <a:pt x="12960" y="14141"/>
                </a:moveTo>
                <a:cubicBezTo>
                  <a:pt x="8370" y="14141"/>
                  <a:pt x="8370" y="14141"/>
                  <a:pt x="8370" y="14141"/>
                </a:cubicBezTo>
                <a:cubicBezTo>
                  <a:pt x="8100" y="14141"/>
                  <a:pt x="7830" y="14296"/>
                  <a:pt x="7830" y="14452"/>
                </a:cubicBezTo>
                <a:cubicBezTo>
                  <a:pt x="7830" y="16627"/>
                  <a:pt x="7830" y="16627"/>
                  <a:pt x="7830" y="16627"/>
                </a:cubicBezTo>
                <a:cubicBezTo>
                  <a:pt x="7830" y="17094"/>
                  <a:pt x="8100" y="17404"/>
                  <a:pt x="8370" y="17404"/>
                </a:cubicBezTo>
                <a:cubicBezTo>
                  <a:pt x="12960" y="17404"/>
                  <a:pt x="12960" y="17404"/>
                  <a:pt x="12960" y="17404"/>
                </a:cubicBezTo>
                <a:cubicBezTo>
                  <a:pt x="13230" y="17404"/>
                  <a:pt x="13500" y="17094"/>
                  <a:pt x="13500" y="16627"/>
                </a:cubicBezTo>
                <a:cubicBezTo>
                  <a:pt x="13500" y="14452"/>
                  <a:pt x="13500" y="14452"/>
                  <a:pt x="13500" y="14452"/>
                </a:cubicBezTo>
                <a:cubicBezTo>
                  <a:pt x="13500" y="14296"/>
                  <a:pt x="13230" y="14141"/>
                  <a:pt x="12960" y="14141"/>
                </a:cubicBezTo>
                <a:close/>
                <a:moveTo>
                  <a:pt x="17280" y="20046"/>
                </a:moveTo>
                <a:cubicBezTo>
                  <a:pt x="17280" y="20823"/>
                  <a:pt x="17820" y="21600"/>
                  <a:pt x="18630" y="21600"/>
                </a:cubicBezTo>
                <a:cubicBezTo>
                  <a:pt x="19305" y="21600"/>
                  <a:pt x="20115" y="20823"/>
                  <a:pt x="20115" y="20046"/>
                </a:cubicBezTo>
                <a:cubicBezTo>
                  <a:pt x="20115" y="7148"/>
                  <a:pt x="20115" y="7148"/>
                  <a:pt x="20115" y="7148"/>
                </a:cubicBezTo>
                <a:cubicBezTo>
                  <a:pt x="17280" y="7148"/>
                  <a:pt x="17280" y="7148"/>
                  <a:pt x="17280" y="7148"/>
                </a:cubicBezTo>
                <a:lnTo>
                  <a:pt x="17280" y="20046"/>
                </a:lnTo>
                <a:close/>
                <a:moveTo>
                  <a:pt x="20115" y="1243"/>
                </a:moveTo>
                <a:cubicBezTo>
                  <a:pt x="20115" y="622"/>
                  <a:pt x="19305" y="0"/>
                  <a:pt x="18630" y="0"/>
                </a:cubicBezTo>
                <a:cubicBezTo>
                  <a:pt x="17820" y="0"/>
                  <a:pt x="17280" y="622"/>
                  <a:pt x="17280" y="1243"/>
                </a:cubicBezTo>
                <a:cubicBezTo>
                  <a:pt x="17280" y="1709"/>
                  <a:pt x="17280" y="1709"/>
                  <a:pt x="17280" y="1709"/>
                </a:cubicBezTo>
                <a:cubicBezTo>
                  <a:pt x="20115" y="1709"/>
                  <a:pt x="20115" y="1709"/>
                  <a:pt x="20115" y="1709"/>
                </a:cubicBezTo>
                <a:lnTo>
                  <a:pt x="20115" y="1243"/>
                </a:lnTo>
                <a:close/>
                <a:moveTo>
                  <a:pt x="21060" y="2797"/>
                </a:moveTo>
                <a:cubicBezTo>
                  <a:pt x="16335" y="2797"/>
                  <a:pt x="16335" y="2797"/>
                  <a:pt x="16335" y="2797"/>
                </a:cubicBezTo>
                <a:cubicBezTo>
                  <a:pt x="15930" y="2797"/>
                  <a:pt x="15795" y="2953"/>
                  <a:pt x="15795" y="3419"/>
                </a:cubicBezTo>
                <a:cubicBezTo>
                  <a:pt x="15795" y="5439"/>
                  <a:pt x="15795" y="5439"/>
                  <a:pt x="15795" y="5439"/>
                </a:cubicBezTo>
                <a:cubicBezTo>
                  <a:pt x="15795" y="5905"/>
                  <a:pt x="15930" y="6060"/>
                  <a:pt x="16335" y="6060"/>
                </a:cubicBezTo>
                <a:cubicBezTo>
                  <a:pt x="21060" y="6060"/>
                  <a:pt x="21060" y="6060"/>
                  <a:pt x="21060" y="6060"/>
                </a:cubicBezTo>
                <a:cubicBezTo>
                  <a:pt x="21195" y="6060"/>
                  <a:pt x="21600" y="5905"/>
                  <a:pt x="21600" y="5439"/>
                </a:cubicBezTo>
                <a:cubicBezTo>
                  <a:pt x="21600" y="3419"/>
                  <a:pt x="21600" y="3419"/>
                  <a:pt x="21600" y="3419"/>
                </a:cubicBezTo>
                <a:cubicBezTo>
                  <a:pt x="21600" y="2953"/>
                  <a:pt x="21195" y="2797"/>
                  <a:pt x="21060" y="2797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68" name="Freeform 124"/>
          <p:cNvSpPr/>
          <p:nvPr/>
        </p:nvSpPr>
        <p:spPr>
          <a:xfrm>
            <a:off x="14141896" y="11125588"/>
            <a:ext cx="507869" cy="4888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6452"/>
                </a:moveTo>
                <a:cubicBezTo>
                  <a:pt x="18495" y="701"/>
                  <a:pt x="18495" y="701"/>
                  <a:pt x="18495" y="701"/>
                </a:cubicBezTo>
                <a:cubicBezTo>
                  <a:pt x="18090" y="281"/>
                  <a:pt x="18090" y="0"/>
                  <a:pt x="17820" y="0"/>
                </a:cubicBezTo>
                <a:cubicBezTo>
                  <a:pt x="4320" y="0"/>
                  <a:pt x="4320" y="0"/>
                  <a:pt x="4320" y="0"/>
                </a:cubicBezTo>
                <a:cubicBezTo>
                  <a:pt x="270" y="6171"/>
                  <a:pt x="270" y="6171"/>
                  <a:pt x="270" y="6171"/>
                </a:cubicBezTo>
                <a:cubicBezTo>
                  <a:pt x="0" y="6171"/>
                  <a:pt x="0" y="6171"/>
                  <a:pt x="0" y="6171"/>
                </a:cubicBezTo>
                <a:cubicBezTo>
                  <a:pt x="0" y="6171"/>
                  <a:pt x="0" y="6171"/>
                  <a:pt x="0" y="6171"/>
                </a:cubicBezTo>
                <a:cubicBezTo>
                  <a:pt x="0" y="6171"/>
                  <a:pt x="0" y="6171"/>
                  <a:pt x="0" y="6452"/>
                </a:cubicBezTo>
                <a:cubicBezTo>
                  <a:pt x="0" y="6452"/>
                  <a:pt x="0" y="6452"/>
                  <a:pt x="0" y="6452"/>
                </a:cubicBezTo>
                <a:cubicBezTo>
                  <a:pt x="0" y="6732"/>
                  <a:pt x="0" y="6732"/>
                  <a:pt x="0" y="6732"/>
                </a:cubicBezTo>
                <a:cubicBezTo>
                  <a:pt x="0" y="7013"/>
                  <a:pt x="0" y="7013"/>
                  <a:pt x="0" y="7013"/>
                </a:cubicBezTo>
                <a:cubicBezTo>
                  <a:pt x="0" y="7013"/>
                  <a:pt x="0" y="7013"/>
                  <a:pt x="0" y="7013"/>
                </a:cubicBezTo>
                <a:cubicBezTo>
                  <a:pt x="0" y="7294"/>
                  <a:pt x="0" y="7294"/>
                  <a:pt x="0" y="7294"/>
                </a:cubicBezTo>
                <a:cubicBezTo>
                  <a:pt x="9990" y="21179"/>
                  <a:pt x="9990" y="21179"/>
                  <a:pt x="9990" y="21179"/>
                </a:cubicBezTo>
                <a:cubicBezTo>
                  <a:pt x="9990" y="21179"/>
                  <a:pt x="9990" y="21179"/>
                  <a:pt x="9990" y="21179"/>
                </a:cubicBezTo>
                <a:cubicBezTo>
                  <a:pt x="10125" y="21460"/>
                  <a:pt x="10125" y="21460"/>
                  <a:pt x="10125" y="21460"/>
                </a:cubicBezTo>
                <a:cubicBezTo>
                  <a:pt x="10395" y="21460"/>
                  <a:pt x="10395" y="21460"/>
                  <a:pt x="10395" y="21460"/>
                </a:cubicBezTo>
                <a:cubicBezTo>
                  <a:pt x="10395" y="21460"/>
                  <a:pt x="10395" y="21460"/>
                  <a:pt x="10665" y="21460"/>
                </a:cubicBezTo>
                <a:cubicBezTo>
                  <a:pt x="10665" y="21600"/>
                  <a:pt x="10665" y="21600"/>
                  <a:pt x="10665" y="21600"/>
                </a:cubicBezTo>
                <a:cubicBezTo>
                  <a:pt x="11070" y="21600"/>
                  <a:pt x="11070" y="21600"/>
                  <a:pt x="11070" y="21600"/>
                </a:cubicBezTo>
                <a:cubicBezTo>
                  <a:pt x="11340" y="21460"/>
                  <a:pt x="11340" y="21460"/>
                  <a:pt x="11340" y="21460"/>
                </a:cubicBezTo>
                <a:cubicBezTo>
                  <a:pt x="11340" y="21460"/>
                  <a:pt x="11340" y="21460"/>
                  <a:pt x="11340" y="21460"/>
                </a:cubicBezTo>
                <a:cubicBezTo>
                  <a:pt x="11475" y="21460"/>
                  <a:pt x="11475" y="21460"/>
                  <a:pt x="11475" y="21460"/>
                </a:cubicBezTo>
                <a:cubicBezTo>
                  <a:pt x="11475" y="21179"/>
                  <a:pt x="11475" y="21179"/>
                  <a:pt x="11475" y="21179"/>
                </a:cubicBezTo>
                <a:cubicBezTo>
                  <a:pt x="21465" y="7294"/>
                  <a:pt x="21465" y="7294"/>
                  <a:pt x="21465" y="7294"/>
                </a:cubicBezTo>
                <a:cubicBezTo>
                  <a:pt x="21600" y="7294"/>
                  <a:pt x="21600" y="7294"/>
                  <a:pt x="21600" y="7013"/>
                </a:cubicBezTo>
                <a:cubicBezTo>
                  <a:pt x="21600" y="7013"/>
                  <a:pt x="21600" y="7013"/>
                  <a:pt x="21600" y="7013"/>
                </a:cubicBezTo>
                <a:cubicBezTo>
                  <a:pt x="21600" y="6452"/>
                  <a:pt x="21600" y="6452"/>
                  <a:pt x="21600" y="6452"/>
                </a:cubicBezTo>
                <a:cubicBezTo>
                  <a:pt x="21600" y="6452"/>
                  <a:pt x="21600" y="6452"/>
                  <a:pt x="21600" y="6452"/>
                </a:cubicBezTo>
                <a:close/>
                <a:moveTo>
                  <a:pt x="16200" y="2244"/>
                </a:moveTo>
                <a:cubicBezTo>
                  <a:pt x="14715" y="5470"/>
                  <a:pt x="14715" y="5470"/>
                  <a:pt x="14715" y="5470"/>
                </a:cubicBezTo>
                <a:cubicBezTo>
                  <a:pt x="12690" y="2244"/>
                  <a:pt x="12690" y="2244"/>
                  <a:pt x="12690" y="2244"/>
                </a:cubicBezTo>
                <a:cubicBezTo>
                  <a:pt x="16200" y="2244"/>
                  <a:pt x="16200" y="2244"/>
                  <a:pt x="16200" y="2244"/>
                </a:cubicBezTo>
                <a:cubicBezTo>
                  <a:pt x="16200" y="2244"/>
                  <a:pt x="16200" y="2244"/>
                  <a:pt x="16200" y="2244"/>
                </a:cubicBezTo>
                <a:close/>
                <a:moveTo>
                  <a:pt x="13095" y="6171"/>
                </a:moveTo>
                <a:cubicBezTo>
                  <a:pt x="8640" y="6171"/>
                  <a:pt x="8640" y="6171"/>
                  <a:pt x="8640" y="6171"/>
                </a:cubicBezTo>
                <a:cubicBezTo>
                  <a:pt x="10800" y="2945"/>
                  <a:pt x="10800" y="2945"/>
                  <a:pt x="10800" y="2945"/>
                </a:cubicBezTo>
                <a:cubicBezTo>
                  <a:pt x="13095" y="6171"/>
                  <a:pt x="13095" y="6171"/>
                  <a:pt x="13095" y="6171"/>
                </a:cubicBezTo>
                <a:cubicBezTo>
                  <a:pt x="13095" y="6171"/>
                  <a:pt x="13095" y="6171"/>
                  <a:pt x="13095" y="6171"/>
                </a:cubicBezTo>
                <a:close/>
                <a:moveTo>
                  <a:pt x="9045" y="2244"/>
                </a:moveTo>
                <a:cubicBezTo>
                  <a:pt x="7290" y="5190"/>
                  <a:pt x="7290" y="5190"/>
                  <a:pt x="7290" y="5190"/>
                </a:cubicBezTo>
                <a:cubicBezTo>
                  <a:pt x="6075" y="2244"/>
                  <a:pt x="6075" y="2244"/>
                  <a:pt x="6075" y="2244"/>
                </a:cubicBezTo>
                <a:cubicBezTo>
                  <a:pt x="9045" y="2244"/>
                  <a:pt x="9045" y="2244"/>
                  <a:pt x="9045" y="2244"/>
                </a:cubicBezTo>
                <a:cubicBezTo>
                  <a:pt x="9045" y="2244"/>
                  <a:pt x="9045" y="2244"/>
                  <a:pt x="9045" y="2244"/>
                </a:cubicBezTo>
                <a:close/>
                <a:moveTo>
                  <a:pt x="4590" y="3506"/>
                </a:moveTo>
                <a:cubicBezTo>
                  <a:pt x="5670" y="6171"/>
                  <a:pt x="5670" y="6171"/>
                  <a:pt x="5670" y="6171"/>
                </a:cubicBezTo>
                <a:cubicBezTo>
                  <a:pt x="2700" y="6171"/>
                  <a:pt x="2700" y="6171"/>
                  <a:pt x="2700" y="6171"/>
                </a:cubicBezTo>
                <a:cubicBezTo>
                  <a:pt x="4590" y="3506"/>
                  <a:pt x="4590" y="3506"/>
                  <a:pt x="4590" y="3506"/>
                </a:cubicBezTo>
                <a:cubicBezTo>
                  <a:pt x="4590" y="3506"/>
                  <a:pt x="4590" y="3506"/>
                  <a:pt x="4590" y="3506"/>
                </a:cubicBezTo>
                <a:close/>
                <a:moveTo>
                  <a:pt x="2700" y="7995"/>
                </a:moveTo>
                <a:cubicBezTo>
                  <a:pt x="6075" y="7995"/>
                  <a:pt x="6075" y="7995"/>
                  <a:pt x="6075" y="7995"/>
                </a:cubicBezTo>
                <a:cubicBezTo>
                  <a:pt x="8370" y="15709"/>
                  <a:pt x="8370" y="15709"/>
                  <a:pt x="8370" y="15709"/>
                </a:cubicBezTo>
                <a:cubicBezTo>
                  <a:pt x="2700" y="7995"/>
                  <a:pt x="2700" y="7995"/>
                  <a:pt x="2700" y="7995"/>
                </a:cubicBezTo>
                <a:cubicBezTo>
                  <a:pt x="2700" y="7995"/>
                  <a:pt x="2700" y="7995"/>
                  <a:pt x="2700" y="7995"/>
                </a:cubicBezTo>
                <a:close/>
                <a:moveTo>
                  <a:pt x="10800" y="17392"/>
                </a:moveTo>
                <a:cubicBezTo>
                  <a:pt x="8100" y="7995"/>
                  <a:pt x="8100" y="7995"/>
                  <a:pt x="8100" y="7995"/>
                </a:cubicBezTo>
                <a:cubicBezTo>
                  <a:pt x="13500" y="7995"/>
                  <a:pt x="13500" y="7995"/>
                  <a:pt x="13500" y="7995"/>
                </a:cubicBezTo>
                <a:cubicBezTo>
                  <a:pt x="10800" y="17392"/>
                  <a:pt x="10800" y="17392"/>
                  <a:pt x="10800" y="17392"/>
                </a:cubicBezTo>
                <a:cubicBezTo>
                  <a:pt x="10800" y="17392"/>
                  <a:pt x="10800" y="17392"/>
                  <a:pt x="10800" y="17392"/>
                </a:cubicBezTo>
                <a:close/>
                <a:moveTo>
                  <a:pt x="13365" y="15709"/>
                </a:moveTo>
                <a:cubicBezTo>
                  <a:pt x="15525" y="7995"/>
                  <a:pt x="15525" y="7995"/>
                  <a:pt x="15525" y="7995"/>
                </a:cubicBezTo>
                <a:cubicBezTo>
                  <a:pt x="18900" y="7995"/>
                  <a:pt x="18900" y="7995"/>
                  <a:pt x="18900" y="7995"/>
                </a:cubicBezTo>
                <a:cubicBezTo>
                  <a:pt x="13365" y="15709"/>
                  <a:pt x="13365" y="15709"/>
                  <a:pt x="13365" y="15709"/>
                </a:cubicBezTo>
                <a:cubicBezTo>
                  <a:pt x="13365" y="15709"/>
                  <a:pt x="13365" y="15709"/>
                  <a:pt x="13365" y="15709"/>
                </a:cubicBezTo>
                <a:close/>
                <a:moveTo>
                  <a:pt x="16470" y="6171"/>
                </a:moveTo>
                <a:cubicBezTo>
                  <a:pt x="17820" y="3506"/>
                  <a:pt x="17820" y="3506"/>
                  <a:pt x="17820" y="3506"/>
                </a:cubicBezTo>
                <a:cubicBezTo>
                  <a:pt x="19170" y="6171"/>
                  <a:pt x="19170" y="6171"/>
                  <a:pt x="19170" y="6171"/>
                </a:cubicBezTo>
                <a:cubicBezTo>
                  <a:pt x="16470" y="6171"/>
                  <a:pt x="16470" y="6171"/>
                  <a:pt x="16470" y="6171"/>
                </a:cubicBezTo>
                <a:cubicBezTo>
                  <a:pt x="16470" y="6171"/>
                  <a:pt x="16470" y="6171"/>
                  <a:pt x="16470" y="6171"/>
                </a:cubicBezTo>
                <a:close/>
                <a:moveTo>
                  <a:pt x="16470" y="6171"/>
                </a:moveTo>
                <a:cubicBezTo>
                  <a:pt x="16470" y="6171"/>
                  <a:pt x="16470" y="6171"/>
                  <a:pt x="16470" y="6171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69" name="Freeform 155"/>
          <p:cNvSpPr/>
          <p:nvPr/>
        </p:nvSpPr>
        <p:spPr>
          <a:xfrm>
            <a:off x="783796" y="12247914"/>
            <a:ext cx="434864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974" y="3780"/>
                </a:moveTo>
                <a:cubicBezTo>
                  <a:pt x="20817" y="3375"/>
                  <a:pt x="20348" y="3105"/>
                  <a:pt x="20035" y="3105"/>
                </a:cubicBezTo>
                <a:cubicBezTo>
                  <a:pt x="18157" y="3105"/>
                  <a:pt x="18157" y="3105"/>
                  <a:pt x="18157" y="3105"/>
                </a:cubicBezTo>
                <a:cubicBezTo>
                  <a:pt x="18157" y="2025"/>
                  <a:pt x="18157" y="2025"/>
                  <a:pt x="18157" y="2025"/>
                </a:cubicBezTo>
                <a:cubicBezTo>
                  <a:pt x="18157" y="1485"/>
                  <a:pt x="18000" y="1080"/>
                  <a:pt x="17530" y="540"/>
                </a:cubicBezTo>
                <a:cubicBezTo>
                  <a:pt x="17217" y="270"/>
                  <a:pt x="16748" y="0"/>
                  <a:pt x="16122" y="0"/>
                </a:cubicBezTo>
                <a:cubicBezTo>
                  <a:pt x="15339" y="0"/>
                  <a:pt x="15339" y="0"/>
                  <a:pt x="15339" y="0"/>
                </a:cubicBezTo>
                <a:cubicBezTo>
                  <a:pt x="14713" y="0"/>
                  <a:pt x="14243" y="270"/>
                  <a:pt x="13774" y="540"/>
                </a:cubicBezTo>
                <a:cubicBezTo>
                  <a:pt x="13304" y="1080"/>
                  <a:pt x="13148" y="1485"/>
                  <a:pt x="13148" y="2025"/>
                </a:cubicBezTo>
                <a:cubicBezTo>
                  <a:pt x="13148" y="3105"/>
                  <a:pt x="13148" y="3105"/>
                  <a:pt x="13148" y="3105"/>
                </a:cubicBezTo>
                <a:cubicBezTo>
                  <a:pt x="8139" y="3105"/>
                  <a:pt x="8139" y="3105"/>
                  <a:pt x="8139" y="3105"/>
                </a:cubicBezTo>
                <a:cubicBezTo>
                  <a:pt x="8139" y="2025"/>
                  <a:pt x="8139" y="2025"/>
                  <a:pt x="8139" y="2025"/>
                </a:cubicBezTo>
                <a:cubicBezTo>
                  <a:pt x="8139" y="1485"/>
                  <a:pt x="7983" y="1080"/>
                  <a:pt x="7513" y="540"/>
                </a:cubicBezTo>
                <a:cubicBezTo>
                  <a:pt x="7200" y="270"/>
                  <a:pt x="6730" y="0"/>
                  <a:pt x="6104" y="0"/>
                </a:cubicBezTo>
                <a:cubicBezTo>
                  <a:pt x="5322" y="0"/>
                  <a:pt x="5322" y="0"/>
                  <a:pt x="5322" y="0"/>
                </a:cubicBezTo>
                <a:cubicBezTo>
                  <a:pt x="4696" y="0"/>
                  <a:pt x="4383" y="270"/>
                  <a:pt x="3913" y="540"/>
                </a:cubicBezTo>
                <a:cubicBezTo>
                  <a:pt x="3600" y="1080"/>
                  <a:pt x="3287" y="1485"/>
                  <a:pt x="3287" y="2025"/>
                </a:cubicBezTo>
                <a:cubicBezTo>
                  <a:pt x="3287" y="3105"/>
                  <a:pt x="3287" y="3105"/>
                  <a:pt x="3287" y="3105"/>
                </a:cubicBezTo>
                <a:cubicBezTo>
                  <a:pt x="1565" y="3105"/>
                  <a:pt x="1565" y="3105"/>
                  <a:pt x="1565" y="3105"/>
                </a:cubicBezTo>
                <a:cubicBezTo>
                  <a:pt x="1096" y="3105"/>
                  <a:pt x="783" y="3375"/>
                  <a:pt x="313" y="3780"/>
                </a:cubicBezTo>
                <a:cubicBezTo>
                  <a:pt x="157" y="3915"/>
                  <a:pt x="0" y="4320"/>
                  <a:pt x="0" y="4590"/>
                </a:cubicBezTo>
                <a:cubicBezTo>
                  <a:pt x="0" y="19980"/>
                  <a:pt x="0" y="19980"/>
                  <a:pt x="0" y="19980"/>
                </a:cubicBezTo>
                <a:cubicBezTo>
                  <a:pt x="0" y="20520"/>
                  <a:pt x="157" y="20655"/>
                  <a:pt x="313" y="21060"/>
                </a:cubicBezTo>
                <a:cubicBezTo>
                  <a:pt x="783" y="21465"/>
                  <a:pt x="1096" y="21600"/>
                  <a:pt x="1565" y="21600"/>
                </a:cubicBezTo>
                <a:cubicBezTo>
                  <a:pt x="20035" y="21600"/>
                  <a:pt x="20035" y="21600"/>
                  <a:pt x="20035" y="21600"/>
                </a:cubicBezTo>
                <a:cubicBezTo>
                  <a:pt x="20348" y="21600"/>
                  <a:pt x="20817" y="21465"/>
                  <a:pt x="20974" y="21060"/>
                </a:cubicBezTo>
                <a:cubicBezTo>
                  <a:pt x="21443" y="20655"/>
                  <a:pt x="21600" y="20520"/>
                  <a:pt x="21600" y="19980"/>
                </a:cubicBezTo>
                <a:cubicBezTo>
                  <a:pt x="21600" y="4590"/>
                  <a:pt x="21600" y="4590"/>
                  <a:pt x="21600" y="4590"/>
                </a:cubicBezTo>
                <a:cubicBezTo>
                  <a:pt x="21600" y="4320"/>
                  <a:pt x="21443" y="3915"/>
                  <a:pt x="20974" y="3780"/>
                </a:cubicBezTo>
                <a:close/>
                <a:moveTo>
                  <a:pt x="5322" y="19980"/>
                </a:moveTo>
                <a:cubicBezTo>
                  <a:pt x="1565" y="19980"/>
                  <a:pt x="1565" y="19980"/>
                  <a:pt x="1565" y="19980"/>
                </a:cubicBezTo>
                <a:cubicBezTo>
                  <a:pt x="1565" y="16605"/>
                  <a:pt x="1565" y="16605"/>
                  <a:pt x="1565" y="16605"/>
                </a:cubicBezTo>
                <a:cubicBezTo>
                  <a:pt x="5322" y="16605"/>
                  <a:pt x="5322" y="16605"/>
                  <a:pt x="5322" y="16605"/>
                </a:cubicBezTo>
                <a:cubicBezTo>
                  <a:pt x="5322" y="19980"/>
                  <a:pt x="5322" y="19980"/>
                  <a:pt x="5322" y="19980"/>
                </a:cubicBezTo>
                <a:cubicBezTo>
                  <a:pt x="5322" y="19980"/>
                  <a:pt x="5322" y="19980"/>
                  <a:pt x="5322" y="19980"/>
                </a:cubicBezTo>
                <a:close/>
                <a:moveTo>
                  <a:pt x="5322" y="15660"/>
                </a:moveTo>
                <a:cubicBezTo>
                  <a:pt x="1565" y="15660"/>
                  <a:pt x="1565" y="15660"/>
                  <a:pt x="1565" y="15660"/>
                </a:cubicBezTo>
                <a:cubicBezTo>
                  <a:pt x="1565" y="12015"/>
                  <a:pt x="1565" y="12015"/>
                  <a:pt x="1565" y="12015"/>
                </a:cubicBezTo>
                <a:cubicBezTo>
                  <a:pt x="5322" y="12015"/>
                  <a:pt x="5322" y="12015"/>
                  <a:pt x="5322" y="12015"/>
                </a:cubicBezTo>
                <a:cubicBezTo>
                  <a:pt x="5322" y="15660"/>
                  <a:pt x="5322" y="15660"/>
                  <a:pt x="5322" y="15660"/>
                </a:cubicBezTo>
                <a:cubicBezTo>
                  <a:pt x="5322" y="15660"/>
                  <a:pt x="5322" y="15660"/>
                  <a:pt x="5322" y="15660"/>
                </a:cubicBezTo>
                <a:close/>
                <a:moveTo>
                  <a:pt x="5322" y="11340"/>
                </a:moveTo>
                <a:cubicBezTo>
                  <a:pt x="1565" y="11340"/>
                  <a:pt x="1565" y="11340"/>
                  <a:pt x="1565" y="11340"/>
                </a:cubicBezTo>
                <a:cubicBezTo>
                  <a:pt x="1565" y="7830"/>
                  <a:pt x="1565" y="7830"/>
                  <a:pt x="1565" y="7830"/>
                </a:cubicBezTo>
                <a:cubicBezTo>
                  <a:pt x="5322" y="7830"/>
                  <a:pt x="5322" y="7830"/>
                  <a:pt x="5322" y="7830"/>
                </a:cubicBezTo>
                <a:cubicBezTo>
                  <a:pt x="5322" y="11340"/>
                  <a:pt x="5322" y="11340"/>
                  <a:pt x="5322" y="11340"/>
                </a:cubicBezTo>
                <a:cubicBezTo>
                  <a:pt x="5322" y="11340"/>
                  <a:pt x="5322" y="11340"/>
                  <a:pt x="5322" y="11340"/>
                </a:cubicBezTo>
                <a:close/>
                <a:moveTo>
                  <a:pt x="5165" y="5805"/>
                </a:moveTo>
                <a:cubicBezTo>
                  <a:pt x="5009" y="5805"/>
                  <a:pt x="5009" y="5535"/>
                  <a:pt x="5009" y="5400"/>
                </a:cubicBezTo>
                <a:cubicBezTo>
                  <a:pt x="5009" y="2025"/>
                  <a:pt x="5009" y="2025"/>
                  <a:pt x="5009" y="2025"/>
                </a:cubicBezTo>
                <a:cubicBezTo>
                  <a:pt x="5009" y="1890"/>
                  <a:pt x="5009" y="1890"/>
                  <a:pt x="5165" y="1755"/>
                </a:cubicBezTo>
                <a:cubicBezTo>
                  <a:pt x="5165" y="1755"/>
                  <a:pt x="5165" y="1755"/>
                  <a:pt x="5322" y="1755"/>
                </a:cubicBezTo>
                <a:cubicBezTo>
                  <a:pt x="6104" y="1755"/>
                  <a:pt x="6104" y="1755"/>
                  <a:pt x="6104" y="1755"/>
                </a:cubicBezTo>
                <a:cubicBezTo>
                  <a:pt x="6417" y="1755"/>
                  <a:pt x="6417" y="1755"/>
                  <a:pt x="6574" y="1755"/>
                </a:cubicBezTo>
                <a:cubicBezTo>
                  <a:pt x="6574" y="1890"/>
                  <a:pt x="6574" y="1890"/>
                  <a:pt x="6574" y="2025"/>
                </a:cubicBezTo>
                <a:cubicBezTo>
                  <a:pt x="6574" y="5400"/>
                  <a:pt x="6574" y="5400"/>
                  <a:pt x="6574" y="5400"/>
                </a:cubicBezTo>
                <a:cubicBezTo>
                  <a:pt x="6574" y="5535"/>
                  <a:pt x="6574" y="5805"/>
                  <a:pt x="6574" y="5805"/>
                </a:cubicBezTo>
                <a:cubicBezTo>
                  <a:pt x="6417" y="5805"/>
                  <a:pt x="6417" y="5940"/>
                  <a:pt x="6104" y="5940"/>
                </a:cubicBezTo>
                <a:cubicBezTo>
                  <a:pt x="5322" y="5940"/>
                  <a:pt x="5322" y="5940"/>
                  <a:pt x="5322" y="5940"/>
                </a:cubicBezTo>
                <a:cubicBezTo>
                  <a:pt x="5165" y="5940"/>
                  <a:pt x="5165" y="5805"/>
                  <a:pt x="5165" y="5805"/>
                </a:cubicBezTo>
                <a:close/>
                <a:moveTo>
                  <a:pt x="10330" y="19980"/>
                </a:moveTo>
                <a:cubicBezTo>
                  <a:pt x="6104" y="19980"/>
                  <a:pt x="6104" y="19980"/>
                  <a:pt x="6104" y="19980"/>
                </a:cubicBezTo>
                <a:cubicBezTo>
                  <a:pt x="6104" y="16605"/>
                  <a:pt x="6104" y="16605"/>
                  <a:pt x="6104" y="16605"/>
                </a:cubicBezTo>
                <a:cubicBezTo>
                  <a:pt x="10330" y="16605"/>
                  <a:pt x="10330" y="16605"/>
                  <a:pt x="10330" y="16605"/>
                </a:cubicBezTo>
                <a:cubicBezTo>
                  <a:pt x="10330" y="19980"/>
                  <a:pt x="10330" y="19980"/>
                  <a:pt x="10330" y="19980"/>
                </a:cubicBezTo>
                <a:cubicBezTo>
                  <a:pt x="10330" y="19980"/>
                  <a:pt x="10330" y="19980"/>
                  <a:pt x="10330" y="19980"/>
                </a:cubicBezTo>
                <a:close/>
                <a:moveTo>
                  <a:pt x="10330" y="15660"/>
                </a:moveTo>
                <a:cubicBezTo>
                  <a:pt x="6104" y="15660"/>
                  <a:pt x="6104" y="15660"/>
                  <a:pt x="6104" y="15660"/>
                </a:cubicBezTo>
                <a:cubicBezTo>
                  <a:pt x="6104" y="12015"/>
                  <a:pt x="6104" y="12015"/>
                  <a:pt x="6104" y="12015"/>
                </a:cubicBezTo>
                <a:cubicBezTo>
                  <a:pt x="10330" y="12015"/>
                  <a:pt x="10330" y="12015"/>
                  <a:pt x="10330" y="12015"/>
                </a:cubicBezTo>
                <a:cubicBezTo>
                  <a:pt x="10330" y="15660"/>
                  <a:pt x="10330" y="15660"/>
                  <a:pt x="10330" y="15660"/>
                </a:cubicBezTo>
                <a:cubicBezTo>
                  <a:pt x="10330" y="15660"/>
                  <a:pt x="10330" y="15660"/>
                  <a:pt x="10330" y="15660"/>
                </a:cubicBezTo>
                <a:close/>
                <a:moveTo>
                  <a:pt x="10330" y="11340"/>
                </a:moveTo>
                <a:cubicBezTo>
                  <a:pt x="6104" y="11340"/>
                  <a:pt x="6104" y="11340"/>
                  <a:pt x="6104" y="11340"/>
                </a:cubicBezTo>
                <a:cubicBezTo>
                  <a:pt x="6104" y="7830"/>
                  <a:pt x="6104" y="7830"/>
                  <a:pt x="6104" y="7830"/>
                </a:cubicBezTo>
                <a:cubicBezTo>
                  <a:pt x="10330" y="7830"/>
                  <a:pt x="10330" y="7830"/>
                  <a:pt x="10330" y="7830"/>
                </a:cubicBezTo>
                <a:cubicBezTo>
                  <a:pt x="10330" y="11340"/>
                  <a:pt x="10330" y="11340"/>
                  <a:pt x="10330" y="11340"/>
                </a:cubicBezTo>
                <a:cubicBezTo>
                  <a:pt x="10330" y="11340"/>
                  <a:pt x="10330" y="11340"/>
                  <a:pt x="10330" y="11340"/>
                </a:cubicBezTo>
                <a:close/>
                <a:moveTo>
                  <a:pt x="15339" y="19980"/>
                </a:moveTo>
                <a:cubicBezTo>
                  <a:pt x="11113" y="19980"/>
                  <a:pt x="11113" y="19980"/>
                  <a:pt x="11113" y="19980"/>
                </a:cubicBezTo>
                <a:cubicBezTo>
                  <a:pt x="11113" y="16605"/>
                  <a:pt x="11113" y="16605"/>
                  <a:pt x="11113" y="16605"/>
                </a:cubicBezTo>
                <a:cubicBezTo>
                  <a:pt x="15339" y="16605"/>
                  <a:pt x="15339" y="16605"/>
                  <a:pt x="15339" y="16605"/>
                </a:cubicBezTo>
                <a:cubicBezTo>
                  <a:pt x="15339" y="19980"/>
                  <a:pt x="15339" y="19980"/>
                  <a:pt x="15339" y="19980"/>
                </a:cubicBezTo>
                <a:cubicBezTo>
                  <a:pt x="15339" y="19980"/>
                  <a:pt x="15339" y="19980"/>
                  <a:pt x="15339" y="19980"/>
                </a:cubicBezTo>
                <a:close/>
                <a:moveTo>
                  <a:pt x="15339" y="15660"/>
                </a:moveTo>
                <a:cubicBezTo>
                  <a:pt x="11113" y="15660"/>
                  <a:pt x="11113" y="15660"/>
                  <a:pt x="11113" y="15660"/>
                </a:cubicBezTo>
                <a:cubicBezTo>
                  <a:pt x="11113" y="12015"/>
                  <a:pt x="11113" y="12015"/>
                  <a:pt x="11113" y="12015"/>
                </a:cubicBezTo>
                <a:cubicBezTo>
                  <a:pt x="15339" y="12015"/>
                  <a:pt x="15339" y="12015"/>
                  <a:pt x="15339" y="12015"/>
                </a:cubicBezTo>
                <a:cubicBezTo>
                  <a:pt x="15339" y="15660"/>
                  <a:pt x="15339" y="15660"/>
                  <a:pt x="15339" y="15660"/>
                </a:cubicBezTo>
                <a:cubicBezTo>
                  <a:pt x="15339" y="15660"/>
                  <a:pt x="15339" y="15660"/>
                  <a:pt x="15339" y="15660"/>
                </a:cubicBezTo>
                <a:close/>
                <a:moveTo>
                  <a:pt x="15339" y="11340"/>
                </a:moveTo>
                <a:cubicBezTo>
                  <a:pt x="11113" y="11340"/>
                  <a:pt x="11113" y="11340"/>
                  <a:pt x="11113" y="11340"/>
                </a:cubicBezTo>
                <a:cubicBezTo>
                  <a:pt x="11113" y="7830"/>
                  <a:pt x="11113" y="7830"/>
                  <a:pt x="11113" y="7830"/>
                </a:cubicBezTo>
                <a:cubicBezTo>
                  <a:pt x="15339" y="7830"/>
                  <a:pt x="15339" y="7830"/>
                  <a:pt x="15339" y="7830"/>
                </a:cubicBezTo>
                <a:cubicBezTo>
                  <a:pt x="15339" y="11340"/>
                  <a:pt x="15339" y="11340"/>
                  <a:pt x="15339" y="11340"/>
                </a:cubicBezTo>
                <a:cubicBezTo>
                  <a:pt x="15339" y="11340"/>
                  <a:pt x="15339" y="11340"/>
                  <a:pt x="15339" y="11340"/>
                </a:cubicBezTo>
                <a:close/>
                <a:moveTo>
                  <a:pt x="15026" y="5805"/>
                </a:moveTo>
                <a:cubicBezTo>
                  <a:pt x="15026" y="5805"/>
                  <a:pt x="15026" y="5535"/>
                  <a:pt x="15026" y="5400"/>
                </a:cubicBezTo>
                <a:cubicBezTo>
                  <a:pt x="15026" y="2025"/>
                  <a:pt x="15026" y="2025"/>
                  <a:pt x="15026" y="2025"/>
                </a:cubicBezTo>
                <a:cubicBezTo>
                  <a:pt x="15026" y="1890"/>
                  <a:pt x="15026" y="1890"/>
                  <a:pt x="15026" y="1755"/>
                </a:cubicBezTo>
                <a:cubicBezTo>
                  <a:pt x="15183" y="1755"/>
                  <a:pt x="15183" y="1755"/>
                  <a:pt x="15339" y="1755"/>
                </a:cubicBezTo>
                <a:cubicBezTo>
                  <a:pt x="16122" y="1755"/>
                  <a:pt x="16122" y="1755"/>
                  <a:pt x="16122" y="1755"/>
                </a:cubicBezTo>
                <a:cubicBezTo>
                  <a:pt x="16435" y="1755"/>
                  <a:pt x="16435" y="1755"/>
                  <a:pt x="16435" y="1755"/>
                </a:cubicBezTo>
                <a:cubicBezTo>
                  <a:pt x="16591" y="1890"/>
                  <a:pt x="16591" y="1890"/>
                  <a:pt x="16591" y="2025"/>
                </a:cubicBezTo>
                <a:cubicBezTo>
                  <a:pt x="16591" y="5400"/>
                  <a:pt x="16591" y="5400"/>
                  <a:pt x="16591" y="5400"/>
                </a:cubicBezTo>
                <a:cubicBezTo>
                  <a:pt x="16591" y="5535"/>
                  <a:pt x="16591" y="5805"/>
                  <a:pt x="16435" y="5805"/>
                </a:cubicBezTo>
                <a:cubicBezTo>
                  <a:pt x="16122" y="5940"/>
                  <a:pt x="16122" y="5940"/>
                  <a:pt x="16122" y="5940"/>
                </a:cubicBezTo>
                <a:cubicBezTo>
                  <a:pt x="15339" y="5940"/>
                  <a:pt x="15339" y="5940"/>
                  <a:pt x="15339" y="5940"/>
                </a:cubicBezTo>
                <a:cubicBezTo>
                  <a:pt x="15183" y="5940"/>
                  <a:pt x="15183" y="5805"/>
                  <a:pt x="15026" y="5805"/>
                </a:cubicBezTo>
                <a:close/>
                <a:moveTo>
                  <a:pt x="20035" y="19980"/>
                </a:moveTo>
                <a:cubicBezTo>
                  <a:pt x="16122" y="19980"/>
                  <a:pt x="16122" y="19980"/>
                  <a:pt x="16122" y="19980"/>
                </a:cubicBezTo>
                <a:cubicBezTo>
                  <a:pt x="16122" y="16605"/>
                  <a:pt x="16122" y="16605"/>
                  <a:pt x="16122" y="16605"/>
                </a:cubicBezTo>
                <a:cubicBezTo>
                  <a:pt x="20035" y="16605"/>
                  <a:pt x="20035" y="16605"/>
                  <a:pt x="20035" y="16605"/>
                </a:cubicBezTo>
                <a:cubicBezTo>
                  <a:pt x="20035" y="19980"/>
                  <a:pt x="20035" y="19980"/>
                  <a:pt x="20035" y="19980"/>
                </a:cubicBezTo>
                <a:cubicBezTo>
                  <a:pt x="20035" y="19980"/>
                  <a:pt x="20035" y="19980"/>
                  <a:pt x="20035" y="19980"/>
                </a:cubicBezTo>
                <a:close/>
                <a:moveTo>
                  <a:pt x="20035" y="15660"/>
                </a:moveTo>
                <a:cubicBezTo>
                  <a:pt x="16122" y="15660"/>
                  <a:pt x="16122" y="15660"/>
                  <a:pt x="16122" y="15660"/>
                </a:cubicBezTo>
                <a:cubicBezTo>
                  <a:pt x="16122" y="12015"/>
                  <a:pt x="16122" y="12015"/>
                  <a:pt x="16122" y="12015"/>
                </a:cubicBezTo>
                <a:cubicBezTo>
                  <a:pt x="20035" y="12015"/>
                  <a:pt x="20035" y="12015"/>
                  <a:pt x="20035" y="12015"/>
                </a:cubicBezTo>
                <a:cubicBezTo>
                  <a:pt x="20035" y="15660"/>
                  <a:pt x="20035" y="15660"/>
                  <a:pt x="20035" y="15660"/>
                </a:cubicBezTo>
                <a:cubicBezTo>
                  <a:pt x="20035" y="15660"/>
                  <a:pt x="20035" y="15660"/>
                  <a:pt x="20035" y="15660"/>
                </a:cubicBezTo>
                <a:close/>
                <a:moveTo>
                  <a:pt x="20035" y="11340"/>
                </a:moveTo>
                <a:cubicBezTo>
                  <a:pt x="16122" y="11340"/>
                  <a:pt x="16122" y="11340"/>
                  <a:pt x="16122" y="11340"/>
                </a:cubicBezTo>
                <a:cubicBezTo>
                  <a:pt x="16122" y="7830"/>
                  <a:pt x="16122" y="7830"/>
                  <a:pt x="16122" y="7830"/>
                </a:cubicBezTo>
                <a:cubicBezTo>
                  <a:pt x="20035" y="7830"/>
                  <a:pt x="20035" y="7830"/>
                  <a:pt x="20035" y="7830"/>
                </a:cubicBezTo>
                <a:cubicBezTo>
                  <a:pt x="20035" y="11340"/>
                  <a:pt x="20035" y="11340"/>
                  <a:pt x="20035" y="11340"/>
                </a:cubicBezTo>
                <a:cubicBezTo>
                  <a:pt x="20035" y="11340"/>
                  <a:pt x="20035" y="11340"/>
                  <a:pt x="20035" y="11340"/>
                </a:cubicBezTo>
                <a:close/>
                <a:moveTo>
                  <a:pt x="20035" y="11340"/>
                </a:moveTo>
                <a:cubicBezTo>
                  <a:pt x="20035" y="11340"/>
                  <a:pt x="20035" y="11340"/>
                  <a:pt x="20035" y="11340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70" name="Freeform 25"/>
          <p:cNvSpPr/>
          <p:nvPr/>
        </p:nvSpPr>
        <p:spPr>
          <a:xfrm>
            <a:off x="8645850" y="6629219"/>
            <a:ext cx="507869" cy="4634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700" y="19085"/>
                </a:moveTo>
                <a:cubicBezTo>
                  <a:pt x="2700" y="0"/>
                  <a:pt x="2700" y="0"/>
                  <a:pt x="270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0268"/>
                  <a:pt x="0" y="20268"/>
                  <a:pt x="0" y="20268"/>
                </a:cubicBezTo>
                <a:cubicBezTo>
                  <a:pt x="0" y="21156"/>
                  <a:pt x="675" y="21600"/>
                  <a:pt x="1485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19085"/>
                  <a:pt x="21600" y="19085"/>
                  <a:pt x="21600" y="19085"/>
                </a:cubicBezTo>
                <a:cubicBezTo>
                  <a:pt x="2700" y="19085"/>
                  <a:pt x="2700" y="19085"/>
                  <a:pt x="2700" y="19085"/>
                </a:cubicBezTo>
                <a:cubicBezTo>
                  <a:pt x="2700" y="19085"/>
                  <a:pt x="2700" y="19085"/>
                  <a:pt x="2700" y="19085"/>
                </a:cubicBezTo>
                <a:close/>
                <a:moveTo>
                  <a:pt x="6210" y="16126"/>
                </a:moveTo>
                <a:cubicBezTo>
                  <a:pt x="7425" y="16126"/>
                  <a:pt x="7425" y="16126"/>
                  <a:pt x="7425" y="16126"/>
                </a:cubicBezTo>
                <a:cubicBezTo>
                  <a:pt x="7965" y="16126"/>
                  <a:pt x="8100" y="15978"/>
                  <a:pt x="8100" y="15682"/>
                </a:cubicBezTo>
                <a:cubicBezTo>
                  <a:pt x="8100" y="8877"/>
                  <a:pt x="8100" y="8877"/>
                  <a:pt x="8100" y="8877"/>
                </a:cubicBezTo>
                <a:cubicBezTo>
                  <a:pt x="8100" y="8433"/>
                  <a:pt x="7965" y="8137"/>
                  <a:pt x="7425" y="8137"/>
                </a:cubicBezTo>
                <a:cubicBezTo>
                  <a:pt x="6210" y="8137"/>
                  <a:pt x="6210" y="8137"/>
                  <a:pt x="6210" y="8137"/>
                </a:cubicBezTo>
                <a:cubicBezTo>
                  <a:pt x="5805" y="8137"/>
                  <a:pt x="5535" y="8433"/>
                  <a:pt x="5535" y="8877"/>
                </a:cubicBezTo>
                <a:cubicBezTo>
                  <a:pt x="5535" y="15682"/>
                  <a:pt x="5535" y="15682"/>
                  <a:pt x="5535" y="15682"/>
                </a:cubicBezTo>
                <a:cubicBezTo>
                  <a:pt x="5535" y="15978"/>
                  <a:pt x="5805" y="16126"/>
                  <a:pt x="6210" y="16126"/>
                </a:cubicBezTo>
                <a:close/>
                <a:moveTo>
                  <a:pt x="10125" y="16126"/>
                </a:moveTo>
                <a:cubicBezTo>
                  <a:pt x="11475" y="16126"/>
                  <a:pt x="11475" y="16126"/>
                  <a:pt x="11475" y="16126"/>
                </a:cubicBezTo>
                <a:cubicBezTo>
                  <a:pt x="12015" y="16126"/>
                  <a:pt x="12150" y="15978"/>
                  <a:pt x="12150" y="15682"/>
                </a:cubicBezTo>
                <a:cubicBezTo>
                  <a:pt x="12150" y="3403"/>
                  <a:pt x="12150" y="3403"/>
                  <a:pt x="12150" y="3403"/>
                </a:cubicBezTo>
                <a:cubicBezTo>
                  <a:pt x="12150" y="2959"/>
                  <a:pt x="12015" y="2663"/>
                  <a:pt x="11475" y="2663"/>
                </a:cubicBezTo>
                <a:cubicBezTo>
                  <a:pt x="10125" y="2663"/>
                  <a:pt x="10125" y="2663"/>
                  <a:pt x="10125" y="2663"/>
                </a:cubicBezTo>
                <a:cubicBezTo>
                  <a:pt x="9855" y="2663"/>
                  <a:pt x="9585" y="2959"/>
                  <a:pt x="9585" y="3403"/>
                </a:cubicBezTo>
                <a:cubicBezTo>
                  <a:pt x="9585" y="15682"/>
                  <a:pt x="9585" y="15682"/>
                  <a:pt x="9585" y="15682"/>
                </a:cubicBezTo>
                <a:cubicBezTo>
                  <a:pt x="9585" y="15978"/>
                  <a:pt x="9855" y="16126"/>
                  <a:pt x="10125" y="16126"/>
                </a:cubicBezTo>
                <a:close/>
                <a:moveTo>
                  <a:pt x="14175" y="16126"/>
                </a:moveTo>
                <a:cubicBezTo>
                  <a:pt x="15525" y="16126"/>
                  <a:pt x="15525" y="16126"/>
                  <a:pt x="15525" y="16126"/>
                </a:cubicBezTo>
                <a:cubicBezTo>
                  <a:pt x="15930" y="16126"/>
                  <a:pt x="16200" y="15978"/>
                  <a:pt x="16200" y="15682"/>
                </a:cubicBezTo>
                <a:cubicBezTo>
                  <a:pt x="16200" y="11540"/>
                  <a:pt x="16200" y="11540"/>
                  <a:pt x="16200" y="11540"/>
                </a:cubicBezTo>
                <a:cubicBezTo>
                  <a:pt x="16200" y="11096"/>
                  <a:pt x="15930" y="10652"/>
                  <a:pt x="15525" y="10652"/>
                </a:cubicBezTo>
                <a:cubicBezTo>
                  <a:pt x="14175" y="10652"/>
                  <a:pt x="14175" y="10652"/>
                  <a:pt x="14175" y="10652"/>
                </a:cubicBezTo>
                <a:cubicBezTo>
                  <a:pt x="13905" y="10652"/>
                  <a:pt x="13500" y="11096"/>
                  <a:pt x="13500" y="11540"/>
                </a:cubicBezTo>
                <a:cubicBezTo>
                  <a:pt x="13500" y="15682"/>
                  <a:pt x="13500" y="15682"/>
                  <a:pt x="13500" y="15682"/>
                </a:cubicBezTo>
                <a:cubicBezTo>
                  <a:pt x="13500" y="15978"/>
                  <a:pt x="13905" y="16126"/>
                  <a:pt x="14175" y="16126"/>
                </a:cubicBezTo>
                <a:close/>
                <a:moveTo>
                  <a:pt x="18225" y="16126"/>
                </a:moveTo>
                <a:cubicBezTo>
                  <a:pt x="19575" y="16126"/>
                  <a:pt x="19575" y="16126"/>
                  <a:pt x="19575" y="16126"/>
                </a:cubicBezTo>
                <a:cubicBezTo>
                  <a:pt x="19980" y="16126"/>
                  <a:pt x="20385" y="15978"/>
                  <a:pt x="20385" y="15682"/>
                </a:cubicBezTo>
                <a:cubicBezTo>
                  <a:pt x="20385" y="6066"/>
                  <a:pt x="20385" y="6066"/>
                  <a:pt x="20385" y="6066"/>
                </a:cubicBezTo>
                <a:cubicBezTo>
                  <a:pt x="20385" y="5622"/>
                  <a:pt x="19980" y="5474"/>
                  <a:pt x="19575" y="5474"/>
                </a:cubicBezTo>
                <a:cubicBezTo>
                  <a:pt x="18225" y="5474"/>
                  <a:pt x="18225" y="5474"/>
                  <a:pt x="18225" y="5474"/>
                </a:cubicBezTo>
                <a:cubicBezTo>
                  <a:pt x="17955" y="5474"/>
                  <a:pt x="17550" y="5622"/>
                  <a:pt x="17550" y="6066"/>
                </a:cubicBezTo>
                <a:cubicBezTo>
                  <a:pt x="17550" y="15682"/>
                  <a:pt x="17550" y="15682"/>
                  <a:pt x="17550" y="15682"/>
                </a:cubicBezTo>
                <a:cubicBezTo>
                  <a:pt x="17550" y="15978"/>
                  <a:pt x="17955" y="16126"/>
                  <a:pt x="18225" y="16126"/>
                </a:cubicBezTo>
                <a:close/>
                <a:moveTo>
                  <a:pt x="18225" y="16126"/>
                </a:moveTo>
                <a:cubicBezTo>
                  <a:pt x="18225" y="16126"/>
                  <a:pt x="18225" y="16126"/>
                  <a:pt x="18225" y="16126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71" name="Freeform 26"/>
          <p:cNvSpPr/>
          <p:nvPr/>
        </p:nvSpPr>
        <p:spPr>
          <a:xfrm>
            <a:off x="9741361" y="6655212"/>
            <a:ext cx="507869" cy="4761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195" y="19296"/>
                </a:moveTo>
                <a:cubicBezTo>
                  <a:pt x="3105" y="19296"/>
                  <a:pt x="3105" y="19296"/>
                  <a:pt x="3105" y="19296"/>
                </a:cubicBezTo>
                <a:cubicBezTo>
                  <a:pt x="6345" y="15408"/>
                  <a:pt x="6345" y="15408"/>
                  <a:pt x="6345" y="15408"/>
                </a:cubicBezTo>
                <a:cubicBezTo>
                  <a:pt x="6345" y="15408"/>
                  <a:pt x="6345" y="15408"/>
                  <a:pt x="6345" y="15408"/>
                </a:cubicBezTo>
                <a:cubicBezTo>
                  <a:pt x="6480" y="15408"/>
                  <a:pt x="6615" y="15552"/>
                  <a:pt x="6750" y="15552"/>
                </a:cubicBezTo>
                <a:cubicBezTo>
                  <a:pt x="7560" y="15552"/>
                  <a:pt x="8100" y="14832"/>
                  <a:pt x="8235" y="14112"/>
                </a:cubicBezTo>
                <a:cubicBezTo>
                  <a:pt x="8235" y="14112"/>
                  <a:pt x="8235" y="14112"/>
                  <a:pt x="8235" y="14112"/>
                </a:cubicBezTo>
                <a:cubicBezTo>
                  <a:pt x="11340" y="13392"/>
                  <a:pt x="11340" y="13392"/>
                  <a:pt x="11340" y="13392"/>
                </a:cubicBezTo>
                <a:cubicBezTo>
                  <a:pt x="11340" y="13392"/>
                  <a:pt x="11340" y="13392"/>
                  <a:pt x="11340" y="13392"/>
                </a:cubicBezTo>
                <a:cubicBezTo>
                  <a:pt x="11745" y="13680"/>
                  <a:pt x="12150" y="13968"/>
                  <a:pt x="12555" y="13968"/>
                </a:cubicBezTo>
                <a:cubicBezTo>
                  <a:pt x="13365" y="13968"/>
                  <a:pt x="14040" y="13392"/>
                  <a:pt x="14040" y="12528"/>
                </a:cubicBezTo>
                <a:cubicBezTo>
                  <a:pt x="14040" y="11952"/>
                  <a:pt x="13635" y="11376"/>
                  <a:pt x="12960" y="11088"/>
                </a:cubicBezTo>
                <a:cubicBezTo>
                  <a:pt x="12960" y="11088"/>
                  <a:pt x="12960" y="11088"/>
                  <a:pt x="12960" y="11088"/>
                </a:cubicBezTo>
                <a:cubicBezTo>
                  <a:pt x="12960" y="8064"/>
                  <a:pt x="12960" y="8064"/>
                  <a:pt x="12960" y="8064"/>
                </a:cubicBezTo>
                <a:cubicBezTo>
                  <a:pt x="12960" y="8064"/>
                  <a:pt x="12960" y="8064"/>
                  <a:pt x="12960" y="8064"/>
                </a:cubicBezTo>
                <a:cubicBezTo>
                  <a:pt x="13635" y="7920"/>
                  <a:pt x="14040" y="7488"/>
                  <a:pt x="14040" y="6768"/>
                </a:cubicBezTo>
                <a:cubicBezTo>
                  <a:pt x="14040" y="6768"/>
                  <a:pt x="14040" y="6768"/>
                  <a:pt x="14040" y="6768"/>
                </a:cubicBezTo>
                <a:cubicBezTo>
                  <a:pt x="14040" y="6768"/>
                  <a:pt x="14040" y="6768"/>
                  <a:pt x="14040" y="6768"/>
                </a:cubicBezTo>
                <a:cubicBezTo>
                  <a:pt x="18090" y="5040"/>
                  <a:pt x="18090" y="5040"/>
                  <a:pt x="18090" y="5040"/>
                </a:cubicBezTo>
                <a:cubicBezTo>
                  <a:pt x="18090" y="5040"/>
                  <a:pt x="18090" y="5040"/>
                  <a:pt x="18090" y="5040"/>
                </a:cubicBezTo>
                <a:cubicBezTo>
                  <a:pt x="18360" y="5328"/>
                  <a:pt x="18630" y="5472"/>
                  <a:pt x="19035" y="5472"/>
                </a:cubicBezTo>
                <a:cubicBezTo>
                  <a:pt x="19845" y="5472"/>
                  <a:pt x="20520" y="4752"/>
                  <a:pt x="20520" y="4032"/>
                </a:cubicBezTo>
                <a:cubicBezTo>
                  <a:pt x="20520" y="3168"/>
                  <a:pt x="19845" y="2592"/>
                  <a:pt x="19035" y="2592"/>
                </a:cubicBezTo>
                <a:cubicBezTo>
                  <a:pt x="18360" y="2592"/>
                  <a:pt x="17550" y="3168"/>
                  <a:pt x="17550" y="4032"/>
                </a:cubicBezTo>
                <a:cubicBezTo>
                  <a:pt x="17550" y="4032"/>
                  <a:pt x="17550" y="4032"/>
                  <a:pt x="17550" y="4032"/>
                </a:cubicBezTo>
                <a:cubicBezTo>
                  <a:pt x="17550" y="4032"/>
                  <a:pt x="17550" y="4032"/>
                  <a:pt x="17550" y="4032"/>
                </a:cubicBezTo>
                <a:cubicBezTo>
                  <a:pt x="13635" y="5904"/>
                  <a:pt x="13635" y="5904"/>
                  <a:pt x="13635" y="5904"/>
                </a:cubicBezTo>
                <a:cubicBezTo>
                  <a:pt x="13635" y="5760"/>
                  <a:pt x="13635" y="5760"/>
                  <a:pt x="13635" y="5760"/>
                </a:cubicBezTo>
                <a:cubicBezTo>
                  <a:pt x="13365" y="5616"/>
                  <a:pt x="12825" y="5472"/>
                  <a:pt x="12555" y="5472"/>
                </a:cubicBezTo>
                <a:cubicBezTo>
                  <a:pt x="11745" y="5472"/>
                  <a:pt x="11070" y="6048"/>
                  <a:pt x="11070" y="6768"/>
                </a:cubicBezTo>
                <a:cubicBezTo>
                  <a:pt x="11070" y="7488"/>
                  <a:pt x="11340" y="7920"/>
                  <a:pt x="12015" y="8064"/>
                </a:cubicBezTo>
                <a:cubicBezTo>
                  <a:pt x="12015" y="8064"/>
                  <a:pt x="12015" y="8064"/>
                  <a:pt x="12015" y="8064"/>
                </a:cubicBezTo>
                <a:cubicBezTo>
                  <a:pt x="12015" y="11088"/>
                  <a:pt x="12015" y="11088"/>
                  <a:pt x="12015" y="11088"/>
                </a:cubicBezTo>
                <a:cubicBezTo>
                  <a:pt x="12015" y="11088"/>
                  <a:pt x="12015" y="11088"/>
                  <a:pt x="12015" y="11088"/>
                </a:cubicBezTo>
                <a:cubicBezTo>
                  <a:pt x="11475" y="11376"/>
                  <a:pt x="11070" y="11808"/>
                  <a:pt x="11070" y="12384"/>
                </a:cubicBezTo>
                <a:cubicBezTo>
                  <a:pt x="11070" y="12384"/>
                  <a:pt x="11070" y="12384"/>
                  <a:pt x="11070" y="12384"/>
                </a:cubicBezTo>
                <a:cubicBezTo>
                  <a:pt x="7965" y="13104"/>
                  <a:pt x="7965" y="13104"/>
                  <a:pt x="7965" y="13104"/>
                </a:cubicBezTo>
                <a:cubicBezTo>
                  <a:pt x="7965" y="13104"/>
                  <a:pt x="7965" y="13104"/>
                  <a:pt x="7965" y="13104"/>
                </a:cubicBezTo>
                <a:cubicBezTo>
                  <a:pt x="7695" y="12816"/>
                  <a:pt x="7290" y="12672"/>
                  <a:pt x="6750" y="12672"/>
                </a:cubicBezTo>
                <a:cubicBezTo>
                  <a:pt x="6075" y="12672"/>
                  <a:pt x="5265" y="13104"/>
                  <a:pt x="5265" y="13968"/>
                </a:cubicBezTo>
                <a:cubicBezTo>
                  <a:pt x="5265" y="14112"/>
                  <a:pt x="5400" y="14544"/>
                  <a:pt x="5400" y="14688"/>
                </a:cubicBezTo>
                <a:cubicBezTo>
                  <a:pt x="5400" y="14688"/>
                  <a:pt x="5400" y="14688"/>
                  <a:pt x="5400" y="14688"/>
                </a:cubicBezTo>
                <a:cubicBezTo>
                  <a:pt x="2565" y="18144"/>
                  <a:pt x="2565" y="18144"/>
                  <a:pt x="2565" y="18144"/>
                </a:cubicBezTo>
                <a:cubicBezTo>
                  <a:pt x="2565" y="432"/>
                  <a:pt x="2565" y="432"/>
                  <a:pt x="2565" y="432"/>
                </a:cubicBezTo>
                <a:cubicBezTo>
                  <a:pt x="2565" y="144"/>
                  <a:pt x="2295" y="0"/>
                  <a:pt x="2025" y="0"/>
                </a:cubicBezTo>
                <a:cubicBezTo>
                  <a:pt x="1485" y="0"/>
                  <a:pt x="1485" y="0"/>
                  <a:pt x="1485" y="0"/>
                </a:cubicBezTo>
                <a:cubicBezTo>
                  <a:pt x="1215" y="0"/>
                  <a:pt x="1080" y="144"/>
                  <a:pt x="1080" y="432"/>
                </a:cubicBezTo>
                <a:cubicBezTo>
                  <a:pt x="1080" y="2016"/>
                  <a:pt x="1080" y="2016"/>
                  <a:pt x="1080" y="2016"/>
                </a:cubicBezTo>
                <a:cubicBezTo>
                  <a:pt x="405" y="2016"/>
                  <a:pt x="405" y="2016"/>
                  <a:pt x="405" y="2016"/>
                </a:cubicBezTo>
                <a:cubicBezTo>
                  <a:pt x="270" y="2016"/>
                  <a:pt x="0" y="2160"/>
                  <a:pt x="0" y="2592"/>
                </a:cubicBezTo>
                <a:cubicBezTo>
                  <a:pt x="0" y="2592"/>
                  <a:pt x="0" y="2592"/>
                  <a:pt x="0" y="2592"/>
                </a:cubicBezTo>
                <a:cubicBezTo>
                  <a:pt x="0" y="2880"/>
                  <a:pt x="270" y="3024"/>
                  <a:pt x="405" y="3024"/>
                </a:cubicBezTo>
                <a:cubicBezTo>
                  <a:pt x="1080" y="3024"/>
                  <a:pt x="1080" y="3024"/>
                  <a:pt x="1080" y="3024"/>
                </a:cubicBezTo>
                <a:cubicBezTo>
                  <a:pt x="1080" y="6912"/>
                  <a:pt x="1080" y="6912"/>
                  <a:pt x="1080" y="6912"/>
                </a:cubicBezTo>
                <a:cubicBezTo>
                  <a:pt x="405" y="6912"/>
                  <a:pt x="405" y="6912"/>
                  <a:pt x="405" y="6912"/>
                </a:cubicBezTo>
                <a:cubicBezTo>
                  <a:pt x="270" y="6912"/>
                  <a:pt x="0" y="7056"/>
                  <a:pt x="0" y="7488"/>
                </a:cubicBezTo>
                <a:cubicBezTo>
                  <a:pt x="0" y="7488"/>
                  <a:pt x="0" y="7488"/>
                  <a:pt x="0" y="7488"/>
                </a:cubicBezTo>
                <a:cubicBezTo>
                  <a:pt x="0" y="7776"/>
                  <a:pt x="270" y="7920"/>
                  <a:pt x="405" y="7920"/>
                </a:cubicBezTo>
                <a:cubicBezTo>
                  <a:pt x="1080" y="7920"/>
                  <a:pt x="1080" y="7920"/>
                  <a:pt x="1080" y="7920"/>
                </a:cubicBezTo>
                <a:cubicBezTo>
                  <a:pt x="1080" y="11808"/>
                  <a:pt x="1080" y="11808"/>
                  <a:pt x="1080" y="11808"/>
                </a:cubicBezTo>
                <a:cubicBezTo>
                  <a:pt x="405" y="11808"/>
                  <a:pt x="405" y="11808"/>
                  <a:pt x="405" y="11808"/>
                </a:cubicBezTo>
                <a:cubicBezTo>
                  <a:pt x="270" y="11808"/>
                  <a:pt x="0" y="12096"/>
                  <a:pt x="0" y="12384"/>
                </a:cubicBezTo>
                <a:cubicBezTo>
                  <a:pt x="0" y="12528"/>
                  <a:pt x="0" y="12528"/>
                  <a:pt x="0" y="12528"/>
                </a:cubicBezTo>
                <a:cubicBezTo>
                  <a:pt x="0" y="12672"/>
                  <a:pt x="270" y="12816"/>
                  <a:pt x="405" y="12816"/>
                </a:cubicBezTo>
                <a:cubicBezTo>
                  <a:pt x="1080" y="12816"/>
                  <a:pt x="1080" y="12816"/>
                  <a:pt x="1080" y="12816"/>
                </a:cubicBezTo>
                <a:cubicBezTo>
                  <a:pt x="1080" y="16848"/>
                  <a:pt x="1080" y="16848"/>
                  <a:pt x="1080" y="16848"/>
                </a:cubicBezTo>
                <a:cubicBezTo>
                  <a:pt x="405" y="16848"/>
                  <a:pt x="405" y="16848"/>
                  <a:pt x="405" y="16848"/>
                </a:cubicBezTo>
                <a:cubicBezTo>
                  <a:pt x="270" y="16848"/>
                  <a:pt x="0" y="16992"/>
                  <a:pt x="0" y="17136"/>
                </a:cubicBezTo>
                <a:cubicBezTo>
                  <a:pt x="0" y="17424"/>
                  <a:pt x="0" y="17424"/>
                  <a:pt x="0" y="17424"/>
                </a:cubicBezTo>
                <a:cubicBezTo>
                  <a:pt x="0" y="17568"/>
                  <a:pt x="270" y="17856"/>
                  <a:pt x="405" y="17856"/>
                </a:cubicBezTo>
                <a:cubicBezTo>
                  <a:pt x="1080" y="17856"/>
                  <a:pt x="1080" y="17856"/>
                  <a:pt x="1080" y="17856"/>
                </a:cubicBezTo>
                <a:cubicBezTo>
                  <a:pt x="1080" y="20304"/>
                  <a:pt x="1080" y="20304"/>
                  <a:pt x="1080" y="20304"/>
                </a:cubicBezTo>
                <a:cubicBezTo>
                  <a:pt x="1080" y="20448"/>
                  <a:pt x="1215" y="20736"/>
                  <a:pt x="1485" y="20736"/>
                </a:cubicBezTo>
                <a:cubicBezTo>
                  <a:pt x="4725" y="20736"/>
                  <a:pt x="4725" y="20736"/>
                  <a:pt x="4725" y="20736"/>
                </a:cubicBezTo>
                <a:cubicBezTo>
                  <a:pt x="4725" y="21024"/>
                  <a:pt x="4725" y="21024"/>
                  <a:pt x="4725" y="21024"/>
                </a:cubicBezTo>
                <a:cubicBezTo>
                  <a:pt x="4725" y="21456"/>
                  <a:pt x="4995" y="21600"/>
                  <a:pt x="5130" y="21600"/>
                </a:cubicBezTo>
                <a:cubicBezTo>
                  <a:pt x="5265" y="21600"/>
                  <a:pt x="5265" y="21600"/>
                  <a:pt x="5265" y="21600"/>
                </a:cubicBezTo>
                <a:cubicBezTo>
                  <a:pt x="5670" y="21600"/>
                  <a:pt x="5805" y="21456"/>
                  <a:pt x="5805" y="21024"/>
                </a:cubicBezTo>
                <a:cubicBezTo>
                  <a:pt x="5805" y="20736"/>
                  <a:pt x="5805" y="20736"/>
                  <a:pt x="5805" y="20736"/>
                </a:cubicBezTo>
                <a:cubicBezTo>
                  <a:pt x="9720" y="20736"/>
                  <a:pt x="9720" y="20736"/>
                  <a:pt x="9720" y="20736"/>
                </a:cubicBezTo>
                <a:cubicBezTo>
                  <a:pt x="9720" y="21024"/>
                  <a:pt x="9720" y="21024"/>
                  <a:pt x="9720" y="21024"/>
                </a:cubicBezTo>
                <a:cubicBezTo>
                  <a:pt x="9720" y="21456"/>
                  <a:pt x="9855" y="21600"/>
                  <a:pt x="10260" y="21600"/>
                </a:cubicBezTo>
                <a:cubicBezTo>
                  <a:pt x="10395" y="21600"/>
                  <a:pt x="10395" y="21600"/>
                  <a:pt x="10395" y="21600"/>
                </a:cubicBezTo>
                <a:cubicBezTo>
                  <a:pt x="10530" y="21600"/>
                  <a:pt x="10800" y="21456"/>
                  <a:pt x="10800" y="21024"/>
                </a:cubicBezTo>
                <a:cubicBezTo>
                  <a:pt x="10800" y="20736"/>
                  <a:pt x="10800" y="20736"/>
                  <a:pt x="10800" y="20736"/>
                </a:cubicBezTo>
                <a:cubicBezTo>
                  <a:pt x="14850" y="20736"/>
                  <a:pt x="14850" y="20736"/>
                  <a:pt x="14850" y="20736"/>
                </a:cubicBezTo>
                <a:cubicBezTo>
                  <a:pt x="14850" y="21024"/>
                  <a:pt x="14850" y="21024"/>
                  <a:pt x="14850" y="21024"/>
                </a:cubicBezTo>
                <a:cubicBezTo>
                  <a:pt x="14850" y="21456"/>
                  <a:pt x="14985" y="21600"/>
                  <a:pt x="15255" y="21600"/>
                </a:cubicBezTo>
                <a:cubicBezTo>
                  <a:pt x="15390" y="21600"/>
                  <a:pt x="15390" y="21600"/>
                  <a:pt x="15390" y="21600"/>
                </a:cubicBezTo>
                <a:cubicBezTo>
                  <a:pt x="15525" y="21600"/>
                  <a:pt x="15795" y="21456"/>
                  <a:pt x="15795" y="21024"/>
                </a:cubicBezTo>
                <a:cubicBezTo>
                  <a:pt x="15795" y="20736"/>
                  <a:pt x="15795" y="20736"/>
                  <a:pt x="15795" y="20736"/>
                </a:cubicBezTo>
                <a:cubicBezTo>
                  <a:pt x="19845" y="20736"/>
                  <a:pt x="19845" y="20736"/>
                  <a:pt x="19845" y="20736"/>
                </a:cubicBezTo>
                <a:cubicBezTo>
                  <a:pt x="19845" y="21024"/>
                  <a:pt x="19845" y="21024"/>
                  <a:pt x="19845" y="21024"/>
                </a:cubicBezTo>
                <a:cubicBezTo>
                  <a:pt x="19845" y="21456"/>
                  <a:pt x="19980" y="21600"/>
                  <a:pt x="20250" y="21600"/>
                </a:cubicBezTo>
                <a:cubicBezTo>
                  <a:pt x="20385" y="21600"/>
                  <a:pt x="20385" y="21600"/>
                  <a:pt x="20385" y="21600"/>
                </a:cubicBezTo>
                <a:cubicBezTo>
                  <a:pt x="20520" y="21600"/>
                  <a:pt x="20790" y="21456"/>
                  <a:pt x="20790" y="21024"/>
                </a:cubicBezTo>
                <a:cubicBezTo>
                  <a:pt x="20790" y="20736"/>
                  <a:pt x="20790" y="20736"/>
                  <a:pt x="20790" y="20736"/>
                </a:cubicBezTo>
                <a:cubicBezTo>
                  <a:pt x="21195" y="20736"/>
                  <a:pt x="21195" y="20736"/>
                  <a:pt x="21195" y="20736"/>
                </a:cubicBezTo>
                <a:cubicBezTo>
                  <a:pt x="21465" y="20736"/>
                  <a:pt x="21600" y="20448"/>
                  <a:pt x="21600" y="20304"/>
                </a:cubicBezTo>
                <a:cubicBezTo>
                  <a:pt x="21600" y="19584"/>
                  <a:pt x="21600" y="19584"/>
                  <a:pt x="21600" y="19584"/>
                </a:cubicBezTo>
                <a:cubicBezTo>
                  <a:pt x="21600" y="19440"/>
                  <a:pt x="21465" y="19296"/>
                  <a:pt x="21195" y="19296"/>
                </a:cubicBezTo>
                <a:close/>
                <a:moveTo>
                  <a:pt x="21195" y="19296"/>
                </a:moveTo>
                <a:cubicBezTo>
                  <a:pt x="21195" y="19296"/>
                  <a:pt x="21195" y="19296"/>
                  <a:pt x="21195" y="19296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72" name="Freeform 29"/>
          <p:cNvSpPr/>
          <p:nvPr/>
        </p:nvSpPr>
        <p:spPr>
          <a:xfrm>
            <a:off x="15297523" y="6713848"/>
            <a:ext cx="507869" cy="349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9575" y="0"/>
                </a:moveTo>
                <a:cubicBezTo>
                  <a:pt x="18765" y="0"/>
                  <a:pt x="17955" y="982"/>
                  <a:pt x="17685" y="2356"/>
                </a:cubicBezTo>
                <a:cubicBezTo>
                  <a:pt x="15795" y="2749"/>
                  <a:pt x="15795" y="2749"/>
                  <a:pt x="15795" y="2749"/>
                </a:cubicBezTo>
                <a:cubicBezTo>
                  <a:pt x="15390" y="1964"/>
                  <a:pt x="14715" y="1178"/>
                  <a:pt x="14040" y="1178"/>
                </a:cubicBezTo>
                <a:cubicBezTo>
                  <a:pt x="12960" y="1178"/>
                  <a:pt x="12150" y="2553"/>
                  <a:pt x="12150" y="4516"/>
                </a:cubicBezTo>
                <a:cubicBezTo>
                  <a:pt x="12150" y="5105"/>
                  <a:pt x="12285" y="6087"/>
                  <a:pt x="12690" y="6480"/>
                </a:cubicBezTo>
                <a:cubicBezTo>
                  <a:pt x="10800" y="12960"/>
                  <a:pt x="10800" y="12960"/>
                  <a:pt x="10800" y="12960"/>
                </a:cubicBezTo>
                <a:cubicBezTo>
                  <a:pt x="10800" y="12960"/>
                  <a:pt x="10800" y="12960"/>
                  <a:pt x="10800" y="12960"/>
                </a:cubicBezTo>
                <a:cubicBezTo>
                  <a:pt x="10530" y="12960"/>
                  <a:pt x="10260" y="12960"/>
                  <a:pt x="9855" y="13156"/>
                </a:cubicBezTo>
                <a:cubicBezTo>
                  <a:pt x="8775" y="11585"/>
                  <a:pt x="8775" y="11585"/>
                  <a:pt x="8775" y="11585"/>
                </a:cubicBezTo>
                <a:cubicBezTo>
                  <a:pt x="8910" y="11389"/>
                  <a:pt x="8910" y="10800"/>
                  <a:pt x="8910" y="10407"/>
                </a:cubicBezTo>
                <a:cubicBezTo>
                  <a:pt x="8910" y="8836"/>
                  <a:pt x="7965" y="7462"/>
                  <a:pt x="7020" y="7462"/>
                </a:cubicBezTo>
                <a:cubicBezTo>
                  <a:pt x="5805" y="7462"/>
                  <a:pt x="4860" y="8836"/>
                  <a:pt x="4860" y="10407"/>
                </a:cubicBezTo>
                <a:cubicBezTo>
                  <a:pt x="4860" y="10800"/>
                  <a:pt x="4995" y="11389"/>
                  <a:pt x="5265" y="11782"/>
                </a:cubicBezTo>
                <a:cubicBezTo>
                  <a:pt x="2700" y="15709"/>
                  <a:pt x="2700" y="15709"/>
                  <a:pt x="2700" y="15709"/>
                </a:cubicBezTo>
                <a:cubicBezTo>
                  <a:pt x="2430" y="15709"/>
                  <a:pt x="2295" y="15513"/>
                  <a:pt x="2025" y="15513"/>
                </a:cubicBezTo>
                <a:cubicBezTo>
                  <a:pt x="810" y="15513"/>
                  <a:pt x="0" y="16887"/>
                  <a:pt x="0" y="18655"/>
                </a:cubicBezTo>
                <a:cubicBezTo>
                  <a:pt x="0" y="20225"/>
                  <a:pt x="810" y="21600"/>
                  <a:pt x="2025" y="21600"/>
                </a:cubicBezTo>
                <a:cubicBezTo>
                  <a:pt x="2970" y="21600"/>
                  <a:pt x="3915" y="20225"/>
                  <a:pt x="3915" y="18655"/>
                </a:cubicBezTo>
                <a:cubicBezTo>
                  <a:pt x="3915" y="17869"/>
                  <a:pt x="3915" y="17673"/>
                  <a:pt x="3780" y="17280"/>
                </a:cubicBezTo>
                <a:cubicBezTo>
                  <a:pt x="6075" y="13353"/>
                  <a:pt x="6075" y="13353"/>
                  <a:pt x="6075" y="13353"/>
                </a:cubicBezTo>
                <a:cubicBezTo>
                  <a:pt x="6345" y="13353"/>
                  <a:pt x="6615" y="13549"/>
                  <a:pt x="7020" y="13549"/>
                </a:cubicBezTo>
                <a:cubicBezTo>
                  <a:pt x="7290" y="13549"/>
                  <a:pt x="7560" y="13353"/>
                  <a:pt x="7830" y="13156"/>
                </a:cubicBezTo>
                <a:cubicBezTo>
                  <a:pt x="9045" y="14924"/>
                  <a:pt x="9045" y="14924"/>
                  <a:pt x="9045" y="14924"/>
                </a:cubicBezTo>
                <a:cubicBezTo>
                  <a:pt x="8910" y="15120"/>
                  <a:pt x="8910" y="15709"/>
                  <a:pt x="8910" y="15905"/>
                </a:cubicBezTo>
                <a:cubicBezTo>
                  <a:pt x="8910" y="17476"/>
                  <a:pt x="9720" y="18851"/>
                  <a:pt x="10800" y="18851"/>
                </a:cubicBezTo>
                <a:cubicBezTo>
                  <a:pt x="11880" y="18851"/>
                  <a:pt x="12690" y="17476"/>
                  <a:pt x="12690" y="15905"/>
                </a:cubicBezTo>
                <a:cubicBezTo>
                  <a:pt x="12690" y="14924"/>
                  <a:pt x="12555" y="14335"/>
                  <a:pt x="12150" y="13549"/>
                </a:cubicBezTo>
                <a:cubicBezTo>
                  <a:pt x="13905" y="7462"/>
                  <a:pt x="13905" y="7462"/>
                  <a:pt x="13905" y="7462"/>
                </a:cubicBezTo>
                <a:cubicBezTo>
                  <a:pt x="14040" y="7462"/>
                  <a:pt x="14040" y="7462"/>
                  <a:pt x="14040" y="7462"/>
                </a:cubicBezTo>
                <a:cubicBezTo>
                  <a:pt x="14985" y="7462"/>
                  <a:pt x="15795" y="6284"/>
                  <a:pt x="15930" y="4909"/>
                </a:cubicBezTo>
                <a:cubicBezTo>
                  <a:pt x="17955" y="4516"/>
                  <a:pt x="17955" y="4516"/>
                  <a:pt x="17955" y="4516"/>
                </a:cubicBezTo>
                <a:cubicBezTo>
                  <a:pt x="18225" y="5498"/>
                  <a:pt x="18900" y="6087"/>
                  <a:pt x="19575" y="6087"/>
                </a:cubicBezTo>
                <a:cubicBezTo>
                  <a:pt x="20790" y="6087"/>
                  <a:pt x="21600" y="4713"/>
                  <a:pt x="21600" y="3142"/>
                </a:cubicBezTo>
                <a:cubicBezTo>
                  <a:pt x="21600" y="1375"/>
                  <a:pt x="20790" y="0"/>
                  <a:pt x="19575" y="0"/>
                </a:cubicBezTo>
                <a:close/>
                <a:moveTo>
                  <a:pt x="2025" y="20225"/>
                </a:moveTo>
                <a:cubicBezTo>
                  <a:pt x="1350" y="20225"/>
                  <a:pt x="810" y="19636"/>
                  <a:pt x="810" y="18655"/>
                </a:cubicBezTo>
                <a:cubicBezTo>
                  <a:pt x="810" y="17476"/>
                  <a:pt x="1350" y="16887"/>
                  <a:pt x="2025" y="16887"/>
                </a:cubicBezTo>
                <a:cubicBezTo>
                  <a:pt x="2565" y="16887"/>
                  <a:pt x="2970" y="17476"/>
                  <a:pt x="2970" y="18655"/>
                </a:cubicBezTo>
                <a:cubicBezTo>
                  <a:pt x="2970" y="19636"/>
                  <a:pt x="2565" y="20225"/>
                  <a:pt x="2025" y="20225"/>
                </a:cubicBezTo>
                <a:close/>
                <a:moveTo>
                  <a:pt x="5805" y="10407"/>
                </a:moveTo>
                <a:cubicBezTo>
                  <a:pt x="5805" y="9425"/>
                  <a:pt x="6345" y="8836"/>
                  <a:pt x="7020" y="8836"/>
                </a:cubicBezTo>
                <a:cubicBezTo>
                  <a:pt x="7560" y="8836"/>
                  <a:pt x="7965" y="9425"/>
                  <a:pt x="7965" y="10407"/>
                </a:cubicBezTo>
                <a:cubicBezTo>
                  <a:pt x="7965" y="11389"/>
                  <a:pt x="7560" y="12175"/>
                  <a:pt x="7020" y="12175"/>
                </a:cubicBezTo>
                <a:cubicBezTo>
                  <a:pt x="6345" y="12175"/>
                  <a:pt x="5805" y="11389"/>
                  <a:pt x="5805" y="10407"/>
                </a:cubicBezTo>
                <a:close/>
                <a:moveTo>
                  <a:pt x="10800" y="17673"/>
                </a:moveTo>
                <a:cubicBezTo>
                  <a:pt x="10260" y="17673"/>
                  <a:pt x="9720" y="16887"/>
                  <a:pt x="9720" y="15905"/>
                </a:cubicBezTo>
                <a:cubicBezTo>
                  <a:pt x="9720" y="14924"/>
                  <a:pt x="10260" y="14335"/>
                  <a:pt x="10800" y="14335"/>
                </a:cubicBezTo>
                <a:cubicBezTo>
                  <a:pt x="11340" y="14335"/>
                  <a:pt x="11880" y="14924"/>
                  <a:pt x="11880" y="15905"/>
                </a:cubicBezTo>
                <a:cubicBezTo>
                  <a:pt x="11880" y="16887"/>
                  <a:pt x="11340" y="17673"/>
                  <a:pt x="10800" y="17673"/>
                </a:cubicBezTo>
                <a:close/>
                <a:moveTo>
                  <a:pt x="14040" y="6087"/>
                </a:moveTo>
                <a:cubicBezTo>
                  <a:pt x="13500" y="6087"/>
                  <a:pt x="12960" y="5302"/>
                  <a:pt x="12960" y="4516"/>
                </a:cubicBezTo>
                <a:cubicBezTo>
                  <a:pt x="12960" y="3535"/>
                  <a:pt x="13500" y="2553"/>
                  <a:pt x="14040" y="2553"/>
                </a:cubicBezTo>
                <a:cubicBezTo>
                  <a:pt x="14580" y="2553"/>
                  <a:pt x="15255" y="3535"/>
                  <a:pt x="15255" y="4516"/>
                </a:cubicBezTo>
                <a:cubicBezTo>
                  <a:pt x="15255" y="5302"/>
                  <a:pt x="14580" y="6087"/>
                  <a:pt x="14040" y="6087"/>
                </a:cubicBezTo>
                <a:close/>
                <a:moveTo>
                  <a:pt x="19575" y="4713"/>
                </a:moveTo>
                <a:cubicBezTo>
                  <a:pt x="19035" y="4713"/>
                  <a:pt x="18630" y="3927"/>
                  <a:pt x="18630" y="3142"/>
                </a:cubicBezTo>
                <a:cubicBezTo>
                  <a:pt x="18630" y="2160"/>
                  <a:pt x="19035" y="1375"/>
                  <a:pt x="19575" y="1375"/>
                </a:cubicBezTo>
                <a:cubicBezTo>
                  <a:pt x="20250" y="1375"/>
                  <a:pt x="20790" y="2160"/>
                  <a:pt x="20790" y="3142"/>
                </a:cubicBezTo>
                <a:cubicBezTo>
                  <a:pt x="20790" y="3927"/>
                  <a:pt x="20250" y="4713"/>
                  <a:pt x="19575" y="4713"/>
                </a:cubicBezTo>
                <a:close/>
                <a:moveTo>
                  <a:pt x="19575" y="4713"/>
                </a:moveTo>
                <a:cubicBezTo>
                  <a:pt x="19575" y="4713"/>
                  <a:pt x="19575" y="4713"/>
                  <a:pt x="19575" y="4713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73" name="Freeform 33"/>
          <p:cNvSpPr/>
          <p:nvPr/>
        </p:nvSpPr>
        <p:spPr>
          <a:xfrm>
            <a:off x="6406501" y="6584780"/>
            <a:ext cx="472954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184" y="17145"/>
                </a:moveTo>
                <a:cubicBezTo>
                  <a:pt x="7488" y="17145"/>
                  <a:pt x="7488" y="17145"/>
                  <a:pt x="7488" y="17145"/>
                </a:cubicBezTo>
                <a:cubicBezTo>
                  <a:pt x="7776" y="17145"/>
                  <a:pt x="8496" y="16740"/>
                  <a:pt x="8496" y="16065"/>
                </a:cubicBezTo>
                <a:cubicBezTo>
                  <a:pt x="8496" y="12015"/>
                  <a:pt x="8496" y="12015"/>
                  <a:pt x="8496" y="12015"/>
                </a:cubicBezTo>
                <a:cubicBezTo>
                  <a:pt x="8496" y="11340"/>
                  <a:pt x="7776" y="10935"/>
                  <a:pt x="7488" y="10935"/>
                </a:cubicBezTo>
                <a:cubicBezTo>
                  <a:pt x="5184" y="10935"/>
                  <a:pt x="5184" y="10935"/>
                  <a:pt x="5184" y="10935"/>
                </a:cubicBezTo>
                <a:cubicBezTo>
                  <a:pt x="4608" y="10935"/>
                  <a:pt x="4176" y="11340"/>
                  <a:pt x="4176" y="12015"/>
                </a:cubicBezTo>
                <a:cubicBezTo>
                  <a:pt x="4176" y="16065"/>
                  <a:pt x="4176" y="16065"/>
                  <a:pt x="4176" y="16065"/>
                </a:cubicBezTo>
                <a:cubicBezTo>
                  <a:pt x="4176" y="16740"/>
                  <a:pt x="4608" y="17145"/>
                  <a:pt x="5184" y="17145"/>
                </a:cubicBezTo>
                <a:close/>
                <a:moveTo>
                  <a:pt x="10944" y="17145"/>
                </a:moveTo>
                <a:cubicBezTo>
                  <a:pt x="13248" y="17145"/>
                  <a:pt x="13248" y="17145"/>
                  <a:pt x="13248" y="17145"/>
                </a:cubicBezTo>
                <a:cubicBezTo>
                  <a:pt x="13824" y="17145"/>
                  <a:pt x="14256" y="16740"/>
                  <a:pt x="14256" y="16200"/>
                </a:cubicBezTo>
                <a:cubicBezTo>
                  <a:pt x="14256" y="9045"/>
                  <a:pt x="14256" y="9045"/>
                  <a:pt x="14256" y="9045"/>
                </a:cubicBezTo>
                <a:cubicBezTo>
                  <a:pt x="14256" y="8505"/>
                  <a:pt x="13824" y="8100"/>
                  <a:pt x="13248" y="8100"/>
                </a:cubicBezTo>
                <a:cubicBezTo>
                  <a:pt x="10944" y="8100"/>
                  <a:pt x="10944" y="8100"/>
                  <a:pt x="10944" y="8100"/>
                </a:cubicBezTo>
                <a:cubicBezTo>
                  <a:pt x="10512" y="8100"/>
                  <a:pt x="9936" y="8505"/>
                  <a:pt x="9936" y="9045"/>
                </a:cubicBezTo>
                <a:cubicBezTo>
                  <a:pt x="9936" y="16200"/>
                  <a:pt x="9936" y="16200"/>
                  <a:pt x="9936" y="16200"/>
                </a:cubicBezTo>
                <a:cubicBezTo>
                  <a:pt x="9936" y="16740"/>
                  <a:pt x="10512" y="17145"/>
                  <a:pt x="10944" y="17145"/>
                </a:cubicBezTo>
                <a:close/>
                <a:moveTo>
                  <a:pt x="16848" y="17145"/>
                </a:moveTo>
                <a:cubicBezTo>
                  <a:pt x="18864" y="17145"/>
                  <a:pt x="18864" y="17145"/>
                  <a:pt x="18864" y="17145"/>
                </a:cubicBezTo>
                <a:cubicBezTo>
                  <a:pt x="19584" y="17145"/>
                  <a:pt x="20016" y="16740"/>
                  <a:pt x="20016" y="16200"/>
                </a:cubicBezTo>
                <a:cubicBezTo>
                  <a:pt x="20016" y="9045"/>
                  <a:pt x="20016" y="9045"/>
                  <a:pt x="20016" y="9045"/>
                </a:cubicBezTo>
                <a:cubicBezTo>
                  <a:pt x="20016" y="8505"/>
                  <a:pt x="19584" y="8100"/>
                  <a:pt x="18864" y="8100"/>
                </a:cubicBezTo>
                <a:cubicBezTo>
                  <a:pt x="16848" y="8100"/>
                  <a:pt x="16848" y="8100"/>
                  <a:pt x="16848" y="8100"/>
                </a:cubicBezTo>
                <a:cubicBezTo>
                  <a:pt x="16272" y="8100"/>
                  <a:pt x="15840" y="8505"/>
                  <a:pt x="15840" y="9045"/>
                </a:cubicBezTo>
                <a:cubicBezTo>
                  <a:pt x="15840" y="16200"/>
                  <a:pt x="15840" y="16200"/>
                  <a:pt x="15840" y="16200"/>
                </a:cubicBezTo>
                <a:cubicBezTo>
                  <a:pt x="15840" y="16740"/>
                  <a:pt x="16272" y="17145"/>
                  <a:pt x="16848" y="17145"/>
                </a:cubicBezTo>
                <a:close/>
                <a:moveTo>
                  <a:pt x="20592" y="19035"/>
                </a:moveTo>
                <a:cubicBezTo>
                  <a:pt x="3456" y="19035"/>
                  <a:pt x="3456" y="19035"/>
                  <a:pt x="3456" y="19035"/>
                </a:cubicBezTo>
                <a:cubicBezTo>
                  <a:pt x="3168" y="19035"/>
                  <a:pt x="2736" y="18630"/>
                  <a:pt x="2736" y="17955"/>
                </a:cubicBezTo>
                <a:cubicBezTo>
                  <a:pt x="2736" y="1080"/>
                  <a:pt x="2736" y="1080"/>
                  <a:pt x="2736" y="1080"/>
                </a:cubicBezTo>
                <a:cubicBezTo>
                  <a:pt x="2736" y="405"/>
                  <a:pt x="2016" y="0"/>
                  <a:pt x="1440" y="0"/>
                </a:cubicBezTo>
                <a:cubicBezTo>
                  <a:pt x="1008" y="0"/>
                  <a:pt x="1008" y="0"/>
                  <a:pt x="1008" y="0"/>
                </a:cubicBezTo>
                <a:cubicBezTo>
                  <a:pt x="720" y="0"/>
                  <a:pt x="0" y="405"/>
                  <a:pt x="0" y="1080"/>
                </a:cubicBezTo>
                <a:cubicBezTo>
                  <a:pt x="0" y="20385"/>
                  <a:pt x="0" y="20385"/>
                  <a:pt x="0" y="20385"/>
                </a:cubicBezTo>
                <a:cubicBezTo>
                  <a:pt x="0" y="21060"/>
                  <a:pt x="720" y="21600"/>
                  <a:pt x="1008" y="21600"/>
                </a:cubicBezTo>
                <a:cubicBezTo>
                  <a:pt x="20592" y="21600"/>
                  <a:pt x="20592" y="21600"/>
                  <a:pt x="20592" y="21600"/>
                </a:cubicBezTo>
                <a:cubicBezTo>
                  <a:pt x="21168" y="21600"/>
                  <a:pt x="21600" y="21060"/>
                  <a:pt x="21600" y="20385"/>
                </a:cubicBezTo>
                <a:cubicBezTo>
                  <a:pt x="21600" y="20250"/>
                  <a:pt x="21600" y="20250"/>
                  <a:pt x="21600" y="20250"/>
                </a:cubicBezTo>
                <a:cubicBezTo>
                  <a:pt x="21600" y="19575"/>
                  <a:pt x="21168" y="19035"/>
                  <a:pt x="20592" y="1903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74" name="Freeform 35"/>
          <p:cNvSpPr/>
          <p:nvPr/>
        </p:nvSpPr>
        <p:spPr>
          <a:xfrm>
            <a:off x="17530421" y="6654293"/>
            <a:ext cx="507869" cy="4951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45" y="3877"/>
                </a:moveTo>
                <a:cubicBezTo>
                  <a:pt x="12555" y="3877"/>
                  <a:pt x="12555" y="3877"/>
                  <a:pt x="12555" y="3877"/>
                </a:cubicBezTo>
                <a:cubicBezTo>
                  <a:pt x="12555" y="4985"/>
                  <a:pt x="13365" y="5954"/>
                  <a:pt x="14310" y="5954"/>
                </a:cubicBezTo>
                <a:cubicBezTo>
                  <a:pt x="16200" y="5954"/>
                  <a:pt x="16200" y="5954"/>
                  <a:pt x="16200" y="5954"/>
                </a:cubicBezTo>
                <a:cubicBezTo>
                  <a:pt x="17145" y="5954"/>
                  <a:pt x="17820" y="4985"/>
                  <a:pt x="17820" y="3877"/>
                </a:cubicBezTo>
                <a:cubicBezTo>
                  <a:pt x="20520" y="3877"/>
                  <a:pt x="20520" y="3877"/>
                  <a:pt x="20520" y="3877"/>
                </a:cubicBezTo>
                <a:cubicBezTo>
                  <a:pt x="21060" y="3877"/>
                  <a:pt x="21600" y="3600"/>
                  <a:pt x="21600" y="3046"/>
                </a:cubicBezTo>
                <a:cubicBezTo>
                  <a:pt x="21600" y="2492"/>
                  <a:pt x="21060" y="2077"/>
                  <a:pt x="20520" y="2077"/>
                </a:cubicBezTo>
                <a:cubicBezTo>
                  <a:pt x="17820" y="2077"/>
                  <a:pt x="17820" y="2077"/>
                  <a:pt x="17820" y="2077"/>
                </a:cubicBezTo>
                <a:cubicBezTo>
                  <a:pt x="17820" y="969"/>
                  <a:pt x="17145" y="0"/>
                  <a:pt x="16200" y="0"/>
                </a:cubicBezTo>
                <a:cubicBezTo>
                  <a:pt x="14310" y="0"/>
                  <a:pt x="14310" y="0"/>
                  <a:pt x="14310" y="0"/>
                </a:cubicBezTo>
                <a:cubicBezTo>
                  <a:pt x="13365" y="0"/>
                  <a:pt x="12555" y="969"/>
                  <a:pt x="12555" y="2077"/>
                </a:cubicBezTo>
                <a:cubicBezTo>
                  <a:pt x="945" y="2077"/>
                  <a:pt x="945" y="2077"/>
                  <a:pt x="945" y="2077"/>
                </a:cubicBezTo>
                <a:cubicBezTo>
                  <a:pt x="405" y="2077"/>
                  <a:pt x="0" y="2492"/>
                  <a:pt x="0" y="3046"/>
                </a:cubicBezTo>
                <a:cubicBezTo>
                  <a:pt x="0" y="3600"/>
                  <a:pt x="405" y="3877"/>
                  <a:pt x="945" y="3877"/>
                </a:cubicBezTo>
                <a:close/>
                <a:moveTo>
                  <a:pt x="14310" y="2077"/>
                </a:moveTo>
                <a:cubicBezTo>
                  <a:pt x="16200" y="2077"/>
                  <a:pt x="16200" y="2077"/>
                  <a:pt x="16200" y="2077"/>
                </a:cubicBezTo>
                <a:cubicBezTo>
                  <a:pt x="16200" y="3877"/>
                  <a:pt x="16200" y="3877"/>
                  <a:pt x="16200" y="3877"/>
                </a:cubicBezTo>
                <a:cubicBezTo>
                  <a:pt x="14310" y="3877"/>
                  <a:pt x="14310" y="3877"/>
                  <a:pt x="14310" y="3877"/>
                </a:cubicBezTo>
                <a:lnTo>
                  <a:pt x="14310" y="2077"/>
                </a:lnTo>
                <a:close/>
                <a:moveTo>
                  <a:pt x="20520" y="9831"/>
                </a:moveTo>
                <a:cubicBezTo>
                  <a:pt x="9045" y="9831"/>
                  <a:pt x="9045" y="9831"/>
                  <a:pt x="9045" y="9831"/>
                </a:cubicBezTo>
                <a:cubicBezTo>
                  <a:pt x="9045" y="8862"/>
                  <a:pt x="8100" y="8031"/>
                  <a:pt x="7155" y="8031"/>
                </a:cubicBezTo>
                <a:cubicBezTo>
                  <a:pt x="5265" y="8031"/>
                  <a:pt x="5265" y="8031"/>
                  <a:pt x="5265" y="8031"/>
                </a:cubicBezTo>
                <a:cubicBezTo>
                  <a:pt x="4320" y="8031"/>
                  <a:pt x="3645" y="8862"/>
                  <a:pt x="3645" y="9831"/>
                </a:cubicBezTo>
                <a:cubicBezTo>
                  <a:pt x="945" y="9831"/>
                  <a:pt x="945" y="9831"/>
                  <a:pt x="945" y="9831"/>
                </a:cubicBezTo>
                <a:cubicBezTo>
                  <a:pt x="405" y="9831"/>
                  <a:pt x="0" y="10385"/>
                  <a:pt x="0" y="10938"/>
                </a:cubicBezTo>
                <a:cubicBezTo>
                  <a:pt x="0" y="11492"/>
                  <a:pt x="405" y="11769"/>
                  <a:pt x="945" y="11769"/>
                </a:cubicBezTo>
                <a:cubicBezTo>
                  <a:pt x="3645" y="11769"/>
                  <a:pt x="3645" y="11769"/>
                  <a:pt x="3645" y="11769"/>
                </a:cubicBezTo>
                <a:cubicBezTo>
                  <a:pt x="3645" y="12877"/>
                  <a:pt x="4320" y="13846"/>
                  <a:pt x="5265" y="13846"/>
                </a:cubicBezTo>
                <a:cubicBezTo>
                  <a:pt x="7155" y="13846"/>
                  <a:pt x="7155" y="13846"/>
                  <a:pt x="7155" y="13846"/>
                </a:cubicBezTo>
                <a:cubicBezTo>
                  <a:pt x="8100" y="13846"/>
                  <a:pt x="9045" y="12877"/>
                  <a:pt x="9045" y="11769"/>
                </a:cubicBezTo>
                <a:cubicBezTo>
                  <a:pt x="20520" y="11769"/>
                  <a:pt x="20520" y="11769"/>
                  <a:pt x="20520" y="11769"/>
                </a:cubicBezTo>
                <a:cubicBezTo>
                  <a:pt x="21060" y="11769"/>
                  <a:pt x="21600" y="11492"/>
                  <a:pt x="21600" y="10938"/>
                </a:cubicBezTo>
                <a:cubicBezTo>
                  <a:pt x="21600" y="10385"/>
                  <a:pt x="21060" y="9831"/>
                  <a:pt x="20520" y="9831"/>
                </a:cubicBezTo>
                <a:close/>
                <a:moveTo>
                  <a:pt x="7155" y="11769"/>
                </a:moveTo>
                <a:cubicBezTo>
                  <a:pt x="5265" y="11769"/>
                  <a:pt x="5265" y="11769"/>
                  <a:pt x="5265" y="11769"/>
                </a:cubicBezTo>
                <a:cubicBezTo>
                  <a:pt x="5265" y="9831"/>
                  <a:pt x="5265" y="9831"/>
                  <a:pt x="5265" y="9831"/>
                </a:cubicBezTo>
                <a:cubicBezTo>
                  <a:pt x="7155" y="9831"/>
                  <a:pt x="7155" y="9831"/>
                  <a:pt x="7155" y="9831"/>
                </a:cubicBezTo>
                <a:lnTo>
                  <a:pt x="7155" y="11769"/>
                </a:lnTo>
                <a:close/>
                <a:moveTo>
                  <a:pt x="20520" y="17723"/>
                </a:moveTo>
                <a:cubicBezTo>
                  <a:pt x="14310" y="17723"/>
                  <a:pt x="14310" y="17723"/>
                  <a:pt x="14310" y="17723"/>
                </a:cubicBezTo>
                <a:cubicBezTo>
                  <a:pt x="14310" y="16615"/>
                  <a:pt x="13500" y="15923"/>
                  <a:pt x="12555" y="15923"/>
                </a:cubicBezTo>
                <a:cubicBezTo>
                  <a:pt x="10800" y="15923"/>
                  <a:pt x="10800" y="15923"/>
                  <a:pt x="10800" y="15923"/>
                </a:cubicBezTo>
                <a:cubicBezTo>
                  <a:pt x="9855" y="15923"/>
                  <a:pt x="9045" y="16615"/>
                  <a:pt x="9045" y="17723"/>
                </a:cubicBezTo>
                <a:cubicBezTo>
                  <a:pt x="945" y="17723"/>
                  <a:pt x="945" y="17723"/>
                  <a:pt x="945" y="17723"/>
                </a:cubicBezTo>
                <a:cubicBezTo>
                  <a:pt x="405" y="17723"/>
                  <a:pt x="0" y="18138"/>
                  <a:pt x="0" y="18692"/>
                </a:cubicBezTo>
                <a:cubicBezTo>
                  <a:pt x="0" y="19246"/>
                  <a:pt x="405" y="19662"/>
                  <a:pt x="945" y="19662"/>
                </a:cubicBezTo>
                <a:cubicBezTo>
                  <a:pt x="9045" y="19662"/>
                  <a:pt x="9045" y="19662"/>
                  <a:pt x="9045" y="19662"/>
                </a:cubicBezTo>
                <a:cubicBezTo>
                  <a:pt x="9045" y="20769"/>
                  <a:pt x="9855" y="21600"/>
                  <a:pt x="10800" y="21600"/>
                </a:cubicBezTo>
                <a:cubicBezTo>
                  <a:pt x="12555" y="21600"/>
                  <a:pt x="12555" y="21600"/>
                  <a:pt x="12555" y="21600"/>
                </a:cubicBezTo>
                <a:cubicBezTo>
                  <a:pt x="13500" y="21600"/>
                  <a:pt x="14310" y="20769"/>
                  <a:pt x="14310" y="19662"/>
                </a:cubicBezTo>
                <a:cubicBezTo>
                  <a:pt x="20520" y="19662"/>
                  <a:pt x="20520" y="19662"/>
                  <a:pt x="20520" y="19662"/>
                </a:cubicBezTo>
                <a:cubicBezTo>
                  <a:pt x="21060" y="19662"/>
                  <a:pt x="21600" y="19246"/>
                  <a:pt x="21600" y="18692"/>
                </a:cubicBezTo>
                <a:cubicBezTo>
                  <a:pt x="21600" y="18138"/>
                  <a:pt x="21060" y="17723"/>
                  <a:pt x="20520" y="17723"/>
                </a:cubicBezTo>
                <a:close/>
                <a:moveTo>
                  <a:pt x="12555" y="19662"/>
                </a:moveTo>
                <a:cubicBezTo>
                  <a:pt x="10800" y="19662"/>
                  <a:pt x="10800" y="19662"/>
                  <a:pt x="10800" y="19662"/>
                </a:cubicBezTo>
                <a:cubicBezTo>
                  <a:pt x="10800" y="17723"/>
                  <a:pt x="10800" y="17723"/>
                  <a:pt x="10800" y="17723"/>
                </a:cubicBezTo>
                <a:cubicBezTo>
                  <a:pt x="12555" y="17723"/>
                  <a:pt x="12555" y="17723"/>
                  <a:pt x="12555" y="17723"/>
                </a:cubicBezTo>
                <a:lnTo>
                  <a:pt x="12555" y="19662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75" name="Freeform 65"/>
          <p:cNvSpPr/>
          <p:nvPr/>
        </p:nvSpPr>
        <p:spPr>
          <a:xfrm>
            <a:off x="10844070" y="6599610"/>
            <a:ext cx="474540" cy="5070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28" h="21566" fill="norm" stroke="1" extrusionOk="0">
                <a:moveTo>
                  <a:pt x="21240" y="18461"/>
                </a:moveTo>
                <a:cubicBezTo>
                  <a:pt x="18648" y="16166"/>
                  <a:pt x="18648" y="16166"/>
                  <a:pt x="18648" y="16166"/>
                </a:cubicBezTo>
                <a:cubicBezTo>
                  <a:pt x="18360" y="15896"/>
                  <a:pt x="18216" y="15896"/>
                  <a:pt x="18072" y="16166"/>
                </a:cubicBezTo>
                <a:cubicBezTo>
                  <a:pt x="17784" y="16166"/>
                  <a:pt x="17784" y="16301"/>
                  <a:pt x="17784" y="16571"/>
                </a:cubicBezTo>
                <a:cubicBezTo>
                  <a:pt x="17784" y="17921"/>
                  <a:pt x="17784" y="17921"/>
                  <a:pt x="17784" y="17921"/>
                </a:cubicBezTo>
                <a:cubicBezTo>
                  <a:pt x="3672" y="17921"/>
                  <a:pt x="3672" y="17921"/>
                  <a:pt x="3672" y="17921"/>
                </a:cubicBezTo>
                <a:cubicBezTo>
                  <a:pt x="3672" y="3611"/>
                  <a:pt x="3672" y="3611"/>
                  <a:pt x="3672" y="3611"/>
                </a:cubicBezTo>
                <a:cubicBezTo>
                  <a:pt x="4968" y="3611"/>
                  <a:pt x="4968" y="3611"/>
                  <a:pt x="4968" y="3611"/>
                </a:cubicBezTo>
                <a:cubicBezTo>
                  <a:pt x="5400" y="3611"/>
                  <a:pt x="5544" y="3476"/>
                  <a:pt x="5544" y="3206"/>
                </a:cubicBezTo>
                <a:cubicBezTo>
                  <a:pt x="5544" y="3071"/>
                  <a:pt x="5400" y="2936"/>
                  <a:pt x="5400" y="2936"/>
                </a:cubicBezTo>
                <a:cubicBezTo>
                  <a:pt x="3096" y="101"/>
                  <a:pt x="3096" y="101"/>
                  <a:pt x="3096" y="101"/>
                </a:cubicBezTo>
                <a:cubicBezTo>
                  <a:pt x="2952" y="-34"/>
                  <a:pt x="2664" y="-34"/>
                  <a:pt x="2520" y="101"/>
                </a:cubicBezTo>
                <a:cubicBezTo>
                  <a:pt x="216" y="2936"/>
                  <a:pt x="216" y="2936"/>
                  <a:pt x="216" y="2936"/>
                </a:cubicBezTo>
                <a:cubicBezTo>
                  <a:pt x="-72" y="3071"/>
                  <a:pt x="-72" y="3206"/>
                  <a:pt x="216" y="3476"/>
                </a:cubicBezTo>
                <a:cubicBezTo>
                  <a:pt x="216" y="3611"/>
                  <a:pt x="360" y="3611"/>
                  <a:pt x="648" y="3611"/>
                </a:cubicBezTo>
                <a:cubicBezTo>
                  <a:pt x="1944" y="3611"/>
                  <a:pt x="1944" y="3611"/>
                  <a:pt x="1944" y="3611"/>
                </a:cubicBezTo>
                <a:cubicBezTo>
                  <a:pt x="1944" y="18866"/>
                  <a:pt x="1944" y="18866"/>
                  <a:pt x="1944" y="18866"/>
                </a:cubicBezTo>
                <a:cubicBezTo>
                  <a:pt x="1944" y="19271"/>
                  <a:pt x="2376" y="19676"/>
                  <a:pt x="2664" y="19676"/>
                </a:cubicBezTo>
                <a:cubicBezTo>
                  <a:pt x="17784" y="19676"/>
                  <a:pt x="17784" y="19676"/>
                  <a:pt x="17784" y="19676"/>
                </a:cubicBezTo>
                <a:cubicBezTo>
                  <a:pt x="17784" y="21026"/>
                  <a:pt x="17784" y="21026"/>
                  <a:pt x="17784" y="21026"/>
                </a:cubicBezTo>
                <a:cubicBezTo>
                  <a:pt x="17784" y="21161"/>
                  <a:pt x="17784" y="21431"/>
                  <a:pt x="18072" y="21431"/>
                </a:cubicBezTo>
                <a:cubicBezTo>
                  <a:pt x="18216" y="21566"/>
                  <a:pt x="18216" y="21566"/>
                  <a:pt x="18216" y="21566"/>
                </a:cubicBezTo>
                <a:cubicBezTo>
                  <a:pt x="18360" y="21566"/>
                  <a:pt x="18360" y="21431"/>
                  <a:pt x="18648" y="21431"/>
                </a:cubicBezTo>
                <a:cubicBezTo>
                  <a:pt x="21240" y="19001"/>
                  <a:pt x="21240" y="19001"/>
                  <a:pt x="21240" y="19001"/>
                </a:cubicBezTo>
                <a:cubicBezTo>
                  <a:pt x="21528" y="18866"/>
                  <a:pt x="21528" y="18866"/>
                  <a:pt x="21528" y="18866"/>
                </a:cubicBezTo>
                <a:cubicBezTo>
                  <a:pt x="21528" y="18731"/>
                  <a:pt x="21240" y="18461"/>
                  <a:pt x="21240" y="18461"/>
                </a:cubicBezTo>
                <a:close/>
                <a:moveTo>
                  <a:pt x="4968" y="14141"/>
                </a:moveTo>
                <a:cubicBezTo>
                  <a:pt x="4968" y="14951"/>
                  <a:pt x="5544" y="15491"/>
                  <a:pt x="6408" y="15491"/>
                </a:cubicBezTo>
                <a:cubicBezTo>
                  <a:pt x="15624" y="15491"/>
                  <a:pt x="15624" y="15491"/>
                  <a:pt x="15624" y="15491"/>
                </a:cubicBezTo>
                <a:cubicBezTo>
                  <a:pt x="16344" y="15491"/>
                  <a:pt x="16920" y="14951"/>
                  <a:pt x="16920" y="14141"/>
                </a:cubicBezTo>
                <a:cubicBezTo>
                  <a:pt x="16920" y="13331"/>
                  <a:pt x="16344" y="12791"/>
                  <a:pt x="15624" y="12791"/>
                </a:cubicBezTo>
                <a:cubicBezTo>
                  <a:pt x="6408" y="12791"/>
                  <a:pt x="6408" y="12791"/>
                  <a:pt x="6408" y="12791"/>
                </a:cubicBezTo>
                <a:cubicBezTo>
                  <a:pt x="5544" y="12791"/>
                  <a:pt x="4968" y="13331"/>
                  <a:pt x="4968" y="14141"/>
                </a:cubicBezTo>
                <a:close/>
                <a:moveTo>
                  <a:pt x="11016" y="11711"/>
                </a:moveTo>
                <a:cubicBezTo>
                  <a:pt x="11736" y="11711"/>
                  <a:pt x="12312" y="11171"/>
                  <a:pt x="12312" y="10361"/>
                </a:cubicBezTo>
                <a:cubicBezTo>
                  <a:pt x="12312" y="9686"/>
                  <a:pt x="11736" y="9011"/>
                  <a:pt x="11016" y="9011"/>
                </a:cubicBezTo>
                <a:cubicBezTo>
                  <a:pt x="6408" y="9011"/>
                  <a:pt x="6408" y="9011"/>
                  <a:pt x="6408" y="9011"/>
                </a:cubicBezTo>
                <a:cubicBezTo>
                  <a:pt x="5544" y="9011"/>
                  <a:pt x="4968" y="9686"/>
                  <a:pt x="4968" y="10361"/>
                </a:cubicBezTo>
                <a:cubicBezTo>
                  <a:pt x="4968" y="11171"/>
                  <a:pt x="5544" y="11711"/>
                  <a:pt x="6408" y="11711"/>
                </a:cubicBezTo>
                <a:cubicBezTo>
                  <a:pt x="11016" y="11711"/>
                  <a:pt x="11016" y="11711"/>
                  <a:pt x="11016" y="11711"/>
                </a:cubicBezTo>
                <a:close/>
                <a:moveTo>
                  <a:pt x="4968" y="6851"/>
                </a:moveTo>
                <a:cubicBezTo>
                  <a:pt x="4968" y="7526"/>
                  <a:pt x="5688" y="8336"/>
                  <a:pt x="6408" y="8336"/>
                </a:cubicBezTo>
                <a:cubicBezTo>
                  <a:pt x="13320" y="8336"/>
                  <a:pt x="13320" y="8336"/>
                  <a:pt x="13320" y="8336"/>
                </a:cubicBezTo>
                <a:cubicBezTo>
                  <a:pt x="14040" y="8336"/>
                  <a:pt x="14616" y="7526"/>
                  <a:pt x="14616" y="6851"/>
                </a:cubicBezTo>
                <a:cubicBezTo>
                  <a:pt x="14616" y="6176"/>
                  <a:pt x="14040" y="5501"/>
                  <a:pt x="13320" y="5501"/>
                </a:cubicBezTo>
                <a:cubicBezTo>
                  <a:pt x="6408" y="5501"/>
                  <a:pt x="6408" y="5501"/>
                  <a:pt x="6408" y="5501"/>
                </a:cubicBezTo>
                <a:cubicBezTo>
                  <a:pt x="5688" y="5501"/>
                  <a:pt x="4968" y="6176"/>
                  <a:pt x="4968" y="6851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76" name="Freeform 135"/>
          <p:cNvSpPr/>
          <p:nvPr/>
        </p:nvSpPr>
        <p:spPr>
          <a:xfrm>
            <a:off x="16396239" y="6660642"/>
            <a:ext cx="462057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823" h="21600" fill="norm" stroke="1" extrusionOk="0">
                <a:moveTo>
                  <a:pt x="1410" y="17550"/>
                </a:moveTo>
                <a:cubicBezTo>
                  <a:pt x="1839" y="17550"/>
                  <a:pt x="2268" y="17685"/>
                  <a:pt x="2697" y="17685"/>
                </a:cubicBezTo>
                <a:cubicBezTo>
                  <a:pt x="3698" y="17685"/>
                  <a:pt x="4414" y="17145"/>
                  <a:pt x="4843" y="16335"/>
                </a:cubicBezTo>
                <a:cubicBezTo>
                  <a:pt x="5415" y="14985"/>
                  <a:pt x="5272" y="13770"/>
                  <a:pt x="4414" y="13230"/>
                </a:cubicBezTo>
                <a:cubicBezTo>
                  <a:pt x="10135" y="5130"/>
                  <a:pt x="10135" y="5130"/>
                  <a:pt x="10135" y="5130"/>
                </a:cubicBezTo>
                <a:cubicBezTo>
                  <a:pt x="10422" y="5130"/>
                  <a:pt x="10565" y="5400"/>
                  <a:pt x="10708" y="5400"/>
                </a:cubicBezTo>
                <a:cubicBezTo>
                  <a:pt x="11423" y="5400"/>
                  <a:pt x="12138" y="4995"/>
                  <a:pt x="12567" y="4590"/>
                </a:cubicBezTo>
                <a:cubicBezTo>
                  <a:pt x="16000" y="7290"/>
                  <a:pt x="16000" y="7290"/>
                  <a:pt x="16000" y="7290"/>
                </a:cubicBezTo>
                <a:cubicBezTo>
                  <a:pt x="16000" y="7425"/>
                  <a:pt x="16000" y="7425"/>
                  <a:pt x="15857" y="7695"/>
                </a:cubicBezTo>
                <a:cubicBezTo>
                  <a:pt x="15428" y="8640"/>
                  <a:pt x="15714" y="10125"/>
                  <a:pt x="16716" y="10665"/>
                </a:cubicBezTo>
                <a:cubicBezTo>
                  <a:pt x="14856" y="16470"/>
                  <a:pt x="14856" y="16470"/>
                  <a:pt x="14856" y="16470"/>
                </a:cubicBezTo>
                <a:cubicBezTo>
                  <a:pt x="14570" y="16470"/>
                  <a:pt x="14570" y="16335"/>
                  <a:pt x="14427" y="16335"/>
                </a:cubicBezTo>
                <a:cubicBezTo>
                  <a:pt x="13425" y="16335"/>
                  <a:pt x="12567" y="16875"/>
                  <a:pt x="12138" y="17955"/>
                </a:cubicBezTo>
                <a:cubicBezTo>
                  <a:pt x="11423" y="19170"/>
                  <a:pt x="11995" y="20790"/>
                  <a:pt x="13139" y="21465"/>
                </a:cubicBezTo>
                <a:cubicBezTo>
                  <a:pt x="13569" y="21600"/>
                  <a:pt x="13998" y="21600"/>
                  <a:pt x="14427" y="21600"/>
                </a:cubicBezTo>
                <a:cubicBezTo>
                  <a:pt x="15428" y="21600"/>
                  <a:pt x="16286" y="21060"/>
                  <a:pt x="16716" y="20250"/>
                </a:cubicBezTo>
                <a:cubicBezTo>
                  <a:pt x="17288" y="19170"/>
                  <a:pt x="17145" y="17685"/>
                  <a:pt x="16000" y="16875"/>
                </a:cubicBezTo>
                <a:cubicBezTo>
                  <a:pt x="17860" y="11340"/>
                  <a:pt x="17860" y="11340"/>
                  <a:pt x="17860" y="11340"/>
                </a:cubicBezTo>
                <a:cubicBezTo>
                  <a:pt x="17860" y="11340"/>
                  <a:pt x="18146" y="11340"/>
                  <a:pt x="18289" y="11340"/>
                </a:cubicBezTo>
                <a:cubicBezTo>
                  <a:pt x="19290" y="11340"/>
                  <a:pt x="20149" y="10665"/>
                  <a:pt x="20578" y="9855"/>
                </a:cubicBezTo>
                <a:cubicBezTo>
                  <a:pt x="21150" y="8640"/>
                  <a:pt x="20721" y="7020"/>
                  <a:pt x="19290" y="6345"/>
                </a:cubicBezTo>
                <a:cubicBezTo>
                  <a:pt x="19147" y="6210"/>
                  <a:pt x="18718" y="6210"/>
                  <a:pt x="18289" y="6210"/>
                </a:cubicBezTo>
                <a:cubicBezTo>
                  <a:pt x="17860" y="6210"/>
                  <a:pt x="17431" y="6210"/>
                  <a:pt x="17288" y="6345"/>
                </a:cubicBezTo>
                <a:cubicBezTo>
                  <a:pt x="13139" y="3375"/>
                  <a:pt x="13139" y="3375"/>
                  <a:pt x="13139" y="3375"/>
                </a:cubicBezTo>
                <a:cubicBezTo>
                  <a:pt x="13569" y="2025"/>
                  <a:pt x="12996" y="810"/>
                  <a:pt x="11852" y="270"/>
                </a:cubicBezTo>
                <a:cubicBezTo>
                  <a:pt x="11566" y="0"/>
                  <a:pt x="11137" y="0"/>
                  <a:pt x="10708" y="0"/>
                </a:cubicBezTo>
                <a:cubicBezTo>
                  <a:pt x="9706" y="0"/>
                  <a:pt x="8705" y="675"/>
                  <a:pt x="8276" y="1485"/>
                </a:cubicBezTo>
                <a:cubicBezTo>
                  <a:pt x="7990" y="2565"/>
                  <a:pt x="8133" y="3780"/>
                  <a:pt x="8991" y="4590"/>
                </a:cubicBezTo>
                <a:cubicBezTo>
                  <a:pt x="2983" y="12420"/>
                  <a:pt x="2983" y="12420"/>
                  <a:pt x="2983" y="12420"/>
                </a:cubicBezTo>
                <a:cubicBezTo>
                  <a:pt x="2983" y="12420"/>
                  <a:pt x="2840" y="12420"/>
                  <a:pt x="2697" y="12420"/>
                </a:cubicBezTo>
                <a:cubicBezTo>
                  <a:pt x="1553" y="12420"/>
                  <a:pt x="837" y="12960"/>
                  <a:pt x="408" y="13770"/>
                </a:cubicBezTo>
                <a:cubicBezTo>
                  <a:pt x="-450" y="15255"/>
                  <a:pt x="122" y="16740"/>
                  <a:pt x="1410" y="17550"/>
                </a:cubicBezTo>
                <a:close/>
                <a:moveTo>
                  <a:pt x="15428" y="19575"/>
                </a:moveTo>
                <a:cubicBezTo>
                  <a:pt x="15285" y="19980"/>
                  <a:pt x="14856" y="20250"/>
                  <a:pt x="14427" y="20250"/>
                </a:cubicBezTo>
                <a:cubicBezTo>
                  <a:pt x="14284" y="20250"/>
                  <a:pt x="13998" y="20250"/>
                  <a:pt x="13855" y="20250"/>
                </a:cubicBezTo>
                <a:cubicBezTo>
                  <a:pt x="13139" y="19845"/>
                  <a:pt x="12996" y="19170"/>
                  <a:pt x="13425" y="18495"/>
                </a:cubicBezTo>
                <a:cubicBezTo>
                  <a:pt x="13569" y="18090"/>
                  <a:pt x="13998" y="17685"/>
                  <a:pt x="14427" y="17685"/>
                </a:cubicBezTo>
                <a:cubicBezTo>
                  <a:pt x="14570" y="17685"/>
                  <a:pt x="14856" y="17685"/>
                  <a:pt x="14999" y="17955"/>
                </a:cubicBezTo>
                <a:cubicBezTo>
                  <a:pt x="15714" y="18090"/>
                  <a:pt x="15857" y="18900"/>
                  <a:pt x="15428" y="19575"/>
                </a:cubicBezTo>
                <a:close/>
                <a:moveTo>
                  <a:pt x="18718" y="7695"/>
                </a:moveTo>
                <a:cubicBezTo>
                  <a:pt x="19290" y="8100"/>
                  <a:pt x="19720" y="8640"/>
                  <a:pt x="19290" y="9315"/>
                </a:cubicBezTo>
                <a:cubicBezTo>
                  <a:pt x="19147" y="9720"/>
                  <a:pt x="18718" y="9855"/>
                  <a:pt x="18289" y="9855"/>
                </a:cubicBezTo>
                <a:cubicBezTo>
                  <a:pt x="18146" y="9855"/>
                  <a:pt x="17860" y="9855"/>
                  <a:pt x="17717" y="9855"/>
                </a:cubicBezTo>
                <a:cubicBezTo>
                  <a:pt x="17145" y="9450"/>
                  <a:pt x="16859" y="8910"/>
                  <a:pt x="17145" y="8235"/>
                </a:cubicBezTo>
                <a:cubicBezTo>
                  <a:pt x="17288" y="7830"/>
                  <a:pt x="17717" y="7425"/>
                  <a:pt x="18289" y="7425"/>
                </a:cubicBezTo>
                <a:cubicBezTo>
                  <a:pt x="18432" y="7425"/>
                  <a:pt x="18718" y="7695"/>
                  <a:pt x="18718" y="7695"/>
                </a:cubicBezTo>
                <a:close/>
                <a:moveTo>
                  <a:pt x="9563" y="2025"/>
                </a:moveTo>
                <a:cubicBezTo>
                  <a:pt x="9706" y="1620"/>
                  <a:pt x="10135" y="1485"/>
                  <a:pt x="10708" y="1485"/>
                </a:cubicBezTo>
                <a:cubicBezTo>
                  <a:pt x="10994" y="1485"/>
                  <a:pt x="11137" y="1485"/>
                  <a:pt x="11137" y="1485"/>
                </a:cubicBezTo>
                <a:cubicBezTo>
                  <a:pt x="11852" y="1890"/>
                  <a:pt x="12138" y="2565"/>
                  <a:pt x="11852" y="3105"/>
                </a:cubicBezTo>
                <a:cubicBezTo>
                  <a:pt x="11566" y="3780"/>
                  <a:pt x="11137" y="3915"/>
                  <a:pt x="10708" y="3915"/>
                </a:cubicBezTo>
                <a:cubicBezTo>
                  <a:pt x="10565" y="3915"/>
                  <a:pt x="10422" y="3915"/>
                  <a:pt x="10135" y="3780"/>
                </a:cubicBezTo>
                <a:cubicBezTo>
                  <a:pt x="9563" y="3510"/>
                  <a:pt x="9277" y="2700"/>
                  <a:pt x="9563" y="2025"/>
                </a:cubicBezTo>
                <a:close/>
                <a:moveTo>
                  <a:pt x="1553" y="14445"/>
                </a:moveTo>
                <a:cubicBezTo>
                  <a:pt x="1839" y="14040"/>
                  <a:pt x="2268" y="13770"/>
                  <a:pt x="2697" y="13770"/>
                </a:cubicBezTo>
                <a:cubicBezTo>
                  <a:pt x="2840" y="13770"/>
                  <a:pt x="2983" y="13770"/>
                  <a:pt x="3269" y="14040"/>
                </a:cubicBezTo>
                <a:cubicBezTo>
                  <a:pt x="3841" y="14175"/>
                  <a:pt x="3984" y="14985"/>
                  <a:pt x="3698" y="15660"/>
                </a:cubicBezTo>
                <a:cubicBezTo>
                  <a:pt x="3412" y="16335"/>
                  <a:pt x="2697" y="16470"/>
                  <a:pt x="1982" y="16065"/>
                </a:cubicBezTo>
                <a:cubicBezTo>
                  <a:pt x="1410" y="15930"/>
                  <a:pt x="1267" y="14985"/>
                  <a:pt x="1553" y="14445"/>
                </a:cubicBezTo>
                <a:close/>
                <a:moveTo>
                  <a:pt x="1553" y="14445"/>
                </a:moveTo>
                <a:cubicBezTo>
                  <a:pt x="1553" y="14445"/>
                  <a:pt x="1553" y="14445"/>
                  <a:pt x="1553" y="14445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77" name="Freeform 14"/>
          <p:cNvSpPr/>
          <p:nvPr/>
        </p:nvSpPr>
        <p:spPr>
          <a:xfrm>
            <a:off x="862500" y="8852773"/>
            <a:ext cx="482475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400" y="5130"/>
                </a:moveTo>
                <a:cubicBezTo>
                  <a:pt x="5542" y="5130"/>
                  <a:pt x="5542" y="5130"/>
                  <a:pt x="5542" y="5130"/>
                </a:cubicBezTo>
                <a:cubicBezTo>
                  <a:pt x="5968" y="5130"/>
                  <a:pt x="6395" y="4590"/>
                  <a:pt x="6395" y="4185"/>
                </a:cubicBezTo>
                <a:cubicBezTo>
                  <a:pt x="6395" y="945"/>
                  <a:pt x="6395" y="945"/>
                  <a:pt x="6395" y="945"/>
                </a:cubicBezTo>
                <a:cubicBezTo>
                  <a:pt x="6395" y="540"/>
                  <a:pt x="5968" y="0"/>
                  <a:pt x="5542" y="0"/>
                </a:cubicBezTo>
                <a:cubicBezTo>
                  <a:pt x="5400" y="0"/>
                  <a:pt x="5400" y="0"/>
                  <a:pt x="5400" y="0"/>
                </a:cubicBezTo>
                <a:cubicBezTo>
                  <a:pt x="4974" y="0"/>
                  <a:pt x="4547" y="540"/>
                  <a:pt x="4547" y="945"/>
                </a:cubicBezTo>
                <a:cubicBezTo>
                  <a:pt x="4547" y="4185"/>
                  <a:pt x="4547" y="4185"/>
                  <a:pt x="4547" y="4185"/>
                </a:cubicBezTo>
                <a:cubicBezTo>
                  <a:pt x="4547" y="4590"/>
                  <a:pt x="4974" y="5130"/>
                  <a:pt x="5400" y="5130"/>
                </a:cubicBezTo>
                <a:close/>
                <a:moveTo>
                  <a:pt x="16058" y="5130"/>
                </a:moveTo>
                <a:cubicBezTo>
                  <a:pt x="16626" y="5130"/>
                  <a:pt x="16626" y="5130"/>
                  <a:pt x="16626" y="5130"/>
                </a:cubicBezTo>
                <a:cubicBezTo>
                  <a:pt x="17053" y="5130"/>
                  <a:pt x="17195" y="4590"/>
                  <a:pt x="17195" y="4185"/>
                </a:cubicBezTo>
                <a:cubicBezTo>
                  <a:pt x="17195" y="945"/>
                  <a:pt x="17195" y="945"/>
                  <a:pt x="17195" y="945"/>
                </a:cubicBezTo>
                <a:cubicBezTo>
                  <a:pt x="17195" y="270"/>
                  <a:pt x="17053" y="0"/>
                  <a:pt x="16626" y="0"/>
                </a:cubicBezTo>
                <a:cubicBezTo>
                  <a:pt x="16058" y="0"/>
                  <a:pt x="16058" y="0"/>
                  <a:pt x="16058" y="0"/>
                </a:cubicBezTo>
                <a:cubicBezTo>
                  <a:pt x="15632" y="0"/>
                  <a:pt x="15205" y="270"/>
                  <a:pt x="15205" y="945"/>
                </a:cubicBezTo>
                <a:cubicBezTo>
                  <a:pt x="15205" y="4185"/>
                  <a:pt x="15205" y="4185"/>
                  <a:pt x="15205" y="4185"/>
                </a:cubicBezTo>
                <a:cubicBezTo>
                  <a:pt x="15205" y="4590"/>
                  <a:pt x="15632" y="5130"/>
                  <a:pt x="16058" y="5130"/>
                </a:cubicBezTo>
                <a:close/>
                <a:moveTo>
                  <a:pt x="20037" y="1890"/>
                </a:moveTo>
                <a:cubicBezTo>
                  <a:pt x="18047" y="1890"/>
                  <a:pt x="18047" y="1890"/>
                  <a:pt x="18047" y="1890"/>
                </a:cubicBezTo>
                <a:cubicBezTo>
                  <a:pt x="18047" y="4320"/>
                  <a:pt x="18047" y="4320"/>
                  <a:pt x="18047" y="4320"/>
                </a:cubicBezTo>
                <a:cubicBezTo>
                  <a:pt x="18047" y="5265"/>
                  <a:pt x="17195" y="5670"/>
                  <a:pt x="16626" y="5670"/>
                </a:cubicBezTo>
                <a:cubicBezTo>
                  <a:pt x="16200" y="5670"/>
                  <a:pt x="16200" y="5670"/>
                  <a:pt x="16200" y="5670"/>
                </a:cubicBezTo>
                <a:cubicBezTo>
                  <a:pt x="15205" y="5670"/>
                  <a:pt x="14637" y="4995"/>
                  <a:pt x="14637" y="4050"/>
                </a:cubicBezTo>
                <a:cubicBezTo>
                  <a:pt x="14637" y="1890"/>
                  <a:pt x="14637" y="1890"/>
                  <a:pt x="14637" y="1890"/>
                </a:cubicBezTo>
                <a:cubicBezTo>
                  <a:pt x="7105" y="1890"/>
                  <a:pt x="7105" y="1890"/>
                  <a:pt x="7105" y="1890"/>
                </a:cubicBezTo>
                <a:cubicBezTo>
                  <a:pt x="7105" y="4050"/>
                  <a:pt x="7105" y="4050"/>
                  <a:pt x="7105" y="4050"/>
                </a:cubicBezTo>
                <a:cubicBezTo>
                  <a:pt x="7105" y="4995"/>
                  <a:pt x="6395" y="5670"/>
                  <a:pt x="5542" y="5670"/>
                </a:cubicBezTo>
                <a:cubicBezTo>
                  <a:pt x="5258" y="5670"/>
                  <a:pt x="5258" y="5670"/>
                  <a:pt x="5258" y="5670"/>
                </a:cubicBezTo>
                <a:cubicBezTo>
                  <a:pt x="4405" y="5670"/>
                  <a:pt x="3695" y="4995"/>
                  <a:pt x="3695" y="4050"/>
                </a:cubicBezTo>
                <a:cubicBezTo>
                  <a:pt x="3695" y="1890"/>
                  <a:pt x="3695" y="1890"/>
                  <a:pt x="3695" y="1890"/>
                </a:cubicBezTo>
                <a:cubicBezTo>
                  <a:pt x="1279" y="1890"/>
                  <a:pt x="1279" y="1890"/>
                  <a:pt x="1279" y="1890"/>
                </a:cubicBezTo>
                <a:cubicBezTo>
                  <a:pt x="711" y="1890"/>
                  <a:pt x="0" y="2295"/>
                  <a:pt x="0" y="3240"/>
                </a:cubicBezTo>
                <a:cubicBezTo>
                  <a:pt x="0" y="20250"/>
                  <a:pt x="0" y="20250"/>
                  <a:pt x="0" y="20250"/>
                </a:cubicBezTo>
                <a:cubicBezTo>
                  <a:pt x="0" y="20925"/>
                  <a:pt x="711" y="21600"/>
                  <a:pt x="1279" y="21600"/>
                </a:cubicBezTo>
                <a:cubicBezTo>
                  <a:pt x="20037" y="21600"/>
                  <a:pt x="20037" y="21600"/>
                  <a:pt x="20037" y="21600"/>
                </a:cubicBezTo>
                <a:cubicBezTo>
                  <a:pt x="21032" y="21600"/>
                  <a:pt x="21600" y="20925"/>
                  <a:pt x="21600" y="20250"/>
                </a:cubicBezTo>
                <a:cubicBezTo>
                  <a:pt x="21600" y="3240"/>
                  <a:pt x="21600" y="3240"/>
                  <a:pt x="21600" y="3240"/>
                </a:cubicBezTo>
                <a:cubicBezTo>
                  <a:pt x="21600" y="2295"/>
                  <a:pt x="21032" y="1890"/>
                  <a:pt x="20037" y="1890"/>
                </a:cubicBezTo>
                <a:close/>
                <a:moveTo>
                  <a:pt x="20037" y="20250"/>
                </a:moveTo>
                <a:cubicBezTo>
                  <a:pt x="1279" y="20250"/>
                  <a:pt x="1279" y="20250"/>
                  <a:pt x="1279" y="20250"/>
                </a:cubicBezTo>
                <a:cubicBezTo>
                  <a:pt x="1279" y="7290"/>
                  <a:pt x="1279" y="7290"/>
                  <a:pt x="1279" y="7290"/>
                </a:cubicBezTo>
                <a:cubicBezTo>
                  <a:pt x="20037" y="7290"/>
                  <a:pt x="20037" y="7290"/>
                  <a:pt x="20037" y="7290"/>
                </a:cubicBezTo>
                <a:cubicBezTo>
                  <a:pt x="20037" y="20250"/>
                  <a:pt x="20037" y="20250"/>
                  <a:pt x="20037" y="20250"/>
                </a:cubicBezTo>
                <a:close/>
                <a:moveTo>
                  <a:pt x="11511" y="11880"/>
                </a:moveTo>
                <a:cubicBezTo>
                  <a:pt x="13926" y="11880"/>
                  <a:pt x="13926" y="11880"/>
                  <a:pt x="13926" y="11880"/>
                </a:cubicBezTo>
                <a:cubicBezTo>
                  <a:pt x="14068" y="11880"/>
                  <a:pt x="14068" y="11610"/>
                  <a:pt x="14068" y="11610"/>
                </a:cubicBezTo>
                <a:cubicBezTo>
                  <a:pt x="14068" y="9315"/>
                  <a:pt x="14068" y="9315"/>
                  <a:pt x="14068" y="9315"/>
                </a:cubicBezTo>
                <a:cubicBezTo>
                  <a:pt x="14068" y="9315"/>
                  <a:pt x="14068" y="9180"/>
                  <a:pt x="13926" y="9180"/>
                </a:cubicBezTo>
                <a:cubicBezTo>
                  <a:pt x="11511" y="9180"/>
                  <a:pt x="11511" y="9180"/>
                  <a:pt x="11511" y="9180"/>
                </a:cubicBezTo>
                <a:cubicBezTo>
                  <a:pt x="11368" y="9180"/>
                  <a:pt x="11368" y="9315"/>
                  <a:pt x="11368" y="9315"/>
                </a:cubicBezTo>
                <a:cubicBezTo>
                  <a:pt x="11368" y="11610"/>
                  <a:pt x="11368" y="11610"/>
                  <a:pt x="11368" y="11610"/>
                </a:cubicBezTo>
                <a:cubicBezTo>
                  <a:pt x="11368" y="11610"/>
                  <a:pt x="11368" y="11880"/>
                  <a:pt x="11511" y="11880"/>
                </a:cubicBezTo>
                <a:close/>
                <a:moveTo>
                  <a:pt x="18047" y="11610"/>
                </a:moveTo>
                <a:cubicBezTo>
                  <a:pt x="18047" y="9315"/>
                  <a:pt x="18047" y="9315"/>
                  <a:pt x="18047" y="9315"/>
                </a:cubicBezTo>
                <a:cubicBezTo>
                  <a:pt x="18047" y="9180"/>
                  <a:pt x="18047" y="9180"/>
                  <a:pt x="18047" y="9180"/>
                </a:cubicBezTo>
                <a:cubicBezTo>
                  <a:pt x="15489" y="9180"/>
                  <a:pt x="15489" y="9180"/>
                  <a:pt x="15489" y="9180"/>
                </a:cubicBezTo>
                <a:cubicBezTo>
                  <a:pt x="15489" y="9315"/>
                  <a:pt x="15489" y="9315"/>
                  <a:pt x="15489" y="9315"/>
                </a:cubicBezTo>
                <a:cubicBezTo>
                  <a:pt x="15489" y="11610"/>
                  <a:pt x="15489" y="11610"/>
                  <a:pt x="15489" y="11610"/>
                </a:cubicBezTo>
                <a:cubicBezTo>
                  <a:pt x="15489" y="11880"/>
                  <a:pt x="15489" y="11880"/>
                  <a:pt x="15489" y="11880"/>
                </a:cubicBezTo>
                <a:cubicBezTo>
                  <a:pt x="18047" y="11880"/>
                  <a:pt x="18047" y="11880"/>
                  <a:pt x="18047" y="11880"/>
                </a:cubicBezTo>
                <a:lnTo>
                  <a:pt x="18047" y="11610"/>
                </a:lnTo>
                <a:close/>
                <a:moveTo>
                  <a:pt x="5684" y="15390"/>
                </a:moveTo>
                <a:cubicBezTo>
                  <a:pt x="5968" y="15390"/>
                  <a:pt x="5968" y="15120"/>
                  <a:pt x="5968" y="15120"/>
                </a:cubicBezTo>
                <a:cubicBezTo>
                  <a:pt x="5968" y="12825"/>
                  <a:pt x="5968" y="12825"/>
                  <a:pt x="5968" y="12825"/>
                </a:cubicBezTo>
                <a:cubicBezTo>
                  <a:pt x="5968" y="12825"/>
                  <a:pt x="5968" y="12555"/>
                  <a:pt x="5684" y="12555"/>
                </a:cubicBezTo>
                <a:cubicBezTo>
                  <a:pt x="3411" y="12555"/>
                  <a:pt x="3411" y="12555"/>
                  <a:pt x="3411" y="12555"/>
                </a:cubicBezTo>
                <a:cubicBezTo>
                  <a:pt x="3126" y="12825"/>
                  <a:pt x="3126" y="12825"/>
                  <a:pt x="3126" y="12825"/>
                </a:cubicBezTo>
                <a:cubicBezTo>
                  <a:pt x="3126" y="15120"/>
                  <a:pt x="3126" y="15120"/>
                  <a:pt x="3126" y="15120"/>
                </a:cubicBezTo>
                <a:cubicBezTo>
                  <a:pt x="3411" y="15390"/>
                  <a:pt x="3411" y="15390"/>
                  <a:pt x="3411" y="15390"/>
                </a:cubicBezTo>
                <a:cubicBezTo>
                  <a:pt x="5684" y="15390"/>
                  <a:pt x="5684" y="15390"/>
                  <a:pt x="5684" y="15390"/>
                </a:cubicBezTo>
                <a:close/>
                <a:moveTo>
                  <a:pt x="7532" y="15390"/>
                </a:moveTo>
                <a:cubicBezTo>
                  <a:pt x="9947" y="15390"/>
                  <a:pt x="9947" y="15390"/>
                  <a:pt x="9947" y="15390"/>
                </a:cubicBezTo>
                <a:cubicBezTo>
                  <a:pt x="10232" y="15120"/>
                  <a:pt x="10232" y="15120"/>
                  <a:pt x="10232" y="15120"/>
                </a:cubicBezTo>
                <a:cubicBezTo>
                  <a:pt x="10232" y="12825"/>
                  <a:pt x="10232" y="12825"/>
                  <a:pt x="10232" y="12825"/>
                </a:cubicBezTo>
                <a:cubicBezTo>
                  <a:pt x="9947" y="12555"/>
                  <a:pt x="9947" y="12555"/>
                  <a:pt x="9947" y="12555"/>
                </a:cubicBezTo>
                <a:cubicBezTo>
                  <a:pt x="7532" y="12555"/>
                  <a:pt x="7532" y="12555"/>
                  <a:pt x="7532" y="12555"/>
                </a:cubicBezTo>
                <a:cubicBezTo>
                  <a:pt x="7389" y="12555"/>
                  <a:pt x="7389" y="12825"/>
                  <a:pt x="7389" y="12825"/>
                </a:cubicBezTo>
                <a:cubicBezTo>
                  <a:pt x="7389" y="15120"/>
                  <a:pt x="7389" y="15120"/>
                  <a:pt x="7389" y="15120"/>
                </a:cubicBezTo>
                <a:cubicBezTo>
                  <a:pt x="7389" y="15120"/>
                  <a:pt x="7389" y="15390"/>
                  <a:pt x="7532" y="15390"/>
                </a:cubicBezTo>
                <a:close/>
                <a:moveTo>
                  <a:pt x="11511" y="15390"/>
                </a:moveTo>
                <a:cubicBezTo>
                  <a:pt x="13926" y="15390"/>
                  <a:pt x="13926" y="15390"/>
                  <a:pt x="13926" y="15390"/>
                </a:cubicBezTo>
                <a:cubicBezTo>
                  <a:pt x="14068" y="15390"/>
                  <a:pt x="14068" y="15120"/>
                  <a:pt x="14068" y="15120"/>
                </a:cubicBezTo>
                <a:cubicBezTo>
                  <a:pt x="14068" y="12825"/>
                  <a:pt x="14068" y="12825"/>
                  <a:pt x="14068" y="12825"/>
                </a:cubicBezTo>
                <a:cubicBezTo>
                  <a:pt x="14068" y="12825"/>
                  <a:pt x="14068" y="12555"/>
                  <a:pt x="13926" y="12555"/>
                </a:cubicBezTo>
                <a:cubicBezTo>
                  <a:pt x="11511" y="12555"/>
                  <a:pt x="11511" y="12555"/>
                  <a:pt x="11511" y="12555"/>
                </a:cubicBezTo>
                <a:cubicBezTo>
                  <a:pt x="11368" y="12555"/>
                  <a:pt x="11368" y="12825"/>
                  <a:pt x="11368" y="12825"/>
                </a:cubicBezTo>
                <a:cubicBezTo>
                  <a:pt x="11368" y="15120"/>
                  <a:pt x="11368" y="15120"/>
                  <a:pt x="11368" y="15120"/>
                </a:cubicBezTo>
                <a:cubicBezTo>
                  <a:pt x="11368" y="15120"/>
                  <a:pt x="11368" y="15390"/>
                  <a:pt x="11511" y="15390"/>
                </a:cubicBezTo>
                <a:close/>
                <a:moveTo>
                  <a:pt x="18047" y="15120"/>
                </a:moveTo>
                <a:cubicBezTo>
                  <a:pt x="18047" y="12825"/>
                  <a:pt x="18047" y="12825"/>
                  <a:pt x="18047" y="12825"/>
                </a:cubicBezTo>
                <a:cubicBezTo>
                  <a:pt x="18047" y="12555"/>
                  <a:pt x="18047" y="12555"/>
                  <a:pt x="18047" y="12555"/>
                </a:cubicBezTo>
                <a:cubicBezTo>
                  <a:pt x="15489" y="12555"/>
                  <a:pt x="15489" y="12555"/>
                  <a:pt x="15489" y="12555"/>
                </a:cubicBezTo>
                <a:cubicBezTo>
                  <a:pt x="15489" y="12825"/>
                  <a:pt x="15489" y="12825"/>
                  <a:pt x="15489" y="12825"/>
                </a:cubicBezTo>
                <a:cubicBezTo>
                  <a:pt x="15489" y="15120"/>
                  <a:pt x="15489" y="15120"/>
                  <a:pt x="15489" y="15120"/>
                </a:cubicBezTo>
                <a:cubicBezTo>
                  <a:pt x="15489" y="15390"/>
                  <a:pt x="15489" y="15390"/>
                  <a:pt x="15489" y="15390"/>
                </a:cubicBezTo>
                <a:cubicBezTo>
                  <a:pt x="18047" y="15390"/>
                  <a:pt x="18047" y="15390"/>
                  <a:pt x="18047" y="15390"/>
                </a:cubicBezTo>
                <a:lnTo>
                  <a:pt x="18047" y="15120"/>
                </a:lnTo>
                <a:close/>
                <a:moveTo>
                  <a:pt x="5684" y="18765"/>
                </a:moveTo>
                <a:cubicBezTo>
                  <a:pt x="5968" y="18765"/>
                  <a:pt x="5968" y="18630"/>
                  <a:pt x="5968" y="18630"/>
                </a:cubicBezTo>
                <a:cubicBezTo>
                  <a:pt x="5968" y="16335"/>
                  <a:pt x="5968" y="16335"/>
                  <a:pt x="5968" y="16335"/>
                </a:cubicBezTo>
                <a:cubicBezTo>
                  <a:pt x="5968" y="16335"/>
                  <a:pt x="5968" y="16200"/>
                  <a:pt x="5684" y="16200"/>
                </a:cubicBezTo>
                <a:cubicBezTo>
                  <a:pt x="3411" y="16200"/>
                  <a:pt x="3411" y="16200"/>
                  <a:pt x="3411" y="16200"/>
                </a:cubicBezTo>
                <a:cubicBezTo>
                  <a:pt x="3126" y="16335"/>
                  <a:pt x="3126" y="16335"/>
                  <a:pt x="3126" y="16335"/>
                </a:cubicBezTo>
                <a:cubicBezTo>
                  <a:pt x="3126" y="18630"/>
                  <a:pt x="3126" y="18630"/>
                  <a:pt x="3126" y="18630"/>
                </a:cubicBezTo>
                <a:cubicBezTo>
                  <a:pt x="3411" y="18765"/>
                  <a:pt x="3411" y="18765"/>
                  <a:pt x="3411" y="18765"/>
                </a:cubicBezTo>
                <a:cubicBezTo>
                  <a:pt x="5684" y="18765"/>
                  <a:pt x="5684" y="18765"/>
                  <a:pt x="5684" y="18765"/>
                </a:cubicBezTo>
                <a:close/>
                <a:moveTo>
                  <a:pt x="7532" y="18765"/>
                </a:moveTo>
                <a:cubicBezTo>
                  <a:pt x="9947" y="18765"/>
                  <a:pt x="9947" y="18765"/>
                  <a:pt x="9947" y="18765"/>
                </a:cubicBezTo>
                <a:cubicBezTo>
                  <a:pt x="10232" y="18630"/>
                  <a:pt x="10232" y="18630"/>
                  <a:pt x="10232" y="18630"/>
                </a:cubicBezTo>
                <a:cubicBezTo>
                  <a:pt x="10232" y="16335"/>
                  <a:pt x="10232" y="16335"/>
                  <a:pt x="10232" y="16335"/>
                </a:cubicBezTo>
                <a:cubicBezTo>
                  <a:pt x="9947" y="16200"/>
                  <a:pt x="9947" y="16200"/>
                  <a:pt x="9947" y="16200"/>
                </a:cubicBezTo>
                <a:cubicBezTo>
                  <a:pt x="7532" y="16200"/>
                  <a:pt x="7532" y="16200"/>
                  <a:pt x="7532" y="16200"/>
                </a:cubicBezTo>
                <a:cubicBezTo>
                  <a:pt x="7389" y="16200"/>
                  <a:pt x="7389" y="16335"/>
                  <a:pt x="7389" y="16335"/>
                </a:cubicBezTo>
                <a:cubicBezTo>
                  <a:pt x="7389" y="18630"/>
                  <a:pt x="7389" y="18630"/>
                  <a:pt x="7389" y="18630"/>
                </a:cubicBezTo>
                <a:cubicBezTo>
                  <a:pt x="7389" y="18630"/>
                  <a:pt x="7389" y="18765"/>
                  <a:pt x="7532" y="18765"/>
                </a:cubicBezTo>
                <a:close/>
                <a:moveTo>
                  <a:pt x="11511" y="18765"/>
                </a:moveTo>
                <a:cubicBezTo>
                  <a:pt x="13926" y="18765"/>
                  <a:pt x="13926" y="18765"/>
                  <a:pt x="13926" y="18765"/>
                </a:cubicBezTo>
                <a:cubicBezTo>
                  <a:pt x="14068" y="18765"/>
                  <a:pt x="14068" y="18630"/>
                  <a:pt x="14068" y="18630"/>
                </a:cubicBezTo>
                <a:cubicBezTo>
                  <a:pt x="14068" y="16335"/>
                  <a:pt x="14068" y="16335"/>
                  <a:pt x="14068" y="16335"/>
                </a:cubicBezTo>
                <a:cubicBezTo>
                  <a:pt x="14068" y="16335"/>
                  <a:pt x="14068" y="16200"/>
                  <a:pt x="13926" y="16200"/>
                </a:cubicBezTo>
                <a:cubicBezTo>
                  <a:pt x="11511" y="16200"/>
                  <a:pt x="11511" y="16200"/>
                  <a:pt x="11511" y="16200"/>
                </a:cubicBezTo>
                <a:cubicBezTo>
                  <a:pt x="11368" y="16200"/>
                  <a:pt x="11368" y="16335"/>
                  <a:pt x="11368" y="16335"/>
                </a:cubicBezTo>
                <a:cubicBezTo>
                  <a:pt x="11368" y="18630"/>
                  <a:pt x="11368" y="18630"/>
                  <a:pt x="11368" y="18630"/>
                </a:cubicBezTo>
                <a:cubicBezTo>
                  <a:pt x="11368" y="18630"/>
                  <a:pt x="11368" y="18765"/>
                  <a:pt x="11511" y="18765"/>
                </a:cubicBezTo>
                <a:close/>
                <a:moveTo>
                  <a:pt x="18047" y="18630"/>
                </a:moveTo>
                <a:cubicBezTo>
                  <a:pt x="18047" y="16335"/>
                  <a:pt x="18047" y="16335"/>
                  <a:pt x="18047" y="16335"/>
                </a:cubicBezTo>
                <a:cubicBezTo>
                  <a:pt x="18047" y="16200"/>
                  <a:pt x="18047" y="16200"/>
                  <a:pt x="18047" y="16200"/>
                </a:cubicBezTo>
                <a:cubicBezTo>
                  <a:pt x="15489" y="16200"/>
                  <a:pt x="15489" y="16200"/>
                  <a:pt x="15489" y="16200"/>
                </a:cubicBezTo>
                <a:cubicBezTo>
                  <a:pt x="15489" y="16335"/>
                  <a:pt x="15489" y="16335"/>
                  <a:pt x="15489" y="16335"/>
                </a:cubicBezTo>
                <a:cubicBezTo>
                  <a:pt x="15489" y="18630"/>
                  <a:pt x="15489" y="18630"/>
                  <a:pt x="15489" y="18630"/>
                </a:cubicBezTo>
                <a:cubicBezTo>
                  <a:pt x="15489" y="18765"/>
                  <a:pt x="15489" y="18765"/>
                  <a:pt x="15489" y="18765"/>
                </a:cubicBezTo>
                <a:cubicBezTo>
                  <a:pt x="18047" y="18765"/>
                  <a:pt x="18047" y="18765"/>
                  <a:pt x="18047" y="18765"/>
                </a:cubicBezTo>
                <a:lnTo>
                  <a:pt x="18047" y="1863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78" name="Freeform 22"/>
          <p:cNvSpPr/>
          <p:nvPr/>
        </p:nvSpPr>
        <p:spPr>
          <a:xfrm>
            <a:off x="883082" y="10004239"/>
            <a:ext cx="476127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7424" y="11205"/>
                </a:moveTo>
                <a:cubicBezTo>
                  <a:pt x="17136" y="11205"/>
                  <a:pt x="16704" y="10935"/>
                  <a:pt x="16272" y="10935"/>
                </a:cubicBezTo>
                <a:cubicBezTo>
                  <a:pt x="16128" y="10935"/>
                  <a:pt x="16128" y="10935"/>
                  <a:pt x="15984" y="10935"/>
                </a:cubicBezTo>
                <a:cubicBezTo>
                  <a:pt x="13392" y="11205"/>
                  <a:pt x="11232" y="13095"/>
                  <a:pt x="11088" y="15660"/>
                </a:cubicBezTo>
                <a:cubicBezTo>
                  <a:pt x="11088" y="15795"/>
                  <a:pt x="11088" y="16065"/>
                  <a:pt x="11088" y="16200"/>
                </a:cubicBezTo>
                <a:cubicBezTo>
                  <a:pt x="11088" y="16605"/>
                  <a:pt x="11088" y="17010"/>
                  <a:pt x="11088" y="17415"/>
                </a:cubicBezTo>
                <a:cubicBezTo>
                  <a:pt x="11664" y="19710"/>
                  <a:pt x="13824" y="21600"/>
                  <a:pt x="16272" y="21600"/>
                </a:cubicBezTo>
                <a:cubicBezTo>
                  <a:pt x="19152" y="21600"/>
                  <a:pt x="21600" y="19035"/>
                  <a:pt x="21600" y="16200"/>
                </a:cubicBezTo>
                <a:cubicBezTo>
                  <a:pt x="21600" y="13905"/>
                  <a:pt x="19872" y="11745"/>
                  <a:pt x="17424" y="11205"/>
                </a:cubicBezTo>
                <a:close/>
                <a:moveTo>
                  <a:pt x="16272" y="19710"/>
                </a:moveTo>
                <a:cubicBezTo>
                  <a:pt x="14400" y="19710"/>
                  <a:pt x="12816" y="18090"/>
                  <a:pt x="12816" y="16200"/>
                </a:cubicBezTo>
                <a:cubicBezTo>
                  <a:pt x="12816" y="14445"/>
                  <a:pt x="14400" y="12690"/>
                  <a:pt x="16272" y="12690"/>
                </a:cubicBezTo>
                <a:cubicBezTo>
                  <a:pt x="18288" y="12690"/>
                  <a:pt x="19872" y="14445"/>
                  <a:pt x="19872" y="16200"/>
                </a:cubicBezTo>
                <a:cubicBezTo>
                  <a:pt x="19872" y="18090"/>
                  <a:pt x="18288" y="19710"/>
                  <a:pt x="16272" y="19710"/>
                </a:cubicBezTo>
                <a:close/>
                <a:moveTo>
                  <a:pt x="18288" y="14715"/>
                </a:moveTo>
                <a:cubicBezTo>
                  <a:pt x="15840" y="17280"/>
                  <a:pt x="15840" y="17280"/>
                  <a:pt x="15840" y="17280"/>
                </a:cubicBezTo>
                <a:cubicBezTo>
                  <a:pt x="14544" y="15930"/>
                  <a:pt x="14544" y="15930"/>
                  <a:pt x="14544" y="15930"/>
                </a:cubicBezTo>
                <a:cubicBezTo>
                  <a:pt x="13824" y="16875"/>
                  <a:pt x="13824" y="16875"/>
                  <a:pt x="13824" y="16875"/>
                </a:cubicBezTo>
                <a:cubicBezTo>
                  <a:pt x="15840" y="19035"/>
                  <a:pt x="15840" y="19035"/>
                  <a:pt x="15840" y="19035"/>
                </a:cubicBezTo>
                <a:cubicBezTo>
                  <a:pt x="19296" y="15525"/>
                  <a:pt x="19296" y="15525"/>
                  <a:pt x="19296" y="15525"/>
                </a:cubicBezTo>
                <a:lnTo>
                  <a:pt x="18288" y="14715"/>
                </a:lnTo>
                <a:close/>
                <a:moveTo>
                  <a:pt x="3744" y="3780"/>
                </a:moveTo>
                <a:cubicBezTo>
                  <a:pt x="4320" y="3780"/>
                  <a:pt x="4320" y="3780"/>
                  <a:pt x="4320" y="3780"/>
                </a:cubicBezTo>
                <a:cubicBezTo>
                  <a:pt x="4752" y="3780"/>
                  <a:pt x="4896" y="3645"/>
                  <a:pt x="4896" y="3240"/>
                </a:cubicBezTo>
                <a:cubicBezTo>
                  <a:pt x="4896" y="540"/>
                  <a:pt x="4896" y="540"/>
                  <a:pt x="4896" y="540"/>
                </a:cubicBezTo>
                <a:cubicBezTo>
                  <a:pt x="4896" y="135"/>
                  <a:pt x="4752" y="0"/>
                  <a:pt x="4320" y="0"/>
                </a:cubicBezTo>
                <a:cubicBezTo>
                  <a:pt x="3744" y="0"/>
                  <a:pt x="3744" y="0"/>
                  <a:pt x="3744" y="0"/>
                </a:cubicBezTo>
                <a:cubicBezTo>
                  <a:pt x="3600" y="0"/>
                  <a:pt x="3168" y="135"/>
                  <a:pt x="3168" y="540"/>
                </a:cubicBezTo>
                <a:cubicBezTo>
                  <a:pt x="3168" y="3240"/>
                  <a:pt x="3168" y="3240"/>
                  <a:pt x="3168" y="3240"/>
                </a:cubicBezTo>
                <a:cubicBezTo>
                  <a:pt x="3168" y="3645"/>
                  <a:pt x="3600" y="3780"/>
                  <a:pt x="3744" y="3780"/>
                </a:cubicBezTo>
                <a:close/>
                <a:moveTo>
                  <a:pt x="13104" y="3780"/>
                </a:moveTo>
                <a:cubicBezTo>
                  <a:pt x="13680" y="3780"/>
                  <a:pt x="13680" y="3780"/>
                  <a:pt x="13680" y="3780"/>
                </a:cubicBezTo>
                <a:cubicBezTo>
                  <a:pt x="13968" y="3780"/>
                  <a:pt x="14256" y="3645"/>
                  <a:pt x="14256" y="3240"/>
                </a:cubicBezTo>
                <a:cubicBezTo>
                  <a:pt x="14256" y="540"/>
                  <a:pt x="14256" y="540"/>
                  <a:pt x="14256" y="540"/>
                </a:cubicBezTo>
                <a:cubicBezTo>
                  <a:pt x="14256" y="135"/>
                  <a:pt x="13968" y="0"/>
                  <a:pt x="13680" y="0"/>
                </a:cubicBezTo>
                <a:cubicBezTo>
                  <a:pt x="13104" y="0"/>
                  <a:pt x="13104" y="0"/>
                  <a:pt x="13104" y="0"/>
                </a:cubicBezTo>
                <a:cubicBezTo>
                  <a:pt x="12816" y="0"/>
                  <a:pt x="12384" y="135"/>
                  <a:pt x="12384" y="540"/>
                </a:cubicBezTo>
                <a:cubicBezTo>
                  <a:pt x="12384" y="3240"/>
                  <a:pt x="12384" y="3240"/>
                  <a:pt x="12384" y="3240"/>
                </a:cubicBezTo>
                <a:cubicBezTo>
                  <a:pt x="12384" y="3645"/>
                  <a:pt x="12816" y="3780"/>
                  <a:pt x="13104" y="3780"/>
                </a:cubicBezTo>
                <a:close/>
                <a:moveTo>
                  <a:pt x="1440" y="14850"/>
                </a:moveTo>
                <a:cubicBezTo>
                  <a:pt x="1440" y="6615"/>
                  <a:pt x="1440" y="6615"/>
                  <a:pt x="1440" y="6615"/>
                </a:cubicBezTo>
                <a:cubicBezTo>
                  <a:pt x="15984" y="6615"/>
                  <a:pt x="15984" y="6615"/>
                  <a:pt x="15984" y="6615"/>
                </a:cubicBezTo>
                <a:cubicBezTo>
                  <a:pt x="15984" y="9720"/>
                  <a:pt x="15984" y="9720"/>
                  <a:pt x="15984" y="9720"/>
                </a:cubicBezTo>
                <a:cubicBezTo>
                  <a:pt x="16128" y="9720"/>
                  <a:pt x="16128" y="9720"/>
                  <a:pt x="16272" y="9720"/>
                </a:cubicBezTo>
                <a:cubicBezTo>
                  <a:pt x="16704" y="9720"/>
                  <a:pt x="17136" y="9990"/>
                  <a:pt x="17424" y="9990"/>
                </a:cubicBezTo>
                <a:cubicBezTo>
                  <a:pt x="17424" y="3375"/>
                  <a:pt x="17424" y="3375"/>
                  <a:pt x="17424" y="3375"/>
                </a:cubicBezTo>
                <a:cubicBezTo>
                  <a:pt x="17424" y="2565"/>
                  <a:pt x="16848" y="2025"/>
                  <a:pt x="16128" y="2025"/>
                </a:cubicBezTo>
                <a:cubicBezTo>
                  <a:pt x="14976" y="2025"/>
                  <a:pt x="14976" y="2025"/>
                  <a:pt x="14976" y="2025"/>
                </a:cubicBezTo>
                <a:cubicBezTo>
                  <a:pt x="14976" y="3375"/>
                  <a:pt x="14976" y="3375"/>
                  <a:pt x="14976" y="3375"/>
                </a:cubicBezTo>
                <a:cubicBezTo>
                  <a:pt x="14976" y="4185"/>
                  <a:pt x="14400" y="4725"/>
                  <a:pt x="13680" y="4725"/>
                </a:cubicBezTo>
                <a:cubicBezTo>
                  <a:pt x="13104" y="4725"/>
                  <a:pt x="13104" y="4725"/>
                  <a:pt x="13104" y="4725"/>
                </a:cubicBezTo>
                <a:cubicBezTo>
                  <a:pt x="12240" y="4725"/>
                  <a:pt x="11664" y="4185"/>
                  <a:pt x="11664" y="3375"/>
                </a:cubicBezTo>
                <a:cubicBezTo>
                  <a:pt x="11664" y="2025"/>
                  <a:pt x="11664" y="2025"/>
                  <a:pt x="11664" y="2025"/>
                </a:cubicBezTo>
                <a:cubicBezTo>
                  <a:pt x="5760" y="2025"/>
                  <a:pt x="5760" y="2025"/>
                  <a:pt x="5760" y="2025"/>
                </a:cubicBezTo>
                <a:cubicBezTo>
                  <a:pt x="5760" y="3375"/>
                  <a:pt x="5760" y="3375"/>
                  <a:pt x="5760" y="3375"/>
                </a:cubicBezTo>
                <a:cubicBezTo>
                  <a:pt x="5760" y="4185"/>
                  <a:pt x="5184" y="4725"/>
                  <a:pt x="4464" y="4725"/>
                </a:cubicBezTo>
                <a:cubicBezTo>
                  <a:pt x="3888" y="4725"/>
                  <a:pt x="3888" y="4725"/>
                  <a:pt x="3888" y="4725"/>
                </a:cubicBezTo>
                <a:cubicBezTo>
                  <a:pt x="3024" y="4725"/>
                  <a:pt x="2448" y="4185"/>
                  <a:pt x="2448" y="3375"/>
                </a:cubicBezTo>
                <a:cubicBezTo>
                  <a:pt x="2448" y="2025"/>
                  <a:pt x="2448" y="2025"/>
                  <a:pt x="2448" y="2025"/>
                </a:cubicBezTo>
                <a:cubicBezTo>
                  <a:pt x="1296" y="2025"/>
                  <a:pt x="1296" y="2025"/>
                  <a:pt x="1296" y="2025"/>
                </a:cubicBezTo>
                <a:cubicBezTo>
                  <a:pt x="576" y="2025"/>
                  <a:pt x="0" y="2565"/>
                  <a:pt x="0" y="3375"/>
                </a:cubicBezTo>
                <a:cubicBezTo>
                  <a:pt x="0" y="16200"/>
                  <a:pt x="0" y="16200"/>
                  <a:pt x="0" y="16200"/>
                </a:cubicBezTo>
                <a:cubicBezTo>
                  <a:pt x="0" y="16875"/>
                  <a:pt x="576" y="17550"/>
                  <a:pt x="1296" y="17550"/>
                </a:cubicBezTo>
                <a:cubicBezTo>
                  <a:pt x="9648" y="17550"/>
                  <a:pt x="9648" y="17550"/>
                  <a:pt x="9648" y="17550"/>
                </a:cubicBezTo>
                <a:cubicBezTo>
                  <a:pt x="9648" y="17145"/>
                  <a:pt x="9648" y="16740"/>
                  <a:pt x="9648" y="16335"/>
                </a:cubicBezTo>
                <a:cubicBezTo>
                  <a:pt x="9648" y="16200"/>
                  <a:pt x="9648" y="15930"/>
                  <a:pt x="9648" y="15795"/>
                </a:cubicBezTo>
                <a:cubicBezTo>
                  <a:pt x="2448" y="15795"/>
                  <a:pt x="2448" y="15795"/>
                  <a:pt x="2448" y="15795"/>
                </a:cubicBezTo>
                <a:cubicBezTo>
                  <a:pt x="1872" y="15795"/>
                  <a:pt x="1440" y="15390"/>
                  <a:pt x="1440" y="14850"/>
                </a:cubicBezTo>
                <a:close/>
                <a:moveTo>
                  <a:pt x="4752" y="7695"/>
                </a:moveTo>
                <a:cubicBezTo>
                  <a:pt x="4032" y="7695"/>
                  <a:pt x="3456" y="8370"/>
                  <a:pt x="3456" y="9180"/>
                </a:cubicBezTo>
                <a:cubicBezTo>
                  <a:pt x="3456" y="9990"/>
                  <a:pt x="4032" y="10530"/>
                  <a:pt x="4752" y="10530"/>
                </a:cubicBezTo>
                <a:cubicBezTo>
                  <a:pt x="5472" y="10530"/>
                  <a:pt x="6048" y="9990"/>
                  <a:pt x="6048" y="9180"/>
                </a:cubicBezTo>
                <a:cubicBezTo>
                  <a:pt x="6048" y="8370"/>
                  <a:pt x="5472" y="7695"/>
                  <a:pt x="4752" y="7695"/>
                </a:cubicBezTo>
                <a:close/>
                <a:moveTo>
                  <a:pt x="8784" y="7695"/>
                </a:moveTo>
                <a:cubicBezTo>
                  <a:pt x="8064" y="7695"/>
                  <a:pt x="7488" y="8370"/>
                  <a:pt x="7488" y="9180"/>
                </a:cubicBezTo>
                <a:cubicBezTo>
                  <a:pt x="7488" y="9990"/>
                  <a:pt x="8064" y="10530"/>
                  <a:pt x="8784" y="10530"/>
                </a:cubicBezTo>
                <a:cubicBezTo>
                  <a:pt x="9360" y="10530"/>
                  <a:pt x="10080" y="9990"/>
                  <a:pt x="10080" y="9180"/>
                </a:cubicBezTo>
                <a:cubicBezTo>
                  <a:pt x="10080" y="8370"/>
                  <a:pt x="9360" y="7695"/>
                  <a:pt x="8784" y="7695"/>
                </a:cubicBezTo>
                <a:close/>
                <a:moveTo>
                  <a:pt x="11376" y="9180"/>
                </a:moveTo>
                <a:cubicBezTo>
                  <a:pt x="11376" y="9990"/>
                  <a:pt x="12096" y="10530"/>
                  <a:pt x="12672" y="10530"/>
                </a:cubicBezTo>
                <a:cubicBezTo>
                  <a:pt x="13392" y="10530"/>
                  <a:pt x="13968" y="9990"/>
                  <a:pt x="13968" y="9180"/>
                </a:cubicBezTo>
                <a:cubicBezTo>
                  <a:pt x="13968" y="8370"/>
                  <a:pt x="13392" y="7695"/>
                  <a:pt x="12672" y="7695"/>
                </a:cubicBezTo>
                <a:cubicBezTo>
                  <a:pt x="12096" y="7695"/>
                  <a:pt x="11376" y="8370"/>
                  <a:pt x="11376" y="9180"/>
                </a:cubicBezTo>
                <a:close/>
                <a:moveTo>
                  <a:pt x="8784" y="11745"/>
                </a:moveTo>
                <a:cubicBezTo>
                  <a:pt x="8064" y="11745"/>
                  <a:pt x="7488" y="12420"/>
                  <a:pt x="7488" y="13095"/>
                </a:cubicBezTo>
                <a:cubicBezTo>
                  <a:pt x="7488" y="13905"/>
                  <a:pt x="8064" y="14445"/>
                  <a:pt x="8784" y="14445"/>
                </a:cubicBezTo>
                <a:cubicBezTo>
                  <a:pt x="9360" y="14445"/>
                  <a:pt x="10080" y="13905"/>
                  <a:pt x="10080" y="13095"/>
                </a:cubicBezTo>
                <a:cubicBezTo>
                  <a:pt x="10080" y="12420"/>
                  <a:pt x="9360" y="11745"/>
                  <a:pt x="8784" y="11745"/>
                </a:cubicBezTo>
                <a:close/>
                <a:moveTo>
                  <a:pt x="4752" y="11745"/>
                </a:moveTo>
                <a:cubicBezTo>
                  <a:pt x="4032" y="11745"/>
                  <a:pt x="3456" y="12420"/>
                  <a:pt x="3456" y="13095"/>
                </a:cubicBezTo>
                <a:cubicBezTo>
                  <a:pt x="3456" y="13905"/>
                  <a:pt x="4032" y="14445"/>
                  <a:pt x="4752" y="14445"/>
                </a:cubicBezTo>
                <a:cubicBezTo>
                  <a:pt x="5472" y="14445"/>
                  <a:pt x="6048" y="13905"/>
                  <a:pt x="6048" y="13095"/>
                </a:cubicBezTo>
                <a:cubicBezTo>
                  <a:pt x="6048" y="12420"/>
                  <a:pt x="5472" y="11745"/>
                  <a:pt x="4752" y="1174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79" name="Freeform 28"/>
          <p:cNvSpPr/>
          <p:nvPr/>
        </p:nvSpPr>
        <p:spPr>
          <a:xfrm>
            <a:off x="836240" y="11123281"/>
            <a:ext cx="472954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7686" y="11340"/>
                </a:moveTo>
                <a:cubicBezTo>
                  <a:pt x="17251" y="11205"/>
                  <a:pt x="16671" y="11205"/>
                  <a:pt x="16381" y="11205"/>
                </a:cubicBezTo>
                <a:cubicBezTo>
                  <a:pt x="16091" y="11205"/>
                  <a:pt x="16091" y="11205"/>
                  <a:pt x="16091" y="11205"/>
                </a:cubicBezTo>
                <a:cubicBezTo>
                  <a:pt x="13192" y="11205"/>
                  <a:pt x="11017" y="13500"/>
                  <a:pt x="11017" y="16200"/>
                </a:cubicBezTo>
                <a:cubicBezTo>
                  <a:pt x="11017" y="16470"/>
                  <a:pt x="11017" y="16470"/>
                  <a:pt x="11017" y="16470"/>
                </a:cubicBezTo>
                <a:cubicBezTo>
                  <a:pt x="11017" y="17010"/>
                  <a:pt x="11017" y="17550"/>
                  <a:pt x="11307" y="17955"/>
                </a:cubicBezTo>
                <a:cubicBezTo>
                  <a:pt x="12032" y="20115"/>
                  <a:pt x="13917" y="21600"/>
                  <a:pt x="16381" y="21600"/>
                </a:cubicBezTo>
                <a:cubicBezTo>
                  <a:pt x="19281" y="21600"/>
                  <a:pt x="21600" y="19305"/>
                  <a:pt x="21600" y="16470"/>
                </a:cubicBezTo>
                <a:cubicBezTo>
                  <a:pt x="21600" y="14040"/>
                  <a:pt x="20005" y="11880"/>
                  <a:pt x="17686" y="11340"/>
                </a:cubicBezTo>
                <a:close/>
                <a:moveTo>
                  <a:pt x="16381" y="19845"/>
                </a:moveTo>
                <a:cubicBezTo>
                  <a:pt x="14352" y="19845"/>
                  <a:pt x="12902" y="18360"/>
                  <a:pt x="12902" y="16470"/>
                </a:cubicBezTo>
                <a:cubicBezTo>
                  <a:pt x="12902" y="14445"/>
                  <a:pt x="14352" y="12960"/>
                  <a:pt x="16381" y="12960"/>
                </a:cubicBezTo>
                <a:cubicBezTo>
                  <a:pt x="18121" y="12960"/>
                  <a:pt x="19860" y="14445"/>
                  <a:pt x="19860" y="16470"/>
                </a:cubicBezTo>
                <a:cubicBezTo>
                  <a:pt x="19860" y="18360"/>
                  <a:pt x="18121" y="19845"/>
                  <a:pt x="16381" y="19845"/>
                </a:cubicBezTo>
                <a:close/>
                <a:moveTo>
                  <a:pt x="16961" y="14040"/>
                </a:moveTo>
                <a:cubicBezTo>
                  <a:pt x="15511" y="14040"/>
                  <a:pt x="15511" y="14040"/>
                  <a:pt x="15511" y="14040"/>
                </a:cubicBezTo>
                <a:cubicBezTo>
                  <a:pt x="15511" y="15795"/>
                  <a:pt x="15511" y="15795"/>
                  <a:pt x="15511" y="15795"/>
                </a:cubicBezTo>
                <a:cubicBezTo>
                  <a:pt x="13772" y="15795"/>
                  <a:pt x="13772" y="15795"/>
                  <a:pt x="13772" y="15795"/>
                </a:cubicBezTo>
                <a:cubicBezTo>
                  <a:pt x="13772" y="17010"/>
                  <a:pt x="13772" y="17010"/>
                  <a:pt x="13772" y="17010"/>
                </a:cubicBezTo>
                <a:cubicBezTo>
                  <a:pt x="15511" y="17010"/>
                  <a:pt x="15511" y="17010"/>
                  <a:pt x="15511" y="17010"/>
                </a:cubicBezTo>
                <a:cubicBezTo>
                  <a:pt x="15511" y="18900"/>
                  <a:pt x="15511" y="18900"/>
                  <a:pt x="15511" y="18900"/>
                </a:cubicBezTo>
                <a:cubicBezTo>
                  <a:pt x="16961" y="18900"/>
                  <a:pt x="16961" y="18900"/>
                  <a:pt x="16961" y="18900"/>
                </a:cubicBezTo>
                <a:cubicBezTo>
                  <a:pt x="16961" y="17010"/>
                  <a:pt x="16961" y="17010"/>
                  <a:pt x="16961" y="17010"/>
                </a:cubicBezTo>
                <a:cubicBezTo>
                  <a:pt x="18701" y="17010"/>
                  <a:pt x="18701" y="17010"/>
                  <a:pt x="18701" y="17010"/>
                </a:cubicBezTo>
                <a:cubicBezTo>
                  <a:pt x="18701" y="15795"/>
                  <a:pt x="18701" y="15795"/>
                  <a:pt x="18701" y="15795"/>
                </a:cubicBezTo>
                <a:cubicBezTo>
                  <a:pt x="16961" y="15795"/>
                  <a:pt x="16961" y="15795"/>
                  <a:pt x="16961" y="15795"/>
                </a:cubicBezTo>
                <a:lnTo>
                  <a:pt x="16961" y="14040"/>
                </a:lnTo>
                <a:close/>
                <a:moveTo>
                  <a:pt x="4059" y="3915"/>
                </a:moveTo>
                <a:cubicBezTo>
                  <a:pt x="4349" y="3915"/>
                  <a:pt x="4349" y="3915"/>
                  <a:pt x="4349" y="3915"/>
                </a:cubicBezTo>
                <a:cubicBezTo>
                  <a:pt x="4784" y="3915"/>
                  <a:pt x="5219" y="3780"/>
                  <a:pt x="5219" y="3375"/>
                </a:cubicBezTo>
                <a:cubicBezTo>
                  <a:pt x="5219" y="675"/>
                  <a:pt x="5219" y="675"/>
                  <a:pt x="5219" y="675"/>
                </a:cubicBezTo>
                <a:cubicBezTo>
                  <a:pt x="5219" y="405"/>
                  <a:pt x="4784" y="0"/>
                  <a:pt x="4349" y="0"/>
                </a:cubicBezTo>
                <a:cubicBezTo>
                  <a:pt x="4059" y="0"/>
                  <a:pt x="4059" y="0"/>
                  <a:pt x="4059" y="0"/>
                </a:cubicBezTo>
                <a:cubicBezTo>
                  <a:pt x="3624" y="0"/>
                  <a:pt x="3334" y="405"/>
                  <a:pt x="3334" y="675"/>
                </a:cubicBezTo>
                <a:cubicBezTo>
                  <a:pt x="3334" y="3375"/>
                  <a:pt x="3334" y="3375"/>
                  <a:pt x="3334" y="3375"/>
                </a:cubicBezTo>
                <a:cubicBezTo>
                  <a:pt x="3334" y="3780"/>
                  <a:pt x="3624" y="3915"/>
                  <a:pt x="4059" y="3915"/>
                </a:cubicBezTo>
                <a:close/>
                <a:moveTo>
                  <a:pt x="13337" y="3915"/>
                </a:moveTo>
                <a:cubicBezTo>
                  <a:pt x="13772" y="3915"/>
                  <a:pt x="13772" y="3915"/>
                  <a:pt x="13772" y="3915"/>
                </a:cubicBezTo>
                <a:cubicBezTo>
                  <a:pt x="14207" y="3915"/>
                  <a:pt x="14352" y="3780"/>
                  <a:pt x="14352" y="3375"/>
                </a:cubicBezTo>
                <a:cubicBezTo>
                  <a:pt x="14352" y="675"/>
                  <a:pt x="14352" y="675"/>
                  <a:pt x="14352" y="675"/>
                </a:cubicBezTo>
                <a:cubicBezTo>
                  <a:pt x="14352" y="405"/>
                  <a:pt x="14207" y="0"/>
                  <a:pt x="13772" y="0"/>
                </a:cubicBezTo>
                <a:cubicBezTo>
                  <a:pt x="13337" y="0"/>
                  <a:pt x="13337" y="0"/>
                  <a:pt x="13337" y="0"/>
                </a:cubicBezTo>
                <a:cubicBezTo>
                  <a:pt x="12902" y="0"/>
                  <a:pt x="12757" y="405"/>
                  <a:pt x="12757" y="675"/>
                </a:cubicBezTo>
                <a:cubicBezTo>
                  <a:pt x="12757" y="3375"/>
                  <a:pt x="12757" y="3375"/>
                  <a:pt x="12757" y="3375"/>
                </a:cubicBezTo>
                <a:cubicBezTo>
                  <a:pt x="12757" y="3780"/>
                  <a:pt x="12902" y="3915"/>
                  <a:pt x="13337" y="3915"/>
                </a:cubicBezTo>
                <a:close/>
                <a:moveTo>
                  <a:pt x="1450" y="14715"/>
                </a:moveTo>
                <a:cubicBezTo>
                  <a:pt x="1450" y="6615"/>
                  <a:pt x="1450" y="6615"/>
                  <a:pt x="1450" y="6615"/>
                </a:cubicBezTo>
                <a:cubicBezTo>
                  <a:pt x="16091" y="6615"/>
                  <a:pt x="16091" y="6615"/>
                  <a:pt x="16091" y="6615"/>
                </a:cubicBezTo>
                <a:cubicBezTo>
                  <a:pt x="16091" y="9855"/>
                  <a:pt x="16091" y="9855"/>
                  <a:pt x="16091" y="9855"/>
                </a:cubicBezTo>
                <a:cubicBezTo>
                  <a:pt x="16091" y="9855"/>
                  <a:pt x="16381" y="9720"/>
                  <a:pt x="16526" y="9720"/>
                </a:cubicBezTo>
                <a:cubicBezTo>
                  <a:pt x="16816" y="9720"/>
                  <a:pt x="17251" y="9855"/>
                  <a:pt x="17541" y="9855"/>
                </a:cubicBezTo>
                <a:cubicBezTo>
                  <a:pt x="17541" y="3240"/>
                  <a:pt x="17541" y="3240"/>
                  <a:pt x="17541" y="3240"/>
                </a:cubicBezTo>
                <a:cubicBezTo>
                  <a:pt x="17541" y="2565"/>
                  <a:pt x="17106" y="2025"/>
                  <a:pt x="16381" y="2025"/>
                </a:cubicBezTo>
                <a:cubicBezTo>
                  <a:pt x="15221" y="2025"/>
                  <a:pt x="15221" y="2025"/>
                  <a:pt x="15221" y="2025"/>
                </a:cubicBezTo>
                <a:cubicBezTo>
                  <a:pt x="15221" y="3375"/>
                  <a:pt x="15221" y="3375"/>
                  <a:pt x="15221" y="3375"/>
                </a:cubicBezTo>
                <a:cubicBezTo>
                  <a:pt x="15221" y="4185"/>
                  <a:pt x="14497" y="4860"/>
                  <a:pt x="13772" y="4860"/>
                </a:cubicBezTo>
                <a:cubicBezTo>
                  <a:pt x="13192" y="4860"/>
                  <a:pt x="13192" y="4860"/>
                  <a:pt x="13192" y="4860"/>
                </a:cubicBezTo>
                <a:cubicBezTo>
                  <a:pt x="12467" y="4860"/>
                  <a:pt x="11742" y="4185"/>
                  <a:pt x="11742" y="3375"/>
                </a:cubicBezTo>
                <a:cubicBezTo>
                  <a:pt x="11742" y="2025"/>
                  <a:pt x="11742" y="2025"/>
                  <a:pt x="11742" y="2025"/>
                </a:cubicBezTo>
                <a:cubicBezTo>
                  <a:pt x="5799" y="2025"/>
                  <a:pt x="5799" y="2025"/>
                  <a:pt x="5799" y="2025"/>
                </a:cubicBezTo>
                <a:cubicBezTo>
                  <a:pt x="5799" y="3375"/>
                  <a:pt x="5799" y="3375"/>
                  <a:pt x="5799" y="3375"/>
                </a:cubicBezTo>
                <a:cubicBezTo>
                  <a:pt x="5799" y="4185"/>
                  <a:pt x="5219" y="4860"/>
                  <a:pt x="4349" y="4860"/>
                </a:cubicBezTo>
                <a:cubicBezTo>
                  <a:pt x="4059" y="4860"/>
                  <a:pt x="4059" y="4860"/>
                  <a:pt x="4059" y="4860"/>
                </a:cubicBezTo>
                <a:cubicBezTo>
                  <a:pt x="3044" y="4860"/>
                  <a:pt x="2609" y="4185"/>
                  <a:pt x="2609" y="3375"/>
                </a:cubicBezTo>
                <a:cubicBezTo>
                  <a:pt x="2609" y="2025"/>
                  <a:pt x="2609" y="2025"/>
                  <a:pt x="2609" y="2025"/>
                </a:cubicBezTo>
                <a:cubicBezTo>
                  <a:pt x="1450" y="2025"/>
                  <a:pt x="1450" y="2025"/>
                  <a:pt x="1450" y="2025"/>
                </a:cubicBezTo>
                <a:cubicBezTo>
                  <a:pt x="580" y="2025"/>
                  <a:pt x="0" y="2565"/>
                  <a:pt x="0" y="3240"/>
                </a:cubicBezTo>
                <a:cubicBezTo>
                  <a:pt x="0" y="16200"/>
                  <a:pt x="0" y="16200"/>
                  <a:pt x="0" y="16200"/>
                </a:cubicBezTo>
                <a:cubicBezTo>
                  <a:pt x="0" y="17010"/>
                  <a:pt x="580" y="17550"/>
                  <a:pt x="1450" y="17550"/>
                </a:cubicBezTo>
                <a:cubicBezTo>
                  <a:pt x="9568" y="17550"/>
                  <a:pt x="9568" y="17550"/>
                  <a:pt x="9568" y="17550"/>
                </a:cubicBezTo>
                <a:cubicBezTo>
                  <a:pt x="9568" y="17145"/>
                  <a:pt x="9568" y="16605"/>
                  <a:pt x="9568" y="16200"/>
                </a:cubicBezTo>
                <a:cubicBezTo>
                  <a:pt x="9568" y="16065"/>
                  <a:pt x="9568" y="15930"/>
                  <a:pt x="9568" y="15930"/>
                </a:cubicBezTo>
                <a:cubicBezTo>
                  <a:pt x="2609" y="15930"/>
                  <a:pt x="2609" y="15930"/>
                  <a:pt x="2609" y="15930"/>
                </a:cubicBezTo>
                <a:cubicBezTo>
                  <a:pt x="2030" y="15930"/>
                  <a:pt x="1450" y="15255"/>
                  <a:pt x="1450" y="14715"/>
                </a:cubicBezTo>
                <a:close/>
                <a:moveTo>
                  <a:pt x="4639" y="7965"/>
                </a:moveTo>
                <a:cubicBezTo>
                  <a:pt x="4059" y="7965"/>
                  <a:pt x="3479" y="8505"/>
                  <a:pt x="3479" y="9180"/>
                </a:cubicBezTo>
                <a:cubicBezTo>
                  <a:pt x="3479" y="9855"/>
                  <a:pt x="4059" y="10665"/>
                  <a:pt x="4639" y="10665"/>
                </a:cubicBezTo>
                <a:cubicBezTo>
                  <a:pt x="5364" y="10665"/>
                  <a:pt x="6089" y="9855"/>
                  <a:pt x="6089" y="9180"/>
                </a:cubicBezTo>
                <a:cubicBezTo>
                  <a:pt x="6089" y="8505"/>
                  <a:pt x="5364" y="7965"/>
                  <a:pt x="4639" y="7965"/>
                </a:cubicBezTo>
                <a:close/>
                <a:moveTo>
                  <a:pt x="8843" y="7965"/>
                </a:moveTo>
                <a:cubicBezTo>
                  <a:pt x="8118" y="7965"/>
                  <a:pt x="7538" y="8505"/>
                  <a:pt x="7538" y="9180"/>
                </a:cubicBezTo>
                <a:cubicBezTo>
                  <a:pt x="7538" y="9855"/>
                  <a:pt x="8118" y="10665"/>
                  <a:pt x="8843" y="10665"/>
                </a:cubicBezTo>
                <a:cubicBezTo>
                  <a:pt x="9568" y="10665"/>
                  <a:pt x="10148" y="9855"/>
                  <a:pt x="10148" y="9180"/>
                </a:cubicBezTo>
                <a:cubicBezTo>
                  <a:pt x="10148" y="8505"/>
                  <a:pt x="9568" y="7965"/>
                  <a:pt x="8843" y="7965"/>
                </a:cubicBezTo>
                <a:close/>
                <a:moveTo>
                  <a:pt x="11597" y="9180"/>
                </a:moveTo>
                <a:cubicBezTo>
                  <a:pt x="11597" y="9855"/>
                  <a:pt x="12177" y="10665"/>
                  <a:pt x="12902" y="10665"/>
                </a:cubicBezTo>
                <a:cubicBezTo>
                  <a:pt x="13627" y="10665"/>
                  <a:pt x="14062" y="9855"/>
                  <a:pt x="14062" y="9180"/>
                </a:cubicBezTo>
                <a:cubicBezTo>
                  <a:pt x="14062" y="8505"/>
                  <a:pt x="13627" y="7965"/>
                  <a:pt x="12902" y="7965"/>
                </a:cubicBezTo>
                <a:cubicBezTo>
                  <a:pt x="12177" y="7965"/>
                  <a:pt x="11597" y="8505"/>
                  <a:pt x="11597" y="9180"/>
                </a:cubicBezTo>
                <a:close/>
                <a:moveTo>
                  <a:pt x="8843" y="11880"/>
                </a:moveTo>
                <a:cubicBezTo>
                  <a:pt x="8118" y="11880"/>
                  <a:pt x="7538" y="12690"/>
                  <a:pt x="7538" y="13365"/>
                </a:cubicBezTo>
                <a:cubicBezTo>
                  <a:pt x="7538" y="14040"/>
                  <a:pt x="8118" y="14580"/>
                  <a:pt x="8843" y="14580"/>
                </a:cubicBezTo>
                <a:cubicBezTo>
                  <a:pt x="9568" y="14580"/>
                  <a:pt x="10148" y="14040"/>
                  <a:pt x="10148" y="13365"/>
                </a:cubicBezTo>
                <a:cubicBezTo>
                  <a:pt x="10148" y="12690"/>
                  <a:pt x="9568" y="11880"/>
                  <a:pt x="8843" y="11880"/>
                </a:cubicBezTo>
                <a:close/>
                <a:moveTo>
                  <a:pt x="4639" y="11880"/>
                </a:moveTo>
                <a:cubicBezTo>
                  <a:pt x="4059" y="11880"/>
                  <a:pt x="3479" y="12690"/>
                  <a:pt x="3479" y="13365"/>
                </a:cubicBezTo>
                <a:cubicBezTo>
                  <a:pt x="3479" y="14040"/>
                  <a:pt x="4059" y="14580"/>
                  <a:pt x="4639" y="14580"/>
                </a:cubicBezTo>
                <a:cubicBezTo>
                  <a:pt x="5364" y="14580"/>
                  <a:pt x="6089" y="14040"/>
                  <a:pt x="6089" y="13365"/>
                </a:cubicBezTo>
                <a:cubicBezTo>
                  <a:pt x="6089" y="12690"/>
                  <a:pt x="5364" y="11880"/>
                  <a:pt x="4639" y="1188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80" name="Freeform 39"/>
          <p:cNvSpPr/>
          <p:nvPr/>
        </p:nvSpPr>
        <p:spPr>
          <a:xfrm>
            <a:off x="18639973" y="6594762"/>
            <a:ext cx="472954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9860" y="16335"/>
                </a:moveTo>
                <a:cubicBezTo>
                  <a:pt x="19860" y="13635"/>
                  <a:pt x="19860" y="13635"/>
                  <a:pt x="19860" y="13635"/>
                </a:cubicBezTo>
                <a:cubicBezTo>
                  <a:pt x="19860" y="12150"/>
                  <a:pt x="18846" y="9855"/>
                  <a:pt x="15946" y="9855"/>
                </a:cubicBezTo>
                <a:cubicBezTo>
                  <a:pt x="13627" y="9855"/>
                  <a:pt x="13627" y="9855"/>
                  <a:pt x="13627" y="9855"/>
                </a:cubicBezTo>
                <a:cubicBezTo>
                  <a:pt x="12032" y="9855"/>
                  <a:pt x="11887" y="9045"/>
                  <a:pt x="11887" y="8505"/>
                </a:cubicBezTo>
                <a:cubicBezTo>
                  <a:pt x="11887" y="5400"/>
                  <a:pt x="11887" y="5400"/>
                  <a:pt x="11887" y="5400"/>
                </a:cubicBezTo>
                <a:cubicBezTo>
                  <a:pt x="12902" y="4995"/>
                  <a:pt x="13482" y="4050"/>
                  <a:pt x="13482" y="2835"/>
                </a:cubicBezTo>
                <a:cubicBezTo>
                  <a:pt x="13482" y="1350"/>
                  <a:pt x="12322" y="0"/>
                  <a:pt x="10728" y="0"/>
                </a:cubicBezTo>
                <a:cubicBezTo>
                  <a:pt x="9278" y="0"/>
                  <a:pt x="7973" y="1350"/>
                  <a:pt x="7973" y="2835"/>
                </a:cubicBezTo>
                <a:cubicBezTo>
                  <a:pt x="7973" y="4050"/>
                  <a:pt x="8698" y="4995"/>
                  <a:pt x="9713" y="5400"/>
                </a:cubicBezTo>
                <a:cubicBezTo>
                  <a:pt x="9713" y="8505"/>
                  <a:pt x="9713" y="8505"/>
                  <a:pt x="9713" y="8505"/>
                </a:cubicBezTo>
                <a:cubicBezTo>
                  <a:pt x="9713" y="8910"/>
                  <a:pt x="9568" y="9855"/>
                  <a:pt x="7828" y="9855"/>
                </a:cubicBezTo>
                <a:cubicBezTo>
                  <a:pt x="5654" y="9855"/>
                  <a:pt x="5654" y="9855"/>
                  <a:pt x="5654" y="9855"/>
                </a:cubicBezTo>
                <a:cubicBezTo>
                  <a:pt x="2609" y="9855"/>
                  <a:pt x="1595" y="12150"/>
                  <a:pt x="1595" y="13635"/>
                </a:cubicBezTo>
                <a:cubicBezTo>
                  <a:pt x="1595" y="16335"/>
                  <a:pt x="1595" y="16335"/>
                  <a:pt x="1595" y="16335"/>
                </a:cubicBezTo>
                <a:cubicBezTo>
                  <a:pt x="725" y="16875"/>
                  <a:pt x="0" y="17820"/>
                  <a:pt x="0" y="19035"/>
                </a:cubicBezTo>
                <a:cubicBezTo>
                  <a:pt x="0" y="20520"/>
                  <a:pt x="1160" y="21600"/>
                  <a:pt x="2609" y="21600"/>
                </a:cubicBezTo>
                <a:cubicBezTo>
                  <a:pt x="4204" y="21600"/>
                  <a:pt x="5509" y="20520"/>
                  <a:pt x="5509" y="19035"/>
                </a:cubicBezTo>
                <a:cubicBezTo>
                  <a:pt x="5509" y="17820"/>
                  <a:pt x="4784" y="16875"/>
                  <a:pt x="3914" y="16335"/>
                </a:cubicBezTo>
                <a:cubicBezTo>
                  <a:pt x="3914" y="13635"/>
                  <a:pt x="3914" y="13635"/>
                  <a:pt x="3914" y="13635"/>
                </a:cubicBezTo>
                <a:cubicBezTo>
                  <a:pt x="3914" y="13500"/>
                  <a:pt x="3914" y="12015"/>
                  <a:pt x="5654" y="12015"/>
                </a:cubicBezTo>
                <a:cubicBezTo>
                  <a:pt x="7828" y="12015"/>
                  <a:pt x="7828" y="12015"/>
                  <a:pt x="7828" y="12015"/>
                </a:cubicBezTo>
                <a:cubicBezTo>
                  <a:pt x="8698" y="12015"/>
                  <a:pt x="9133" y="11880"/>
                  <a:pt x="9713" y="11745"/>
                </a:cubicBezTo>
                <a:cubicBezTo>
                  <a:pt x="9713" y="16335"/>
                  <a:pt x="9713" y="16335"/>
                  <a:pt x="9713" y="16335"/>
                </a:cubicBezTo>
                <a:cubicBezTo>
                  <a:pt x="8698" y="16875"/>
                  <a:pt x="7973" y="17820"/>
                  <a:pt x="7973" y="19035"/>
                </a:cubicBezTo>
                <a:cubicBezTo>
                  <a:pt x="7973" y="20520"/>
                  <a:pt x="9278" y="21600"/>
                  <a:pt x="10728" y="21600"/>
                </a:cubicBezTo>
                <a:cubicBezTo>
                  <a:pt x="12322" y="21600"/>
                  <a:pt x="13482" y="20520"/>
                  <a:pt x="13482" y="19035"/>
                </a:cubicBezTo>
                <a:cubicBezTo>
                  <a:pt x="13482" y="17820"/>
                  <a:pt x="12902" y="16875"/>
                  <a:pt x="11887" y="16335"/>
                </a:cubicBezTo>
                <a:cubicBezTo>
                  <a:pt x="11887" y="11745"/>
                  <a:pt x="11887" y="11745"/>
                  <a:pt x="11887" y="11745"/>
                </a:cubicBezTo>
                <a:cubicBezTo>
                  <a:pt x="12322" y="11880"/>
                  <a:pt x="13047" y="12015"/>
                  <a:pt x="13627" y="12015"/>
                </a:cubicBezTo>
                <a:cubicBezTo>
                  <a:pt x="15946" y="12015"/>
                  <a:pt x="15946" y="12015"/>
                  <a:pt x="15946" y="12015"/>
                </a:cubicBezTo>
                <a:cubicBezTo>
                  <a:pt x="17541" y="12015"/>
                  <a:pt x="17831" y="13365"/>
                  <a:pt x="17831" y="13635"/>
                </a:cubicBezTo>
                <a:cubicBezTo>
                  <a:pt x="17831" y="16335"/>
                  <a:pt x="17831" y="16335"/>
                  <a:pt x="17831" y="16335"/>
                </a:cubicBezTo>
                <a:cubicBezTo>
                  <a:pt x="16671" y="16875"/>
                  <a:pt x="16091" y="17820"/>
                  <a:pt x="16091" y="19035"/>
                </a:cubicBezTo>
                <a:cubicBezTo>
                  <a:pt x="16091" y="20520"/>
                  <a:pt x="17251" y="21600"/>
                  <a:pt x="18846" y="21600"/>
                </a:cubicBezTo>
                <a:cubicBezTo>
                  <a:pt x="20295" y="21600"/>
                  <a:pt x="21600" y="20520"/>
                  <a:pt x="21600" y="19035"/>
                </a:cubicBezTo>
                <a:cubicBezTo>
                  <a:pt x="21600" y="17820"/>
                  <a:pt x="20875" y="16875"/>
                  <a:pt x="19860" y="16335"/>
                </a:cubicBezTo>
                <a:close/>
                <a:moveTo>
                  <a:pt x="4204" y="19035"/>
                </a:moveTo>
                <a:cubicBezTo>
                  <a:pt x="4204" y="19845"/>
                  <a:pt x="3624" y="20655"/>
                  <a:pt x="2609" y="20655"/>
                </a:cubicBezTo>
                <a:cubicBezTo>
                  <a:pt x="1885" y="20655"/>
                  <a:pt x="1015" y="19845"/>
                  <a:pt x="1015" y="19035"/>
                </a:cubicBezTo>
                <a:cubicBezTo>
                  <a:pt x="1015" y="18090"/>
                  <a:pt x="1885" y="17415"/>
                  <a:pt x="2609" y="17415"/>
                </a:cubicBezTo>
                <a:cubicBezTo>
                  <a:pt x="3624" y="17415"/>
                  <a:pt x="4204" y="18090"/>
                  <a:pt x="4204" y="19035"/>
                </a:cubicBezTo>
                <a:close/>
                <a:moveTo>
                  <a:pt x="9133" y="2835"/>
                </a:moveTo>
                <a:cubicBezTo>
                  <a:pt x="9133" y="1890"/>
                  <a:pt x="10003" y="1215"/>
                  <a:pt x="10728" y="1215"/>
                </a:cubicBezTo>
                <a:cubicBezTo>
                  <a:pt x="11742" y="1215"/>
                  <a:pt x="12322" y="1890"/>
                  <a:pt x="12322" y="2835"/>
                </a:cubicBezTo>
                <a:cubicBezTo>
                  <a:pt x="12322" y="3780"/>
                  <a:pt x="11742" y="4455"/>
                  <a:pt x="10728" y="4455"/>
                </a:cubicBezTo>
                <a:cubicBezTo>
                  <a:pt x="10003" y="4455"/>
                  <a:pt x="9133" y="3780"/>
                  <a:pt x="9133" y="2835"/>
                </a:cubicBezTo>
                <a:close/>
                <a:moveTo>
                  <a:pt x="12322" y="19035"/>
                </a:moveTo>
                <a:cubicBezTo>
                  <a:pt x="12322" y="19845"/>
                  <a:pt x="11742" y="20655"/>
                  <a:pt x="10728" y="20655"/>
                </a:cubicBezTo>
                <a:cubicBezTo>
                  <a:pt x="10003" y="20655"/>
                  <a:pt x="9133" y="19845"/>
                  <a:pt x="9133" y="19035"/>
                </a:cubicBezTo>
                <a:cubicBezTo>
                  <a:pt x="9133" y="18090"/>
                  <a:pt x="10003" y="17415"/>
                  <a:pt x="10728" y="17415"/>
                </a:cubicBezTo>
                <a:cubicBezTo>
                  <a:pt x="11742" y="17415"/>
                  <a:pt x="12322" y="18090"/>
                  <a:pt x="12322" y="19035"/>
                </a:cubicBezTo>
                <a:close/>
                <a:moveTo>
                  <a:pt x="18846" y="20655"/>
                </a:moveTo>
                <a:cubicBezTo>
                  <a:pt x="17976" y="20655"/>
                  <a:pt x="17251" y="19845"/>
                  <a:pt x="17251" y="19035"/>
                </a:cubicBezTo>
                <a:cubicBezTo>
                  <a:pt x="17251" y="18090"/>
                  <a:pt x="17976" y="17415"/>
                  <a:pt x="18846" y="17415"/>
                </a:cubicBezTo>
                <a:cubicBezTo>
                  <a:pt x="19715" y="17415"/>
                  <a:pt x="20440" y="18090"/>
                  <a:pt x="20440" y="19035"/>
                </a:cubicBezTo>
                <a:cubicBezTo>
                  <a:pt x="20440" y="19845"/>
                  <a:pt x="19715" y="20655"/>
                  <a:pt x="18846" y="20655"/>
                </a:cubicBezTo>
                <a:close/>
                <a:moveTo>
                  <a:pt x="18846" y="20655"/>
                </a:moveTo>
                <a:cubicBezTo>
                  <a:pt x="18846" y="20655"/>
                  <a:pt x="18846" y="20655"/>
                  <a:pt x="18846" y="20655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81" name="Freeform 47"/>
          <p:cNvSpPr/>
          <p:nvPr/>
        </p:nvSpPr>
        <p:spPr>
          <a:xfrm>
            <a:off x="7515642" y="6584780"/>
            <a:ext cx="476127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6" y="20250"/>
                </a:moveTo>
                <a:cubicBezTo>
                  <a:pt x="1296" y="17685"/>
                  <a:pt x="1296" y="17685"/>
                  <a:pt x="1296" y="17685"/>
                </a:cubicBezTo>
                <a:cubicBezTo>
                  <a:pt x="2160" y="17685"/>
                  <a:pt x="2160" y="17685"/>
                  <a:pt x="2160" y="17685"/>
                </a:cubicBezTo>
                <a:cubicBezTo>
                  <a:pt x="2592" y="17685"/>
                  <a:pt x="2880" y="17550"/>
                  <a:pt x="2880" y="17145"/>
                </a:cubicBezTo>
                <a:cubicBezTo>
                  <a:pt x="2880" y="16740"/>
                  <a:pt x="2592" y="16605"/>
                  <a:pt x="2160" y="16605"/>
                </a:cubicBezTo>
                <a:cubicBezTo>
                  <a:pt x="1296" y="16605"/>
                  <a:pt x="1296" y="16605"/>
                  <a:pt x="1296" y="16605"/>
                </a:cubicBezTo>
                <a:cubicBezTo>
                  <a:pt x="1296" y="14040"/>
                  <a:pt x="1296" y="14040"/>
                  <a:pt x="1296" y="14040"/>
                </a:cubicBezTo>
                <a:cubicBezTo>
                  <a:pt x="2160" y="14040"/>
                  <a:pt x="2160" y="14040"/>
                  <a:pt x="2160" y="14040"/>
                </a:cubicBezTo>
                <a:cubicBezTo>
                  <a:pt x="2592" y="14040"/>
                  <a:pt x="2880" y="13635"/>
                  <a:pt x="2880" y="13365"/>
                </a:cubicBezTo>
                <a:cubicBezTo>
                  <a:pt x="2880" y="13230"/>
                  <a:pt x="2592" y="12825"/>
                  <a:pt x="2160" y="12825"/>
                </a:cubicBezTo>
                <a:cubicBezTo>
                  <a:pt x="1296" y="12825"/>
                  <a:pt x="1296" y="12825"/>
                  <a:pt x="1296" y="12825"/>
                </a:cubicBezTo>
                <a:cubicBezTo>
                  <a:pt x="1296" y="10260"/>
                  <a:pt x="1296" y="10260"/>
                  <a:pt x="1296" y="10260"/>
                </a:cubicBezTo>
                <a:cubicBezTo>
                  <a:pt x="2160" y="10260"/>
                  <a:pt x="2160" y="10260"/>
                  <a:pt x="2160" y="10260"/>
                </a:cubicBezTo>
                <a:cubicBezTo>
                  <a:pt x="2592" y="10260"/>
                  <a:pt x="2880" y="10125"/>
                  <a:pt x="2880" y="9720"/>
                </a:cubicBezTo>
                <a:cubicBezTo>
                  <a:pt x="2880" y="9315"/>
                  <a:pt x="2592" y="9045"/>
                  <a:pt x="2160" y="9045"/>
                </a:cubicBezTo>
                <a:cubicBezTo>
                  <a:pt x="1296" y="9045"/>
                  <a:pt x="1296" y="9045"/>
                  <a:pt x="1296" y="9045"/>
                </a:cubicBezTo>
                <a:cubicBezTo>
                  <a:pt x="1296" y="6480"/>
                  <a:pt x="1296" y="6480"/>
                  <a:pt x="1296" y="6480"/>
                </a:cubicBezTo>
                <a:cubicBezTo>
                  <a:pt x="2160" y="6480"/>
                  <a:pt x="2160" y="6480"/>
                  <a:pt x="2160" y="6480"/>
                </a:cubicBezTo>
                <a:cubicBezTo>
                  <a:pt x="2592" y="6480"/>
                  <a:pt x="2880" y="6210"/>
                  <a:pt x="2880" y="5940"/>
                </a:cubicBezTo>
                <a:cubicBezTo>
                  <a:pt x="2880" y="5535"/>
                  <a:pt x="2592" y="5400"/>
                  <a:pt x="2160" y="5400"/>
                </a:cubicBezTo>
                <a:cubicBezTo>
                  <a:pt x="1296" y="5400"/>
                  <a:pt x="1296" y="5400"/>
                  <a:pt x="1296" y="5400"/>
                </a:cubicBezTo>
                <a:cubicBezTo>
                  <a:pt x="1296" y="2835"/>
                  <a:pt x="1296" y="2835"/>
                  <a:pt x="1296" y="2835"/>
                </a:cubicBezTo>
                <a:cubicBezTo>
                  <a:pt x="2160" y="2835"/>
                  <a:pt x="2160" y="2835"/>
                  <a:pt x="2160" y="2835"/>
                </a:cubicBezTo>
                <a:cubicBezTo>
                  <a:pt x="2592" y="2835"/>
                  <a:pt x="2880" y="2430"/>
                  <a:pt x="2880" y="2160"/>
                </a:cubicBezTo>
                <a:cubicBezTo>
                  <a:pt x="2880" y="1755"/>
                  <a:pt x="2592" y="1620"/>
                  <a:pt x="2160" y="1620"/>
                </a:cubicBezTo>
                <a:cubicBezTo>
                  <a:pt x="1296" y="1620"/>
                  <a:pt x="1296" y="1620"/>
                  <a:pt x="1296" y="1620"/>
                </a:cubicBezTo>
                <a:cubicBezTo>
                  <a:pt x="1296" y="0"/>
                  <a:pt x="1296" y="0"/>
                  <a:pt x="1296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1600"/>
                  <a:pt x="0" y="21600"/>
                  <a:pt x="0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20250"/>
                  <a:pt x="21600" y="20250"/>
                  <a:pt x="21600" y="20250"/>
                </a:cubicBezTo>
                <a:cubicBezTo>
                  <a:pt x="1296" y="20250"/>
                  <a:pt x="1296" y="20250"/>
                  <a:pt x="1296" y="20250"/>
                </a:cubicBezTo>
                <a:close/>
                <a:moveTo>
                  <a:pt x="8640" y="11070"/>
                </a:moveTo>
                <a:cubicBezTo>
                  <a:pt x="8640" y="9990"/>
                  <a:pt x="7776" y="9180"/>
                  <a:pt x="6624" y="9180"/>
                </a:cubicBezTo>
                <a:cubicBezTo>
                  <a:pt x="5616" y="9180"/>
                  <a:pt x="4752" y="9990"/>
                  <a:pt x="4752" y="11070"/>
                </a:cubicBezTo>
                <a:cubicBezTo>
                  <a:pt x="4752" y="19035"/>
                  <a:pt x="4752" y="19035"/>
                  <a:pt x="4752" y="19035"/>
                </a:cubicBezTo>
                <a:cubicBezTo>
                  <a:pt x="8640" y="19035"/>
                  <a:pt x="8640" y="19035"/>
                  <a:pt x="8640" y="19035"/>
                </a:cubicBezTo>
                <a:cubicBezTo>
                  <a:pt x="8640" y="11070"/>
                  <a:pt x="8640" y="11070"/>
                  <a:pt x="8640" y="11070"/>
                </a:cubicBezTo>
                <a:close/>
                <a:moveTo>
                  <a:pt x="14112" y="6885"/>
                </a:moveTo>
                <a:cubicBezTo>
                  <a:pt x="14112" y="5805"/>
                  <a:pt x="13248" y="4995"/>
                  <a:pt x="12240" y="4995"/>
                </a:cubicBezTo>
                <a:cubicBezTo>
                  <a:pt x="11088" y="4995"/>
                  <a:pt x="10512" y="5805"/>
                  <a:pt x="10512" y="6885"/>
                </a:cubicBezTo>
                <a:cubicBezTo>
                  <a:pt x="10512" y="19035"/>
                  <a:pt x="10512" y="19035"/>
                  <a:pt x="10512" y="19035"/>
                </a:cubicBezTo>
                <a:cubicBezTo>
                  <a:pt x="14112" y="19035"/>
                  <a:pt x="14112" y="19035"/>
                  <a:pt x="14112" y="19035"/>
                </a:cubicBezTo>
                <a:cubicBezTo>
                  <a:pt x="14112" y="6885"/>
                  <a:pt x="14112" y="6885"/>
                  <a:pt x="14112" y="6885"/>
                </a:cubicBezTo>
                <a:close/>
                <a:moveTo>
                  <a:pt x="19728" y="3375"/>
                </a:moveTo>
                <a:cubicBezTo>
                  <a:pt x="19728" y="2295"/>
                  <a:pt x="18864" y="1620"/>
                  <a:pt x="17856" y="1620"/>
                </a:cubicBezTo>
                <a:cubicBezTo>
                  <a:pt x="16848" y="1620"/>
                  <a:pt x="15984" y="2295"/>
                  <a:pt x="15984" y="3375"/>
                </a:cubicBezTo>
                <a:cubicBezTo>
                  <a:pt x="15984" y="19035"/>
                  <a:pt x="15984" y="19035"/>
                  <a:pt x="15984" y="19035"/>
                </a:cubicBezTo>
                <a:cubicBezTo>
                  <a:pt x="19728" y="19035"/>
                  <a:pt x="19728" y="19035"/>
                  <a:pt x="19728" y="19035"/>
                </a:cubicBezTo>
                <a:cubicBezTo>
                  <a:pt x="19728" y="3375"/>
                  <a:pt x="19728" y="3375"/>
                  <a:pt x="19728" y="337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82" name="Freeform 73"/>
          <p:cNvSpPr/>
          <p:nvPr/>
        </p:nvSpPr>
        <p:spPr>
          <a:xfrm>
            <a:off x="13084748" y="6611870"/>
            <a:ext cx="411156" cy="4536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214" y="11340"/>
                </a:moveTo>
                <a:cubicBezTo>
                  <a:pt x="596" y="11340"/>
                  <a:pt x="596" y="11340"/>
                  <a:pt x="596" y="11340"/>
                </a:cubicBezTo>
                <a:cubicBezTo>
                  <a:pt x="447" y="11340"/>
                  <a:pt x="0" y="11610"/>
                  <a:pt x="0" y="11745"/>
                </a:cubicBezTo>
                <a:cubicBezTo>
                  <a:pt x="0" y="21330"/>
                  <a:pt x="0" y="21330"/>
                  <a:pt x="0" y="21330"/>
                </a:cubicBezTo>
                <a:cubicBezTo>
                  <a:pt x="0" y="21465"/>
                  <a:pt x="447" y="21600"/>
                  <a:pt x="596" y="21600"/>
                </a:cubicBezTo>
                <a:cubicBezTo>
                  <a:pt x="5214" y="21600"/>
                  <a:pt x="5214" y="21600"/>
                  <a:pt x="5214" y="21600"/>
                </a:cubicBezTo>
                <a:cubicBezTo>
                  <a:pt x="5512" y="21600"/>
                  <a:pt x="5810" y="21465"/>
                  <a:pt x="5810" y="21330"/>
                </a:cubicBezTo>
                <a:cubicBezTo>
                  <a:pt x="5810" y="11745"/>
                  <a:pt x="5810" y="11745"/>
                  <a:pt x="5810" y="11745"/>
                </a:cubicBezTo>
                <a:cubicBezTo>
                  <a:pt x="5810" y="11610"/>
                  <a:pt x="5512" y="11340"/>
                  <a:pt x="5214" y="11340"/>
                </a:cubicBezTo>
                <a:close/>
                <a:moveTo>
                  <a:pt x="13109" y="4995"/>
                </a:moveTo>
                <a:cubicBezTo>
                  <a:pt x="8491" y="4995"/>
                  <a:pt x="8491" y="4995"/>
                  <a:pt x="8491" y="4995"/>
                </a:cubicBezTo>
                <a:cubicBezTo>
                  <a:pt x="8044" y="4995"/>
                  <a:pt x="7448" y="5265"/>
                  <a:pt x="7448" y="5805"/>
                </a:cubicBezTo>
                <a:cubicBezTo>
                  <a:pt x="7448" y="20925"/>
                  <a:pt x="7448" y="20925"/>
                  <a:pt x="7448" y="20925"/>
                </a:cubicBezTo>
                <a:cubicBezTo>
                  <a:pt x="7448" y="21330"/>
                  <a:pt x="8044" y="21600"/>
                  <a:pt x="8491" y="21600"/>
                </a:cubicBezTo>
                <a:cubicBezTo>
                  <a:pt x="13109" y="21600"/>
                  <a:pt x="13109" y="21600"/>
                  <a:pt x="13109" y="21600"/>
                </a:cubicBezTo>
                <a:cubicBezTo>
                  <a:pt x="13705" y="21600"/>
                  <a:pt x="14003" y="21330"/>
                  <a:pt x="14003" y="20925"/>
                </a:cubicBezTo>
                <a:cubicBezTo>
                  <a:pt x="14003" y="5805"/>
                  <a:pt x="14003" y="5805"/>
                  <a:pt x="14003" y="5805"/>
                </a:cubicBezTo>
                <a:cubicBezTo>
                  <a:pt x="14003" y="5265"/>
                  <a:pt x="13705" y="4995"/>
                  <a:pt x="13109" y="4995"/>
                </a:cubicBezTo>
                <a:close/>
                <a:moveTo>
                  <a:pt x="13109" y="20925"/>
                </a:moveTo>
                <a:cubicBezTo>
                  <a:pt x="8491" y="20925"/>
                  <a:pt x="8491" y="20925"/>
                  <a:pt x="8491" y="20925"/>
                </a:cubicBezTo>
                <a:cubicBezTo>
                  <a:pt x="8491" y="5805"/>
                  <a:pt x="8491" y="5805"/>
                  <a:pt x="8491" y="5805"/>
                </a:cubicBezTo>
                <a:cubicBezTo>
                  <a:pt x="13109" y="5805"/>
                  <a:pt x="13109" y="5805"/>
                  <a:pt x="13109" y="5805"/>
                </a:cubicBezTo>
                <a:cubicBezTo>
                  <a:pt x="13109" y="20925"/>
                  <a:pt x="13109" y="20925"/>
                  <a:pt x="13109" y="20925"/>
                </a:cubicBezTo>
                <a:close/>
                <a:moveTo>
                  <a:pt x="21004" y="0"/>
                </a:moveTo>
                <a:cubicBezTo>
                  <a:pt x="16535" y="0"/>
                  <a:pt x="16535" y="0"/>
                  <a:pt x="16535" y="0"/>
                </a:cubicBezTo>
                <a:cubicBezTo>
                  <a:pt x="16386" y="0"/>
                  <a:pt x="16088" y="270"/>
                  <a:pt x="16088" y="405"/>
                </a:cubicBezTo>
                <a:cubicBezTo>
                  <a:pt x="16088" y="21330"/>
                  <a:pt x="16088" y="21330"/>
                  <a:pt x="16088" y="21330"/>
                </a:cubicBezTo>
                <a:cubicBezTo>
                  <a:pt x="16088" y="21465"/>
                  <a:pt x="16386" y="21600"/>
                  <a:pt x="16535" y="21600"/>
                </a:cubicBezTo>
                <a:cubicBezTo>
                  <a:pt x="21004" y="21600"/>
                  <a:pt x="21004" y="21600"/>
                  <a:pt x="21004" y="21600"/>
                </a:cubicBezTo>
                <a:cubicBezTo>
                  <a:pt x="21451" y="21600"/>
                  <a:pt x="21600" y="21465"/>
                  <a:pt x="21600" y="21330"/>
                </a:cubicBezTo>
                <a:cubicBezTo>
                  <a:pt x="21600" y="405"/>
                  <a:pt x="21600" y="405"/>
                  <a:pt x="21600" y="405"/>
                </a:cubicBezTo>
                <a:cubicBezTo>
                  <a:pt x="21600" y="270"/>
                  <a:pt x="21451" y="0"/>
                  <a:pt x="21004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83" name="Freeform 76"/>
          <p:cNvSpPr/>
          <p:nvPr/>
        </p:nvSpPr>
        <p:spPr>
          <a:xfrm>
            <a:off x="19800634" y="6639333"/>
            <a:ext cx="326942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7406" y="15930"/>
                </a:moveTo>
                <a:cubicBezTo>
                  <a:pt x="15938" y="15930"/>
                  <a:pt x="14260" y="16740"/>
                  <a:pt x="13841" y="17685"/>
                </a:cubicBezTo>
                <a:cubicBezTo>
                  <a:pt x="8388" y="17685"/>
                  <a:pt x="8388" y="17685"/>
                  <a:pt x="8388" y="17685"/>
                </a:cubicBezTo>
                <a:cubicBezTo>
                  <a:pt x="6082" y="17685"/>
                  <a:pt x="5662" y="16335"/>
                  <a:pt x="5662" y="15930"/>
                </a:cubicBezTo>
                <a:cubicBezTo>
                  <a:pt x="5662" y="11340"/>
                  <a:pt x="5662" y="11340"/>
                  <a:pt x="5662" y="11340"/>
                </a:cubicBezTo>
                <a:cubicBezTo>
                  <a:pt x="6501" y="11610"/>
                  <a:pt x="7130" y="11745"/>
                  <a:pt x="8388" y="11745"/>
                </a:cubicBezTo>
                <a:cubicBezTo>
                  <a:pt x="13841" y="11745"/>
                  <a:pt x="13841" y="11745"/>
                  <a:pt x="13841" y="11745"/>
                </a:cubicBezTo>
                <a:cubicBezTo>
                  <a:pt x="14260" y="12690"/>
                  <a:pt x="15938" y="13500"/>
                  <a:pt x="17406" y="13500"/>
                </a:cubicBezTo>
                <a:cubicBezTo>
                  <a:pt x="19713" y="13500"/>
                  <a:pt x="21600" y="12150"/>
                  <a:pt x="21600" y="10800"/>
                </a:cubicBezTo>
                <a:cubicBezTo>
                  <a:pt x="21600" y="9180"/>
                  <a:pt x="19713" y="7965"/>
                  <a:pt x="17406" y="7965"/>
                </a:cubicBezTo>
                <a:cubicBezTo>
                  <a:pt x="15938" y="7965"/>
                  <a:pt x="14260" y="8640"/>
                  <a:pt x="13841" y="9720"/>
                </a:cubicBezTo>
                <a:cubicBezTo>
                  <a:pt x="8388" y="9720"/>
                  <a:pt x="8388" y="9720"/>
                  <a:pt x="8388" y="9720"/>
                </a:cubicBezTo>
                <a:cubicBezTo>
                  <a:pt x="6082" y="9720"/>
                  <a:pt x="5662" y="8235"/>
                  <a:pt x="5662" y="7830"/>
                </a:cubicBezTo>
                <a:cubicBezTo>
                  <a:pt x="5662" y="5130"/>
                  <a:pt x="5662" y="5130"/>
                  <a:pt x="5662" y="5130"/>
                </a:cubicBezTo>
                <a:cubicBezTo>
                  <a:pt x="7130" y="4725"/>
                  <a:pt x="8179" y="3780"/>
                  <a:pt x="8179" y="2565"/>
                </a:cubicBezTo>
                <a:cubicBezTo>
                  <a:pt x="8179" y="1080"/>
                  <a:pt x="6501" y="0"/>
                  <a:pt x="3984" y="0"/>
                </a:cubicBezTo>
                <a:cubicBezTo>
                  <a:pt x="1887" y="0"/>
                  <a:pt x="0" y="1080"/>
                  <a:pt x="0" y="2565"/>
                </a:cubicBezTo>
                <a:cubicBezTo>
                  <a:pt x="0" y="3780"/>
                  <a:pt x="1258" y="4725"/>
                  <a:pt x="2517" y="5130"/>
                </a:cubicBezTo>
                <a:cubicBezTo>
                  <a:pt x="2517" y="15930"/>
                  <a:pt x="2517" y="15930"/>
                  <a:pt x="2517" y="15930"/>
                </a:cubicBezTo>
                <a:cubicBezTo>
                  <a:pt x="2517" y="17550"/>
                  <a:pt x="3984" y="19845"/>
                  <a:pt x="8388" y="19845"/>
                </a:cubicBezTo>
                <a:cubicBezTo>
                  <a:pt x="13841" y="19845"/>
                  <a:pt x="13841" y="19845"/>
                  <a:pt x="13841" y="19845"/>
                </a:cubicBezTo>
                <a:cubicBezTo>
                  <a:pt x="14260" y="20925"/>
                  <a:pt x="15938" y="21600"/>
                  <a:pt x="17406" y="21600"/>
                </a:cubicBezTo>
                <a:cubicBezTo>
                  <a:pt x="19713" y="21600"/>
                  <a:pt x="21600" y="20385"/>
                  <a:pt x="21600" y="18765"/>
                </a:cubicBezTo>
                <a:cubicBezTo>
                  <a:pt x="21600" y="17280"/>
                  <a:pt x="19713" y="15930"/>
                  <a:pt x="17406" y="15930"/>
                </a:cubicBezTo>
                <a:close/>
                <a:moveTo>
                  <a:pt x="17406" y="9180"/>
                </a:moveTo>
                <a:cubicBezTo>
                  <a:pt x="18874" y="9180"/>
                  <a:pt x="19713" y="9855"/>
                  <a:pt x="19713" y="10800"/>
                </a:cubicBezTo>
                <a:cubicBezTo>
                  <a:pt x="19713" y="11475"/>
                  <a:pt x="18874" y="12285"/>
                  <a:pt x="17406" y="12285"/>
                </a:cubicBezTo>
                <a:cubicBezTo>
                  <a:pt x="16357" y="12285"/>
                  <a:pt x="15099" y="11475"/>
                  <a:pt x="15099" y="10800"/>
                </a:cubicBezTo>
                <a:cubicBezTo>
                  <a:pt x="15099" y="9855"/>
                  <a:pt x="16357" y="9180"/>
                  <a:pt x="17406" y="9180"/>
                </a:cubicBezTo>
                <a:close/>
                <a:moveTo>
                  <a:pt x="1678" y="2565"/>
                </a:moveTo>
                <a:cubicBezTo>
                  <a:pt x="1678" y="1755"/>
                  <a:pt x="2936" y="1080"/>
                  <a:pt x="3984" y="1080"/>
                </a:cubicBezTo>
                <a:cubicBezTo>
                  <a:pt x="5452" y="1080"/>
                  <a:pt x="6501" y="1755"/>
                  <a:pt x="6501" y="2565"/>
                </a:cubicBezTo>
                <a:cubicBezTo>
                  <a:pt x="6501" y="3510"/>
                  <a:pt x="5452" y="4185"/>
                  <a:pt x="3984" y="4185"/>
                </a:cubicBezTo>
                <a:cubicBezTo>
                  <a:pt x="2936" y="4185"/>
                  <a:pt x="1678" y="3510"/>
                  <a:pt x="1678" y="2565"/>
                </a:cubicBezTo>
                <a:close/>
                <a:moveTo>
                  <a:pt x="17406" y="20385"/>
                </a:moveTo>
                <a:cubicBezTo>
                  <a:pt x="16357" y="20385"/>
                  <a:pt x="15099" y="19710"/>
                  <a:pt x="15099" y="18765"/>
                </a:cubicBezTo>
                <a:cubicBezTo>
                  <a:pt x="15099" y="17955"/>
                  <a:pt x="16357" y="17145"/>
                  <a:pt x="17406" y="17145"/>
                </a:cubicBezTo>
                <a:cubicBezTo>
                  <a:pt x="18874" y="17145"/>
                  <a:pt x="19713" y="17955"/>
                  <a:pt x="19713" y="18765"/>
                </a:cubicBezTo>
                <a:cubicBezTo>
                  <a:pt x="19713" y="19710"/>
                  <a:pt x="18874" y="20385"/>
                  <a:pt x="17406" y="20385"/>
                </a:cubicBezTo>
                <a:close/>
                <a:moveTo>
                  <a:pt x="17406" y="20385"/>
                </a:moveTo>
                <a:cubicBezTo>
                  <a:pt x="17406" y="20385"/>
                  <a:pt x="17406" y="20385"/>
                  <a:pt x="17406" y="20385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84" name="Freeform 99"/>
          <p:cNvSpPr/>
          <p:nvPr/>
        </p:nvSpPr>
        <p:spPr>
          <a:xfrm>
            <a:off x="11955408" y="6674660"/>
            <a:ext cx="507869" cy="4475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430" y="18230"/>
                </a:moveTo>
                <a:cubicBezTo>
                  <a:pt x="4455" y="18230"/>
                  <a:pt x="4455" y="18230"/>
                  <a:pt x="4455" y="18230"/>
                </a:cubicBezTo>
                <a:cubicBezTo>
                  <a:pt x="4995" y="18230"/>
                  <a:pt x="5265" y="17923"/>
                  <a:pt x="5265" y="17464"/>
                </a:cubicBezTo>
                <a:cubicBezTo>
                  <a:pt x="5265" y="8119"/>
                  <a:pt x="5265" y="8119"/>
                  <a:pt x="5265" y="8119"/>
                </a:cubicBezTo>
                <a:cubicBezTo>
                  <a:pt x="5265" y="7813"/>
                  <a:pt x="4995" y="7353"/>
                  <a:pt x="4455" y="7353"/>
                </a:cubicBezTo>
                <a:cubicBezTo>
                  <a:pt x="2430" y="7353"/>
                  <a:pt x="2430" y="7353"/>
                  <a:pt x="2430" y="7353"/>
                </a:cubicBezTo>
                <a:cubicBezTo>
                  <a:pt x="1890" y="7353"/>
                  <a:pt x="1620" y="7813"/>
                  <a:pt x="1620" y="8119"/>
                </a:cubicBezTo>
                <a:cubicBezTo>
                  <a:pt x="1620" y="17464"/>
                  <a:pt x="1620" y="17464"/>
                  <a:pt x="1620" y="17464"/>
                </a:cubicBezTo>
                <a:cubicBezTo>
                  <a:pt x="1620" y="17923"/>
                  <a:pt x="1890" y="18230"/>
                  <a:pt x="2430" y="18230"/>
                </a:cubicBezTo>
                <a:close/>
                <a:moveTo>
                  <a:pt x="7290" y="18230"/>
                </a:moveTo>
                <a:cubicBezTo>
                  <a:pt x="9450" y="18230"/>
                  <a:pt x="9450" y="18230"/>
                  <a:pt x="9450" y="18230"/>
                </a:cubicBezTo>
                <a:cubicBezTo>
                  <a:pt x="9855" y="18230"/>
                  <a:pt x="10125" y="17923"/>
                  <a:pt x="10125" y="17464"/>
                </a:cubicBezTo>
                <a:cubicBezTo>
                  <a:pt x="10125" y="1072"/>
                  <a:pt x="10125" y="1072"/>
                  <a:pt x="10125" y="1072"/>
                </a:cubicBezTo>
                <a:cubicBezTo>
                  <a:pt x="10125" y="460"/>
                  <a:pt x="9855" y="0"/>
                  <a:pt x="9450" y="0"/>
                </a:cubicBezTo>
                <a:cubicBezTo>
                  <a:pt x="7290" y="0"/>
                  <a:pt x="7290" y="0"/>
                  <a:pt x="7290" y="0"/>
                </a:cubicBezTo>
                <a:cubicBezTo>
                  <a:pt x="6885" y="0"/>
                  <a:pt x="6480" y="460"/>
                  <a:pt x="6480" y="1072"/>
                </a:cubicBezTo>
                <a:cubicBezTo>
                  <a:pt x="6480" y="17464"/>
                  <a:pt x="6480" y="17464"/>
                  <a:pt x="6480" y="17464"/>
                </a:cubicBezTo>
                <a:cubicBezTo>
                  <a:pt x="6480" y="17923"/>
                  <a:pt x="6885" y="18230"/>
                  <a:pt x="7290" y="18230"/>
                </a:cubicBezTo>
                <a:close/>
                <a:moveTo>
                  <a:pt x="12150" y="18230"/>
                </a:moveTo>
                <a:cubicBezTo>
                  <a:pt x="14310" y="18230"/>
                  <a:pt x="14310" y="18230"/>
                  <a:pt x="14310" y="18230"/>
                </a:cubicBezTo>
                <a:cubicBezTo>
                  <a:pt x="14850" y="18230"/>
                  <a:pt x="15120" y="17923"/>
                  <a:pt x="15120" y="17464"/>
                </a:cubicBezTo>
                <a:cubicBezTo>
                  <a:pt x="15120" y="5055"/>
                  <a:pt x="15120" y="5055"/>
                  <a:pt x="15120" y="5055"/>
                </a:cubicBezTo>
                <a:cubicBezTo>
                  <a:pt x="15120" y="4596"/>
                  <a:pt x="14850" y="4289"/>
                  <a:pt x="14310" y="4289"/>
                </a:cubicBezTo>
                <a:cubicBezTo>
                  <a:pt x="12150" y="4289"/>
                  <a:pt x="12150" y="4289"/>
                  <a:pt x="12150" y="4289"/>
                </a:cubicBezTo>
                <a:cubicBezTo>
                  <a:pt x="11610" y="4289"/>
                  <a:pt x="11340" y="4596"/>
                  <a:pt x="11340" y="5055"/>
                </a:cubicBezTo>
                <a:cubicBezTo>
                  <a:pt x="11340" y="17464"/>
                  <a:pt x="11340" y="17464"/>
                  <a:pt x="11340" y="17464"/>
                </a:cubicBezTo>
                <a:cubicBezTo>
                  <a:pt x="11340" y="17923"/>
                  <a:pt x="11610" y="18230"/>
                  <a:pt x="12150" y="18230"/>
                </a:cubicBezTo>
                <a:close/>
                <a:moveTo>
                  <a:pt x="12420" y="5362"/>
                </a:moveTo>
                <a:cubicBezTo>
                  <a:pt x="14040" y="5362"/>
                  <a:pt x="14040" y="5362"/>
                  <a:pt x="14040" y="5362"/>
                </a:cubicBezTo>
                <a:cubicBezTo>
                  <a:pt x="14040" y="17311"/>
                  <a:pt x="14040" y="17311"/>
                  <a:pt x="14040" y="17311"/>
                </a:cubicBezTo>
                <a:cubicBezTo>
                  <a:pt x="12420" y="17311"/>
                  <a:pt x="12420" y="17311"/>
                  <a:pt x="12420" y="17311"/>
                </a:cubicBezTo>
                <a:lnTo>
                  <a:pt x="12420" y="5362"/>
                </a:lnTo>
                <a:close/>
                <a:moveTo>
                  <a:pt x="17145" y="18230"/>
                </a:moveTo>
                <a:cubicBezTo>
                  <a:pt x="19305" y="18230"/>
                  <a:pt x="19305" y="18230"/>
                  <a:pt x="19305" y="18230"/>
                </a:cubicBezTo>
                <a:cubicBezTo>
                  <a:pt x="19710" y="18230"/>
                  <a:pt x="20115" y="17923"/>
                  <a:pt x="20115" y="17464"/>
                </a:cubicBezTo>
                <a:cubicBezTo>
                  <a:pt x="20115" y="11643"/>
                  <a:pt x="20115" y="11643"/>
                  <a:pt x="20115" y="11643"/>
                </a:cubicBezTo>
                <a:cubicBezTo>
                  <a:pt x="20115" y="11183"/>
                  <a:pt x="19710" y="10877"/>
                  <a:pt x="19305" y="10877"/>
                </a:cubicBezTo>
                <a:cubicBezTo>
                  <a:pt x="17145" y="10877"/>
                  <a:pt x="17145" y="10877"/>
                  <a:pt x="17145" y="10877"/>
                </a:cubicBezTo>
                <a:cubicBezTo>
                  <a:pt x="16605" y="10877"/>
                  <a:pt x="16335" y="11183"/>
                  <a:pt x="16335" y="11643"/>
                </a:cubicBezTo>
                <a:cubicBezTo>
                  <a:pt x="16335" y="17464"/>
                  <a:pt x="16335" y="17464"/>
                  <a:pt x="16335" y="17464"/>
                </a:cubicBezTo>
                <a:cubicBezTo>
                  <a:pt x="16335" y="17923"/>
                  <a:pt x="16605" y="18230"/>
                  <a:pt x="17145" y="18230"/>
                </a:cubicBezTo>
                <a:close/>
                <a:moveTo>
                  <a:pt x="20655" y="19609"/>
                </a:moveTo>
                <a:cubicBezTo>
                  <a:pt x="945" y="19609"/>
                  <a:pt x="945" y="19609"/>
                  <a:pt x="945" y="19609"/>
                </a:cubicBezTo>
                <a:cubicBezTo>
                  <a:pt x="405" y="19609"/>
                  <a:pt x="0" y="20068"/>
                  <a:pt x="0" y="20681"/>
                </a:cubicBezTo>
                <a:cubicBezTo>
                  <a:pt x="0" y="21294"/>
                  <a:pt x="405" y="21600"/>
                  <a:pt x="945" y="21600"/>
                </a:cubicBezTo>
                <a:cubicBezTo>
                  <a:pt x="20655" y="21600"/>
                  <a:pt x="20655" y="21600"/>
                  <a:pt x="20655" y="21600"/>
                </a:cubicBezTo>
                <a:cubicBezTo>
                  <a:pt x="21195" y="21600"/>
                  <a:pt x="21600" y="21294"/>
                  <a:pt x="21600" y="20681"/>
                </a:cubicBezTo>
                <a:cubicBezTo>
                  <a:pt x="21600" y="20068"/>
                  <a:pt x="21195" y="19609"/>
                  <a:pt x="20655" y="19609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85" name="Freeform 146"/>
          <p:cNvSpPr/>
          <p:nvPr/>
        </p:nvSpPr>
        <p:spPr>
          <a:xfrm>
            <a:off x="21936809" y="12215893"/>
            <a:ext cx="496318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12" h="21600" fill="norm" stroke="1" extrusionOk="0">
                <a:moveTo>
                  <a:pt x="21462" y="8775"/>
                </a:moveTo>
                <a:cubicBezTo>
                  <a:pt x="18023" y="16470"/>
                  <a:pt x="16785" y="16470"/>
                  <a:pt x="16234" y="16470"/>
                </a:cubicBezTo>
                <a:cubicBezTo>
                  <a:pt x="9631" y="16470"/>
                  <a:pt x="9631" y="16470"/>
                  <a:pt x="9631" y="16470"/>
                </a:cubicBezTo>
                <a:cubicBezTo>
                  <a:pt x="7154" y="16470"/>
                  <a:pt x="5503" y="14985"/>
                  <a:pt x="4953" y="12690"/>
                </a:cubicBezTo>
                <a:cubicBezTo>
                  <a:pt x="4953" y="12690"/>
                  <a:pt x="3715" y="6075"/>
                  <a:pt x="3302" y="4050"/>
                </a:cubicBezTo>
                <a:cubicBezTo>
                  <a:pt x="3302" y="3240"/>
                  <a:pt x="2752" y="2430"/>
                  <a:pt x="1238" y="2430"/>
                </a:cubicBezTo>
                <a:cubicBezTo>
                  <a:pt x="550" y="2430"/>
                  <a:pt x="0" y="2025"/>
                  <a:pt x="0" y="1215"/>
                </a:cubicBezTo>
                <a:cubicBezTo>
                  <a:pt x="0" y="405"/>
                  <a:pt x="550" y="0"/>
                  <a:pt x="1238" y="0"/>
                </a:cubicBezTo>
                <a:cubicBezTo>
                  <a:pt x="3715" y="0"/>
                  <a:pt x="5503" y="1215"/>
                  <a:pt x="5641" y="3780"/>
                </a:cubicBezTo>
                <a:cubicBezTo>
                  <a:pt x="6191" y="5535"/>
                  <a:pt x="7429" y="12150"/>
                  <a:pt x="7429" y="12150"/>
                </a:cubicBezTo>
                <a:cubicBezTo>
                  <a:pt x="7704" y="13635"/>
                  <a:pt x="8943" y="13635"/>
                  <a:pt x="9631" y="13635"/>
                </a:cubicBezTo>
                <a:cubicBezTo>
                  <a:pt x="15822" y="13635"/>
                  <a:pt x="15822" y="13635"/>
                  <a:pt x="15822" y="13635"/>
                </a:cubicBezTo>
                <a:cubicBezTo>
                  <a:pt x="16510" y="12960"/>
                  <a:pt x="18023" y="10125"/>
                  <a:pt x="19261" y="7560"/>
                </a:cubicBezTo>
                <a:cubicBezTo>
                  <a:pt x="19399" y="7020"/>
                  <a:pt x="20224" y="6750"/>
                  <a:pt x="20912" y="7020"/>
                </a:cubicBezTo>
                <a:cubicBezTo>
                  <a:pt x="21462" y="7290"/>
                  <a:pt x="21600" y="8100"/>
                  <a:pt x="21462" y="8775"/>
                </a:cubicBezTo>
                <a:close/>
                <a:moveTo>
                  <a:pt x="8668" y="17280"/>
                </a:moveTo>
                <a:cubicBezTo>
                  <a:pt x="7704" y="17280"/>
                  <a:pt x="6741" y="18225"/>
                  <a:pt x="6741" y="19305"/>
                </a:cubicBezTo>
                <a:cubicBezTo>
                  <a:pt x="6741" y="20520"/>
                  <a:pt x="7704" y="21600"/>
                  <a:pt x="8668" y="21600"/>
                </a:cubicBezTo>
                <a:cubicBezTo>
                  <a:pt x="9906" y="21600"/>
                  <a:pt x="10869" y="20520"/>
                  <a:pt x="10869" y="19305"/>
                </a:cubicBezTo>
                <a:cubicBezTo>
                  <a:pt x="10869" y="18225"/>
                  <a:pt x="9906" y="17280"/>
                  <a:pt x="8668" y="17280"/>
                </a:cubicBezTo>
                <a:close/>
                <a:moveTo>
                  <a:pt x="16234" y="17280"/>
                </a:moveTo>
                <a:cubicBezTo>
                  <a:pt x="14996" y="17280"/>
                  <a:pt x="14033" y="18225"/>
                  <a:pt x="14033" y="19305"/>
                </a:cubicBezTo>
                <a:cubicBezTo>
                  <a:pt x="14033" y="20520"/>
                  <a:pt x="14996" y="21600"/>
                  <a:pt x="16234" y="21600"/>
                </a:cubicBezTo>
                <a:cubicBezTo>
                  <a:pt x="17197" y="21600"/>
                  <a:pt x="18161" y="20520"/>
                  <a:pt x="18161" y="19305"/>
                </a:cubicBezTo>
                <a:cubicBezTo>
                  <a:pt x="18161" y="18225"/>
                  <a:pt x="17197" y="17280"/>
                  <a:pt x="16234" y="17280"/>
                </a:cubicBezTo>
                <a:close/>
                <a:moveTo>
                  <a:pt x="12107" y="10125"/>
                </a:moveTo>
                <a:cubicBezTo>
                  <a:pt x="12382" y="10395"/>
                  <a:pt x="12382" y="10395"/>
                  <a:pt x="12520" y="10395"/>
                </a:cubicBezTo>
                <a:cubicBezTo>
                  <a:pt x="12520" y="10395"/>
                  <a:pt x="12520" y="10395"/>
                  <a:pt x="12795" y="10125"/>
                </a:cubicBezTo>
                <a:cubicBezTo>
                  <a:pt x="12795" y="10125"/>
                  <a:pt x="14996" y="7830"/>
                  <a:pt x="16234" y="6075"/>
                </a:cubicBezTo>
                <a:cubicBezTo>
                  <a:pt x="16510" y="5805"/>
                  <a:pt x="16510" y="5535"/>
                  <a:pt x="16234" y="5535"/>
                </a:cubicBezTo>
                <a:cubicBezTo>
                  <a:pt x="16234" y="5265"/>
                  <a:pt x="15959" y="5265"/>
                  <a:pt x="15959" y="5265"/>
                </a:cubicBezTo>
                <a:cubicBezTo>
                  <a:pt x="14033" y="5265"/>
                  <a:pt x="14033" y="5265"/>
                  <a:pt x="14033" y="5265"/>
                </a:cubicBezTo>
                <a:cubicBezTo>
                  <a:pt x="14033" y="5265"/>
                  <a:pt x="13758" y="1485"/>
                  <a:pt x="13758" y="1215"/>
                </a:cubicBezTo>
                <a:cubicBezTo>
                  <a:pt x="13620" y="945"/>
                  <a:pt x="12795" y="945"/>
                  <a:pt x="12520" y="945"/>
                </a:cubicBezTo>
                <a:cubicBezTo>
                  <a:pt x="12107" y="945"/>
                  <a:pt x="11282" y="945"/>
                  <a:pt x="11144" y="1215"/>
                </a:cubicBezTo>
                <a:cubicBezTo>
                  <a:pt x="10869" y="1485"/>
                  <a:pt x="10869" y="5265"/>
                  <a:pt x="10869" y="5265"/>
                </a:cubicBezTo>
                <a:cubicBezTo>
                  <a:pt x="8943" y="5265"/>
                  <a:pt x="8943" y="5265"/>
                  <a:pt x="8943" y="5265"/>
                </a:cubicBezTo>
                <a:cubicBezTo>
                  <a:pt x="8943" y="5265"/>
                  <a:pt x="8668" y="5265"/>
                  <a:pt x="8668" y="5535"/>
                </a:cubicBezTo>
                <a:cubicBezTo>
                  <a:pt x="8392" y="5535"/>
                  <a:pt x="8392" y="5805"/>
                  <a:pt x="8668" y="6075"/>
                </a:cubicBezTo>
                <a:cubicBezTo>
                  <a:pt x="9906" y="7830"/>
                  <a:pt x="12107" y="10125"/>
                  <a:pt x="12107" y="10125"/>
                </a:cubicBezTo>
                <a:close/>
                <a:moveTo>
                  <a:pt x="12107" y="10125"/>
                </a:moveTo>
                <a:cubicBezTo>
                  <a:pt x="12107" y="10125"/>
                  <a:pt x="12107" y="10125"/>
                  <a:pt x="12107" y="10125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86" name="Freeform 153"/>
          <p:cNvSpPr/>
          <p:nvPr/>
        </p:nvSpPr>
        <p:spPr>
          <a:xfrm>
            <a:off x="3126724" y="8851463"/>
            <a:ext cx="421373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59" h="21600" fill="norm" stroke="1" extrusionOk="0">
                <a:moveTo>
                  <a:pt x="16241" y="20115"/>
                </a:moveTo>
                <a:cubicBezTo>
                  <a:pt x="1624" y="20115"/>
                  <a:pt x="1624" y="20115"/>
                  <a:pt x="1624" y="20115"/>
                </a:cubicBezTo>
                <a:cubicBezTo>
                  <a:pt x="1624" y="1350"/>
                  <a:pt x="1624" y="1350"/>
                  <a:pt x="1624" y="1350"/>
                </a:cubicBezTo>
                <a:cubicBezTo>
                  <a:pt x="12668" y="1350"/>
                  <a:pt x="12668" y="1350"/>
                  <a:pt x="12668" y="1350"/>
                </a:cubicBezTo>
                <a:cubicBezTo>
                  <a:pt x="12668" y="4185"/>
                  <a:pt x="12668" y="4185"/>
                  <a:pt x="12668" y="4185"/>
                </a:cubicBezTo>
                <a:cubicBezTo>
                  <a:pt x="12668" y="4590"/>
                  <a:pt x="12830" y="4725"/>
                  <a:pt x="13155" y="4725"/>
                </a:cubicBezTo>
                <a:cubicBezTo>
                  <a:pt x="16241" y="4725"/>
                  <a:pt x="16241" y="4725"/>
                  <a:pt x="16241" y="4725"/>
                </a:cubicBezTo>
                <a:cubicBezTo>
                  <a:pt x="16241" y="7965"/>
                  <a:pt x="16241" y="7965"/>
                  <a:pt x="16241" y="7965"/>
                </a:cubicBezTo>
                <a:cubicBezTo>
                  <a:pt x="17540" y="5805"/>
                  <a:pt x="17540" y="5805"/>
                  <a:pt x="17540" y="5805"/>
                </a:cubicBezTo>
                <a:cubicBezTo>
                  <a:pt x="17540" y="4050"/>
                  <a:pt x="17540" y="4050"/>
                  <a:pt x="17540" y="4050"/>
                </a:cubicBezTo>
                <a:cubicBezTo>
                  <a:pt x="17540" y="3915"/>
                  <a:pt x="17540" y="3645"/>
                  <a:pt x="17540" y="3645"/>
                </a:cubicBezTo>
                <a:cubicBezTo>
                  <a:pt x="13642" y="135"/>
                  <a:pt x="13642" y="135"/>
                  <a:pt x="13642" y="135"/>
                </a:cubicBezTo>
                <a:cubicBezTo>
                  <a:pt x="13642" y="0"/>
                  <a:pt x="13317" y="0"/>
                  <a:pt x="13317" y="0"/>
                </a:cubicBezTo>
                <a:cubicBezTo>
                  <a:pt x="1299" y="0"/>
                  <a:pt x="1299" y="0"/>
                  <a:pt x="1299" y="0"/>
                </a:cubicBezTo>
                <a:cubicBezTo>
                  <a:pt x="487" y="0"/>
                  <a:pt x="0" y="540"/>
                  <a:pt x="0" y="1215"/>
                </a:cubicBezTo>
                <a:cubicBezTo>
                  <a:pt x="0" y="20250"/>
                  <a:pt x="0" y="20250"/>
                  <a:pt x="0" y="20250"/>
                </a:cubicBezTo>
                <a:cubicBezTo>
                  <a:pt x="0" y="21060"/>
                  <a:pt x="487" y="21600"/>
                  <a:pt x="1299" y="21600"/>
                </a:cubicBezTo>
                <a:cubicBezTo>
                  <a:pt x="16403" y="21600"/>
                  <a:pt x="16403" y="21600"/>
                  <a:pt x="16403" y="21600"/>
                </a:cubicBezTo>
                <a:cubicBezTo>
                  <a:pt x="17053" y="21600"/>
                  <a:pt x="17540" y="21060"/>
                  <a:pt x="17540" y="20250"/>
                </a:cubicBezTo>
                <a:cubicBezTo>
                  <a:pt x="17540" y="14985"/>
                  <a:pt x="17540" y="14985"/>
                  <a:pt x="17540" y="14985"/>
                </a:cubicBezTo>
                <a:cubicBezTo>
                  <a:pt x="16241" y="17145"/>
                  <a:pt x="16241" y="17145"/>
                  <a:pt x="16241" y="17145"/>
                </a:cubicBezTo>
                <a:cubicBezTo>
                  <a:pt x="16241" y="20115"/>
                  <a:pt x="16241" y="20115"/>
                  <a:pt x="16241" y="20115"/>
                </a:cubicBezTo>
                <a:close/>
                <a:moveTo>
                  <a:pt x="18514" y="9720"/>
                </a:moveTo>
                <a:cubicBezTo>
                  <a:pt x="15104" y="14445"/>
                  <a:pt x="15104" y="14445"/>
                  <a:pt x="15104" y="14445"/>
                </a:cubicBezTo>
                <a:cubicBezTo>
                  <a:pt x="14454" y="14040"/>
                  <a:pt x="14454" y="14040"/>
                  <a:pt x="14454" y="14040"/>
                </a:cubicBezTo>
                <a:cubicBezTo>
                  <a:pt x="17865" y="9315"/>
                  <a:pt x="17865" y="9315"/>
                  <a:pt x="17865" y="9315"/>
                </a:cubicBezTo>
                <a:cubicBezTo>
                  <a:pt x="17865" y="9180"/>
                  <a:pt x="17865" y="9180"/>
                  <a:pt x="17865" y="9180"/>
                </a:cubicBezTo>
                <a:cubicBezTo>
                  <a:pt x="17053" y="8775"/>
                  <a:pt x="17053" y="8775"/>
                  <a:pt x="17053" y="8775"/>
                </a:cubicBezTo>
                <a:cubicBezTo>
                  <a:pt x="17053" y="8640"/>
                  <a:pt x="16890" y="8640"/>
                  <a:pt x="16890" y="8775"/>
                </a:cubicBezTo>
                <a:cubicBezTo>
                  <a:pt x="11856" y="15930"/>
                  <a:pt x="11856" y="15930"/>
                  <a:pt x="11856" y="15930"/>
                </a:cubicBezTo>
                <a:cubicBezTo>
                  <a:pt x="11693" y="18360"/>
                  <a:pt x="11693" y="18360"/>
                  <a:pt x="11693" y="18360"/>
                </a:cubicBezTo>
                <a:cubicBezTo>
                  <a:pt x="11693" y="18495"/>
                  <a:pt x="11693" y="18495"/>
                  <a:pt x="11693" y="18495"/>
                </a:cubicBezTo>
                <a:cubicBezTo>
                  <a:pt x="11856" y="18765"/>
                  <a:pt x="11856" y="18765"/>
                  <a:pt x="11856" y="18495"/>
                </a:cubicBezTo>
                <a:cubicBezTo>
                  <a:pt x="14292" y="17550"/>
                  <a:pt x="14292" y="17550"/>
                  <a:pt x="14292" y="17550"/>
                </a:cubicBezTo>
                <a:cubicBezTo>
                  <a:pt x="14454" y="17550"/>
                  <a:pt x="14454" y="17550"/>
                  <a:pt x="14454" y="17550"/>
                </a:cubicBezTo>
                <a:cubicBezTo>
                  <a:pt x="19489" y="10395"/>
                  <a:pt x="19489" y="10395"/>
                  <a:pt x="19489" y="10395"/>
                </a:cubicBezTo>
                <a:cubicBezTo>
                  <a:pt x="19489" y="10125"/>
                  <a:pt x="19489" y="10125"/>
                  <a:pt x="19489" y="9990"/>
                </a:cubicBezTo>
                <a:cubicBezTo>
                  <a:pt x="18839" y="9720"/>
                  <a:pt x="18839" y="9720"/>
                  <a:pt x="18839" y="9720"/>
                </a:cubicBezTo>
                <a:cubicBezTo>
                  <a:pt x="18677" y="9720"/>
                  <a:pt x="18514" y="9720"/>
                  <a:pt x="18514" y="9720"/>
                </a:cubicBezTo>
                <a:close/>
                <a:moveTo>
                  <a:pt x="21438" y="7155"/>
                </a:moveTo>
                <a:cubicBezTo>
                  <a:pt x="19164" y="5670"/>
                  <a:pt x="19164" y="5670"/>
                  <a:pt x="19164" y="5670"/>
                </a:cubicBezTo>
                <a:cubicBezTo>
                  <a:pt x="19002" y="5670"/>
                  <a:pt x="19002" y="5670"/>
                  <a:pt x="18839" y="5805"/>
                </a:cubicBezTo>
                <a:cubicBezTo>
                  <a:pt x="17377" y="7965"/>
                  <a:pt x="17377" y="7965"/>
                  <a:pt x="17377" y="7965"/>
                </a:cubicBezTo>
                <a:cubicBezTo>
                  <a:pt x="17215" y="7965"/>
                  <a:pt x="17215" y="8235"/>
                  <a:pt x="17377" y="8235"/>
                </a:cubicBezTo>
                <a:cubicBezTo>
                  <a:pt x="19651" y="9720"/>
                  <a:pt x="19651" y="9720"/>
                  <a:pt x="19651" y="9720"/>
                </a:cubicBezTo>
                <a:cubicBezTo>
                  <a:pt x="19814" y="9720"/>
                  <a:pt x="19814" y="9720"/>
                  <a:pt x="19976" y="9720"/>
                </a:cubicBezTo>
                <a:cubicBezTo>
                  <a:pt x="21438" y="7290"/>
                  <a:pt x="21438" y="7290"/>
                  <a:pt x="21438" y="7290"/>
                </a:cubicBezTo>
                <a:cubicBezTo>
                  <a:pt x="21600" y="7290"/>
                  <a:pt x="21600" y="7155"/>
                  <a:pt x="21438" y="7155"/>
                </a:cubicBezTo>
                <a:close/>
                <a:moveTo>
                  <a:pt x="7958" y="4455"/>
                </a:moveTo>
                <a:cubicBezTo>
                  <a:pt x="8283" y="4455"/>
                  <a:pt x="8445" y="4320"/>
                  <a:pt x="8445" y="3915"/>
                </a:cubicBezTo>
                <a:cubicBezTo>
                  <a:pt x="8445" y="3645"/>
                  <a:pt x="8283" y="3510"/>
                  <a:pt x="7958" y="3510"/>
                </a:cubicBezTo>
                <a:cubicBezTo>
                  <a:pt x="3735" y="3510"/>
                  <a:pt x="3735" y="3510"/>
                  <a:pt x="3735" y="3510"/>
                </a:cubicBezTo>
                <a:cubicBezTo>
                  <a:pt x="3411" y="3510"/>
                  <a:pt x="3248" y="3645"/>
                  <a:pt x="3248" y="3915"/>
                </a:cubicBezTo>
                <a:cubicBezTo>
                  <a:pt x="3248" y="4320"/>
                  <a:pt x="3411" y="4455"/>
                  <a:pt x="3735" y="4455"/>
                </a:cubicBezTo>
                <a:cubicBezTo>
                  <a:pt x="7958" y="4455"/>
                  <a:pt x="7958" y="4455"/>
                  <a:pt x="7958" y="4455"/>
                </a:cubicBezTo>
                <a:close/>
                <a:moveTo>
                  <a:pt x="12018" y="6615"/>
                </a:moveTo>
                <a:cubicBezTo>
                  <a:pt x="12018" y="6210"/>
                  <a:pt x="11856" y="6075"/>
                  <a:pt x="11368" y="6075"/>
                </a:cubicBezTo>
                <a:cubicBezTo>
                  <a:pt x="3735" y="6075"/>
                  <a:pt x="3735" y="6075"/>
                  <a:pt x="3735" y="6075"/>
                </a:cubicBezTo>
                <a:cubicBezTo>
                  <a:pt x="3411" y="6075"/>
                  <a:pt x="3248" y="6210"/>
                  <a:pt x="3248" y="6615"/>
                </a:cubicBezTo>
                <a:cubicBezTo>
                  <a:pt x="3248" y="6750"/>
                  <a:pt x="3411" y="7020"/>
                  <a:pt x="3735" y="7020"/>
                </a:cubicBezTo>
                <a:cubicBezTo>
                  <a:pt x="11368" y="7020"/>
                  <a:pt x="11368" y="7020"/>
                  <a:pt x="11368" y="7020"/>
                </a:cubicBezTo>
                <a:cubicBezTo>
                  <a:pt x="11856" y="7020"/>
                  <a:pt x="12018" y="6750"/>
                  <a:pt x="12018" y="6615"/>
                </a:cubicBezTo>
                <a:close/>
                <a:moveTo>
                  <a:pt x="3735" y="9720"/>
                </a:moveTo>
                <a:cubicBezTo>
                  <a:pt x="7958" y="9720"/>
                  <a:pt x="7958" y="9720"/>
                  <a:pt x="7958" y="9720"/>
                </a:cubicBezTo>
                <a:cubicBezTo>
                  <a:pt x="8283" y="9720"/>
                  <a:pt x="8445" y="9450"/>
                  <a:pt x="8445" y="9180"/>
                </a:cubicBezTo>
                <a:cubicBezTo>
                  <a:pt x="8445" y="8910"/>
                  <a:pt x="8283" y="8640"/>
                  <a:pt x="7958" y="8640"/>
                </a:cubicBezTo>
                <a:cubicBezTo>
                  <a:pt x="3735" y="8640"/>
                  <a:pt x="3735" y="8640"/>
                  <a:pt x="3735" y="8640"/>
                </a:cubicBezTo>
                <a:cubicBezTo>
                  <a:pt x="3411" y="8640"/>
                  <a:pt x="3248" y="8910"/>
                  <a:pt x="3248" y="9180"/>
                </a:cubicBezTo>
                <a:cubicBezTo>
                  <a:pt x="3248" y="9450"/>
                  <a:pt x="3411" y="9720"/>
                  <a:pt x="3735" y="9720"/>
                </a:cubicBezTo>
                <a:close/>
                <a:moveTo>
                  <a:pt x="3735" y="12150"/>
                </a:moveTo>
                <a:cubicBezTo>
                  <a:pt x="7958" y="12150"/>
                  <a:pt x="7958" y="12150"/>
                  <a:pt x="7958" y="12150"/>
                </a:cubicBezTo>
                <a:cubicBezTo>
                  <a:pt x="8283" y="12150"/>
                  <a:pt x="8445" y="12015"/>
                  <a:pt x="8445" y="11745"/>
                </a:cubicBezTo>
                <a:cubicBezTo>
                  <a:pt x="8445" y="11340"/>
                  <a:pt x="8283" y="11205"/>
                  <a:pt x="7958" y="11205"/>
                </a:cubicBezTo>
                <a:cubicBezTo>
                  <a:pt x="3735" y="11205"/>
                  <a:pt x="3735" y="11205"/>
                  <a:pt x="3735" y="11205"/>
                </a:cubicBezTo>
                <a:cubicBezTo>
                  <a:pt x="3411" y="11205"/>
                  <a:pt x="3248" y="11340"/>
                  <a:pt x="3248" y="11745"/>
                </a:cubicBezTo>
                <a:cubicBezTo>
                  <a:pt x="3248" y="12015"/>
                  <a:pt x="3411" y="12150"/>
                  <a:pt x="3735" y="12150"/>
                </a:cubicBezTo>
                <a:close/>
                <a:moveTo>
                  <a:pt x="4060" y="18900"/>
                </a:moveTo>
                <a:cubicBezTo>
                  <a:pt x="3735" y="18900"/>
                  <a:pt x="4060" y="19035"/>
                  <a:pt x="4223" y="19035"/>
                </a:cubicBezTo>
                <a:cubicBezTo>
                  <a:pt x="4547" y="18495"/>
                  <a:pt x="4710" y="18225"/>
                  <a:pt x="5035" y="17685"/>
                </a:cubicBezTo>
                <a:cubicBezTo>
                  <a:pt x="5197" y="17820"/>
                  <a:pt x="5359" y="17820"/>
                  <a:pt x="5522" y="17685"/>
                </a:cubicBezTo>
                <a:cubicBezTo>
                  <a:pt x="5847" y="17685"/>
                  <a:pt x="6009" y="17415"/>
                  <a:pt x="6171" y="17280"/>
                </a:cubicBezTo>
                <a:cubicBezTo>
                  <a:pt x="6171" y="17280"/>
                  <a:pt x="6334" y="17145"/>
                  <a:pt x="6659" y="17145"/>
                </a:cubicBezTo>
                <a:cubicBezTo>
                  <a:pt x="6659" y="17145"/>
                  <a:pt x="6821" y="17145"/>
                  <a:pt x="6983" y="17145"/>
                </a:cubicBezTo>
                <a:cubicBezTo>
                  <a:pt x="7146" y="17145"/>
                  <a:pt x="7633" y="17145"/>
                  <a:pt x="7958" y="17145"/>
                </a:cubicBezTo>
                <a:cubicBezTo>
                  <a:pt x="8120" y="16875"/>
                  <a:pt x="8608" y="16875"/>
                  <a:pt x="8608" y="16605"/>
                </a:cubicBezTo>
                <a:cubicBezTo>
                  <a:pt x="8770" y="16605"/>
                  <a:pt x="8608" y="16335"/>
                  <a:pt x="8445" y="16605"/>
                </a:cubicBezTo>
                <a:cubicBezTo>
                  <a:pt x="8445" y="16740"/>
                  <a:pt x="7958" y="16740"/>
                  <a:pt x="7795" y="16740"/>
                </a:cubicBezTo>
                <a:cubicBezTo>
                  <a:pt x="7633" y="16875"/>
                  <a:pt x="7146" y="16875"/>
                  <a:pt x="6983" y="16875"/>
                </a:cubicBezTo>
                <a:cubicBezTo>
                  <a:pt x="6821" y="16875"/>
                  <a:pt x="6659" y="16740"/>
                  <a:pt x="6334" y="16740"/>
                </a:cubicBezTo>
                <a:cubicBezTo>
                  <a:pt x="6171" y="16875"/>
                  <a:pt x="6009" y="17145"/>
                  <a:pt x="5522" y="17280"/>
                </a:cubicBezTo>
                <a:cubicBezTo>
                  <a:pt x="5522" y="17415"/>
                  <a:pt x="5359" y="17415"/>
                  <a:pt x="5359" y="17415"/>
                </a:cubicBezTo>
                <a:cubicBezTo>
                  <a:pt x="5197" y="17415"/>
                  <a:pt x="5197" y="17415"/>
                  <a:pt x="5197" y="17415"/>
                </a:cubicBezTo>
                <a:cubicBezTo>
                  <a:pt x="5197" y="17280"/>
                  <a:pt x="5197" y="17280"/>
                  <a:pt x="5197" y="17280"/>
                </a:cubicBezTo>
                <a:cubicBezTo>
                  <a:pt x="5522" y="16605"/>
                  <a:pt x="5522" y="16065"/>
                  <a:pt x="5847" y="15255"/>
                </a:cubicBezTo>
                <a:cubicBezTo>
                  <a:pt x="5847" y="14985"/>
                  <a:pt x="6009" y="14445"/>
                  <a:pt x="5359" y="14445"/>
                </a:cubicBezTo>
                <a:cubicBezTo>
                  <a:pt x="5035" y="14445"/>
                  <a:pt x="4547" y="14985"/>
                  <a:pt x="4385" y="15255"/>
                </a:cubicBezTo>
                <a:cubicBezTo>
                  <a:pt x="4385" y="15660"/>
                  <a:pt x="4223" y="16065"/>
                  <a:pt x="4385" y="16200"/>
                </a:cubicBezTo>
                <a:cubicBezTo>
                  <a:pt x="4385" y="16335"/>
                  <a:pt x="4385" y="16740"/>
                  <a:pt x="4385" y="16875"/>
                </a:cubicBezTo>
                <a:cubicBezTo>
                  <a:pt x="4060" y="16875"/>
                  <a:pt x="3573" y="17280"/>
                  <a:pt x="3573" y="17820"/>
                </a:cubicBezTo>
                <a:cubicBezTo>
                  <a:pt x="3735" y="18225"/>
                  <a:pt x="4223" y="17955"/>
                  <a:pt x="4385" y="17820"/>
                </a:cubicBezTo>
                <a:cubicBezTo>
                  <a:pt x="4547" y="17685"/>
                  <a:pt x="4710" y="17415"/>
                  <a:pt x="4710" y="17280"/>
                </a:cubicBezTo>
                <a:cubicBezTo>
                  <a:pt x="4710" y="17415"/>
                  <a:pt x="4710" y="17415"/>
                  <a:pt x="4710" y="17415"/>
                </a:cubicBezTo>
                <a:cubicBezTo>
                  <a:pt x="4547" y="17955"/>
                  <a:pt x="4385" y="18360"/>
                  <a:pt x="4060" y="18900"/>
                </a:cubicBezTo>
                <a:close/>
                <a:moveTo>
                  <a:pt x="4385" y="17280"/>
                </a:moveTo>
                <a:cubicBezTo>
                  <a:pt x="4385" y="17415"/>
                  <a:pt x="4223" y="17685"/>
                  <a:pt x="4060" y="17685"/>
                </a:cubicBezTo>
                <a:cubicBezTo>
                  <a:pt x="3735" y="17685"/>
                  <a:pt x="4060" y="17415"/>
                  <a:pt x="4060" y="17415"/>
                </a:cubicBezTo>
                <a:cubicBezTo>
                  <a:pt x="4060" y="17280"/>
                  <a:pt x="4385" y="17145"/>
                  <a:pt x="4385" y="17145"/>
                </a:cubicBezTo>
                <a:cubicBezTo>
                  <a:pt x="4547" y="17280"/>
                  <a:pt x="4547" y="17280"/>
                  <a:pt x="4385" y="17280"/>
                </a:cubicBezTo>
                <a:close/>
                <a:moveTo>
                  <a:pt x="4547" y="16200"/>
                </a:moveTo>
                <a:cubicBezTo>
                  <a:pt x="4547" y="15795"/>
                  <a:pt x="4547" y="15525"/>
                  <a:pt x="4710" y="15120"/>
                </a:cubicBezTo>
                <a:cubicBezTo>
                  <a:pt x="5035" y="14985"/>
                  <a:pt x="5197" y="14715"/>
                  <a:pt x="5359" y="14715"/>
                </a:cubicBezTo>
                <a:cubicBezTo>
                  <a:pt x="5522" y="14580"/>
                  <a:pt x="5522" y="15120"/>
                  <a:pt x="5522" y="15255"/>
                </a:cubicBezTo>
                <a:cubicBezTo>
                  <a:pt x="5359" y="15660"/>
                  <a:pt x="5359" y="16065"/>
                  <a:pt x="5359" y="16200"/>
                </a:cubicBezTo>
                <a:cubicBezTo>
                  <a:pt x="5197" y="16605"/>
                  <a:pt x="5197" y="16875"/>
                  <a:pt x="5035" y="17145"/>
                </a:cubicBezTo>
                <a:cubicBezTo>
                  <a:pt x="5035" y="16875"/>
                  <a:pt x="4710" y="16875"/>
                  <a:pt x="4710" y="16875"/>
                </a:cubicBezTo>
                <a:cubicBezTo>
                  <a:pt x="4547" y="16740"/>
                  <a:pt x="4547" y="16335"/>
                  <a:pt x="4547" y="1620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87" name="Freeform 10"/>
          <p:cNvSpPr/>
          <p:nvPr/>
        </p:nvSpPr>
        <p:spPr>
          <a:xfrm>
            <a:off x="5319615" y="7732631"/>
            <a:ext cx="467436" cy="5086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48" h="21106" fill="norm" stroke="1" extrusionOk="0">
                <a:moveTo>
                  <a:pt x="19620" y="17419"/>
                </a:moveTo>
                <a:cubicBezTo>
                  <a:pt x="19188" y="16760"/>
                  <a:pt x="18612" y="16233"/>
                  <a:pt x="18180" y="15970"/>
                </a:cubicBezTo>
                <a:cubicBezTo>
                  <a:pt x="17748" y="15970"/>
                  <a:pt x="17316" y="15970"/>
                  <a:pt x="17316" y="15970"/>
                </a:cubicBezTo>
                <a:cubicBezTo>
                  <a:pt x="14148" y="12677"/>
                  <a:pt x="14148" y="12677"/>
                  <a:pt x="14148" y="12677"/>
                </a:cubicBezTo>
                <a:cubicBezTo>
                  <a:pt x="12852" y="13863"/>
                  <a:pt x="12852" y="13863"/>
                  <a:pt x="12852" y="13863"/>
                </a:cubicBezTo>
                <a:cubicBezTo>
                  <a:pt x="16164" y="17155"/>
                  <a:pt x="16164" y="17155"/>
                  <a:pt x="16164" y="17155"/>
                </a:cubicBezTo>
                <a:cubicBezTo>
                  <a:pt x="16308" y="17682"/>
                  <a:pt x="16308" y="17682"/>
                  <a:pt x="16308" y="17682"/>
                </a:cubicBezTo>
                <a:cubicBezTo>
                  <a:pt x="16308" y="18077"/>
                  <a:pt x="17028" y="18868"/>
                  <a:pt x="17604" y="19263"/>
                </a:cubicBezTo>
                <a:cubicBezTo>
                  <a:pt x="19332" y="20316"/>
                  <a:pt x="19332" y="20316"/>
                  <a:pt x="19332" y="20316"/>
                </a:cubicBezTo>
                <a:cubicBezTo>
                  <a:pt x="20052" y="20711"/>
                  <a:pt x="20628" y="20843"/>
                  <a:pt x="20772" y="20843"/>
                </a:cubicBezTo>
                <a:cubicBezTo>
                  <a:pt x="20772" y="20711"/>
                  <a:pt x="21060" y="20448"/>
                  <a:pt x="21060" y="20448"/>
                </a:cubicBezTo>
                <a:cubicBezTo>
                  <a:pt x="21204" y="20316"/>
                  <a:pt x="21204" y="20316"/>
                  <a:pt x="21204" y="20316"/>
                </a:cubicBezTo>
                <a:cubicBezTo>
                  <a:pt x="21348" y="20316"/>
                  <a:pt x="21204" y="19526"/>
                  <a:pt x="20772" y="18868"/>
                </a:cubicBezTo>
                <a:cubicBezTo>
                  <a:pt x="19620" y="17419"/>
                  <a:pt x="19620" y="17419"/>
                  <a:pt x="19620" y="17419"/>
                </a:cubicBezTo>
                <a:close/>
                <a:moveTo>
                  <a:pt x="6228" y="9516"/>
                </a:moveTo>
                <a:cubicBezTo>
                  <a:pt x="6948" y="8726"/>
                  <a:pt x="6948" y="8726"/>
                  <a:pt x="6948" y="8726"/>
                </a:cubicBezTo>
                <a:cubicBezTo>
                  <a:pt x="1332" y="3326"/>
                  <a:pt x="1332" y="3326"/>
                  <a:pt x="1332" y="3326"/>
                </a:cubicBezTo>
                <a:cubicBezTo>
                  <a:pt x="1188" y="3063"/>
                  <a:pt x="1188" y="2931"/>
                  <a:pt x="1332" y="2668"/>
                </a:cubicBezTo>
                <a:cubicBezTo>
                  <a:pt x="1332" y="2536"/>
                  <a:pt x="1620" y="2536"/>
                  <a:pt x="1764" y="2668"/>
                </a:cubicBezTo>
                <a:cubicBezTo>
                  <a:pt x="7668" y="8331"/>
                  <a:pt x="7668" y="8331"/>
                  <a:pt x="7668" y="8331"/>
                </a:cubicBezTo>
                <a:cubicBezTo>
                  <a:pt x="8388" y="7409"/>
                  <a:pt x="8388" y="7409"/>
                  <a:pt x="8388" y="7409"/>
                </a:cubicBezTo>
                <a:cubicBezTo>
                  <a:pt x="2772" y="1877"/>
                  <a:pt x="2772" y="1877"/>
                  <a:pt x="2772" y="1877"/>
                </a:cubicBezTo>
                <a:cubicBezTo>
                  <a:pt x="2628" y="1746"/>
                  <a:pt x="2628" y="1482"/>
                  <a:pt x="2772" y="1350"/>
                </a:cubicBezTo>
                <a:cubicBezTo>
                  <a:pt x="2772" y="1087"/>
                  <a:pt x="3060" y="1087"/>
                  <a:pt x="3204" y="1350"/>
                </a:cubicBezTo>
                <a:cubicBezTo>
                  <a:pt x="8964" y="7014"/>
                  <a:pt x="8964" y="7014"/>
                  <a:pt x="8964" y="7014"/>
                </a:cubicBezTo>
                <a:cubicBezTo>
                  <a:pt x="9828" y="6224"/>
                  <a:pt x="9828" y="6224"/>
                  <a:pt x="9828" y="6224"/>
                </a:cubicBezTo>
                <a:cubicBezTo>
                  <a:pt x="9684" y="6224"/>
                  <a:pt x="9684" y="6224"/>
                  <a:pt x="9684" y="6224"/>
                </a:cubicBezTo>
                <a:cubicBezTo>
                  <a:pt x="8964" y="5433"/>
                  <a:pt x="8964" y="5433"/>
                  <a:pt x="8964" y="5433"/>
                </a:cubicBezTo>
                <a:cubicBezTo>
                  <a:pt x="4212" y="692"/>
                  <a:pt x="4212" y="692"/>
                  <a:pt x="4212" y="692"/>
                </a:cubicBezTo>
                <a:cubicBezTo>
                  <a:pt x="3204" y="-230"/>
                  <a:pt x="1764" y="-230"/>
                  <a:pt x="756" y="692"/>
                </a:cubicBezTo>
                <a:cubicBezTo>
                  <a:pt x="-252" y="1746"/>
                  <a:pt x="-252" y="3326"/>
                  <a:pt x="756" y="4248"/>
                </a:cubicBezTo>
                <a:cubicBezTo>
                  <a:pt x="6228" y="9516"/>
                  <a:pt x="6228" y="9516"/>
                  <a:pt x="6228" y="9516"/>
                </a:cubicBezTo>
                <a:close/>
                <a:moveTo>
                  <a:pt x="17172" y="9780"/>
                </a:moveTo>
                <a:cubicBezTo>
                  <a:pt x="18180" y="9780"/>
                  <a:pt x="19188" y="9121"/>
                  <a:pt x="19764" y="8463"/>
                </a:cubicBezTo>
                <a:cubicBezTo>
                  <a:pt x="21060" y="7409"/>
                  <a:pt x="21348" y="6092"/>
                  <a:pt x="21348" y="4643"/>
                </a:cubicBezTo>
                <a:cubicBezTo>
                  <a:pt x="21204" y="3853"/>
                  <a:pt x="20628" y="3721"/>
                  <a:pt x="20052" y="4248"/>
                </a:cubicBezTo>
                <a:cubicBezTo>
                  <a:pt x="18180" y="6224"/>
                  <a:pt x="18180" y="6224"/>
                  <a:pt x="18180" y="6224"/>
                </a:cubicBezTo>
                <a:cubicBezTo>
                  <a:pt x="17748" y="6619"/>
                  <a:pt x="17028" y="6619"/>
                  <a:pt x="16596" y="6224"/>
                </a:cubicBezTo>
                <a:cubicBezTo>
                  <a:pt x="15444" y="4907"/>
                  <a:pt x="15444" y="4907"/>
                  <a:pt x="15444" y="4907"/>
                </a:cubicBezTo>
                <a:cubicBezTo>
                  <a:pt x="15012" y="4511"/>
                  <a:pt x="15012" y="3853"/>
                  <a:pt x="15444" y="3326"/>
                </a:cubicBezTo>
                <a:cubicBezTo>
                  <a:pt x="17460" y="1614"/>
                  <a:pt x="17460" y="1614"/>
                  <a:pt x="17460" y="1614"/>
                </a:cubicBezTo>
                <a:cubicBezTo>
                  <a:pt x="17748" y="955"/>
                  <a:pt x="17748" y="165"/>
                  <a:pt x="17028" y="165"/>
                </a:cubicBezTo>
                <a:cubicBezTo>
                  <a:pt x="15444" y="33"/>
                  <a:pt x="14004" y="429"/>
                  <a:pt x="12852" y="1614"/>
                </a:cubicBezTo>
                <a:cubicBezTo>
                  <a:pt x="11988" y="2272"/>
                  <a:pt x="11412" y="3458"/>
                  <a:pt x="11412" y="4643"/>
                </a:cubicBezTo>
                <a:cubicBezTo>
                  <a:pt x="11412" y="5038"/>
                  <a:pt x="11412" y="5433"/>
                  <a:pt x="11412" y="5829"/>
                </a:cubicBezTo>
                <a:cubicBezTo>
                  <a:pt x="1044" y="16233"/>
                  <a:pt x="1044" y="16233"/>
                  <a:pt x="1044" y="16233"/>
                </a:cubicBezTo>
                <a:cubicBezTo>
                  <a:pt x="468" y="16760"/>
                  <a:pt x="36" y="17419"/>
                  <a:pt x="36" y="18209"/>
                </a:cubicBezTo>
                <a:cubicBezTo>
                  <a:pt x="36" y="18999"/>
                  <a:pt x="468" y="19790"/>
                  <a:pt x="1044" y="20316"/>
                </a:cubicBezTo>
                <a:cubicBezTo>
                  <a:pt x="2052" y="21370"/>
                  <a:pt x="4068" y="21370"/>
                  <a:pt x="5076" y="20316"/>
                </a:cubicBezTo>
                <a:cubicBezTo>
                  <a:pt x="5076" y="20316"/>
                  <a:pt x="12564" y="12941"/>
                  <a:pt x="15588" y="9911"/>
                </a:cubicBezTo>
                <a:cubicBezTo>
                  <a:pt x="16164" y="9911"/>
                  <a:pt x="16596" y="9911"/>
                  <a:pt x="17172" y="9780"/>
                </a:cubicBezTo>
                <a:close/>
                <a:moveTo>
                  <a:pt x="4068" y="19394"/>
                </a:moveTo>
                <a:cubicBezTo>
                  <a:pt x="3492" y="19921"/>
                  <a:pt x="2484" y="19921"/>
                  <a:pt x="1764" y="19394"/>
                </a:cubicBezTo>
                <a:cubicBezTo>
                  <a:pt x="1188" y="18736"/>
                  <a:pt x="1188" y="17814"/>
                  <a:pt x="1764" y="17155"/>
                </a:cubicBezTo>
                <a:cubicBezTo>
                  <a:pt x="2484" y="16629"/>
                  <a:pt x="3492" y="16629"/>
                  <a:pt x="4068" y="17155"/>
                </a:cubicBezTo>
                <a:cubicBezTo>
                  <a:pt x="4644" y="17814"/>
                  <a:pt x="4644" y="18736"/>
                  <a:pt x="4068" y="19394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88" name="Freeform 16"/>
          <p:cNvSpPr/>
          <p:nvPr/>
        </p:nvSpPr>
        <p:spPr>
          <a:xfrm>
            <a:off x="13071186" y="5565165"/>
            <a:ext cx="474716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6" h="21600" fill="norm" stroke="1" extrusionOk="0">
                <a:moveTo>
                  <a:pt x="21024" y="540"/>
                </a:moveTo>
                <a:cubicBezTo>
                  <a:pt x="20736" y="135"/>
                  <a:pt x="20304" y="0"/>
                  <a:pt x="19728" y="0"/>
                </a:cubicBezTo>
                <a:cubicBezTo>
                  <a:pt x="19152" y="0"/>
                  <a:pt x="18576" y="270"/>
                  <a:pt x="18000" y="540"/>
                </a:cubicBezTo>
                <a:cubicBezTo>
                  <a:pt x="17424" y="810"/>
                  <a:pt x="16848" y="1350"/>
                  <a:pt x="16272" y="1620"/>
                </a:cubicBezTo>
                <a:cubicBezTo>
                  <a:pt x="16272" y="1620"/>
                  <a:pt x="16272" y="1620"/>
                  <a:pt x="16272" y="1620"/>
                </a:cubicBezTo>
                <a:cubicBezTo>
                  <a:pt x="16128" y="1755"/>
                  <a:pt x="15840" y="2025"/>
                  <a:pt x="15408" y="2565"/>
                </a:cubicBezTo>
                <a:cubicBezTo>
                  <a:pt x="14976" y="2970"/>
                  <a:pt x="14544" y="3510"/>
                  <a:pt x="14256" y="3780"/>
                </a:cubicBezTo>
                <a:cubicBezTo>
                  <a:pt x="4032" y="810"/>
                  <a:pt x="4032" y="810"/>
                  <a:pt x="4032" y="810"/>
                </a:cubicBezTo>
                <a:cubicBezTo>
                  <a:pt x="3744" y="810"/>
                  <a:pt x="3600" y="810"/>
                  <a:pt x="3456" y="1080"/>
                </a:cubicBezTo>
                <a:cubicBezTo>
                  <a:pt x="1728" y="2700"/>
                  <a:pt x="1728" y="2700"/>
                  <a:pt x="1728" y="2700"/>
                </a:cubicBezTo>
                <a:cubicBezTo>
                  <a:pt x="1584" y="2835"/>
                  <a:pt x="1440" y="3105"/>
                  <a:pt x="1584" y="3375"/>
                </a:cubicBezTo>
                <a:cubicBezTo>
                  <a:pt x="1584" y="3645"/>
                  <a:pt x="1728" y="3780"/>
                  <a:pt x="1872" y="3780"/>
                </a:cubicBezTo>
                <a:cubicBezTo>
                  <a:pt x="9936" y="7965"/>
                  <a:pt x="9936" y="7965"/>
                  <a:pt x="9936" y="7965"/>
                </a:cubicBezTo>
                <a:cubicBezTo>
                  <a:pt x="5616" y="12285"/>
                  <a:pt x="5616" y="12285"/>
                  <a:pt x="5616" y="12285"/>
                </a:cubicBezTo>
                <a:cubicBezTo>
                  <a:pt x="2304" y="12420"/>
                  <a:pt x="2304" y="12420"/>
                  <a:pt x="2304" y="12420"/>
                </a:cubicBezTo>
                <a:cubicBezTo>
                  <a:pt x="2160" y="12420"/>
                  <a:pt x="2016" y="12420"/>
                  <a:pt x="1872" y="12555"/>
                </a:cubicBezTo>
                <a:cubicBezTo>
                  <a:pt x="144" y="14310"/>
                  <a:pt x="144" y="14310"/>
                  <a:pt x="144" y="14310"/>
                </a:cubicBezTo>
                <a:cubicBezTo>
                  <a:pt x="0" y="14445"/>
                  <a:pt x="0" y="14580"/>
                  <a:pt x="0" y="14850"/>
                </a:cubicBezTo>
                <a:cubicBezTo>
                  <a:pt x="0" y="14985"/>
                  <a:pt x="144" y="15120"/>
                  <a:pt x="432" y="15390"/>
                </a:cubicBezTo>
                <a:cubicBezTo>
                  <a:pt x="4608" y="17010"/>
                  <a:pt x="4608" y="17010"/>
                  <a:pt x="4608" y="17010"/>
                </a:cubicBezTo>
                <a:cubicBezTo>
                  <a:pt x="6336" y="21060"/>
                  <a:pt x="6336" y="21060"/>
                  <a:pt x="6336" y="21060"/>
                </a:cubicBezTo>
                <a:cubicBezTo>
                  <a:pt x="6480" y="21195"/>
                  <a:pt x="6624" y="21465"/>
                  <a:pt x="6768" y="21600"/>
                </a:cubicBezTo>
                <a:cubicBezTo>
                  <a:pt x="6912" y="21600"/>
                  <a:pt x="6912" y="21600"/>
                  <a:pt x="6912" y="21600"/>
                </a:cubicBezTo>
                <a:cubicBezTo>
                  <a:pt x="7056" y="21600"/>
                  <a:pt x="7200" y="21465"/>
                  <a:pt x="7344" y="21195"/>
                </a:cubicBezTo>
                <a:cubicBezTo>
                  <a:pt x="9072" y="19575"/>
                  <a:pt x="9072" y="19575"/>
                  <a:pt x="9072" y="19575"/>
                </a:cubicBezTo>
                <a:cubicBezTo>
                  <a:pt x="9216" y="19575"/>
                  <a:pt x="9216" y="19440"/>
                  <a:pt x="9216" y="19305"/>
                </a:cubicBezTo>
                <a:cubicBezTo>
                  <a:pt x="9360" y="15795"/>
                  <a:pt x="9360" y="15795"/>
                  <a:pt x="9360" y="15795"/>
                </a:cubicBezTo>
                <a:cubicBezTo>
                  <a:pt x="13536" y="11610"/>
                  <a:pt x="13536" y="11610"/>
                  <a:pt x="13536" y="11610"/>
                </a:cubicBezTo>
                <a:cubicBezTo>
                  <a:pt x="17856" y="19710"/>
                  <a:pt x="17856" y="19710"/>
                  <a:pt x="17856" y="19710"/>
                </a:cubicBezTo>
                <a:cubicBezTo>
                  <a:pt x="17856" y="19845"/>
                  <a:pt x="18000" y="19980"/>
                  <a:pt x="18288" y="19980"/>
                </a:cubicBezTo>
                <a:cubicBezTo>
                  <a:pt x="18432" y="19980"/>
                  <a:pt x="18576" y="19980"/>
                  <a:pt x="18720" y="19845"/>
                </a:cubicBezTo>
                <a:cubicBezTo>
                  <a:pt x="20448" y="18225"/>
                  <a:pt x="20448" y="18225"/>
                  <a:pt x="20448" y="18225"/>
                </a:cubicBezTo>
                <a:cubicBezTo>
                  <a:pt x="20592" y="18090"/>
                  <a:pt x="20736" y="17820"/>
                  <a:pt x="20592" y="17550"/>
                </a:cubicBezTo>
                <a:cubicBezTo>
                  <a:pt x="17712" y="7425"/>
                  <a:pt x="17712" y="7425"/>
                  <a:pt x="17712" y="7425"/>
                </a:cubicBezTo>
                <a:cubicBezTo>
                  <a:pt x="19872" y="5265"/>
                  <a:pt x="19872" y="5265"/>
                  <a:pt x="19872" y="5265"/>
                </a:cubicBezTo>
                <a:cubicBezTo>
                  <a:pt x="20304" y="4995"/>
                  <a:pt x="20592" y="4590"/>
                  <a:pt x="21024" y="3780"/>
                </a:cubicBezTo>
                <a:cubicBezTo>
                  <a:pt x="21168" y="3375"/>
                  <a:pt x="21312" y="2970"/>
                  <a:pt x="21456" y="2700"/>
                </a:cubicBezTo>
                <a:cubicBezTo>
                  <a:pt x="21600" y="1890"/>
                  <a:pt x="21600" y="1080"/>
                  <a:pt x="21024" y="540"/>
                </a:cubicBezTo>
                <a:close/>
                <a:moveTo>
                  <a:pt x="18864" y="4320"/>
                </a:moveTo>
                <a:cubicBezTo>
                  <a:pt x="16560" y="6750"/>
                  <a:pt x="16560" y="6750"/>
                  <a:pt x="16560" y="6750"/>
                </a:cubicBezTo>
                <a:cubicBezTo>
                  <a:pt x="16272" y="7020"/>
                  <a:pt x="16272" y="7155"/>
                  <a:pt x="16416" y="7425"/>
                </a:cubicBezTo>
                <a:cubicBezTo>
                  <a:pt x="19152" y="17550"/>
                  <a:pt x="19152" y="17550"/>
                  <a:pt x="19152" y="17550"/>
                </a:cubicBezTo>
                <a:cubicBezTo>
                  <a:pt x="18432" y="18360"/>
                  <a:pt x="18432" y="18360"/>
                  <a:pt x="18432" y="18360"/>
                </a:cubicBezTo>
                <a:cubicBezTo>
                  <a:pt x="14256" y="10260"/>
                  <a:pt x="14256" y="10260"/>
                  <a:pt x="14256" y="10260"/>
                </a:cubicBezTo>
                <a:cubicBezTo>
                  <a:pt x="14256" y="10125"/>
                  <a:pt x="13968" y="9990"/>
                  <a:pt x="13680" y="9990"/>
                </a:cubicBezTo>
                <a:cubicBezTo>
                  <a:pt x="13536" y="9855"/>
                  <a:pt x="13392" y="9990"/>
                  <a:pt x="13248" y="10125"/>
                </a:cubicBezTo>
                <a:cubicBezTo>
                  <a:pt x="8208" y="15120"/>
                  <a:pt x="8208" y="15120"/>
                  <a:pt x="8208" y="15120"/>
                </a:cubicBezTo>
                <a:cubicBezTo>
                  <a:pt x="8064" y="15120"/>
                  <a:pt x="8064" y="15390"/>
                  <a:pt x="8064" y="15525"/>
                </a:cubicBezTo>
                <a:cubicBezTo>
                  <a:pt x="7920" y="19035"/>
                  <a:pt x="7920" y="19035"/>
                  <a:pt x="7920" y="19035"/>
                </a:cubicBezTo>
                <a:cubicBezTo>
                  <a:pt x="7056" y="19710"/>
                  <a:pt x="7056" y="19710"/>
                  <a:pt x="7056" y="19710"/>
                </a:cubicBezTo>
                <a:cubicBezTo>
                  <a:pt x="5616" y="16200"/>
                  <a:pt x="5616" y="16200"/>
                  <a:pt x="5616" y="16200"/>
                </a:cubicBezTo>
                <a:cubicBezTo>
                  <a:pt x="5616" y="16065"/>
                  <a:pt x="5472" y="15930"/>
                  <a:pt x="5328" y="15930"/>
                </a:cubicBezTo>
                <a:cubicBezTo>
                  <a:pt x="1872" y="14445"/>
                  <a:pt x="1872" y="14445"/>
                  <a:pt x="1872" y="14445"/>
                </a:cubicBezTo>
                <a:cubicBezTo>
                  <a:pt x="2592" y="13635"/>
                  <a:pt x="2592" y="13635"/>
                  <a:pt x="2592" y="13635"/>
                </a:cubicBezTo>
                <a:cubicBezTo>
                  <a:pt x="6048" y="13500"/>
                  <a:pt x="6048" y="13500"/>
                  <a:pt x="6048" y="13500"/>
                </a:cubicBezTo>
                <a:cubicBezTo>
                  <a:pt x="6336" y="13500"/>
                  <a:pt x="6480" y="13500"/>
                  <a:pt x="6480" y="13365"/>
                </a:cubicBezTo>
                <a:cubicBezTo>
                  <a:pt x="11520" y="8370"/>
                  <a:pt x="11520" y="8370"/>
                  <a:pt x="11520" y="8370"/>
                </a:cubicBezTo>
                <a:cubicBezTo>
                  <a:pt x="11664" y="8235"/>
                  <a:pt x="11664" y="7965"/>
                  <a:pt x="11664" y="7830"/>
                </a:cubicBezTo>
                <a:cubicBezTo>
                  <a:pt x="11664" y="7560"/>
                  <a:pt x="11520" y="7425"/>
                  <a:pt x="11232" y="7290"/>
                </a:cubicBezTo>
                <a:cubicBezTo>
                  <a:pt x="3168" y="2970"/>
                  <a:pt x="3168" y="2970"/>
                  <a:pt x="3168" y="2970"/>
                </a:cubicBezTo>
                <a:cubicBezTo>
                  <a:pt x="4032" y="2295"/>
                  <a:pt x="4032" y="2295"/>
                  <a:pt x="4032" y="2295"/>
                </a:cubicBezTo>
                <a:cubicBezTo>
                  <a:pt x="14256" y="5130"/>
                  <a:pt x="14256" y="5130"/>
                  <a:pt x="14256" y="5130"/>
                </a:cubicBezTo>
                <a:cubicBezTo>
                  <a:pt x="14400" y="5265"/>
                  <a:pt x="14688" y="5130"/>
                  <a:pt x="14832" y="4995"/>
                </a:cubicBezTo>
                <a:cubicBezTo>
                  <a:pt x="15840" y="3915"/>
                  <a:pt x="15840" y="3915"/>
                  <a:pt x="15840" y="3915"/>
                </a:cubicBezTo>
                <a:cubicBezTo>
                  <a:pt x="16848" y="2970"/>
                  <a:pt x="16848" y="2970"/>
                  <a:pt x="16848" y="2970"/>
                </a:cubicBezTo>
                <a:cubicBezTo>
                  <a:pt x="17136" y="2700"/>
                  <a:pt x="17136" y="2700"/>
                  <a:pt x="17136" y="2700"/>
                </a:cubicBezTo>
                <a:cubicBezTo>
                  <a:pt x="17136" y="2700"/>
                  <a:pt x="17136" y="2700"/>
                  <a:pt x="17136" y="2700"/>
                </a:cubicBezTo>
                <a:cubicBezTo>
                  <a:pt x="18144" y="1755"/>
                  <a:pt x="19008" y="1350"/>
                  <a:pt x="19728" y="1350"/>
                </a:cubicBezTo>
                <a:cubicBezTo>
                  <a:pt x="20016" y="1350"/>
                  <a:pt x="20016" y="1350"/>
                  <a:pt x="20160" y="1485"/>
                </a:cubicBezTo>
                <a:cubicBezTo>
                  <a:pt x="20736" y="2025"/>
                  <a:pt x="19296" y="4050"/>
                  <a:pt x="18864" y="4320"/>
                </a:cubicBezTo>
                <a:close/>
                <a:moveTo>
                  <a:pt x="18864" y="4320"/>
                </a:moveTo>
                <a:cubicBezTo>
                  <a:pt x="18864" y="4320"/>
                  <a:pt x="18864" y="4320"/>
                  <a:pt x="18864" y="4320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89" name="Freeform 41"/>
          <p:cNvSpPr/>
          <p:nvPr/>
        </p:nvSpPr>
        <p:spPr>
          <a:xfrm>
            <a:off x="14173638" y="7771838"/>
            <a:ext cx="476127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024" y="12690"/>
                </a:moveTo>
                <a:cubicBezTo>
                  <a:pt x="20016" y="12555"/>
                  <a:pt x="19152" y="11745"/>
                  <a:pt x="19152" y="10935"/>
                </a:cubicBezTo>
                <a:cubicBezTo>
                  <a:pt x="19152" y="9990"/>
                  <a:pt x="20016" y="9180"/>
                  <a:pt x="21024" y="9045"/>
                </a:cubicBezTo>
                <a:cubicBezTo>
                  <a:pt x="21168" y="9045"/>
                  <a:pt x="21312" y="8775"/>
                  <a:pt x="21312" y="8640"/>
                </a:cubicBezTo>
                <a:cubicBezTo>
                  <a:pt x="21600" y="8640"/>
                  <a:pt x="21600" y="8370"/>
                  <a:pt x="21600" y="8235"/>
                </a:cubicBezTo>
                <a:cubicBezTo>
                  <a:pt x="21168" y="7020"/>
                  <a:pt x="20736" y="6210"/>
                  <a:pt x="20160" y="5265"/>
                </a:cubicBezTo>
                <a:cubicBezTo>
                  <a:pt x="20160" y="4995"/>
                  <a:pt x="20016" y="4995"/>
                  <a:pt x="19728" y="4860"/>
                </a:cubicBezTo>
                <a:cubicBezTo>
                  <a:pt x="19584" y="4860"/>
                  <a:pt x="19440" y="4860"/>
                  <a:pt x="19152" y="4995"/>
                </a:cubicBezTo>
                <a:cubicBezTo>
                  <a:pt x="18576" y="5670"/>
                  <a:pt x="17424" y="5670"/>
                  <a:pt x="16848" y="4860"/>
                </a:cubicBezTo>
                <a:cubicBezTo>
                  <a:pt x="15984" y="4185"/>
                  <a:pt x="15984" y="2970"/>
                  <a:pt x="16560" y="2295"/>
                </a:cubicBezTo>
                <a:cubicBezTo>
                  <a:pt x="16560" y="2295"/>
                  <a:pt x="16848" y="2025"/>
                  <a:pt x="16848" y="1890"/>
                </a:cubicBezTo>
                <a:cubicBezTo>
                  <a:pt x="16560" y="1620"/>
                  <a:pt x="16560" y="1485"/>
                  <a:pt x="16416" y="1215"/>
                </a:cubicBezTo>
                <a:cubicBezTo>
                  <a:pt x="15408" y="810"/>
                  <a:pt x="14400" y="405"/>
                  <a:pt x="13392" y="0"/>
                </a:cubicBezTo>
                <a:cubicBezTo>
                  <a:pt x="13248" y="0"/>
                  <a:pt x="13104" y="0"/>
                  <a:pt x="12816" y="270"/>
                </a:cubicBezTo>
                <a:cubicBezTo>
                  <a:pt x="12816" y="270"/>
                  <a:pt x="12672" y="405"/>
                  <a:pt x="12672" y="675"/>
                </a:cubicBezTo>
                <a:cubicBezTo>
                  <a:pt x="12528" y="1620"/>
                  <a:pt x="11664" y="2430"/>
                  <a:pt x="10656" y="2430"/>
                </a:cubicBezTo>
                <a:cubicBezTo>
                  <a:pt x="9648" y="2430"/>
                  <a:pt x="8928" y="1620"/>
                  <a:pt x="8928" y="675"/>
                </a:cubicBezTo>
                <a:cubicBezTo>
                  <a:pt x="8928" y="405"/>
                  <a:pt x="8640" y="270"/>
                  <a:pt x="8496" y="270"/>
                </a:cubicBezTo>
                <a:cubicBezTo>
                  <a:pt x="8352" y="0"/>
                  <a:pt x="8064" y="0"/>
                  <a:pt x="8064" y="0"/>
                </a:cubicBezTo>
                <a:cubicBezTo>
                  <a:pt x="6912" y="405"/>
                  <a:pt x="5904" y="810"/>
                  <a:pt x="5184" y="1215"/>
                </a:cubicBezTo>
                <a:cubicBezTo>
                  <a:pt x="4896" y="1485"/>
                  <a:pt x="4752" y="1620"/>
                  <a:pt x="4752" y="1890"/>
                </a:cubicBezTo>
                <a:cubicBezTo>
                  <a:pt x="4752" y="2025"/>
                  <a:pt x="4752" y="2295"/>
                  <a:pt x="4896" y="2295"/>
                </a:cubicBezTo>
                <a:cubicBezTo>
                  <a:pt x="5472" y="2970"/>
                  <a:pt x="5328" y="4185"/>
                  <a:pt x="4752" y="4860"/>
                </a:cubicBezTo>
                <a:cubicBezTo>
                  <a:pt x="4176" y="5670"/>
                  <a:pt x="3024" y="5670"/>
                  <a:pt x="2160" y="4995"/>
                </a:cubicBezTo>
                <a:cubicBezTo>
                  <a:pt x="2016" y="4860"/>
                  <a:pt x="2016" y="4860"/>
                  <a:pt x="1728" y="4860"/>
                </a:cubicBezTo>
                <a:cubicBezTo>
                  <a:pt x="1584" y="4995"/>
                  <a:pt x="1440" y="4995"/>
                  <a:pt x="1152" y="5265"/>
                </a:cubicBezTo>
                <a:cubicBezTo>
                  <a:pt x="720" y="6210"/>
                  <a:pt x="144" y="7155"/>
                  <a:pt x="0" y="8235"/>
                </a:cubicBezTo>
                <a:cubicBezTo>
                  <a:pt x="0" y="8370"/>
                  <a:pt x="0" y="8640"/>
                  <a:pt x="144" y="8640"/>
                </a:cubicBezTo>
                <a:cubicBezTo>
                  <a:pt x="144" y="8775"/>
                  <a:pt x="432" y="9045"/>
                  <a:pt x="576" y="9045"/>
                </a:cubicBezTo>
                <a:cubicBezTo>
                  <a:pt x="1584" y="9180"/>
                  <a:pt x="2304" y="9990"/>
                  <a:pt x="2304" y="10935"/>
                </a:cubicBezTo>
                <a:cubicBezTo>
                  <a:pt x="2304" y="11745"/>
                  <a:pt x="1584" y="12555"/>
                  <a:pt x="576" y="12690"/>
                </a:cubicBezTo>
                <a:cubicBezTo>
                  <a:pt x="432" y="12690"/>
                  <a:pt x="144" y="12960"/>
                  <a:pt x="144" y="13095"/>
                </a:cubicBezTo>
                <a:cubicBezTo>
                  <a:pt x="0" y="13095"/>
                  <a:pt x="0" y="13365"/>
                  <a:pt x="0" y="13500"/>
                </a:cubicBezTo>
                <a:cubicBezTo>
                  <a:pt x="144" y="14715"/>
                  <a:pt x="720" y="15525"/>
                  <a:pt x="1152" y="16470"/>
                </a:cubicBezTo>
                <a:cubicBezTo>
                  <a:pt x="1440" y="16740"/>
                  <a:pt x="1584" y="16740"/>
                  <a:pt x="1728" y="16875"/>
                </a:cubicBezTo>
                <a:cubicBezTo>
                  <a:pt x="1728" y="16875"/>
                  <a:pt x="2016" y="16875"/>
                  <a:pt x="2160" y="16740"/>
                </a:cubicBezTo>
                <a:cubicBezTo>
                  <a:pt x="3024" y="16065"/>
                  <a:pt x="4176" y="16065"/>
                  <a:pt x="4752" y="16875"/>
                </a:cubicBezTo>
                <a:cubicBezTo>
                  <a:pt x="5328" y="17550"/>
                  <a:pt x="5472" y="18630"/>
                  <a:pt x="4896" y="19440"/>
                </a:cubicBezTo>
                <a:cubicBezTo>
                  <a:pt x="4752" y="19440"/>
                  <a:pt x="4752" y="19710"/>
                  <a:pt x="4752" y="19845"/>
                </a:cubicBezTo>
                <a:cubicBezTo>
                  <a:pt x="4752" y="20115"/>
                  <a:pt x="4896" y="20250"/>
                  <a:pt x="5184" y="20520"/>
                </a:cubicBezTo>
                <a:cubicBezTo>
                  <a:pt x="5904" y="20925"/>
                  <a:pt x="6912" y="21330"/>
                  <a:pt x="8064" y="21600"/>
                </a:cubicBezTo>
                <a:cubicBezTo>
                  <a:pt x="8064" y="21600"/>
                  <a:pt x="8064" y="21600"/>
                  <a:pt x="8064" y="21600"/>
                </a:cubicBezTo>
                <a:cubicBezTo>
                  <a:pt x="8352" y="21600"/>
                  <a:pt x="8496" y="21600"/>
                  <a:pt x="8496" y="21465"/>
                </a:cubicBezTo>
                <a:cubicBezTo>
                  <a:pt x="8640" y="21465"/>
                  <a:pt x="8928" y="21330"/>
                  <a:pt x="8928" y="21060"/>
                </a:cubicBezTo>
                <a:cubicBezTo>
                  <a:pt x="8928" y="20115"/>
                  <a:pt x="9936" y="19305"/>
                  <a:pt x="10656" y="19305"/>
                </a:cubicBezTo>
                <a:cubicBezTo>
                  <a:pt x="11664" y="19305"/>
                  <a:pt x="12528" y="20115"/>
                  <a:pt x="12672" y="21060"/>
                </a:cubicBezTo>
                <a:cubicBezTo>
                  <a:pt x="12672" y="21330"/>
                  <a:pt x="12816" y="21465"/>
                  <a:pt x="12816" y="21465"/>
                </a:cubicBezTo>
                <a:cubicBezTo>
                  <a:pt x="13104" y="21600"/>
                  <a:pt x="13248" y="21600"/>
                  <a:pt x="13392" y="21600"/>
                </a:cubicBezTo>
                <a:cubicBezTo>
                  <a:pt x="14400" y="21330"/>
                  <a:pt x="15408" y="20925"/>
                  <a:pt x="16416" y="20520"/>
                </a:cubicBezTo>
                <a:cubicBezTo>
                  <a:pt x="16560" y="20250"/>
                  <a:pt x="16560" y="20115"/>
                  <a:pt x="16848" y="19845"/>
                </a:cubicBezTo>
                <a:cubicBezTo>
                  <a:pt x="16848" y="19710"/>
                  <a:pt x="16560" y="19440"/>
                  <a:pt x="16560" y="19440"/>
                </a:cubicBezTo>
                <a:cubicBezTo>
                  <a:pt x="15984" y="18630"/>
                  <a:pt x="15984" y="17550"/>
                  <a:pt x="16848" y="16875"/>
                </a:cubicBezTo>
                <a:cubicBezTo>
                  <a:pt x="17424" y="16065"/>
                  <a:pt x="18576" y="16065"/>
                  <a:pt x="19152" y="16740"/>
                </a:cubicBezTo>
                <a:cubicBezTo>
                  <a:pt x="19440" y="16875"/>
                  <a:pt x="19584" y="16875"/>
                  <a:pt x="19728" y="16875"/>
                </a:cubicBezTo>
                <a:cubicBezTo>
                  <a:pt x="20016" y="16740"/>
                  <a:pt x="20160" y="16740"/>
                  <a:pt x="20160" y="16470"/>
                </a:cubicBezTo>
                <a:cubicBezTo>
                  <a:pt x="20736" y="15525"/>
                  <a:pt x="21168" y="14715"/>
                  <a:pt x="21600" y="13500"/>
                </a:cubicBezTo>
                <a:cubicBezTo>
                  <a:pt x="21600" y="13365"/>
                  <a:pt x="21600" y="13095"/>
                  <a:pt x="21312" y="13095"/>
                </a:cubicBezTo>
                <a:cubicBezTo>
                  <a:pt x="21312" y="12960"/>
                  <a:pt x="21168" y="12690"/>
                  <a:pt x="21024" y="12690"/>
                </a:cubicBezTo>
                <a:close/>
                <a:moveTo>
                  <a:pt x="19440" y="15255"/>
                </a:moveTo>
                <a:cubicBezTo>
                  <a:pt x="18144" y="14715"/>
                  <a:pt x="16848" y="14985"/>
                  <a:pt x="15840" y="15930"/>
                </a:cubicBezTo>
                <a:cubicBezTo>
                  <a:pt x="14832" y="16875"/>
                  <a:pt x="14688" y="18360"/>
                  <a:pt x="14976" y="19440"/>
                </a:cubicBezTo>
                <a:cubicBezTo>
                  <a:pt x="14688" y="19710"/>
                  <a:pt x="14256" y="19845"/>
                  <a:pt x="13824" y="20115"/>
                </a:cubicBezTo>
                <a:cubicBezTo>
                  <a:pt x="13248" y="18900"/>
                  <a:pt x="12096" y="18090"/>
                  <a:pt x="10656" y="18090"/>
                </a:cubicBezTo>
                <a:cubicBezTo>
                  <a:pt x="9360" y="18090"/>
                  <a:pt x="8064" y="18900"/>
                  <a:pt x="7776" y="20115"/>
                </a:cubicBezTo>
                <a:cubicBezTo>
                  <a:pt x="7344" y="19845"/>
                  <a:pt x="6768" y="19710"/>
                  <a:pt x="6336" y="19440"/>
                </a:cubicBezTo>
                <a:cubicBezTo>
                  <a:pt x="6912" y="18360"/>
                  <a:pt x="6768" y="16875"/>
                  <a:pt x="5760" y="15930"/>
                </a:cubicBezTo>
                <a:cubicBezTo>
                  <a:pt x="5184" y="15255"/>
                  <a:pt x="4320" y="14985"/>
                  <a:pt x="3312" y="14985"/>
                </a:cubicBezTo>
                <a:cubicBezTo>
                  <a:pt x="3024" y="14985"/>
                  <a:pt x="2592" y="15120"/>
                  <a:pt x="2016" y="15255"/>
                </a:cubicBezTo>
                <a:cubicBezTo>
                  <a:pt x="1728" y="14715"/>
                  <a:pt x="1584" y="14310"/>
                  <a:pt x="1584" y="13905"/>
                </a:cubicBezTo>
                <a:cubicBezTo>
                  <a:pt x="2736" y="13365"/>
                  <a:pt x="3600" y="12150"/>
                  <a:pt x="3600" y="10935"/>
                </a:cubicBezTo>
                <a:cubicBezTo>
                  <a:pt x="3600" y="9585"/>
                  <a:pt x="2736" y="8370"/>
                  <a:pt x="1584" y="7830"/>
                </a:cubicBezTo>
                <a:cubicBezTo>
                  <a:pt x="1584" y="7425"/>
                  <a:pt x="1728" y="7020"/>
                  <a:pt x="2016" y="6345"/>
                </a:cubicBezTo>
                <a:cubicBezTo>
                  <a:pt x="2592" y="6615"/>
                  <a:pt x="3024" y="6750"/>
                  <a:pt x="3312" y="6750"/>
                </a:cubicBezTo>
                <a:cubicBezTo>
                  <a:pt x="4320" y="6750"/>
                  <a:pt x="5184" y="6345"/>
                  <a:pt x="5760" y="5805"/>
                </a:cubicBezTo>
                <a:cubicBezTo>
                  <a:pt x="6768" y="4860"/>
                  <a:pt x="6912" y="3375"/>
                  <a:pt x="6336" y="2295"/>
                </a:cubicBezTo>
                <a:cubicBezTo>
                  <a:pt x="6768" y="2025"/>
                  <a:pt x="7344" y="1890"/>
                  <a:pt x="7776" y="1620"/>
                </a:cubicBezTo>
                <a:cubicBezTo>
                  <a:pt x="8064" y="2835"/>
                  <a:pt x="9360" y="3645"/>
                  <a:pt x="10656" y="3645"/>
                </a:cubicBezTo>
                <a:cubicBezTo>
                  <a:pt x="12096" y="3645"/>
                  <a:pt x="13248" y="2835"/>
                  <a:pt x="13824" y="1620"/>
                </a:cubicBezTo>
                <a:cubicBezTo>
                  <a:pt x="14256" y="1890"/>
                  <a:pt x="14688" y="2025"/>
                  <a:pt x="14976" y="2295"/>
                </a:cubicBezTo>
                <a:cubicBezTo>
                  <a:pt x="14688" y="3375"/>
                  <a:pt x="14832" y="4860"/>
                  <a:pt x="15840" y="5805"/>
                </a:cubicBezTo>
                <a:cubicBezTo>
                  <a:pt x="16416" y="6345"/>
                  <a:pt x="17280" y="6750"/>
                  <a:pt x="18000" y="6750"/>
                </a:cubicBezTo>
                <a:cubicBezTo>
                  <a:pt x="18576" y="6750"/>
                  <a:pt x="19008" y="6615"/>
                  <a:pt x="19440" y="6345"/>
                </a:cubicBezTo>
                <a:cubicBezTo>
                  <a:pt x="19584" y="7020"/>
                  <a:pt x="19728" y="7425"/>
                  <a:pt x="20016" y="7830"/>
                </a:cubicBezTo>
                <a:cubicBezTo>
                  <a:pt x="18864" y="8370"/>
                  <a:pt x="17856" y="9585"/>
                  <a:pt x="17856" y="10935"/>
                </a:cubicBezTo>
                <a:cubicBezTo>
                  <a:pt x="17856" y="12150"/>
                  <a:pt x="18864" y="13365"/>
                  <a:pt x="20016" y="13905"/>
                </a:cubicBezTo>
                <a:cubicBezTo>
                  <a:pt x="19728" y="14310"/>
                  <a:pt x="19584" y="14715"/>
                  <a:pt x="19440" y="15255"/>
                </a:cubicBezTo>
                <a:close/>
                <a:moveTo>
                  <a:pt x="10656" y="4995"/>
                </a:moveTo>
                <a:cubicBezTo>
                  <a:pt x="7488" y="4995"/>
                  <a:pt x="4896" y="7560"/>
                  <a:pt x="4896" y="10935"/>
                </a:cubicBezTo>
                <a:cubicBezTo>
                  <a:pt x="4896" y="14175"/>
                  <a:pt x="7488" y="16740"/>
                  <a:pt x="10656" y="16740"/>
                </a:cubicBezTo>
                <a:cubicBezTo>
                  <a:pt x="14112" y="16740"/>
                  <a:pt x="16560" y="14175"/>
                  <a:pt x="16560" y="10935"/>
                </a:cubicBezTo>
                <a:cubicBezTo>
                  <a:pt x="16560" y="7560"/>
                  <a:pt x="14112" y="4995"/>
                  <a:pt x="10656" y="4995"/>
                </a:cubicBezTo>
                <a:close/>
                <a:moveTo>
                  <a:pt x="10656" y="15255"/>
                </a:moveTo>
                <a:cubicBezTo>
                  <a:pt x="8352" y="15255"/>
                  <a:pt x="6336" y="13365"/>
                  <a:pt x="6336" y="10935"/>
                </a:cubicBezTo>
                <a:cubicBezTo>
                  <a:pt x="6336" y="8370"/>
                  <a:pt x="8352" y="6345"/>
                  <a:pt x="10656" y="6345"/>
                </a:cubicBezTo>
                <a:cubicBezTo>
                  <a:pt x="13248" y="6345"/>
                  <a:pt x="15264" y="8370"/>
                  <a:pt x="15264" y="10935"/>
                </a:cubicBezTo>
                <a:cubicBezTo>
                  <a:pt x="15264" y="13365"/>
                  <a:pt x="13248" y="15255"/>
                  <a:pt x="10656" y="15255"/>
                </a:cubicBezTo>
                <a:close/>
                <a:moveTo>
                  <a:pt x="10656" y="7560"/>
                </a:moveTo>
                <a:cubicBezTo>
                  <a:pt x="8928" y="7560"/>
                  <a:pt x="7488" y="9180"/>
                  <a:pt x="7488" y="10935"/>
                </a:cubicBezTo>
                <a:cubicBezTo>
                  <a:pt x="7488" y="12555"/>
                  <a:pt x="8928" y="14175"/>
                  <a:pt x="10656" y="14175"/>
                </a:cubicBezTo>
                <a:cubicBezTo>
                  <a:pt x="12528" y="14175"/>
                  <a:pt x="13824" y="12555"/>
                  <a:pt x="13824" y="10935"/>
                </a:cubicBezTo>
                <a:cubicBezTo>
                  <a:pt x="13824" y="9180"/>
                  <a:pt x="12528" y="7560"/>
                  <a:pt x="10656" y="7560"/>
                </a:cubicBezTo>
                <a:close/>
                <a:moveTo>
                  <a:pt x="10656" y="12150"/>
                </a:moveTo>
                <a:cubicBezTo>
                  <a:pt x="10080" y="12150"/>
                  <a:pt x="9504" y="11610"/>
                  <a:pt x="9504" y="10935"/>
                </a:cubicBezTo>
                <a:cubicBezTo>
                  <a:pt x="9504" y="10125"/>
                  <a:pt x="10080" y="9585"/>
                  <a:pt x="10656" y="9585"/>
                </a:cubicBezTo>
                <a:cubicBezTo>
                  <a:pt x="11520" y="9585"/>
                  <a:pt x="12096" y="10125"/>
                  <a:pt x="12096" y="10935"/>
                </a:cubicBezTo>
                <a:cubicBezTo>
                  <a:pt x="12096" y="11610"/>
                  <a:pt x="11520" y="12150"/>
                  <a:pt x="10656" y="12150"/>
                </a:cubicBezTo>
                <a:close/>
                <a:moveTo>
                  <a:pt x="10656" y="12150"/>
                </a:moveTo>
                <a:cubicBezTo>
                  <a:pt x="10656" y="12150"/>
                  <a:pt x="10656" y="12150"/>
                  <a:pt x="10656" y="12150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90" name="Freeform 64"/>
          <p:cNvSpPr/>
          <p:nvPr/>
        </p:nvSpPr>
        <p:spPr>
          <a:xfrm>
            <a:off x="6421493" y="7716491"/>
            <a:ext cx="476127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520" y="8235"/>
                </a:moveTo>
                <a:cubicBezTo>
                  <a:pt x="10368" y="7020"/>
                  <a:pt x="10368" y="7020"/>
                  <a:pt x="10368" y="7020"/>
                </a:cubicBezTo>
                <a:cubicBezTo>
                  <a:pt x="13392" y="4050"/>
                  <a:pt x="13392" y="4050"/>
                  <a:pt x="13392" y="4050"/>
                </a:cubicBezTo>
                <a:cubicBezTo>
                  <a:pt x="17856" y="8235"/>
                  <a:pt x="17856" y="8235"/>
                  <a:pt x="17856" y="8235"/>
                </a:cubicBezTo>
                <a:cubicBezTo>
                  <a:pt x="14832" y="11205"/>
                  <a:pt x="14832" y="11205"/>
                  <a:pt x="14832" y="11205"/>
                </a:cubicBezTo>
                <a:cubicBezTo>
                  <a:pt x="12528" y="9180"/>
                  <a:pt x="12528" y="9180"/>
                  <a:pt x="12528" y="9180"/>
                </a:cubicBezTo>
                <a:cubicBezTo>
                  <a:pt x="13968" y="7425"/>
                  <a:pt x="13968" y="7425"/>
                  <a:pt x="13968" y="7425"/>
                </a:cubicBezTo>
                <a:cubicBezTo>
                  <a:pt x="14400" y="7290"/>
                  <a:pt x="14400" y="6885"/>
                  <a:pt x="13968" y="6750"/>
                </a:cubicBezTo>
                <a:cubicBezTo>
                  <a:pt x="13824" y="6345"/>
                  <a:pt x="13392" y="6345"/>
                  <a:pt x="13104" y="6750"/>
                </a:cubicBezTo>
                <a:cubicBezTo>
                  <a:pt x="11520" y="8235"/>
                  <a:pt x="11520" y="8235"/>
                  <a:pt x="11520" y="8235"/>
                </a:cubicBezTo>
                <a:cubicBezTo>
                  <a:pt x="11520" y="8235"/>
                  <a:pt x="11520" y="8235"/>
                  <a:pt x="11520" y="8235"/>
                </a:cubicBezTo>
                <a:close/>
                <a:moveTo>
                  <a:pt x="5184" y="16335"/>
                </a:moveTo>
                <a:cubicBezTo>
                  <a:pt x="4896" y="16740"/>
                  <a:pt x="4608" y="16740"/>
                  <a:pt x="4176" y="16335"/>
                </a:cubicBezTo>
                <a:cubicBezTo>
                  <a:pt x="4032" y="16200"/>
                  <a:pt x="4032" y="15795"/>
                  <a:pt x="4176" y="15660"/>
                </a:cubicBezTo>
                <a:cubicBezTo>
                  <a:pt x="7920" y="11745"/>
                  <a:pt x="7920" y="11745"/>
                  <a:pt x="7920" y="11745"/>
                </a:cubicBezTo>
                <a:cubicBezTo>
                  <a:pt x="6768" y="10665"/>
                  <a:pt x="6768" y="10665"/>
                  <a:pt x="6768" y="10665"/>
                </a:cubicBezTo>
                <a:cubicBezTo>
                  <a:pt x="2160" y="15390"/>
                  <a:pt x="2160" y="15390"/>
                  <a:pt x="2160" y="15390"/>
                </a:cubicBezTo>
                <a:cubicBezTo>
                  <a:pt x="432" y="21330"/>
                  <a:pt x="432" y="21330"/>
                  <a:pt x="432" y="21330"/>
                </a:cubicBezTo>
                <a:cubicBezTo>
                  <a:pt x="6192" y="19710"/>
                  <a:pt x="6192" y="19710"/>
                  <a:pt x="6192" y="19710"/>
                </a:cubicBezTo>
                <a:cubicBezTo>
                  <a:pt x="11232" y="14850"/>
                  <a:pt x="11232" y="14850"/>
                  <a:pt x="11232" y="14850"/>
                </a:cubicBezTo>
                <a:cubicBezTo>
                  <a:pt x="8928" y="12690"/>
                  <a:pt x="8928" y="12690"/>
                  <a:pt x="8928" y="12690"/>
                </a:cubicBezTo>
                <a:cubicBezTo>
                  <a:pt x="5184" y="16335"/>
                  <a:pt x="5184" y="16335"/>
                  <a:pt x="5184" y="16335"/>
                </a:cubicBezTo>
                <a:cubicBezTo>
                  <a:pt x="5184" y="16335"/>
                  <a:pt x="5184" y="16335"/>
                  <a:pt x="5184" y="16335"/>
                </a:cubicBezTo>
                <a:close/>
                <a:moveTo>
                  <a:pt x="21600" y="4185"/>
                </a:moveTo>
                <a:cubicBezTo>
                  <a:pt x="17424" y="0"/>
                  <a:pt x="17424" y="0"/>
                  <a:pt x="17424" y="0"/>
                </a:cubicBezTo>
                <a:cubicBezTo>
                  <a:pt x="14544" y="2970"/>
                  <a:pt x="14544" y="2970"/>
                  <a:pt x="14544" y="2970"/>
                </a:cubicBezTo>
                <a:cubicBezTo>
                  <a:pt x="18720" y="7020"/>
                  <a:pt x="18720" y="7020"/>
                  <a:pt x="18720" y="7020"/>
                </a:cubicBezTo>
                <a:cubicBezTo>
                  <a:pt x="21600" y="4185"/>
                  <a:pt x="21600" y="4185"/>
                  <a:pt x="21600" y="4185"/>
                </a:cubicBezTo>
                <a:cubicBezTo>
                  <a:pt x="21600" y="4185"/>
                  <a:pt x="21600" y="4185"/>
                  <a:pt x="21600" y="4185"/>
                </a:cubicBezTo>
                <a:close/>
                <a:moveTo>
                  <a:pt x="16416" y="12690"/>
                </a:moveTo>
                <a:cubicBezTo>
                  <a:pt x="16128" y="12690"/>
                  <a:pt x="15696" y="12690"/>
                  <a:pt x="15264" y="12690"/>
                </a:cubicBezTo>
                <a:cubicBezTo>
                  <a:pt x="8640" y="6075"/>
                  <a:pt x="8640" y="6075"/>
                  <a:pt x="8640" y="6075"/>
                </a:cubicBezTo>
                <a:cubicBezTo>
                  <a:pt x="8928" y="5535"/>
                  <a:pt x="8928" y="5130"/>
                  <a:pt x="8928" y="4590"/>
                </a:cubicBezTo>
                <a:cubicBezTo>
                  <a:pt x="8928" y="2160"/>
                  <a:pt x="7056" y="0"/>
                  <a:pt x="4608" y="0"/>
                </a:cubicBezTo>
                <a:cubicBezTo>
                  <a:pt x="4320" y="0"/>
                  <a:pt x="4320" y="0"/>
                  <a:pt x="4320" y="0"/>
                </a:cubicBezTo>
                <a:cubicBezTo>
                  <a:pt x="4752" y="1350"/>
                  <a:pt x="4752" y="1350"/>
                  <a:pt x="4752" y="1350"/>
                </a:cubicBezTo>
                <a:cubicBezTo>
                  <a:pt x="5616" y="1755"/>
                  <a:pt x="6192" y="2700"/>
                  <a:pt x="6192" y="3645"/>
                </a:cubicBezTo>
                <a:cubicBezTo>
                  <a:pt x="6192" y="5130"/>
                  <a:pt x="5184" y="6345"/>
                  <a:pt x="3600" y="6345"/>
                </a:cubicBezTo>
                <a:cubicBezTo>
                  <a:pt x="2304" y="6345"/>
                  <a:pt x="1296" y="5400"/>
                  <a:pt x="1152" y="4050"/>
                </a:cubicBezTo>
                <a:cubicBezTo>
                  <a:pt x="144" y="3240"/>
                  <a:pt x="144" y="3240"/>
                  <a:pt x="144" y="3240"/>
                </a:cubicBezTo>
                <a:cubicBezTo>
                  <a:pt x="144" y="3645"/>
                  <a:pt x="0" y="4050"/>
                  <a:pt x="0" y="4590"/>
                </a:cubicBezTo>
                <a:cubicBezTo>
                  <a:pt x="0" y="7020"/>
                  <a:pt x="2160" y="8910"/>
                  <a:pt x="4608" y="8910"/>
                </a:cubicBezTo>
                <a:cubicBezTo>
                  <a:pt x="4896" y="8910"/>
                  <a:pt x="5328" y="8910"/>
                  <a:pt x="5616" y="8775"/>
                </a:cubicBezTo>
                <a:cubicBezTo>
                  <a:pt x="12240" y="15390"/>
                  <a:pt x="12240" y="15390"/>
                  <a:pt x="12240" y="15390"/>
                </a:cubicBezTo>
                <a:cubicBezTo>
                  <a:pt x="12096" y="15930"/>
                  <a:pt x="11952" y="16605"/>
                  <a:pt x="11952" y="17145"/>
                </a:cubicBezTo>
                <a:cubicBezTo>
                  <a:pt x="11952" y="19575"/>
                  <a:pt x="13968" y="21600"/>
                  <a:pt x="16416" y="21600"/>
                </a:cubicBezTo>
                <a:cubicBezTo>
                  <a:pt x="16416" y="21600"/>
                  <a:pt x="16416" y="21600"/>
                  <a:pt x="16416" y="21600"/>
                </a:cubicBezTo>
                <a:cubicBezTo>
                  <a:pt x="16272" y="20385"/>
                  <a:pt x="16272" y="20385"/>
                  <a:pt x="16272" y="20385"/>
                </a:cubicBezTo>
                <a:cubicBezTo>
                  <a:pt x="15264" y="19980"/>
                  <a:pt x="14832" y="19035"/>
                  <a:pt x="14832" y="18090"/>
                </a:cubicBezTo>
                <a:cubicBezTo>
                  <a:pt x="14832" y="16605"/>
                  <a:pt x="15840" y="15390"/>
                  <a:pt x="17424" y="15390"/>
                </a:cubicBezTo>
                <a:cubicBezTo>
                  <a:pt x="18576" y="15390"/>
                  <a:pt x="19728" y="16335"/>
                  <a:pt x="19872" y="17550"/>
                </a:cubicBezTo>
                <a:cubicBezTo>
                  <a:pt x="20592" y="18495"/>
                  <a:pt x="20592" y="18495"/>
                  <a:pt x="20592" y="18495"/>
                </a:cubicBezTo>
                <a:cubicBezTo>
                  <a:pt x="20880" y="18090"/>
                  <a:pt x="20880" y="17550"/>
                  <a:pt x="20880" y="17145"/>
                </a:cubicBezTo>
                <a:cubicBezTo>
                  <a:pt x="20880" y="14715"/>
                  <a:pt x="18864" y="12555"/>
                  <a:pt x="16416" y="12690"/>
                </a:cubicBezTo>
                <a:close/>
                <a:moveTo>
                  <a:pt x="16416" y="12690"/>
                </a:moveTo>
                <a:cubicBezTo>
                  <a:pt x="16416" y="12690"/>
                  <a:pt x="16416" y="12690"/>
                  <a:pt x="16416" y="12690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91" name="Freeform 65"/>
          <p:cNvSpPr/>
          <p:nvPr/>
        </p:nvSpPr>
        <p:spPr>
          <a:xfrm>
            <a:off x="20821459" y="8907239"/>
            <a:ext cx="507869" cy="4285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930" y="7040"/>
                </a:moveTo>
                <a:cubicBezTo>
                  <a:pt x="12690" y="13440"/>
                  <a:pt x="12690" y="13440"/>
                  <a:pt x="12690" y="13440"/>
                </a:cubicBezTo>
                <a:cubicBezTo>
                  <a:pt x="12690" y="13760"/>
                  <a:pt x="12690" y="13760"/>
                  <a:pt x="12690" y="13760"/>
                </a:cubicBezTo>
                <a:cubicBezTo>
                  <a:pt x="12690" y="15040"/>
                  <a:pt x="11880" y="16000"/>
                  <a:pt x="10935" y="16000"/>
                </a:cubicBezTo>
                <a:cubicBezTo>
                  <a:pt x="9855" y="16000"/>
                  <a:pt x="9045" y="15040"/>
                  <a:pt x="9045" y="13760"/>
                </a:cubicBezTo>
                <a:cubicBezTo>
                  <a:pt x="9045" y="12480"/>
                  <a:pt x="9855" y="11360"/>
                  <a:pt x="10935" y="11360"/>
                </a:cubicBezTo>
                <a:cubicBezTo>
                  <a:pt x="10935" y="11360"/>
                  <a:pt x="10935" y="11360"/>
                  <a:pt x="11070" y="11360"/>
                </a:cubicBezTo>
                <a:cubicBezTo>
                  <a:pt x="15930" y="7040"/>
                  <a:pt x="15930" y="7040"/>
                  <a:pt x="15930" y="7040"/>
                </a:cubicBezTo>
                <a:cubicBezTo>
                  <a:pt x="15930" y="7040"/>
                  <a:pt x="15930" y="7040"/>
                  <a:pt x="15930" y="7040"/>
                </a:cubicBezTo>
                <a:close/>
                <a:moveTo>
                  <a:pt x="10935" y="0"/>
                </a:moveTo>
                <a:cubicBezTo>
                  <a:pt x="4860" y="0"/>
                  <a:pt x="0" y="6080"/>
                  <a:pt x="0" y="13760"/>
                </a:cubicBezTo>
                <a:cubicBezTo>
                  <a:pt x="0" y="16480"/>
                  <a:pt x="810" y="19360"/>
                  <a:pt x="2160" y="21600"/>
                </a:cubicBezTo>
                <a:cubicBezTo>
                  <a:pt x="3645" y="20320"/>
                  <a:pt x="3645" y="20320"/>
                  <a:pt x="3645" y="20320"/>
                </a:cubicBezTo>
                <a:cubicBezTo>
                  <a:pt x="2565" y="18720"/>
                  <a:pt x="2025" y="16800"/>
                  <a:pt x="1755" y="14720"/>
                </a:cubicBezTo>
                <a:cubicBezTo>
                  <a:pt x="2835" y="14720"/>
                  <a:pt x="2835" y="14720"/>
                  <a:pt x="2835" y="14720"/>
                </a:cubicBezTo>
                <a:cubicBezTo>
                  <a:pt x="2835" y="12480"/>
                  <a:pt x="2835" y="12480"/>
                  <a:pt x="2835" y="12480"/>
                </a:cubicBezTo>
                <a:cubicBezTo>
                  <a:pt x="1755" y="12480"/>
                  <a:pt x="1755" y="12480"/>
                  <a:pt x="1755" y="12480"/>
                </a:cubicBezTo>
                <a:cubicBezTo>
                  <a:pt x="2025" y="10080"/>
                  <a:pt x="2835" y="8160"/>
                  <a:pt x="3780" y="6560"/>
                </a:cubicBezTo>
                <a:cubicBezTo>
                  <a:pt x="4455" y="7040"/>
                  <a:pt x="4455" y="7040"/>
                  <a:pt x="4455" y="7040"/>
                </a:cubicBezTo>
                <a:cubicBezTo>
                  <a:pt x="5670" y="5600"/>
                  <a:pt x="5670" y="5600"/>
                  <a:pt x="5670" y="5600"/>
                </a:cubicBezTo>
                <a:cubicBezTo>
                  <a:pt x="5265" y="4800"/>
                  <a:pt x="5265" y="4800"/>
                  <a:pt x="5265" y="4800"/>
                </a:cubicBezTo>
                <a:cubicBezTo>
                  <a:pt x="6480" y="3520"/>
                  <a:pt x="8100" y="2560"/>
                  <a:pt x="9855" y="2240"/>
                </a:cubicBezTo>
                <a:cubicBezTo>
                  <a:pt x="9855" y="3520"/>
                  <a:pt x="9855" y="3520"/>
                  <a:pt x="9855" y="3520"/>
                </a:cubicBezTo>
                <a:cubicBezTo>
                  <a:pt x="11745" y="3520"/>
                  <a:pt x="11745" y="3520"/>
                  <a:pt x="11745" y="3520"/>
                </a:cubicBezTo>
                <a:cubicBezTo>
                  <a:pt x="11745" y="2240"/>
                  <a:pt x="11745" y="2240"/>
                  <a:pt x="11745" y="2240"/>
                </a:cubicBezTo>
                <a:cubicBezTo>
                  <a:pt x="13500" y="2560"/>
                  <a:pt x="15120" y="3520"/>
                  <a:pt x="16470" y="4800"/>
                </a:cubicBezTo>
                <a:cubicBezTo>
                  <a:pt x="15930" y="5600"/>
                  <a:pt x="15930" y="5600"/>
                  <a:pt x="15930" y="5600"/>
                </a:cubicBezTo>
                <a:cubicBezTo>
                  <a:pt x="17280" y="7040"/>
                  <a:pt x="17280" y="7040"/>
                  <a:pt x="17280" y="7040"/>
                </a:cubicBezTo>
                <a:cubicBezTo>
                  <a:pt x="17685" y="6560"/>
                  <a:pt x="17685" y="6560"/>
                  <a:pt x="17685" y="6560"/>
                </a:cubicBezTo>
                <a:cubicBezTo>
                  <a:pt x="18900" y="8160"/>
                  <a:pt x="19575" y="10080"/>
                  <a:pt x="19710" y="12480"/>
                </a:cubicBezTo>
                <a:cubicBezTo>
                  <a:pt x="18900" y="12480"/>
                  <a:pt x="18900" y="12480"/>
                  <a:pt x="18900" y="12480"/>
                </a:cubicBezTo>
                <a:cubicBezTo>
                  <a:pt x="18900" y="14720"/>
                  <a:pt x="18900" y="14720"/>
                  <a:pt x="18900" y="14720"/>
                </a:cubicBezTo>
                <a:cubicBezTo>
                  <a:pt x="19710" y="14720"/>
                  <a:pt x="19710" y="14720"/>
                  <a:pt x="19710" y="14720"/>
                </a:cubicBezTo>
                <a:cubicBezTo>
                  <a:pt x="19575" y="16800"/>
                  <a:pt x="19170" y="18720"/>
                  <a:pt x="18090" y="20320"/>
                </a:cubicBezTo>
                <a:cubicBezTo>
                  <a:pt x="19575" y="21600"/>
                  <a:pt x="19575" y="21600"/>
                  <a:pt x="19575" y="21600"/>
                </a:cubicBezTo>
                <a:cubicBezTo>
                  <a:pt x="20925" y="19360"/>
                  <a:pt x="21600" y="16480"/>
                  <a:pt x="21600" y="13760"/>
                </a:cubicBezTo>
                <a:cubicBezTo>
                  <a:pt x="21600" y="6080"/>
                  <a:pt x="16740" y="0"/>
                  <a:pt x="10935" y="0"/>
                </a:cubicBezTo>
                <a:close/>
                <a:moveTo>
                  <a:pt x="10935" y="0"/>
                </a:moveTo>
                <a:cubicBezTo>
                  <a:pt x="10935" y="0"/>
                  <a:pt x="10935" y="0"/>
                  <a:pt x="10935" y="0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92" name="Freeform 79"/>
          <p:cNvSpPr/>
          <p:nvPr/>
        </p:nvSpPr>
        <p:spPr>
          <a:xfrm>
            <a:off x="23134060" y="8867561"/>
            <a:ext cx="441212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810" y="1755"/>
                </a:moveTo>
                <a:cubicBezTo>
                  <a:pt x="11810" y="1350"/>
                  <a:pt x="11810" y="1350"/>
                  <a:pt x="11810" y="1350"/>
                </a:cubicBezTo>
                <a:cubicBezTo>
                  <a:pt x="12432" y="1350"/>
                  <a:pt x="12432" y="1350"/>
                  <a:pt x="12432" y="1350"/>
                </a:cubicBezTo>
                <a:cubicBezTo>
                  <a:pt x="12432" y="0"/>
                  <a:pt x="12432" y="0"/>
                  <a:pt x="12432" y="0"/>
                </a:cubicBezTo>
                <a:cubicBezTo>
                  <a:pt x="9168" y="0"/>
                  <a:pt x="9168" y="0"/>
                  <a:pt x="9168" y="0"/>
                </a:cubicBezTo>
                <a:cubicBezTo>
                  <a:pt x="9168" y="1350"/>
                  <a:pt x="9168" y="1350"/>
                  <a:pt x="9168" y="1350"/>
                </a:cubicBezTo>
                <a:cubicBezTo>
                  <a:pt x="9790" y="1350"/>
                  <a:pt x="9790" y="1350"/>
                  <a:pt x="9790" y="1350"/>
                </a:cubicBezTo>
                <a:cubicBezTo>
                  <a:pt x="9790" y="1755"/>
                  <a:pt x="9790" y="1755"/>
                  <a:pt x="9790" y="1755"/>
                </a:cubicBezTo>
                <a:cubicBezTo>
                  <a:pt x="7304" y="1890"/>
                  <a:pt x="4973" y="2970"/>
                  <a:pt x="3419" y="4590"/>
                </a:cubicBezTo>
                <a:cubicBezTo>
                  <a:pt x="2953" y="4185"/>
                  <a:pt x="2953" y="4185"/>
                  <a:pt x="2953" y="4185"/>
                </a:cubicBezTo>
                <a:cubicBezTo>
                  <a:pt x="3419" y="4050"/>
                  <a:pt x="3419" y="4050"/>
                  <a:pt x="3419" y="4050"/>
                </a:cubicBezTo>
                <a:cubicBezTo>
                  <a:pt x="2953" y="3375"/>
                  <a:pt x="2953" y="3375"/>
                  <a:pt x="2953" y="3375"/>
                </a:cubicBezTo>
                <a:cubicBezTo>
                  <a:pt x="1554" y="4860"/>
                  <a:pt x="1554" y="4860"/>
                  <a:pt x="1554" y="4860"/>
                </a:cubicBezTo>
                <a:cubicBezTo>
                  <a:pt x="2020" y="5265"/>
                  <a:pt x="2020" y="5265"/>
                  <a:pt x="2020" y="5265"/>
                </a:cubicBezTo>
                <a:cubicBezTo>
                  <a:pt x="2486" y="4860"/>
                  <a:pt x="2486" y="4860"/>
                  <a:pt x="2486" y="4860"/>
                </a:cubicBezTo>
                <a:cubicBezTo>
                  <a:pt x="2642" y="4995"/>
                  <a:pt x="2642" y="4995"/>
                  <a:pt x="2642" y="4995"/>
                </a:cubicBezTo>
                <a:cubicBezTo>
                  <a:pt x="1088" y="6885"/>
                  <a:pt x="0" y="9180"/>
                  <a:pt x="0" y="11745"/>
                </a:cubicBezTo>
                <a:cubicBezTo>
                  <a:pt x="0" y="17280"/>
                  <a:pt x="4973" y="21600"/>
                  <a:pt x="10878" y="21600"/>
                </a:cubicBezTo>
                <a:cubicBezTo>
                  <a:pt x="16783" y="21600"/>
                  <a:pt x="21600" y="17280"/>
                  <a:pt x="21600" y="11745"/>
                </a:cubicBezTo>
                <a:cubicBezTo>
                  <a:pt x="21600" y="6480"/>
                  <a:pt x="17404" y="2160"/>
                  <a:pt x="11810" y="1755"/>
                </a:cubicBezTo>
                <a:close/>
                <a:moveTo>
                  <a:pt x="11344" y="19980"/>
                </a:moveTo>
                <a:cubicBezTo>
                  <a:pt x="11344" y="18495"/>
                  <a:pt x="11344" y="18495"/>
                  <a:pt x="11344" y="18495"/>
                </a:cubicBezTo>
                <a:cubicBezTo>
                  <a:pt x="11344" y="18360"/>
                  <a:pt x="11188" y="18090"/>
                  <a:pt x="10878" y="18090"/>
                </a:cubicBezTo>
                <a:cubicBezTo>
                  <a:pt x="10567" y="18090"/>
                  <a:pt x="10567" y="18360"/>
                  <a:pt x="10567" y="18495"/>
                </a:cubicBezTo>
                <a:cubicBezTo>
                  <a:pt x="10567" y="19980"/>
                  <a:pt x="10567" y="19980"/>
                  <a:pt x="10567" y="19980"/>
                </a:cubicBezTo>
                <a:cubicBezTo>
                  <a:pt x="5750" y="19845"/>
                  <a:pt x="2020" y="16470"/>
                  <a:pt x="1709" y="12150"/>
                </a:cubicBezTo>
                <a:cubicBezTo>
                  <a:pt x="3419" y="12150"/>
                  <a:pt x="3419" y="12150"/>
                  <a:pt x="3419" y="12150"/>
                </a:cubicBezTo>
                <a:cubicBezTo>
                  <a:pt x="3574" y="12150"/>
                  <a:pt x="3729" y="11880"/>
                  <a:pt x="3729" y="11745"/>
                </a:cubicBezTo>
                <a:cubicBezTo>
                  <a:pt x="3729" y="11475"/>
                  <a:pt x="3574" y="11340"/>
                  <a:pt x="3419" y="11340"/>
                </a:cubicBezTo>
                <a:cubicBezTo>
                  <a:pt x="1709" y="11340"/>
                  <a:pt x="1709" y="11340"/>
                  <a:pt x="1709" y="11340"/>
                </a:cubicBezTo>
                <a:cubicBezTo>
                  <a:pt x="2020" y="6885"/>
                  <a:pt x="5750" y="3645"/>
                  <a:pt x="10567" y="3375"/>
                </a:cubicBezTo>
                <a:cubicBezTo>
                  <a:pt x="10567" y="4860"/>
                  <a:pt x="10567" y="4860"/>
                  <a:pt x="10567" y="4860"/>
                </a:cubicBezTo>
                <a:cubicBezTo>
                  <a:pt x="10567" y="4995"/>
                  <a:pt x="10567" y="5265"/>
                  <a:pt x="10878" y="5265"/>
                </a:cubicBezTo>
                <a:cubicBezTo>
                  <a:pt x="11188" y="5265"/>
                  <a:pt x="11344" y="4995"/>
                  <a:pt x="11344" y="4860"/>
                </a:cubicBezTo>
                <a:cubicBezTo>
                  <a:pt x="11344" y="3375"/>
                  <a:pt x="11344" y="3375"/>
                  <a:pt x="11344" y="3375"/>
                </a:cubicBezTo>
                <a:cubicBezTo>
                  <a:pt x="15850" y="3645"/>
                  <a:pt x="19580" y="6885"/>
                  <a:pt x="19891" y="11340"/>
                </a:cubicBezTo>
                <a:cubicBezTo>
                  <a:pt x="18337" y="11340"/>
                  <a:pt x="18337" y="11340"/>
                  <a:pt x="18337" y="11340"/>
                </a:cubicBezTo>
                <a:cubicBezTo>
                  <a:pt x="18026" y="11340"/>
                  <a:pt x="17871" y="11475"/>
                  <a:pt x="17871" y="11745"/>
                </a:cubicBezTo>
                <a:cubicBezTo>
                  <a:pt x="17871" y="11880"/>
                  <a:pt x="18026" y="12150"/>
                  <a:pt x="18337" y="12150"/>
                </a:cubicBezTo>
                <a:cubicBezTo>
                  <a:pt x="19891" y="12150"/>
                  <a:pt x="19891" y="12150"/>
                  <a:pt x="19891" y="12150"/>
                </a:cubicBezTo>
                <a:cubicBezTo>
                  <a:pt x="19580" y="16470"/>
                  <a:pt x="15850" y="19845"/>
                  <a:pt x="11344" y="19980"/>
                </a:cubicBezTo>
                <a:close/>
                <a:moveTo>
                  <a:pt x="12432" y="12150"/>
                </a:moveTo>
                <a:cubicBezTo>
                  <a:pt x="12432" y="11880"/>
                  <a:pt x="12432" y="11745"/>
                  <a:pt x="12432" y="11475"/>
                </a:cubicBezTo>
                <a:cubicBezTo>
                  <a:pt x="12121" y="10665"/>
                  <a:pt x="11344" y="9990"/>
                  <a:pt x="10412" y="9990"/>
                </a:cubicBezTo>
                <a:cubicBezTo>
                  <a:pt x="9479" y="10260"/>
                  <a:pt x="8858" y="11070"/>
                  <a:pt x="8858" y="11880"/>
                </a:cubicBezTo>
                <a:cubicBezTo>
                  <a:pt x="9013" y="12690"/>
                  <a:pt x="9945" y="13365"/>
                  <a:pt x="10878" y="13365"/>
                </a:cubicBezTo>
                <a:cubicBezTo>
                  <a:pt x="11344" y="13095"/>
                  <a:pt x="11499" y="13095"/>
                  <a:pt x="11810" y="12960"/>
                </a:cubicBezTo>
                <a:cubicBezTo>
                  <a:pt x="13053" y="13500"/>
                  <a:pt x="15384" y="14985"/>
                  <a:pt x="15384" y="14985"/>
                </a:cubicBezTo>
                <a:cubicBezTo>
                  <a:pt x="16472" y="15120"/>
                  <a:pt x="16472" y="15120"/>
                  <a:pt x="16472" y="15120"/>
                </a:cubicBezTo>
                <a:cubicBezTo>
                  <a:pt x="15695" y="14175"/>
                  <a:pt x="15695" y="14175"/>
                  <a:pt x="15695" y="14175"/>
                </a:cubicBezTo>
                <a:lnTo>
                  <a:pt x="12432" y="1215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93" name="Freeform 95"/>
          <p:cNvSpPr/>
          <p:nvPr/>
        </p:nvSpPr>
        <p:spPr>
          <a:xfrm>
            <a:off x="17480644" y="7723151"/>
            <a:ext cx="498347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6785" y="10935"/>
                </a:moveTo>
                <a:cubicBezTo>
                  <a:pt x="16785" y="10935"/>
                  <a:pt x="16647" y="11070"/>
                  <a:pt x="16647" y="11205"/>
                </a:cubicBezTo>
                <a:cubicBezTo>
                  <a:pt x="16510" y="12555"/>
                  <a:pt x="16510" y="12555"/>
                  <a:pt x="16510" y="12555"/>
                </a:cubicBezTo>
                <a:cubicBezTo>
                  <a:pt x="16510" y="12555"/>
                  <a:pt x="16510" y="12690"/>
                  <a:pt x="16510" y="12690"/>
                </a:cubicBezTo>
                <a:cubicBezTo>
                  <a:pt x="16785" y="12150"/>
                  <a:pt x="17197" y="11610"/>
                  <a:pt x="17335" y="10935"/>
                </a:cubicBezTo>
                <a:cubicBezTo>
                  <a:pt x="17335" y="10935"/>
                  <a:pt x="17335" y="10935"/>
                  <a:pt x="17335" y="10935"/>
                </a:cubicBezTo>
                <a:cubicBezTo>
                  <a:pt x="17197" y="10800"/>
                  <a:pt x="17060" y="10800"/>
                  <a:pt x="16785" y="10935"/>
                </a:cubicBezTo>
                <a:close/>
                <a:moveTo>
                  <a:pt x="16234" y="12825"/>
                </a:moveTo>
                <a:cubicBezTo>
                  <a:pt x="16234" y="12825"/>
                  <a:pt x="16234" y="12960"/>
                  <a:pt x="16097" y="12960"/>
                </a:cubicBezTo>
                <a:cubicBezTo>
                  <a:pt x="16097" y="12960"/>
                  <a:pt x="16097" y="12960"/>
                  <a:pt x="16097" y="12960"/>
                </a:cubicBezTo>
                <a:cubicBezTo>
                  <a:pt x="13758" y="12555"/>
                  <a:pt x="13758" y="12555"/>
                  <a:pt x="13758" y="12555"/>
                </a:cubicBezTo>
                <a:cubicBezTo>
                  <a:pt x="13620" y="12555"/>
                  <a:pt x="13483" y="12420"/>
                  <a:pt x="13483" y="12150"/>
                </a:cubicBezTo>
                <a:cubicBezTo>
                  <a:pt x="13483" y="12150"/>
                  <a:pt x="13483" y="12150"/>
                  <a:pt x="13483" y="12150"/>
                </a:cubicBezTo>
                <a:cubicBezTo>
                  <a:pt x="13758" y="10665"/>
                  <a:pt x="13758" y="10665"/>
                  <a:pt x="13758" y="10665"/>
                </a:cubicBezTo>
                <a:cubicBezTo>
                  <a:pt x="13758" y="10530"/>
                  <a:pt x="13620" y="10395"/>
                  <a:pt x="13345" y="10260"/>
                </a:cubicBezTo>
                <a:cubicBezTo>
                  <a:pt x="13345" y="10260"/>
                  <a:pt x="13208" y="10260"/>
                  <a:pt x="13070" y="10395"/>
                </a:cubicBezTo>
                <a:cubicBezTo>
                  <a:pt x="11969" y="11205"/>
                  <a:pt x="11969" y="11205"/>
                  <a:pt x="11969" y="11205"/>
                </a:cubicBezTo>
                <a:cubicBezTo>
                  <a:pt x="11694" y="11340"/>
                  <a:pt x="11557" y="11340"/>
                  <a:pt x="11419" y="11205"/>
                </a:cubicBezTo>
                <a:cubicBezTo>
                  <a:pt x="10043" y="9450"/>
                  <a:pt x="10043" y="9450"/>
                  <a:pt x="10043" y="9450"/>
                </a:cubicBezTo>
                <a:cubicBezTo>
                  <a:pt x="9906" y="9180"/>
                  <a:pt x="9906" y="9045"/>
                  <a:pt x="10043" y="8910"/>
                </a:cubicBezTo>
                <a:cubicBezTo>
                  <a:pt x="11282" y="7965"/>
                  <a:pt x="11282" y="7965"/>
                  <a:pt x="11282" y="7965"/>
                </a:cubicBezTo>
                <a:cubicBezTo>
                  <a:pt x="11419" y="7830"/>
                  <a:pt x="11557" y="7695"/>
                  <a:pt x="11419" y="7425"/>
                </a:cubicBezTo>
                <a:cubicBezTo>
                  <a:pt x="11282" y="7425"/>
                  <a:pt x="11282" y="7290"/>
                  <a:pt x="11144" y="7290"/>
                </a:cubicBezTo>
                <a:cubicBezTo>
                  <a:pt x="9631" y="7155"/>
                  <a:pt x="9631" y="7155"/>
                  <a:pt x="9631" y="7155"/>
                </a:cubicBezTo>
                <a:cubicBezTo>
                  <a:pt x="9493" y="7155"/>
                  <a:pt x="9355" y="6885"/>
                  <a:pt x="9355" y="6750"/>
                </a:cubicBezTo>
                <a:cubicBezTo>
                  <a:pt x="9355" y="6750"/>
                  <a:pt x="9355" y="6750"/>
                  <a:pt x="9355" y="6750"/>
                </a:cubicBezTo>
                <a:cubicBezTo>
                  <a:pt x="9631" y="4455"/>
                  <a:pt x="9631" y="4455"/>
                  <a:pt x="9631" y="4455"/>
                </a:cubicBezTo>
                <a:cubicBezTo>
                  <a:pt x="9631" y="4320"/>
                  <a:pt x="9906" y="4185"/>
                  <a:pt x="10043" y="4185"/>
                </a:cubicBezTo>
                <a:cubicBezTo>
                  <a:pt x="10043" y="4185"/>
                  <a:pt x="10043" y="4185"/>
                  <a:pt x="10043" y="4185"/>
                </a:cubicBezTo>
                <a:cubicBezTo>
                  <a:pt x="11557" y="4455"/>
                  <a:pt x="11557" y="4455"/>
                  <a:pt x="11557" y="4455"/>
                </a:cubicBezTo>
                <a:cubicBezTo>
                  <a:pt x="11694" y="4455"/>
                  <a:pt x="11832" y="4320"/>
                  <a:pt x="11969" y="4185"/>
                </a:cubicBezTo>
                <a:cubicBezTo>
                  <a:pt x="11969" y="4050"/>
                  <a:pt x="11969" y="3915"/>
                  <a:pt x="11832" y="3780"/>
                </a:cubicBezTo>
                <a:cubicBezTo>
                  <a:pt x="11006" y="2700"/>
                  <a:pt x="11006" y="2700"/>
                  <a:pt x="11006" y="2700"/>
                </a:cubicBezTo>
                <a:cubicBezTo>
                  <a:pt x="10869" y="2430"/>
                  <a:pt x="10869" y="2295"/>
                  <a:pt x="11144" y="2160"/>
                </a:cubicBezTo>
                <a:cubicBezTo>
                  <a:pt x="11282" y="2025"/>
                  <a:pt x="11282" y="2025"/>
                  <a:pt x="11282" y="2025"/>
                </a:cubicBezTo>
                <a:cubicBezTo>
                  <a:pt x="11006" y="1890"/>
                  <a:pt x="10594" y="2025"/>
                  <a:pt x="10318" y="2025"/>
                </a:cubicBezTo>
                <a:cubicBezTo>
                  <a:pt x="6466" y="2430"/>
                  <a:pt x="3852" y="5670"/>
                  <a:pt x="4265" y="9450"/>
                </a:cubicBezTo>
                <a:cubicBezTo>
                  <a:pt x="4540" y="11340"/>
                  <a:pt x="5641" y="13230"/>
                  <a:pt x="7429" y="14310"/>
                </a:cubicBezTo>
                <a:cubicBezTo>
                  <a:pt x="7980" y="14580"/>
                  <a:pt x="8392" y="15255"/>
                  <a:pt x="8392" y="16065"/>
                </a:cubicBezTo>
                <a:cubicBezTo>
                  <a:pt x="8392" y="17550"/>
                  <a:pt x="8392" y="17550"/>
                  <a:pt x="8392" y="17550"/>
                </a:cubicBezTo>
                <a:cubicBezTo>
                  <a:pt x="8392" y="18090"/>
                  <a:pt x="8943" y="18630"/>
                  <a:pt x="9493" y="18630"/>
                </a:cubicBezTo>
                <a:cubicBezTo>
                  <a:pt x="12520" y="18630"/>
                  <a:pt x="12520" y="18630"/>
                  <a:pt x="12520" y="18630"/>
                </a:cubicBezTo>
                <a:cubicBezTo>
                  <a:pt x="13208" y="18630"/>
                  <a:pt x="13620" y="18090"/>
                  <a:pt x="13620" y="17550"/>
                </a:cubicBezTo>
                <a:cubicBezTo>
                  <a:pt x="13620" y="16065"/>
                  <a:pt x="13620" y="16065"/>
                  <a:pt x="13620" y="16065"/>
                </a:cubicBezTo>
                <a:cubicBezTo>
                  <a:pt x="13620" y="15255"/>
                  <a:pt x="14033" y="14580"/>
                  <a:pt x="14721" y="14175"/>
                </a:cubicBezTo>
                <a:cubicBezTo>
                  <a:pt x="15271" y="13905"/>
                  <a:pt x="15822" y="13365"/>
                  <a:pt x="16234" y="12825"/>
                </a:cubicBezTo>
                <a:close/>
                <a:moveTo>
                  <a:pt x="11419" y="17550"/>
                </a:moveTo>
                <a:cubicBezTo>
                  <a:pt x="10594" y="17550"/>
                  <a:pt x="10594" y="17550"/>
                  <a:pt x="10594" y="17550"/>
                </a:cubicBezTo>
                <a:cubicBezTo>
                  <a:pt x="10594" y="16470"/>
                  <a:pt x="10594" y="16470"/>
                  <a:pt x="10594" y="16470"/>
                </a:cubicBezTo>
                <a:cubicBezTo>
                  <a:pt x="11419" y="16470"/>
                  <a:pt x="11419" y="16470"/>
                  <a:pt x="11419" y="16470"/>
                </a:cubicBezTo>
                <a:lnTo>
                  <a:pt x="11419" y="17550"/>
                </a:lnTo>
                <a:close/>
                <a:moveTo>
                  <a:pt x="10594" y="15660"/>
                </a:moveTo>
                <a:cubicBezTo>
                  <a:pt x="10594" y="14715"/>
                  <a:pt x="10043" y="13770"/>
                  <a:pt x="9080" y="13500"/>
                </a:cubicBezTo>
                <a:cubicBezTo>
                  <a:pt x="6329" y="12420"/>
                  <a:pt x="5090" y="9450"/>
                  <a:pt x="6054" y="6750"/>
                </a:cubicBezTo>
                <a:cubicBezTo>
                  <a:pt x="6466" y="5670"/>
                  <a:pt x="7292" y="4860"/>
                  <a:pt x="8255" y="4185"/>
                </a:cubicBezTo>
                <a:cubicBezTo>
                  <a:pt x="8668" y="4860"/>
                  <a:pt x="8668" y="4860"/>
                  <a:pt x="8668" y="4860"/>
                </a:cubicBezTo>
                <a:cubicBezTo>
                  <a:pt x="6466" y="6210"/>
                  <a:pt x="5916" y="8910"/>
                  <a:pt x="7154" y="10935"/>
                </a:cubicBezTo>
                <a:cubicBezTo>
                  <a:pt x="7704" y="11745"/>
                  <a:pt x="8530" y="12420"/>
                  <a:pt x="9355" y="12825"/>
                </a:cubicBezTo>
                <a:cubicBezTo>
                  <a:pt x="10594" y="13230"/>
                  <a:pt x="11419" y="14445"/>
                  <a:pt x="11419" y="15660"/>
                </a:cubicBezTo>
                <a:lnTo>
                  <a:pt x="10594" y="15660"/>
                </a:lnTo>
                <a:close/>
                <a:moveTo>
                  <a:pt x="9493" y="20925"/>
                </a:moveTo>
                <a:cubicBezTo>
                  <a:pt x="9493" y="21330"/>
                  <a:pt x="9906" y="21600"/>
                  <a:pt x="10318" y="21600"/>
                </a:cubicBezTo>
                <a:cubicBezTo>
                  <a:pt x="11832" y="21600"/>
                  <a:pt x="11832" y="21600"/>
                  <a:pt x="11832" y="21600"/>
                </a:cubicBezTo>
                <a:cubicBezTo>
                  <a:pt x="12245" y="21600"/>
                  <a:pt x="12520" y="21330"/>
                  <a:pt x="12520" y="20925"/>
                </a:cubicBezTo>
                <a:cubicBezTo>
                  <a:pt x="12520" y="20520"/>
                  <a:pt x="12520" y="20520"/>
                  <a:pt x="12520" y="20520"/>
                </a:cubicBezTo>
                <a:cubicBezTo>
                  <a:pt x="9493" y="20520"/>
                  <a:pt x="9493" y="20520"/>
                  <a:pt x="9493" y="20520"/>
                </a:cubicBezTo>
                <a:lnTo>
                  <a:pt x="9493" y="20925"/>
                </a:lnTo>
                <a:close/>
                <a:moveTo>
                  <a:pt x="7154" y="14580"/>
                </a:moveTo>
                <a:cubicBezTo>
                  <a:pt x="6879" y="14445"/>
                  <a:pt x="6741" y="14310"/>
                  <a:pt x="6466" y="14040"/>
                </a:cubicBezTo>
                <a:cubicBezTo>
                  <a:pt x="5916" y="15255"/>
                  <a:pt x="4540" y="15660"/>
                  <a:pt x="3439" y="15120"/>
                </a:cubicBezTo>
                <a:cubicBezTo>
                  <a:pt x="2752" y="14715"/>
                  <a:pt x="2201" y="13905"/>
                  <a:pt x="2201" y="13095"/>
                </a:cubicBezTo>
                <a:cubicBezTo>
                  <a:pt x="2201" y="12015"/>
                  <a:pt x="3027" y="11070"/>
                  <a:pt x="4265" y="10935"/>
                </a:cubicBezTo>
                <a:cubicBezTo>
                  <a:pt x="4127" y="10530"/>
                  <a:pt x="3990" y="9990"/>
                  <a:pt x="3990" y="9585"/>
                </a:cubicBezTo>
                <a:cubicBezTo>
                  <a:pt x="3852" y="9990"/>
                  <a:pt x="3852" y="9990"/>
                  <a:pt x="3852" y="9990"/>
                </a:cubicBezTo>
                <a:cubicBezTo>
                  <a:pt x="3715" y="10260"/>
                  <a:pt x="3439" y="10530"/>
                  <a:pt x="3027" y="10530"/>
                </a:cubicBezTo>
                <a:cubicBezTo>
                  <a:pt x="2889" y="10530"/>
                  <a:pt x="2752" y="10395"/>
                  <a:pt x="2752" y="10395"/>
                </a:cubicBezTo>
                <a:cubicBezTo>
                  <a:pt x="1926" y="9855"/>
                  <a:pt x="1926" y="9855"/>
                  <a:pt x="1926" y="9855"/>
                </a:cubicBezTo>
                <a:cubicBezTo>
                  <a:pt x="1238" y="10530"/>
                  <a:pt x="1238" y="10530"/>
                  <a:pt x="1238" y="10530"/>
                </a:cubicBezTo>
                <a:cubicBezTo>
                  <a:pt x="1789" y="11340"/>
                  <a:pt x="1789" y="11340"/>
                  <a:pt x="1789" y="11340"/>
                </a:cubicBezTo>
                <a:cubicBezTo>
                  <a:pt x="2064" y="11610"/>
                  <a:pt x="1926" y="12150"/>
                  <a:pt x="1513" y="12285"/>
                </a:cubicBezTo>
                <a:cubicBezTo>
                  <a:pt x="1513" y="12420"/>
                  <a:pt x="1376" y="12420"/>
                  <a:pt x="1238" y="12420"/>
                </a:cubicBezTo>
                <a:cubicBezTo>
                  <a:pt x="413" y="12690"/>
                  <a:pt x="413" y="12690"/>
                  <a:pt x="413" y="12690"/>
                </a:cubicBezTo>
                <a:cubicBezTo>
                  <a:pt x="413" y="13500"/>
                  <a:pt x="413" y="13500"/>
                  <a:pt x="413" y="13500"/>
                </a:cubicBezTo>
                <a:cubicBezTo>
                  <a:pt x="1238" y="13770"/>
                  <a:pt x="1238" y="13770"/>
                  <a:pt x="1238" y="13770"/>
                </a:cubicBezTo>
                <a:cubicBezTo>
                  <a:pt x="1651" y="13770"/>
                  <a:pt x="1926" y="14175"/>
                  <a:pt x="1926" y="14580"/>
                </a:cubicBezTo>
                <a:cubicBezTo>
                  <a:pt x="1789" y="14715"/>
                  <a:pt x="1789" y="14850"/>
                  <a:pt x="1789" y="14850"/>
                </a:cubicBezTo>
                <a:cubicBezTo>
                  <a:pt x="1238" y="15660"/>
                  <a:pt x="1238" y="15660"/>
                  <a:pt x="1238" y="15660"/>
                </a:cubicBezTo>
                <a:cubicBezTo>
                  <a:pt x="1926" y="16335"/>
                  <a:pt x="1926" y="16335"/>
                  <a:pt x="1926" y="16335"/>
                </a:cubicBezTo>
                <a:cubicBezTo>
                  <a:pt x="2752" y="15795"/>
                  <a:pt x="2752" y="15795"/>
                  <a:pt x="2752" y="15795"/>
                </a:cubicBezTo>
                <a:cubicBezTo>
                  <a:pt x="3027" y="15525"/>
                  <a:pt x="3439" y="15660"/>
                  <a:pt x="3715" y="15930"/>
                </a:cubicBezTo>
                <a:cubicBezTo>
                  <a:pt x="3852" y="16065"/>
                  <a:pt x="3852" y="16200"/>
                  <a:pt x="3852" y="16200"/>
                </a:cubicBezTo>
                <a:cubicBezTo>
                  <a:pt x="3990" y="17145"/>
                  <a:pt x="3990" y="17145"/>
                  <a:pt x="3990" y="17145"/>
                </a:cubicBezTo>
                <a:cubicBezTo>
                  <a:pt x="4953" y="17145"/>
                  <a:pt x="4953" y="17145"/>
                  <a:pt x="4953" y="17145"/>
                </a:cubicBezTo>
                <a:cubicBezTo>
                  <a:pt x="5090" y="16200"/>
                  <a:pt x="5090" y="16200"/>
                  <a:pt x="5090" y="16200"/>
                </a:cubicBezTo>
                <a:cubicBezTo>
                  <a:pt x="5228" y="15795"/>
                  <a:pt x="5641" y="15525"/>
                  <a:pt x="6054" y="15660"/>
                </a:cubicBezTo>
                <a:cubicBezTo>
                  <a:pt x="6191" y="15660"/>
                  <a:pt x="6191" y="15660"/>
                  <a:pt x="6329" y="15795"/>
                </a:cubicBezTo>
                <a:cubicBezTo>
                  <a:pt x="7154" y="16335"/>
                  <a:pt x="7154" y="16335"/>
                  <a:pt x="7154" y="16335"/>
                </a:cubicBezTo>
                <a:cubicBezTo>
                  <a:pt x="7980" y="15525"/>
                  <a:pt x="7980" y="15525"/>
                  <a:pt x="7980" y="15525"/>
                </a:cubicBezTo>
                <a:cubicBezTo>
                  <a:pt x="7842" y="15120"/>
                  <a:pt x="7567" y="14850"/>
                  <a:pt x="7154" y="14580"/>
                </a:cubicBezTo>
                <a:close/>
                <a:moveTo>
                  <a:pt x="9493" y="19710"/>
                </a:moveTo>
                <a:cubicBezTo>
                  <a:pt x="12520" y="19710"/>
                  <a:pt x="12520" y="19710"/>
                  <a:pt x="12520" y="19710"/>
                </a:cubicBezTo>
                <a:cubicBezTo>
                  <a:pt x="12520" y="19035"/>
                  <a:pt x="12520" y="19035"/>
                  <a:pt x="12520" y="19035"/>
                </a:cubicBezTo>
                <a:cubicBezTo>
                  <a:pt x="9493" y="19035"/>
                  <a:pt x="9493" y="19035"/>
                  <a:pt x="9493" y="19035"/>
                </a:cubicBezTo>
                <a:lnTo>
                  <a:pt x="9493" y="19710"/>
                </a:lnTo>
                <a:close/>
                <a:moveTo>
                  <a:pt x="20499" y="6345"/>
                </a:moveTo>
                <a:cubicBezTo>
                  <a:pt x="19811" y="6345"/>
                  <a:pt x="19399" y="5805"/>
                  <a:pt x="19536" y="5130"/>
                </a:cubicBezTo>
                <a:cubicBezTo>
                  <a:pt x="19536" y="4860"/>
                  <a:pt x="19674" y="4590"/>
                  <a:pt x="19949" y="4455"/>
                </a:cubicBezTo>
                <a:cubicBezTo>
                  <a:pt x="20775" y="3780"/>
                  <a:pt x="20775" y="3780"/>
                  <a:pt x="20775" y="3780"/>
                </a:cubicBezTo>
                <a:cubicBezTo>
                  <a:pt x="19949" y="2565"/>
                  <a:pt x="19949" y="2565"/>
                  <a:pt x="19949" y="2565"/>
                </a:cubicBezTo>
                <a:cubicBezTo>
                  <a:pt x="18986" y="3240"/>
                  <a:pt x="18986" y="3240"/>
                  <a:pt x="18986" y="3240"/>
                </a:cubicBezTo>
                <a:cubicBezTo>
                  <a:pt x="18573" y="3645"/>
                  <a:pt x="17885" y="3510"/>
                  <a:pt x="17473" y="2970"/>
                </a:cubicBezTo>
                <a:cubicBezTo>
                  <a:pt x="17335" y="2700"/>
                  <a:pt x="17197" y="2430"/>
                  <a:pt x="17197" y="2160"/>
                </a:cubicBezTo>
                <a:cubicBezTo>
                  <a:pt x="17335" y="1080"/>
                  <a:pt x="17335" y="1080"/>
                  <a:pt x="17335" y="1080"/>
                </a:cubicBezTo>
                <a:cubicBezTo>
                  <a:pt x="15959" y="945"/>
                  <a:pt x="15959" y="945"/>
                  <a:pt x="15959" y="945"/>
                </a:cubicBezTo>
                <a:cubicBezTo>
                  <a:pt x="15684" y="2025"/>
                  <a:pt x="15684" y="2025"/>
                  <a:pt x="15684" y="2025"/>
                </a:cubicBezTo>
                <a:cubicBezTo>
                  <a:pt x="15684" y="2565"/>
                  <a:pt x="15134" y="2970"/>
                  <a:pt x="14446" y="2970"/>
                </a:cubicBezTo>
                <a:cubicBezTo>
                  <a:pt x="14171" y="2835"/>
                  <a:pt x="13896" y="2700"/>
                  <a:pt x="13758" y="2430"/>
                </a:cubicBezTo>
                <a:cubicBezTo>
                  <a:pt x="13070" y="1620"/>
                  <a:pt x="13070" y="1620"/>
                  <a:pt x="13070" y="1620"/>
                </a:cubicBezTo>
                <a:cubicBezTo>
                  <a:pt x="11832" y="2565"/>
                  <a:pt x="11832" y="2565"/>
                  <a:pt x="11832" y="2565"/>
                </a:cubicBezTo>
                <a:cubicBezTo>
                  <a:pt x="12520" y="3375"/>
                  <a:pt x="12520" y="3375"/>
                  <a:pt x="12520" y="3375"/>
                </a:cubicBezTo>
                <a:cubicBezTo>
                  <a:pt x="12932" y="3915"/>
                  <a:pt x="12795" y="4590"/>
                  <a:pt x="12245" y="4860"/>
                </a:cubicBezTo>
                <a:cubicBezTo>
                  <a:pt x="11969" y="5130"/>
                  <a:pt x="11694" y="5130"/>
                  <a:pt x="11419" y="5130"/>
                </a:cubicBezTo>
                <a:cubicBezTo>
                  <a:pt x="10318" y="4995"/>
                  <a:pt x="10318" y="4995"/>
                  <a:pt x="10318" y="4995"/>
                </a:cubicBezTo>
                <a:cubicBezTo>
                  <a:pt x="10181" y="6480"/>
                  <a:pt x="10181" y="6480"/>
                  <a:pt x="10181" y="6480"/>
                </a:cubicBezTo>
                <a:cubicBezTo>
                  <a:pt x="11282" y="6615"/>
                  <a:pt x="11282" y="6615"/>
                  <a:pt x="11282" y="6615"/>
                </a:cubicBezTo>
                <a:cubicBezTo>
                  <a:pt x="11832" y="6750"/>
                  <a:pt x="12245" y="7290"/>
                  <a:pt x="12245" y="7830"/>
                </a:cubicBezTo>
                <a:cubicBezTo>
                  <a:pt x="12107" y="8100"/>
                  <a:pt x="11969" y="8370"/>
                  <a:pt x="11694" y="8640"/>
                </a:cubicBezTo>
                <a:cubicBezTo>
                  <a:pt x="10869" y="9315"/>
                  <a:pt x="10869" y="9315"/>
                  <a:pt x="10869" y="9315"/>
                </a:cubicBezTo>
                <a:cubicBezTo>
                  <a:pt x="11694" y="10395"/>
                  <a:pt x="11694" y="10395"/>
                  <a:pt x="11694" y="10395"/>
                </a:cubicBezTo>
                <a:cubicBezTo>
                  <a:pt x="12657" y="9720"/>
                  <a:pt x="12657" y="9720"/>
                  <a:pt x="12657" y="9720"/>
                </a:cubicBezTo>
                <a:cubicBezTo>
                  <a:pt x="13208" y="9450"/>
                  <a:pt x="13896" y="9450"/>
                  <a:pt x="14171" y="9990"/>
                </a:cubicBezTo>
                <a:cubicBezTo>
                  <a:pt x="14446" y="10260"/>
                  <a:pt x="14446" y="10530"/>
                  <a:pt x="14446" y="10800"/>
                </a:cubicBezTo>
                <a:cubicBezTo>
                  <a:pt x="14308" y="11880"/>
                  <a:pt x="14308" y="11880"/>
                  <a:pt x="14308" y="11880"/>
                </a:cubicBezTo>
                <a:cubicBezTo>
                  <a:pt x="15822" y="12150"/>
                  <a:pt x="15822" y="12150"/>
                  <a:pt x="15822" y="12150"/>
                </a:cubicBezTo>
                <a:cubicBezTo>
                  <a:pt x="15959" y="11070"/>
                  <a:pt x="15959" y="11070"/>
                  <a:pt x="15959" y="11070"/>
                </a:cubicBezTo>
                <a:cubicBezTo>
                  <a:pt x="16097" y="10395"/>
                  <a:pt x="16647" y="9990"/>
                  <a:pt x="17197" y="10125"/>
                </a:cubicBezTo>
                <a:cubicBezTo>
                  <a:pt x="17473" y="10125"/>
                  <a:pt x="17748" y="10260"/>
                  <a:pt x="18023" y="10530"/>
                </a:cubicBezTo>
                <a:cubicBezTo>
                  <a:pt x="18711" y="11340"/>
                  <a:pt x="18711" y="11340"/>
                  <a:pt x="18711" y="11340"/>
                </a:cubicBezTo>
                <a:cubicBezTo>
                  <a:pt x="19811" y="10530"/>
                  <a:pt x="19811" y="10530"/>
                  <a:pt x="19811" y="10530"/>
                </a:cubicBezTo>
                <a:cubicBezTo>
                  <a:pt x="19124" y="9585"/>
                  <a:pt x="19124" y="9585"/>
                  <a:pt x="19124" y="9585"/>
                </a:cubicBezTo>
                <a:cubicBezTo>
                  <a:pt x="18848" y="9180"/>
                  <a:pt x="18848" y="8505"/>
                  <a:pt x="19399" y="8100"/>
                </a:cubicBezTo>
                <a:cubicBezTo>
                  <a:pt x="19674" y="7965"/>
                  <a:pt x="19949" y="7830"/>
                  <a:pt x="20224" y="7830"/>
                </a:cubicBezTo>
                <a:cubicBezTo>
                  <a:pt x="21325" y="7965"/>
                  <a:pt x="21325" y="7965"/>
                  <a:pt x="21325" y="7965"/>
                </a:cubicBezTo>
                <a:cubicBezTo>
                  <a:pt x="21600" y="6615"/>
                  <a:pt x="21600" y="6615"/>
                  <a:pt x="21600" y="6615"/>
                </a:cubicBezTo>
                <a:lnTo>
                  <a:pt x="20499" y="6345"/>
                </a:lnTo>
                <a:close/>
                <a:moveTo>
                  <a:pt x="15822" y="8775"/>
                </a:moveTo>
                <a:cubicBezTo>
                  <a:pt x="14583" y="8775"/>
                  <a:pt x="13620" y="7695"/>
                  <a:pt x="13620" y="6480"/>
                </a:cubicBezTo>
                <a:cubicBezTo>
                  <a:pt x="13620" y="5265"/>
                  <a:pt x="14583" y="4320"/>
                  <a:pt x="15822" y="4320"/>
                </a:cubicBezTo>
                <a:cubicBezTo>
                  <a:pt x="17060" y="4320"/>
                  <a:pt x="18161" y="5265"/>
                  <a:pt x="18161" y="6480"/>
                </a:cubicBezTo>
                <a:cubicBezTo>
                  <a:pt x="18161" y="7695"/>
                  <a:pt x="17060" y="8775"/>
                  <a:pt x="15822" y="8775"/>
                </a:cubicBezTo>
                <a:close/>
                <a:moveTo>
                  <a:pt x="18161" y="14580"/>
                </a:moveTo>
                <a:cubicBezTo>
                  <a:pt x="20912" y="14580"/>
                  <a:pt x="20912" y="14580"/>
                  <a:pt x="20912" y="14580"/>
                </a:cubicBezTo>
                <a:cubicBezTo>
                  <a:pt x="20912" y="13770"/>
                  <a:pt x="20912" y="13770"/>
                  <a:pt x="20912" y="13770"/>
                </a:cubicBezTo>
                <a:cubicBezTo>
                  <a:pt x="18161" y="13770"/>
                  <a:pt x="18161" y="13770"/>
                  <a:pt x="18161" y="13770"/>
                </a:cubicBezTo>
                <a:lnTo>
                  <a:pt x="18161" y="14580"/>
                </a:lnTo>
                <a:close/>
                <a:moveTo>
                  <a:pt x="17610" y="16335"/>
                </a:moveTo>
                <a:cubicBezTo>
                  <a:pt x="19811" y="18225"/>
                  <a:pt x="19811" y="18225"/>
                  <a:pt x="19811" y="18225"/>
                </a:cubicBezTo>
                <a:cubicBezTo>
                  <a:pt x="20362" y="17550"/>
                  <a:pt x="20362" y="17550"/>
                  <a:pt x="20362" y="17550"/>
                </a:cubicBezTo>
                <a:cubicBezTo>
                  <a:pt x="18023" y="15795"/>
                  <a:pt x="18023" y="15795"/>
                  <a:pt x="18023" y="15795"/>
                </a:cubicBezTo>
                <a:lnTo>
                  <a:pt x="17610" y="16335"/>
                </a:lnTo>
                <a:close/>
                <a:moveTo>
                  <a:pt x="15959" y="19440"/>
                </a:moveTo>
                <a:cubicBezTo>
                  <a:pt x="16647" y="19440"/>
                  <a:pt x="16647" y="19440"/>
                  <a:pt x="16647" y="19440"/>
                </a:cubicBezTo>
                <a:cubicBezTo>
                  <a:pt x="16647" y="16740"/>
                  <a:pt x="16647" y="16740"/>
                  <a:pt x="16647" y="16740"/>
                </a:cubicBezTo>
                <a:cubicBezTo>
                  <a:pt x="15959" y="16740"/>
                  <a:pt x="15959" y="16740"/>
                  <a:pt x="15959" y="16740"/>
                </a:cubicBezTo>
                <a:lnTo>
                  <a:pt x="15959" y="19440"/>
                </a:lnTo>
                <a:close/>
                <a:moveTo>
                  <a:pt x="3027" y="5670"/>
                </a:moveTo>
                <a:cubicBezTo>
                  <a:pt x="0" y="6480"/>
                  <a:pt x="0" y="6480"/>
                  <a:pt x="0" y="6480"/>
                </a:cubicBezTo>
                <a:cubicBezTo>
                  <a:pt x="138" y="7155"/>
                  <a:pt x="138" y="7155"/>
                  <a:pt x="138" y="7155"/>
                </a:cubicBezTo>
                <a:cubicBezTo>
                  <a:pt x="3164" y="6345"/>
                  <a:pt x="3164" y="6345"/>
                  <a:pt x="3164" y="6345"/>
                </a:cubicBezTo>
                <a:lnTo>
                  <a:pt x="3027" y="5670"/>
                </a:lnTo>
                <a:close/>
                <a:moveTo>
                  <a:pt x="5366" y="2970"/>
                </a:moveTo>
                <a:cubicBezTo>
                  <a:pt x="4540" y="0"/>
                  <a:pt x="4540" y="0"/>
                  <a:pt x="4540" y="0"/>
                </a:cubicBezTo>
                <a:cubicBezTo>
                  <a:pt x="3852" y="135"/>
                  <a:pt x="3852" y="135"/>
                  <a:pt x="3852" y="135"/>
                </a:cubicBezTo>
                <a:cubicBezTo>
                  <a:pt x="4678" y="3105"/>
                  <a:pt x="4678" y="3105"/>
                  <a:pt x="4678" y="3105"/>
                </a:cubicBezTo>
                <a:lnTo>
                  <a:pt x="5366" y="2970"/>
                </a:lnTo>
                <a:close/>
                <a:moveTo>
                  <a:pt x="3715" y="3915"/>
                </a:moveTo>
                <a:cubicBezTo>
                  <a:pt x="1101" y="2025"/>
                  <a:pt x="1101" y="2025"/>
                  <a:pt x="1101" y="2025"/>
                </a:cubicBezTo>
                <a:cubicBezTo>
                  <a:pt x="550" y="2565"/>
                  <a:pt x="550" y="2565"/>
                  <a:pt x="550" y="2565"/>
                </a:cubicBezTo>
                <a:cubicBezTo>
                  <a:pt x="3302" y="4455"/>
                  <a:pt x="3302" y="4455"/>
                  <a:pt x="3302" y="4455"/>
                </a:cubicBezTo>
                <a:lnTo>
                  <a:pt x="3715" y="3915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94" name="Freeform 6"/>
          <p:cNvSpPr/>
          <p:nvPr/>
        </p:nvSpPr>
        <p:spPr>
          <a:xfrm>
            <a:off x="14190684" y="5552787"/>
            <a:ext cx="507869" cy="4380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8090" y="939"/>
                </a:moveTo>
                <a:lnTo>
                  <a:pt x="14580" y="939"/>
                </a:lnTo>
                <a:lnTo>
                  <a:pt x="14580" y="2661"/>
                </a:lnTo>
                <a:lnTo>
                  <a:pt x="18090" y="5948"/>
                </a:lnTo>
                <a:lnTo>
                  <a:pt x="18090" y="939"/>
                </a:lnTo>
                <a:close/>
                <a:moveTo>
                  <a:pt x="10800" y="5322"/>
                </a:moveTo>
                <a:lnTo>
                  <a:pt x="3510" y="12209"/>
                </a:lnTo>
                <a:lnTo>
                  <a:pt x="3510" y="21600"/>
                </a:lnTo>
                <a:lnTo>
                  <a:pt x="8100" y="21600"/>
                </a:lnTo>
                <a:lnTo>
                  <a:pt x="8100" y="12365"/>
                </a:lnTo>
                <a:lnTo>
                  <a:pt x="13500" y="12365"/>
                </a:lnTo>
                <a:lnTo>
                  <a:pt x="13500" y="21600"/>
                </a:lnTo>
                <a:lnTo>
                  <a:pt x="18090" y="21600"/>
                </a:lnTo>
                <a:lnTo>
                  <a:pt x="18090" y="12209"/>
                </a:lnTo>
                <a:lnTo>
                  <a:pt x="14580" y="8922"/>
                </a:lnTo>
                <a:lnTo>
                  <a:pt x="10800" y="5322"/>
                </a:lnTo>
                <a:close/>
                <a:moveTo>
                  <a:pt x="18090" y="6887"/>
                </a:moveTo>
                <a:lnTo>
                  <a:pt x="14580" y="3600"/>
                </a:lnTo>
                <a:lnTo>
                  <a:pt x="10800" y="0"/>
                </a:lnTo>
                <a:lnTo>
                  <a:pt x="0" y="10174"/>
                </a:lnTo>
                <a:lnTo>
                  <a:pt x="1890" y="12835"/>
                </a:lnTo>
                <a:lnTo>
                  <a:pt x="3510" y="11270"/>
                </a:lnTo>
                <a:lnTo>
                  <a:pt x="10800" y="4383"/>
                </a:lnTo>
                <a:lnTo>
                  <a:pt x="14580" y="7983"/>
                </a:lnTo>
                <a:lnTo>
                  <a:pt x="18090" y="11270"/>
                </a:lnTo>
                <a:lnTo>
                  <a:pt x="19845" y="12835"/>
                </a:lnTo>
                <a:lnTo>
                  <a:pt x="21600" y="10174"/>
                </a:lnTo>
                <a:lnTo>
                  <a:pt x="18090" y="6887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95" name="Freeform 38"/>
          <p:cNvSpPr/>
          <p:nvPr/>
        </p:nvSpPr>
        <p:spPr>
          <a:xfrm>
            <a:off x="3059759" y="7753807"/>
            <a:ext cx="507869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195" y="18765"/>
                </a:moveTo>
                <a:cubicBezTo>
                  <a:pt x="16740" y="14445"/>
                  <a:pt x="16740" y="14445"/>
                  <a:pt x="16740" y="14445"/>
                </a:cubicBezTo>
                <a:cubicBezTo>
                  <a:pt x="17820" y="12825"/>
                  <a:pt x="18360" y="11070"/>
                  <a:pt x="18360" y="9180"/>
                </a:cubicBezTo>
                <a:cubicBezTo>
                  <a:pt x="18360" y="7965"/>
                  <a:pt x="18090" y="6750"/>
                  <a:pt x="17550" y="5670"/>
                </a:cubicBezTo>
                <a:cubicBezTo>
                  <a:pt x="17145" y="4455"/>
                  <a:pt x="16470" y="3510"/>
                  <a:pt x="15660" y="2700"/>
                </a:cubicBezTo>
                <a:cubicBezTo>
                  <a:pt x="14850" y="1890"/>
                  <a:pt x="13905" y="1215"/>
                  <a:pt x="12690" y="810"/>
                </a:cubicBezTo>
                <a:cubicBezTo>
                  <a:pt x="11610" y="270"/>
                  <a:pt x="10395" y="0"/>
                  <a:pt x="9180" y="0"/>
                </a:cubicBezTo>
                <a:cubicBezTo>
                  <a:pt x="7965" y="0"/>
                  <a:pt x="6750" y="270"/>
                  <a:pt x="5670" y="810"/>
                </a:cubicBezTo>
                <a:cubicBezTo>
                  <a:pt x="4455" y="1215"/>
                  <a:pt x="3510" y="1890"/>
                  <a:pt x="2700" y="2700"/>
                </a:cubicBezTo>
                <a:cubicBezTo>
                  <a:pt x="1890" y="3510"/>
                  <a:pt x="1215" y="4455"/>
                  <a:pt x="810" y="5670"/>
                </a:cubicBezTo>
                <a:cubicBezTo>
                  <a:pt x="270" y="6750"/>
                  <a:pt x="0" y="7965"/>
                  <a:pt x="0" y="9180"/>
                </a:cubicBezTo>
                <a:cubicBezTo>
                  <a:pt x="0" y="10395"/>
                  <a:pt x="270" y="11610"/>
                  <a:pt x="810" y="12690"/>
                </a:cubicBezTo>
                <a:cubicBezTo>
                  <a:pt x="1215" y="13905"/>
                  <a:pt x="1890" y="14850"/>
                  <a:pt x="2700" y="15660"/>
                </a:cubicBezTo>
                <a:cubicBezTo>
                  <a:pt x="3510" y="16470"/>
                  <a:pt x="4455" y="17145"/>
                  <a:pt x="5670" y="17685"/>
                </a:cubicBezTo>
                <a:cubicBezTo>
                  <a:pt x="6750" y="18090"/>
                  <a:pt x="7965" y="18360"/>
                  <a:pt x="9180" y="18360"/>
                </a:cubicBezTo>
                <a:cubicBezTo>
                  <a:pt x="11070" y="18360"/>
                  <a:pt x="12825" y="17820"/>
                  <a:pt x="14310" y="16740"/>
                </a:cubicBezTo>
                <a:cubicBezTo>
                  <a:pt x="18765" y="21195"/>
                  <a:pt x="18765" y="21195"/>
                  <a:pt x="18765" y="21195"/>
                </a:cubicBezTo>
                <a:cubicBezTo>
                  <a:pt x="19170" y="21465"/>
                  <a:pt x="19440" y="21600"/>
                  <a:pt x="19980" y="21600"/>
                </a:cubicBezTo>
                <a:cubicBezTo>
                  <a:pt x="20385" y="21600"/>
                  <a:pt x="20790" y="21465"/>
                  <a:pt x="21195" y="21195"/>
                </a:cubicBezTo>
                <a:cubicBezTo>
                  <a:pt x="21465" y="20790"/>
                  <a:pt x="21600" y="20520"/>
                  <a:pt x="21600" y="19980"/>
                </a:cubicBezTo>
                <a:cubicBezTo>
                  <a:pt x="21600" y="19575"/>
                  <a:pt x="21465" y="19170"/>
                  <a:pt x="21195" y="18765"/>
                </a:cubicBezTo>
                <a:close/>
                <a:moveTo>
                  <a:pt x="13230" y="13365"/>
                </a:moveTo>
                <a:cubicBezTo>
                  <a:pt x="12150" y="14445"/>
                  <a:pt x="10800" y="14985"/>
                  <a:pt x="9180" y="14985"/>
                </a:cubicBezTo>
                <a:cubicBezTo>
                  <a:pt x="7560" y="14985"/>
                  <a:pt x="6210" y="14445"/>
                  <a:pt x="4995" y="13365"/>
                </a:cubicBezTo>
                <a:cubicBezTo>
                  <a:pt x="3915" y="12150"/>
                  <a:pt x="3375" y="10800"/>
                  <a:pt x="3375" y="9180"/>
                </a:cubicBezTo>
                <a:cubicBezTo>
                  <a:pt x="3375" y="7560"/>
                  <a:pt x="3915" y="6210"/>
                  <a:pt x="4995" y="5130"/>
                </a:cubicBezTo>
                <a:cubicBezTo>
                  <a:pt x="6210" y="3915"/>
                  <a:pt x="7560" y="3375"/>
                  <a:pt x="9180" y="3375"/>
                </a:cubicBezTo>
                <a:cubicBezTo>
                  <a:pt x="10800" y="3375"/>
                  <a:pt x="12150" y="3915"/>
                  <a:pt x="13230" y="5130"/>
                </a:cubicBezTo>
                <a:cubicBezTo>
                  <a:pt x="14445" y="6210"/>
                  <a:pt x="14985" y="7560"/>
                  <a:pt x="14985" y="9180"/>
                </a:cubicBezTo>
                <a:cubicBezTo>
                  <a:pt x="14985" y="10800"/>
                  <a:pt x="14445" y="12150"/>
                  <a:pt x="13230" y="13365"/>
                </a:cubicBezTo>
                <a:close/>
                <a:moveTo>
                  <a:pt x="12960" y="8370"/>
                </a:moveTo>
                <a:cubicBezTo>
                  <a:pt x="9990" y="8370"/>
                  <a:pt x="9990" y="8370"/>
                  <a:pt x="9990" y="8370"/>
                </a:cubicBezTo>
                <a:cubicBezTo>
                  <a:pt x="9990" y="5400"/>
                  <a:pt x="9990" y="5400"/>
                  <a:pt x="9990" y="5400"/>
                </a:cubicBezTo>
                <a:cubicBezTo>
                  <a:pt x="9990" y="5400"/>
                  <a:pt x="9990" y="5265"/>
                  <a:pt x="9855" y="5130"/>
                </a:cubicBezTo>
                <a:cubicBezTo>
                  <a:pt x="9855" y="5130"/>
                  <a:pt x="9720" y="4995"/>
                  <a:pt x="9585" y="4995"/>
                </a:cubicBezTo>
                <a:cubicBezTo>
                  <a:pt x="8775" y="4995"/>
                  <a:pt x="8775" y="4995"/>
                  <a:pt x="8775" y="4995"/>
                </a:cubicBezTo>
                <a:cubicBezTo>
                  <a:pt x="8640" y="4995"/>
                  <a:pt x="8505" y="5130"/>
                  <a:pt x="8505" y="5130"/>
                </a:cubicBezTo>
                <a:cubicBezTo>
                  <a:pt x="8370" y="5265"/>
                  <a:pt x="8370" y="5400"/>
                  <a:pt x="8370" y="5400"/>
                </a:cubicBezTo>
                <a:cubicBezTo>
                  <a:pt x="8370" y="8370"/>
                  <a:pt x="8370" y="8370"/>
                  <a:pt x="8370" y="8370"/>
                </a:cubicBezTo>
                <a:cubicBezTo>
                  <a:pt x="5400" y="8370"/>
                  <a:pt x="5400" y="8370"/>
                  <a:pt x="5400" y="8370"/>
                </a:cubicBezTo>
                <a:cubicBezTo>
                  <a:pt x="5265" y="8370"/>
                  <a:pt x="5265" y="8370"/>
                  <a:pt x="5130" y="8505"/>
                </a:cubicBezTo>
                <a:cubicBezTo>
                  <a:pt x="4995" y="8640"/>
                  <a:pt x="4995" y="8640"/>
                  <a:pt x="4995" y="8775"/>
                </a:cubicBezTo>
                <a:cubicBezTo>
                  <a:pt x="4995" y="9585"/>
                  <a:pt x="4995" y="9585"/>
                  <a:pt x="4995" y="9585"/>
                </a:cubicBezTo>
                <a:cubicBezTo>
                  <a:pt x="4995" y="9720"/>
                  <a:pt x="4995" y="9855"/>
                  <a:pt x="5130" y="9855"/>
                </a:cubicBezTo>
                <a:cubicBezTo>
                  <a:pt x="5265" y="9990"/>
                  <a:pt x="5265" y="9990"/>
                  <a:pt x="5400" y="9990"/>
                </a:cubicBezTo>
                <a:cubicBezTo>
                  <a:pt x="8370" y="9990"/>
                  <a:pt x="8370" y="9990"/>
                  <a:pt x="8370" y="9990"/>
                </a:cubicBezTo>
                <a:cubicBezTo>
                  <a:pt x="8370" y="12960"/>
                  <a:pt x="8370" y="12960"/>
                  <a:pt x="8370" y="12960"/>
                </a:cubicBezTo>
                <a:cubicBezTo>
                  <a:pt x="8370" y="13095"/>
                  <a:pt x="8370" y="13095"/>
                  <a:pt x="8505" y="13230"/>
                </a:cubicBezTo>
                <a:cubicBezTo>
                  <a:pt x="8505" y="13365"/>
                  <a:pt x="8640" y="13365"/>
                  <a:pt x="8775" y="13365"/>
                </a:cubicBezTo>
                <a:cubicBezTo>
                  <a:pt x="9585" y="13365"/>
                  <a:pt x="9585" y="13365"/>
                  <a:pt x="9585" y="13365"/>
                </a:cubicBezTo>
                <a:cubicBezTo>
                  <a:pt x="9720" y="13365"/>
                  <a:pt x="9855" y="13365"/>
                  <a:pt x="9855" y="13230"/>
                </a:cubicBezTo>
                <a:cubicBezTo>
                  <a:pt x="9990" y="13095"/>
                  <a:pt x="9990" y="13095"/>
                  <a:pt x="9990" y="12960"/>
                </a:cubicBezTo>
                <a:cubicBezTo>
                  <a:pt x="9990" y="9990"/>
                  <a:pt x="9990" y="9990"/>
                  <a:pt x="9990" y="9990"/>
                </a:cubicBezTo>
                <a:cubicBezTo>
                  <a:pt x="12960" y="9990"/>
                  <a:pt x="12960" y="9990"/>
                  <a:pt x="12960" y="9990"/>
                </a:cubicBezTo>
                <a:cubicBezTo>
                  <a:pt x="12960" y="9990"/>
                  <a:pt x="13095" y="9990"/>
                  <a:pt x="13230" y="9855"/>
                </a:cubicBezTo>
                <a:cubicBezTo>
                  <a:pt x="13230" y="9855"/>
                  <a:pt x="13365" y="9720"/>
                  <a:pt x="13365" y="9585"/>
                </a:cubicBezTo>
                <a:cubicBezTo>
                  <a:pt x="13365" y="8775"/>
                  <a:pt x="13365" y="8775"/>
                  <a:pt x="13365" y="8775"/>
                </a:cubicBezTo>
                <a:cubicBezTo>
                  <a:pt x="13365" y="8640"/>
                  <a:pt x="13230" y="8640"/>
                  <a:pt x="13230" y="8505"/>
                </a:cubicBezTo>
                <a:cubicBezTo>
                  <a:pt x="13095" y="8370"/>
                  <a:pt x="12960" y="8370"/>
                  <a:pt x="12960" y="837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96" name="Freeform 40"/>
          <p:cNvSpPr/>
          <p:nvPr/>
        </p:nvSpPr>
        <p:spPr>
          <a:xfrm>
            <a:off x="5258702" y="5585350"/>
            <a:ext cx="507869" cy="4158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9575" y="7090"/>
                </a:moveTo>
                <a:cubicBezTo>
                  <a:pt x="18900" y="7090"/>
                  <a:pt x="18360" y="7750"/>
                  <a:pt x="18360" y="8574"/>
                </a:cubicBezTo>
                <a:cubicBezTo>
                  <a:pt x="18360" y="9398"/>
                  <a:pt x="18900" y="10058"/>
                  <a:pt x="19575" y="10058"/>
                </a:cubicBezTo>
                <a:cubicBezTo>
                  <a:pt x="20250" y="10058"/>
                  <a:pt x="20790" y="9398"/>
                  <a:pt x="20790" y="8574"/>
                </a:cubicBezTo>
                <a:cubicBezTo>
                  <a:pt x="20790" y="7750"/>
                  <a:pt x="20250" y="7090"/>
                  <a:pt x="19575" y="7090"/>
                </a:cubicBezTo>
                <a:close/>
                <a:moveTo>
                  <a:pt x="2025" y="7090"/>
                </a:moveTo>
                <a:cubicBezTo>
                  <a:pt x="1350" y="7090"/>
                  <a:pt x="810" y="7750"/>
                  <a:pt x="810" y="8574"/>
                </a:cubicBezTo>
                <a:cubicBezTo>
                  <a:pt x="810" y="9398"/>
                  <a:pt x="1350" y="10058"/>
                  <a:pt x="2025" y="10058"/>
                </a:cubicBezTo>
                <a:cubicBezTo>
                  <a:pt x="2700" y="10058"/>
                  <a:pt x="3240" y="9398"/>
                  <a:pt x="3240" y="8574"/>
                </a:cubicBezTo>
                <a:cubicBezTo>
                  <a:pt x="3240" y="7750"/>
                  <a:pt x="2700" y="7090"/>
                  <a:pt x="2025" y="7090"/>
                </a:cubicBezTo>
                <a:close/>
                <a:moveTo>
                  <a:pt x="15930" y="4287"/>
                </a:moveTo>
                <a:cubicBezTo>
                  <a:pt x="14985" y="4287"/>
                  <a:pt x="14175" y="5276"/>
                  <a:pt x="14175" y="6595"/>
                </a:cubicBezTo>
                <a:cubicBezTo>
                  <a:pt x="14175" y="7750"/>
                  <a:pt x="14985" y="8739"/>
                  <a:pt x="15930" y="8739"/>
                </a:cubicBezTo>
                <a:cubicBezTo>
                  <a:pt x="17010" y="8739"/>
                  <a:pt x="17820" y="7750"/>
                  <a:pt x="17820" y="6595"/>
                </a:cubicBezTo>
                <a:cubicBezTo>
                  <a:pt x="17820" y="5441"/>
                  <a:pt x="17010" y="4287"/>
                  <a:pt x="15930" y="4287"/>
                </a:cubicBezTo>
                <a:close/>
                <a:moveTo>
                  <a:pt x="21600" y="17808"/>
                </a:moveTo>
                <a:cubicBezTo>
                  <a:pt x="19575" y="17808"/>
                  <a:pt x="19575" y="17808"/>
                  <a:pt x="19575" y="17808"/>
                </a:cubicBezTo>
                <a:cubicBezTo>
                  <a:pt x="19575" y="13191"/>
                  <a:pt x="19575" y="13191"/>
                  <a:pt x="19575" y="13191"/>
                </a:cubicBezTo>
                <a:cubicBezTo>
                  <a:pt x="19575" y="12366"/>
                  <a:pt x="19305" y="11707"/>
                  <a:pt x="19035" y="11047"/>
                </a:cubicBezTo>
                <a:cubicBezTo>
                  <a:pt x="19170" y="10882"/>
                  <a:pt x="19440" y="10882"/>
                  <a:pt x="19575" y="10882"/>
                </a:cubicBezTo>
                <a:cubicBezTo>
                  <a:pt x="20655" y="10882"/>
                  <a:pt x="21600" y="12037"/>
                  <a:pt x="21600" y="13356"/>
                </a:cubicBezTo>
                <a:lnTo>
                  <a:pt x="21600" y="17808"/>
                </a:lnTo>
                <a:close/>
                <a:moveTo>
                  <a:pt x="5670" y="4287"/>
                </a:moveTo>
                <a:cubicBezTo>
                  <a:pt x="4590" y="4287"/>
                  <a:pt x="3780" y="5276"/>
                  <a:pt x="3780" y="6595"/>
                </a:cubicBezTo>
                <a:cubicBezTo>
                  <a:pt x="3780" y="7750"/>
                  <a:pt x="4590" y="8739"/>
                  <a:pt x="5670" y="8739"/>
                </a:cubicBezTo>
                <a:cubicBezTo>
                  <a:pt x="6615" y="8739"/>
                  <a:pt x="7425" y="7750"/>
                  <a:pt x="7425" y="6595"/>
                </a:cubicBezTo>
                <a:cubicBezTo>
                  <a:pt x="7425" y="5441"/>
                  <a:pt x="6615" y="4287"/>
                  <a:pt x="5670" y="4287"/>
                </a:cubicBezTo>
                <a:close/>
                <a:moveTo>
                  <a:pt x="2025" y="10882"/>
                </a:moveTo>
                <a:cubicBezTo>
                  <a:pt x="2160" y="10882"/>
                  <a:pt x="2430" y="10882"/>
                  <a:pt x="2565" y="11047"/>
                </a:cubicBezTo>
                <a:cubicBezTo>
                  <a:pt x="2295" y="11707"/>
                  <a:pt x="2025" y="12366"/>
                  <a:pt x="2025" y="13191"/>
                </a:cubicBezTo>
                <a:cubicBezTo>
                  <a:pt x="2025" y="17808"/>
                  <a:pt x="2025" y="17808"/>
                  <a:pt x="2025" y="17808"/>
                </a:cubicBezTo>
                <a:cubicBezTo>
                  <a:pt x="0" y="17808"/>
                  <a:pt x="0" y="17808"/>
                  <a:pt x="0" y="17808"/>
                </a:cubicBezTo>
                <a:cubicBezTo>
                  <a:pt x="0" y="13356"/>
                  <a:pt x="0" y="13356"/>
                  <a:pt x="0" y="13356"/>
                </a:cubicBezTo>
                <a:cubicBezTo>
                  <a:pt x="0" y="12037"/>
                  <a:pt x="945" y="10882"/>
                  <a:pt x="2025" y="10882"/>
                </a:cubicBezTo>
                <a:close/>
                <a:moveTo>
                  <a:pt x="10800" y="0"/>
                </a:moveTo>
                <a:cubicBezTo>
                  <a:pt x="9315" y="0"/>
                  <a:pt x="8100" y="1319"/>
                  <a:pt x="8100" y="3133"/>
                </a:cubicBezTo>
                <a:cubicBezTo>
                  <a:pt x="8100" y="4947"/>
                  <a:pt x="9315" y="6431"/>
                  <a:pt x="10800" y="6431"/>
                </a:cubicBezTo>
                <a:cubicBezTo>
                  <a:pt x="12285" y="6431"/>
                  <a:pt x="13500" y="4947"/>
                  <a:pt x="13500" y="3133"/>
                </a:cubicBezTo>
                <a:cubicBezTo>
                  <a:pt x="13500" y="1319"/>
                  <a:pt x="12285" y="0"/>
                  <a:pt x="10800" y="0"/>
                </a:cubicBezTo>
                <a:close/>
                <a:moveTo>
                  <a:pt x="18900" y="19621"/>
                </a:moveTo>
                <a:cubicBezTo>
                  <a:pt x="15660" y="19621"/>
                  <a:pt x="15660" y="19621"/>
                  <a:pt x="15660" y="19621"/>
                </a:cubicBezTo>
                <a:cubicBezTo>
                  <a:pt x="15660" y="12531"/>
                  <a:pt x="15660" y="12531"/>
                  <a:pt x="15660" y="12531"/>
                </a:cubicBezTo>
                <a:cubicBezTo>
                  <a:pt x="15660" y="11542"/>
                  <a:pt x="15525" y="10718"/>
                  <a:pt x="15120" y="9893"/>
                </a:cubicBezTo>
                <a:cubicBezTo>
                  <a:pt x="15390" y="9728"/>
                  <a:pt x="15660" y="9728"/>
                  <a:pt x="15930" y="9728"/>
                </a:cubicBezTo>
                <a:cubicBezTo>
                  <a:pt x="17550" y="9728"/>
                  <a:pt x="18900" y="11212"/>
                  <a:pt x="18900" y="13191"/>
                </a:cubicBezTo>
                <a:lnTo>
                  <a:pt x="18900" y="19621"/>
                </a:lnTo>
                <a:close/>
                <a:moveTo>
                  <a:pt x="5940" y="12531"/>
                </a:moveTo>
                <a:cubicBezTo>
                  <a:pt x="5940" y="19621"/>
                  <a:pt x="5940" y="19621"/>
                  <a:pt x="5940" y="19621"/>
                </a:cubicBezTo>
                <a:cubicBezTo>
                  <a:pt x="2700" y="19621"/>
                  <a:pt x="2700" y="19621"/>
                  <a:pt x="2700" y="19621"/>
                </a:cubicBezTo>
                <a:cubicBezTo>
                  <a:pt x="2700" y="13191"/>
                  <a:pt x="2700" y="13191"/>
                  <a:pt x="2700" y="13191"/>
                </a:cubicBezTo>
                <a:cubicBezTo>
                  <a:pt x="2700" y="11212"/>
                  <a:pt x="4050" y="9728"/>
                  <a:pt x="5670" y="9728"/>
                </a:cubicBezTo>
                <a:cubicBezTo>
                  <a:pt x="5940" y="9728"/>
                  <a:pt x="6210" y="9728"/>
                  <a:pt x="6480" y="9893"/>
                </a:cubicBezTo>
                <a:cubicBezTo>
                  <a:pt x="6075" y="10718"/>
                  <a:pt x="5940" y="11542"/>
                  <a:pt x="5940" y="12531"/>
                </a:cubicBezTo>
                <a:close/>
                <a:moveTo>
                  <a:pt x="6615" y="21600"/>
                </a:moveTo>
                <a:cubicBezTo>
                  <a:pt x="14985" y="21600"/>
                  <a:pt x="14985" y="21600"/>
                  <a:pt x="14985" y="21600"/>
                </a:cubicBezTo>
                <a:cubicBezTo>
                  <a:pt x="14985" y="12531"/>
                  <a:pt x="14985" y="12531"/>
                  <a:pt x="14985" y="12531"/>
                </a:cubicBezTo>
                <a:cubicBezTo>
                  <a:pt x="14985" y="9728"/>
                  <a:pt x="13095" y="7420"/>
                  <a:pt x="10800" y="7420"/>
                </a:cubicBezTo>
                <a:cubicBezTo>
                  <a:pt x="8505" y="7420"/>
                  <a:pt x="6615" y="9728"/>
                  <a:pt x="6615" y="12531"/>
                </a:cubicBezTo>
                <a:lnTo>
                  <a:pt x="6615" y="2160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97" name="Freeform 41"/>
          <p:cNvSpPr/>
          <p:nvPr/>
        </p:nvSpPr>
        <p:spPr>
          <a:xfrm>
            <a:off x="1941298" y="7792583"/>
            <a:ext cx="507869" cy="43349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222" fill="norm" stroke="1" extrusionOk="0">
                <a:moveTo>
                  <a:pt x="3510" y="1987"/>
                </a:moveTo>
                <a:cubicBezTo>
                  <a:pt x="945" y="122"/>
                  <a:pt x="945" y="122"/>
                  <a:pt x="945" y="122"/>
                </a:cubicBezTo>
                <a:cubicBezTo>
                  <a:pt x="405" y="-189"/>
                  <a:pt x="0" y="122"/>
                  <a:pt x="0" y="743"/>
                </a:cubicBezTo>
                <a:cubicBezTo>
                  <a:pt x="0" y="4784"/>
                  <a:pt x="0" y="4784"/>
                  <a:pt x="0" y="4784"/>
                </a:cubicBezTo>
                <a:cubicBezTo>
                  <a:pt x="0" y="5405"/>
                  <a:pt x="405" y="5716"/>
                  <a:pt x="945" y="5405"/>
                </a:cubicBezTo>
                <a:cubicBezTo>
                  <a:pt x="3510" y="3385"/>
                  <a:pt x="3510" y="3385"/>
                  <a:pt x="3510" y="3385"/>
                </a:cubicBezTo>
                <a:cubicBezTo>
                  <a:pt x="4050" y="3074"/>
                  <a:pt x="4050" y="2453"/>
                  <a:pt x="3510" y="1987"/>
                </a:cubicBezTo>
                <a:close/>
                <a:moveTo>
                  <a:pt x="20385" y="743"/>
                </a:moveTo>
                <a:cubicBezTo>
                  <a:pt x="6750" y="743"/>
                  <a:pt x="6750" y="743"/>
                  <a:pt x="6750" y="743"/>
                </a:cubicBezTo>
                <a:cubicBezTo>
                  <a:pt x="6210" y="743"/>
                  <a:pt x="5670" y="1365"/>
                  <a:pt x="5670" y="2142"/>
                </a:cubicBezTo>
                <a:cubicBezTo>
                  <a:pt x="5670" y="3385"/>
                  <a:pt x="5670" y="3385"/>
                  <a:pt x="5670" y="3385"/>
                </a:cubicBezTo>
                <a:cubicBezTo>
                  <a:pt x="5670" y="4162"/>
                  <a:pt x="6210" y="4784"/>
                  <a:pt x="6750" y="4784"/>
                </a:cubicBezTo>
                <a:cubicBezTo>
                  <a:pt x="20385" y="4784"/>
                  <a:pt x="20385" y="4784"/>
                  <a:pt x="20385" y="4784"/>
                </a:cubicBezTo>
                <a:cubicBezTo>
                  <a:pt x="21060" y="4784"/>
                  <a:pt x="21600" y="4162"/>
                  <a:pt x="21600" y="3385"/>
                </a:cubicBezTo>
                <a:cubicBezTo>
                  <a:pt x="21600" y="2142"/>
                  <a:pt x="21600" y="2142"/>
                  <a:pt x="21600" y="2142"/>
                </a:cubicBezTo>
                <a:cubicBezTo>
                  <a:pt x="21600" y="1365"/>
                  <a:pt x="21060" y="743"/>
                  <a:pt x="20385" y="743"/>
                </a:cubicBezTo>
                <a:close/>
                <a:moveTo>
                  <a:pt x="945" y="13175"/>
                </a:moveTo>
                <a:cubicBezTo>
                  <a:pt x="3510" y="11310"/>
                  <a:pt x="3510" y="11310"/>
                  <a:pt x="3510" y="11310"/>
                </a:cubicBezTo>
                <a:cubicBezTo>
                  <a:pt x="4050" y="10844"/>
                  <a:pt x="4050" y="10378"/>
                  <a:pt x="3510" y="10067"/>
                </a:cubicBezTo>
                <a:cubicBezTo>
                  <a:pt x="945" y="8513"/>
                  <a:pt x="945" y="8513"/>
                  <a:pt x="945" y="8513"/>
                </a:cubicBezTo>
                <a:cubicBezTo>
                  <a:pt x="405" y="8202"/>
                  <a:pt x="0" y="8513"/>
                  <a:pt x="0" y="9290"/>
                </a:cubicBezTo>
                <a:cubicBezTo>
                  <a:pt x="0" y="12553"/>
                  <a:pt x="0" y="12553"/>
                  <a:pt x="0" y="12553"/>
                </a:cubicBezTo>
                <a:cubicBezTo>
                  <a:pt x="0" y="13330"/>
                  <a:pt x="405" y="13641"/>
                  <a:pt x="945" y="13175"/>
                </a:cubicBezTo>
                <a:close/>
                <a:moveTo>
                  <a:pt x="20385" y="8669"/>
                </a:moveTo>
                <a:cubicBezTo>
                  <a:pt x="6750" y="8669"/>
                  <a:pt x="6750" y="8669"/>
                  <a:pt x="6750" y="8669"/>
                </a:cubicBezTo>
                <a:cubicBezTo>
                  <a:pt x="6210" y="8669"/>
                  <a:pt x="5670" y="9290"/>
                  <a:pt x="5670" y="9912"/>
                </a:cubicBezTo>
                <a:cubicBezTo>
                  <a:pt x="5670" y="11310"/>
                  <a:pt x="5670" y="11310"/>
                  <a:pt x="5670" y="11310"/>
                </a:cubicBezTo>
                <a:cubicBezTo>
                  <a:pt x="5670" y="11932"/>
                  <a:pt x="6210" y="12553"/>
                  <a:pt x="6750" y="12553"/>
                </a:cubicBezTo>
                <a:cubicBezTo>
                  <a:pt x="20385" y="12553"/>
                  <a:pt x="20385" y="12553"/>
                  <a:pt x="20385" y="12553"/>
                </a:cubicBezTo>
                <a:cubicBezTo>
                  <a:pt x="21060" y="12553"/>
                  <a:pt x="21600" y="11932"/>
                  <a:pt x="21600" y="11310"/>
                </a:cubicBezTo>
                <a:cubicBezTo>
                  <a:pt x="21600" y="9912"/>
                  <a:pt x="21600" y="9912"/>
                  <a:pt x="21600" y="9912"/>
                </a:cubicBezTo>
                <a:cubicBezTo>
                  <a:pt x="21600" y="9290"/>
                  <a:pt x="21060" y="8669"/>
                  <a:pt x="20385" y="8669"/>
                </a:cubicBezTo>
                <a:close/>
                <a:moveTo>
                  <a:pt x="3510" y="17837"/>
                </a:moveTo>
                <a:cubicBezTo>
                  <a:pt x="945" y="15817"/>
                  <a:pt x="945" y="15817"/>
                  <a:pt x="945" y="15817"/>
                </a:cubicBezTo>
                <a:cubicBezTo>
                  <a:pt x="405" y="15506"/>
                  <a:pt x="0" y="15817"/>
                  <a:pt x="0" y="16438"/>
                </a:cubicBezTo>
                <a:cubicBezTo>
                  <a:pt x="0" y="20479"/>
                  <a:pt x="0" y="20479"/>
                  <a:pt x="0" y="20479"/>
                </a:cubicBezTo>
                <a:cubicBezTo>
                  <a:pt x="0" y="21100"/>
                  <a:pt x="405" y="21411"/>
                  <a:pt x="945" y="21100"/>
                </a:cubicBezTo>
                <a:cubicBezTo>
                  <a:pt x="3510" y="19080"/>
                  <a:pt x="3510" y="19080"/>
                  <a:pt x="3510" y="19080"/>
                </a:cubicBezTo>
                <a:cubicBezTo>
                  <a:pt x="4050" y="18769"/>
                  <a:pt x="4050" y="18148"/>
                  <a:pt x="3510" y="17837"/>
                </a:cubicBezTo>
                <a:close/>
                <a:moveTo>
                  <a:pt x="20385" y="16438"/>
                </a:moveTo>
                <a:cubicBezTo>
                  <a:pt x="6750" y="16438"/>
                  <a:pt x="6750" y="16438"/>
                  <a:pt x="6750" y="16438"/>
                </a:cubicBezTo>
                <a:cubicBezTo>
                  <a:pt x="6210" y="16438"/>
                  <a:pt x="5670" y="17060"/>
                  <a:pt x="5670" y="17837"/>
                </a:cubicBezTo>
                <a:cubicBezTo>
                  <a:pt x="5670" y="19080"/>
                  <a:pt x="5670" y="19080"/>
                  <a:pt x="5670" y="19080"/>
                </a:cubicBezTo>
                <a:cubicBezTo>
                  <a:pt x="5670" y="19857"/>
                  <a:pt x="6210" y="20479"/>
                  <a:pt x="6750" y="20479"/>
                </a:cubicBezTo>
                <a:cubicBezTo>
                  <a:pt x="20385" y="20479"/>
                  <a:pt x="20385" y="20479"/>
                  <a:pt x="20385" y="20479"/>
                </a:cubicBezTo>
                <a:cubicBezTo>
                  <a:pt x="21060" y="20479"/>
                  <a:pt x="21600" y="19857"/>
                  <a:pt x="21600" y="19080"/>
                </a:cubicBezTo>
                <a:cubicBezTo>
                  <a:pt x="21600" y="17837"/>
                  <a:pt x="21600" y="17837"/>
                  <a:pt x="21600" y="17837"/>
                </a:cubicBezTo>
                <a:cubicBezTo>
                  <a:pt x="21600" y="17060"/>
                  <a:pt x="21060" y="16438"/>
                  <a:pt x="20385" y="16438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98" name="Freeform 47"/>
          <p:cNvSpPr/>
          <p:nvPr/>
        </p:nvSpPr>
        <p:spPr>
          <a:xfrm>
            <a:off x="11976756" y="12235686"/>
            <a:ext cx="507076" cy="41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32" h="21387" fill="norm" stroke="1" extrusionOk="0">
                <a:moveTo>
                  <a:pt x="19554" y="0"/>
                </a:moveTo>
                <a:cubicBezTo>
                  <a:pt x="15126" y="0"/>
                  <a:pt x="15126" y="0"/>
                  <a:pt x="15126" y="0"/>
                </a:cubicBezTo>
                <a:cubicBezTo>
                  <a:pt x="14053" y="0"/>
                  <a:pt x="12577" y="650"/>
                  <a:pt x="11907" y="1624"/>
                </a:cubicBezTo>
                <a:cubicBezTo>
                  <a:pt x="4393" y="10719"/>
                  <a:pt x="4393" y="10719"/>
                  <a:pt x="4393" y="10719"/>
                </a:cubicBezTo>
                <a:cubicBezTo>
                  <a:pt x="3589" y="11531"/>
                  <a:pt x="3589" y="12992"/>
                  <a:pt x="4393" y="13967"/>
                </a:cubicBezTo>
                <a:cubicBezTo>
                  <a:pt x="9894" y="20626"/>
                  <a:pt x="9894" y="20626"/>
                  <a:pt x="9894" y="20626"/>
                </a:cubicBezTo>
                <a:cubicBezTo>
                  <a:pt x="10699" y="21600"/>
                  <a:pt x="11907" y="21600"/>
                  <a:pt x="12577" y="20626"/>
                </a:cubicBezTo>
                <a:cubicBezTo>
                  <a:pt x="20090" y="11531"/>
                  <a:pt x="20090" y="11531"/>
                  <a:pt x="20090" y="11531"/>
                </a:cubicBezTo>
                <a:cubicBezTo>
                  <a:pt x="20895" y="10719"/>
                  <a:pt x="21432" y="8932"/>
                  <a:pt x="21432" y="7633"/>
                </a:cubicBezTo>
                <a:cubicBezTo>
                  <a:pt x="21432" y="2274"/>
                  <a:pt x="21432" y="2274"/>
                  <a:pt x="21432" y="2274"/>
                </a:cubicBezTo>
                <a:cubicBezTo>
                  <a:pt x="21432" y="974"/>
                  <a:pt x="20627" y="0"/>
                  <a:pt x="19554" y="0"/>
                </a:cubicBezTo>
                <a:close/>
                <a:moveTo>
                  <a:pt x="17005" y="7633"/>
                </a:moveTo>
                <a:cubicBezTo>
                  <a:pt x="15931" y="7633"/>
                  <a:pt x="15126" y="6659"/>
                  <a:pt x="15126" y="5359"/>
                </a:cubicBezTo>
                <a:cubicBezTo>
                  <a:pt x="15126" y="4060"/>
                  <a:pt x="15931" y="3086"/>
                  <a:pt x="17005" y="3086"/>
                </a:cubicBezTo>
                <a:cubicBezTo>
                  <a:pt x="18078" y="3086"/>
                  <a:pt x="18883" y="4060"/>
                  <a:pt x="18883" y="5359"/>
                </a:cubicBezTo>
                <a:cubicBezTo>
                  <a:pt x="18883" y="6659"/>
                  <a:pt x="18078" y="7633"/>
                  <a:pt x="17005" y="7633"/>
                </a:cubicBezTo>
                <a:close/>
                <a:moveTo>
                  <a:pt x="1576" y="12830"/>
                </a:moveTo>
                <a:cubicBezTo>
                  <a:pt x="8418" y="21113"/>
                  <a:pt x="8418" y="21113"/>
                  <a:pt x="8418" y="21113"/>
                </a:cubicBezTo>
                <a:cubicBezTo>
                  <a:pt x="7613" y="21600"/>
                  <a:pt x="6674" y="21438"/>
                  <a:pt x="6138" y="20626"/>
                </a:cubicBezTo>
                <a:cubicBezTo>
                  <a:pt x="503" y="13967"/>
                  <a:pt x="503" y="13967"/>
                  <a:pt x="503" y="13967"/>
                </a:cubicBezTo>
                <a:cubicBezTo>
                  <a:pt x="-168" y="12992"/>
                  <a:pt x="-168" y="11531"/>
                  <a:pt x="503" y="10719"/>
                </a:cubicBezTo>
                <a:cubicBezTo>
                  <a:pt x="8016" y="1624"/>
                  <a:pt x="8016" y="1624"/>
                  <a:pt x="8016" y="1624"/>
                </a:cubicBezTo>
                <a:cubicBezTo>
                  <a:pt x="8821" y="650"/>
                  <a:pt x="10297" y="0"/>
                  <a:pt x="11236" y="0"/>
                </a:cubicBezTo>
                <a:cubicBezTo>
                  <a:pt x="1576" y="11693"/>
                  <a:pt x="1576" y="11693"/>
                  <a:pt x="1576" y="11693"/>
                </a:cubicBezTo>
                <a:cubicBezTo>
                  <a:pt x="1308" y="12018"/>
                  <a:pt x="1308" y="12505"/>
                  <a:pt x="1576" y="1283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099" name="Freeform 50"/>
          <p:cNvSpPr/>
          <p:nvPr/>
        </p:nvSpPr>
        <p:spPr>
          <a:xfrm>
            <a:off x="7508561" y="7762310"/>
            <a:ext cx="507235" cy="4480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07" h="21319" fill="norm" stroke="1" extrusionOk="0">
                <a:moveTo>
                  <a:pt x="21106" y="2589"/>
                </a:moveTo>
                <a:cubicBezTo>
                  <a:pt x="19240" y="474"/>
                  <a:pt x="19240" y="474"/>
                  <a:pt x="19240" y="474"/>
                </a:cubicBezTo>
                <a:cubicBezTo>
                  <a:pt x="18973" y="172"/>
                  <a:pt x="18573" y="172"/>
                  <a:pt x="18306" y="474"/>
                </a:cubicBezTo>
                <a:cubicBezTo>
                  <a:pt x="18040" y="625"/>
                  <a:pt x="18040" y="927"/>
                  <a:pt x="18040" y="1078"/>
                </a:cubicBezTo>
                <a:cubicBezTo>
                  <a:pt x="17906" y="1078"/>
                  <a:pt x="17773" y="1229"/>
                  <a:pt x="17640" y="1229"/>
                </a:cubicBezTo>
                <a:cubicBezTo>
                  <a:pt x="17640" y="1229"/>
                  <a:pt x="17640" y="1229"/>
                  <a:pt x="17640" y="1229"/>
                </a:cubicBezTo>
                <a:cubicBezTo>
                  <a:pt x="12706" y="6818"/>
                  <a:pt x="12706" y="6818"/>
                  <a:pt x="12706" y="6818"/>
                </a:cubicBezTo>
                <a:cubicBezTo>
                  <a:pt x="12706" y="7422"/>
                  <a:pt x="12706" y="7876"/>
                  <a:pt x="12440" y="8329"/>
                </a:cubicBezTo>
                <a:cubicBezTo>
                  <a:pt x="12973" y="8933"/>
                  <a:pt x="12973" y="8933"/>
                  <a:pt x="12973" y="8933"/>
                </a:cubicBezTo>
                <a:cubicBezTo>
                  <a:pt x="12973" y="8933"/>
                  <a:pt x="12973" y="8933"/>
                  <a:pt x="12973" y="8933"/>
                </a:cubicBezTo>
                <a:cubicBezTo>
                  <a:pt x="12973" y="8933"/>
                  <a:pt x="12973" y="8933"/>
                  <a:pt x="12973" y="8933"/>
                </a:cubicBezTo>
                <a:cubicBezTo>
                  <a:pt x="11906" y="10141"/>
                  <a:pt x="11906" y="10141"/>
                  <a:pt x="11906" y="10141"/>
                </a:cubicBezTo>
                <a:cubicBezTo>
                  <a:pt x="8306" y="6063"/>
                  <a:pt x="8306" y="6063"/>
                  <a:pt x="8306" y="6063"/>
                </a:cubicBezTo>
                <a:cubicBezTo>
                  <a:pt x="8706" y="4553"/>
                  <a:pt x="8440" y="2740"/>
                  <a:pt x="7240" y="1381"/>
                </a:cubicBezTo>
                <a:cubicBezTo>
                  <a:pt x="6173" y="172"/>
                  <a:pt x="4573" y="-281"/>
                  <a:pt x="3106" y="172"/>
                </a:cubicBezTo>
                <a:cubicBezTo>
                  <a:pt x="5506" y="2891"/>
                  <a:pt x="5506" y="2891"/>
                  <a:pt x="5506" y="2891"/>
                </a:cubicBezTo>
                <a:cubicBezTo>
                  <a:pt x="4840" y="5610"/>
                  <a:pt x="4840" y="5610"/>
                  <a:pt x="4840" y="5610"/>
                </a:cubicBezTo>
                <a:cubicBezTo>
                  <a:pt x="2573" y="6214"/>
                  <a:pt x="2573" y="6214"/>
                  <a:pt x="2573" y="6214"/>
                </a:cubicBezTo>
                <a:cubicBezTo>
                  <a:pt x="173" y="3495"/>
                  <a:pt x="173" y="3495"/>
                  <a:pt x="173" y="3495"/>
                </a:cubicBezTo>
                <a:cubicBezTo>
                  <a:pt x="-227" y="5157"/>
                  <a:pt x="40" y="6969"/>
                  <a:pt x="1240" y="8178"/>
                </a:cubicBezTo>
                <a:cubicBezTo>
                  <a:pt x="2440" y="9537"/>
                  <a:pt x="4040" y="9990"/>
                  <a:pt x="5506" y="9386"/>
                </a:cubicBezTo>
                <a:cubicBezTo>
                  <a:pt x="5640" y="9386"/>
                  <a:pt x="5640" y="9386"/>
                  <a:pt x="5640" y="9386"/>
                </a:cubicBezTo>
                <a:cubicBezTo>
                  <a:pt x="9106" y="13313"/>
                  <a:pt x="9106" y="13313"/>
                  <a:pt x="9106" y="13313"/>
                </a:cubicBezTo>
                <a:cubicBezTo>
                  <a:pt x="5773" y="17090"/>
                  <a:pt x="5773" y="17090"/>
                  <a:pt x="5773" y="17090"/>
                </a:cubicBezTo>
                <a:cubicBezTo>
                  <a:pt x="5506" y="16939"/>
                  <a:pt x="5506" y="16939"/>
                  <a:pt x="5506" y="16939"/>
                </a:cubicBezTo>
                <a:cubicBezTo>
                  <a:pt x="4573" y="17845"/>
                  <a:pt x="4573" y="17845"/>
                  <a:pt x="4573" y="17845"/>
                </a:cubicBezTo>
                <a:cubicBezTo>
                  <a:pt x="3106" y="20564"/>
                  <a:pt x="3106" y="20564"/>
                  <a:pt x="3106" y="20564"/>
                </a:cubicBezTo>
                <a:cubicBezTo>
                  <a:pt x="3506" y="21017"/>
                  <a:pt x="3506" y="21017"/>
                  <a:pt x="3506" y="21017"/>
                </a:cubicBezTo>
                <a:cubicBezTo>
                  <a:pt x="5906" y="19204"/>
                  <a:pt x="5906" y="19204"/>
                  <a:pt x="5906" y="19204"/>
                </a:cubicBezTo>
                <a:cubicBezTo>
                  <a:pt x="6706" y="18147"/>
                  <a:pt x="6706" y="18147"/>
                  <a:pt x="6706" y="18147"/>
                </a:cubicBezTo>
                <a:cubicBezTo>
                  <a:pt x="6573" y="17996"/>
                  <a:pt x="6573" y="17996"/>
                  <a:pt x="6573" y="17996"/>
                </a:cubicBezTo>
                <a:cubicBezTo>
                  <a:pt x="9773" y="14220"/>
                  <a:pt x="9773" y="14220"/>
                  <a:pt x="9773" y="14220"/>
                </a:cubicBezTo>
                <a:cubicBezTo>
                  <a:pt x="15506" y="20715"/>
                  <a:pt x="15506" y="20715"/>
                  <a:pt x="15506" y="20715"/>
                </a:cubicBezTo>
                <a:cubicBezTo>
                  <a:pt x="15906" y="21168"/>
                  <a:pt x="16440" y="21319"/>
                  <a:pt x="16973" y="21319"/>
                </a:cubicBezTo>
                <a:cubicBezTo>
                  <a:pt x="17506" y="21319"/>
                  <a:pt x="18040" y="21168"/>
                  <a:pt x="18306" y="20715"/>
                </a:cubicBezTo>
                <a:cubicBezTo>
                  <a:pt x="19106" y="19809"/>
                  <a:pt x="19106" y="18298"/>
                  <a:pt x="18306" y="17392"/>
                </a:cubicBezTo>
                <a:cubicBezTo>
                  <a:pt x="12706" y="11048"/>
                  <a:pt x="12706" y="11048"/>
                  <a:pt x="12706" y="11048"/>
                </a:cubicBezTo>
                <a:cubicBezTo>
                  <a:pt x="13773" y="9839"/>
                  <a:pt x="13773" y="9839"/>
                  <a:pt x="13773" y="9839"/>
                </a:cubicBezTo>
                <a:cubicBezTo>
                  <a:pt x="14173" y="10292"/>
                  <a:pt x="14173" y="10292"/>
                  <a:pt x="14173" y="10292"/>
                </a:cubicBezTo>
                <a:cubicBezTo>
                  <a:pt x="14573" y="9990"/>
                  <a:pt x="15106" y="9990"/>
                  <a:pt x="15506" y="9990"/>
                </a:cubicBezTo>
                <a:cubicBezTo>
                  <a:pt x="20306" y="4553"/>
                  <a:pt x="20306" y="4553"/>
                  <a:pt x="20306" y="4553"/>
                </a:cubicBezTo>
                <a:cubicBezTo>
                  <a:pt x="20440" y="4402"/>
                  <a:pt x="20440" y="4402"/>
                  <a:pt x="20440" y="4402"/>
                </a:cubicBezTo>
                <a:cubicBezTo>
                  <a:pt x="20440" y="4402"/>
                  <a:pt x="20440" y="4402"/>
                  <a:pt x="20440" y="4402"/>
                </a:cubicBezTo>
                <a:cubicBezTo>
                  <a:pt x="20440" y="4250"/>
                  <a:pt x="20573" y="4099"/>
                  <a:pt x="20573" y="3948"/>
                </a:cubicBezTo>
                <a:cubicBezTo>
                  <a:pt x="20706" y="3948"/>
                  <a:pt x="20973" y="3948"/>
                  <a:pt x="21106" y="3797"/>
                </a:cubicBezTo>
                <a:cubicBezTo>
                  <a:pt x="21373" y="3495"/>
                  <a:pt x="21373" y="2891"/>
                  <a:pt x="21106" y="2589"/>
                </a:cubicBezTo>
                <a:close/>
                <a:moveTo>
                  <a:pt x="17106" y="18600"/>
                </a:moveTo>
                <a:cubicBezTo>
                  <a:pt x="17506" y="18600"/>
                  <a:pt x="17906" y="18902"/>
                  <a:pt x="17906" y="19355"/>
                </a:cubicBezTo>
                <a:cubicBezTo>
                  <a:pt x="17906" y="19960"/>
                  <a:pt x="17506" y="20262"/>
                  <a:pt x="17106" y="20262"/>
                </a:cubicBezTo>
                <a:cubicBezTo>
                  <a:pt x="16706" y="20262"/>
                  <a:pt x="16306" y="19960"/>
                  <a:pt x="16306" y="19355"/>
                </a:cubicBezTo>
                <a:cubicBezTo>
                  <a:pt x="16306" y="18902"/>
                  <a:pt x="16706" y="18600"/>
                  <a:pt x="17106" y="18600"/>
                </a:cubicBezTo>
                <a:close/>
                <a:moveTo>
                  <a:pt x="14306" y="7120"/>
                </a:moveTo>
                <a:cubicBezTo>
                  <a:pt x="14040" y="6818"/>
                  <a:pt x="14040" y="6818"/>
                  <a:pt x="14040" y="6818"/>
                </a:cubicBezTo>
                <a:cubicBezTo>
                  <a:pt x="17640" y="2740"/>
                  <a:pt x="17640" y="2740"/>
                  <a:pt x="17640" y="2740"/>
                </a:cubicBezTo>
                <a:cubicBezTo>
                  <a:pt x="18040" y="3042"/>
                  <a:pt x="18040" y="3042"/>
                  <a:pt x="18040" y="3042"/>
                </a:cubicBezTo>
                <a:lnTo>
                  <a:pt x="14306" y="7120"/>
                </a:lnTo>
                <a:close/>
                <a:moveTo>
                  <a:pt x="15506" y="8480"/>
                </a:moveTo>
                <a:cubicBezTo>
                  <a:pt x="15240" y="8178"/>
                  <a:pt x="15240" y="8178"/>
                  <a:pt x="15240" y="8178"/>
                </a:cubicBezTo>
                <a:cubicBezTo>
                  <a:pt x="18840" y="3948"/>
                  <a:pt x="18840" y="3948"/>
                  <a:pt x="18840" y="3948"/>
                </a:cubicBezTo>
                <a:cubicBezTo>
                  <a:pt x="19240" y="4402"/>
                  <a:pt x="19240" y="4402"/>
                  <a:pt x="19240" y="4402"/>
                </a:cubicBezTo>
                <a:lnTo>
                  <a:pt x="15506" y="848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00" name="Freeform 75"/>
          <p:cNvSpPr/>
          <p:nvPr/>
        </p:nvSpPr>
        <p:spPr>
          <a:xfrm>
            <a:off x="20826361" y="6698337"/>
            <a:ext cx="507869" cy="3174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7550" y="8640"/>
                </a:moveTo>
                <a:cubicBezTo>
                  <a:pt x="17550" y="3888"/>
                  <a:pt x="15120" y="0"/>
                  <a:pt x="12150" y="0"/>
                </a:cubicBezTo>
                <a:cubicBezTo>
                  <a:pt x="10125" y="0"/>
                  <a:pt x="8370" y="1944"/>
                  <a:pt x="7425" y="4536"/>
                </a:cubicBezTo>
                <a:cubicBezTo>
                  <a:pt x="7155" y="4320"/>
                  <a:pt x="7020" y="4320"/>
                  <a:pt x="6750" y="4320"/>
                </a:cubicBezTo>
                <a:cubicBezTo>
                  <a:pt x="4860" y="4320"/>
                  <a:pt x="3375" y="6264"/>
                  <a:pt x="2835" y="9072"/>
                </a:cubicBezTo>
                <a:cubicBezTo>
                  <a:pt x="1215" y="9720"/>
                  <a:pt x="0" y="12312"/>
                  <a:pt x="0" y="15120"/>
                </a:cubicBezTo>
                <a:cubicBezTo>
                  <a:pt x="0" y="18792"/>
                  <a:pt x="1755" y="21600"/>
                  <a:pt x="4050" y="21600"/>
                </a:cubicBezTo>
                <a:cubicBezTo>
                  <a:pt x="17550" y="21600"/>
                  <a:pt x="17550" y="21600"/>
                  <a:pt x="17550" y="21600"/>
                </a:cubicBezTo>
                <a:cubicBezTo>
                  <a:pt x="19710" y="21600"/>
                  <a:pt x="21600" y="18792"/>
                  <a:pt x="21600" y="15120"/>
                </a:cubicBezTo>
                <a:cubicBezTo>
                  <a:pt x="21600" y="11664"/>
                  <a:pt x="19710" y="8640"/>
                  <a:pt x="17550" y="8640"/>
                </a:cubicBezTo>
                <a:close/>
                <a:moveTo>
                  <a:pt x="10800" y="19440"/>
                </a:moveTo>
                <a:cubicBezTo>
                  <a:pt x="6750" y="10800"/>
                  <a:pt x="6750" y="10800"/>
                  <a:pt x="6750" y="10800"/>
                </a:cubicBezTo>
                <a:cubicBezTo>
                  <a:pt x="9450" y="10800"/>
                  <a:pt x="9450" y="10800"/>
                  <a:pt x="9450" y="10800"/>
                </a:cubicBezTo>
                <a:cubicBezTo>
                  <a:pt x="9450" y="4320"/>
                  <a:pt x="9450" y="4320"/>
                  <a:pt x="9450" y="4320"/>
                </a:cubicBezTo>
                <a:cubicBezTo>
                  <a:pt x="12150" y="4320"/>
                  <a:pt x="12150" y="4320"/>
                  <a:pt x="12150" y="4320"/>
                </a:cubicBezTo>
                <a:cubicBezTo>
                  <a:pt x="12150" y="10800"/>
                  <a:pt x="12150" y="10800"/>
                  <a:pt x="12150" y="10800"/>
                </a:cubicBezTo>
                <a:cubicBezTo>
                  <a:pt x="14850" y="10800"/>
                  <a:pt x="14850" y="10800"/>
                  <a:pt x="14850" y="10800"/>
                </a:cubicBezTo>
                <a:lnTo>
                  <a:pt x="10800" y="1944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01" name="Freeform 37"/>
          <p:cNvSpPr/>
          <p:nvPr/>
        </p:nvSpPr>
        <p:spPr>
          <a:xfrm>
            <a:off x="4190523" y="7735843"/>
            <a:ext cx="509456" cy="5094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00" h="21400" fill="norm" stroke="1" extrusionOk="0">
                <a:moveTo>
                  <a:pt x="20800" y="20800"/>
                </a:moveTo>
                <a:cubicBezTo>
                  <a:pt x="20000" y="21600"/>
                  <a:pt x="18800" y="21600"/>
                  <a:pt x="18000" y="20800"/>
                </a:cubicBezTo>
                <a:cubicBezTo>
                  <a:pt x="14400" y="17333"/>
                  <a:pt x="14400" y="17333"/>
                  <a:pt x="14400" y="17333"/>
                </a:cubicBezTo>
                <a:cubicBezTo>
                  <a:pt x="12933" y="18267"/>
                  <a:pt x="11200" y="18800"/>
                  <a:pt x="9333" y="18800"/>
                </a:cubicBezTo>
                <a:cubicBezTo>
                  <a:pt x="4267" y="18800"/>
                  <a:pt x="0" y="14533"/>
                  <a:pt x="0" y="9467"/>
                </a:cubicBezTo>
                <a:cubicBezTo>
                  <a:pt x="0" y="4267"/>
                  <a:pt x="4267" y="0"/>
                  <a:pt x="9333" y="0"/>
                </a:cubicBezTo>
                <a:cubicBezTo>
                  <a:pt x="14533" y="0"/>
                  <a:pt x="18800" y="4267"/>
                  <a:pt x="18800" y="9467"/>
                </a:cubicBezTo>
                <a:cubicBezTo>
                  <a:pt x="18800" y="11200"/>
                  <a:pt x="18133" y="12933"/>
                  <a:pt x="17200" y="14400"/>
                </a:cubicBezTo>
                <a:cubicBezTo>
                  <a:pt x="20800" y="18000"/>
                  <a:pt x="20800" y="18000"/>
                  <a:pt x="20800" y="18000"/>
                </a:cubicBezTo>
                <a:cubicBezTo>
                  <a:pt x="21600" y="18800"/>
                  <a:pt x="21600" y="20000"/>
                  <a:pt x="20800" y="20800"/>
                </a:cubicBezTo>
                <a:close/>
                <a:moveTo>
                  <a:pt x="9333" y="2667"/>
                </a:moveTo>
                <a:cubicBezTo>
                  <a:pt x="5733" y="2667"/>
                  <a:pt x="2667" y="5733"/>
                  <a:pt x="2667" y="9467"/>
                </a:cubicBezTo>
                <a:cubicBezTo>
                  <a:pt x="2667" y="13067"/>
                  <a:pt x="5733" y="16133"/>
                  <a:pt x="9333" y="16133"/>
                </a:cubicBezTo>
                <a:cubicBezTo>
                  <a:pt x="13067" y="16133"/>
                  <a:pt x="16133" y="13067"/>
                  <a:pt x="16133" y="9467"/>
                </a:cubicBezTo>
                <a:cubicBezTo>
                  <a:pt x="16133" y="5733"/>
                  <a:pt x="13067" y="2667"/>
                  <a:pt x="9333" y="2667"/>
                </a:cubicBezTo>
                <a:close/>
                <a:moveTo>
                  <a:pt x="12000" y="10800"/>
                </a:moveTo>
                <a:cubicBezTo>
                  <a:pt x="6667" y="10800"/>
                  <a:pt x="6667" y="10800"/>
                  <a:pt x="6667" y="10800"/>
                </a:cubicBezTo>
                <a:cubicBezTo>
                  <a:pt x="6000" y="10800"/>
                  <a:pt x="5333" y="10133"/>
                  <a:pt x="5333" y="9467"/>
                </a:cubicBezTo>
                <a:cubicBezTo>
                  <a:pt x="5333" y="8667"/>
                  <a:pt x="6000" y="8133"/>
                  <a:pt x="6667" y="8133"/>
                </a:cubicBezTo>
                <a:cubicBezTo>
                  <a:pt x="12000" y="8133"/>
                  <a:pt x="12000" y="8133"/>
                  <a:pt x="12000" y="8133"/>
                </a:cubicBezTo>
                <a:cubicBezTo>
                  <a:pt x="12800" y="8133"/>
                  <a:pt x="13467" y="8667"/>
                  <a:pt x="13467" y="9467"/>
                </a:cubicBezTo>
                <a:cubicBezTo>
                  <a:pt x="13467" y="10133"/>
                  <a:pt x="12800" y="10800"/>
                  <a:pt x="12000" y="1080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02" name="Freeform 8"/>
          <p:cNvSpPr/>
          <p:nvPr/>
        </p:nvSpPr>
        <p:spPr>
          <a:xfrm>
            <a:off x="1925972" y="11115747"/>
            <a:ext cx="507869" cy="5056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07" fill="norm" stroke="1" extrusionOk="0">
                <a:moveTo>
                  <a:pt x="19170" y="7872"/>
                </a:moveTo>
                <a:cubicBezTo>
                  <a:pt x="19170" y="7872"/>
                  <a:pt x="19170" y="7872"/>
                  <a:pt x="12015" y="7872"/>
                </a:cubicBezTo>
                <a:cubicBezTo>
                  <a:pt x="12555" y="7197"/>
                  <a:pt x="12960" y="6522"/>
                  <a:pt x="12960" y="5847"/>
                </a:cubicBezTo>
                <a:cubicBezTo>
                  <a:pt x="12960" y="5037"/>
                  <a:pt x="12690" y="4632"/>
                  <a:pt x="12150" y="4092"/>
                </a:cubicBezTo>
                <a:cubicBezTo>
                  <a:pt x="10665" y="2742"/>
                  <a:pt x="10395" y="2202"/>
                  <a:pt x="11070" y="1257"/>
                </a:cubicBezTo>
                <a:cubicBezTo>
                  <a:pt x="11340" y="987"/>
                  <a:pt x="11340" y="447"/>
                  <a:pt x="11070" y="177"/>
                </a:cubicBezTo>
                <a:cubicBezTo>
                  <a:pt x="10800" y="-93"/>
                  <a:pt x="10395" y="-93"/>
                  <a:pt x="10125" y="447"/>
                </a:cubicBezTo>
                <a:cubicBezTo>
                  <a:pt x="8370" y="2472"/>
                  <a:pt x="10125" y="4092"/>
                  <a:pt x="11070" y="5037"/>
                </a:cubicBezTo>
                <a:cubicBezTo>
                  <a:pt x="11340" y="5307"/>
                  <a:pt x="11610" y="5577"/>
                  <a:pt x="11610" y="5847"/>
                </a:cubicBezTo>
                <a:cubicBezTo>
                  <a:pt x="11610" y="6387"/>
                  <a:pt x="11070" y="7197"/>
                  <a:pt x="10395" y="7602"/>
                </a:cubicBezTo>
                <a:cubicBezTo>
                  <a:pt x="10260" y="7737"/>
                  <a:pt x="10260" y="7737"/>
                  <a:pt x="10260" y="7872"/>
                </a:cubicBezTo>
                <a:cubicBezTo>
                  <a:pt x="2295" y="7872"/>
                  <a:pt x="2295" y="7872"/>
                  <a:pt x="2295" y="7872"/>
                </a:cubicBezTo>
                <a:cubicBezTo>
                  <a:pt x="1080" y="7872"/>
                  <a:pt x="0" y="8817"/>
                  <a:pt x="0" y="10032"/>
                </a:cubicBezTo>
                <a:cubicBezTo>
                  <a:pt x="0" y="10032"/>
                  <a:pt x="0" y="10032"/>
                  <a:pt x="0" y="19212"/>
                </a:cubicBezTo>
                <a:cubicBezTo>
                  <a:pt x="0" y="20562"/>
                  <a:pt x="1080" y="21507"/>
                  <a:pt x="2295" y="21507"/>
                </a:cubicBezTo>
                <a:cubicBezTo>
                  <a:pt x="2295" y="21507"/>
                  <a:pt x="2295" y="21507"/>
                  <a:pt x="19170" y="21507"/>
                </a:cubicBezTo>
                <a:cubicBezTo>
                  <a:pt x="20655" y="21507"/>
                  <a:pt x="21600" y="20562"/>
                  <a:pt x="21600" y="19212"/>
                </a:cubicBezTo>
                <a:cubicBezTo>
                  <a:pt x="21600" y="10032"/>
                  <a:pt x="21600" y="10032"/>
                  <a:pt x="21600" y="10032"/>
                </a:cubicBezTo>
                <a:cubicBezTo>
                  <a:pt x="21600" y="8817"/>
                  <a:pt x="20655" y="7872"/>
                  <a:pt x="19170" y="7872"/>
                </a:cubicBezTo>
                <a:close/>
                <a:moveTo>
                  <a:pt x="20115" y="19212"/>
                </a:moveTo>
                <a:cubicBezTo>
                  <a:pt x="20115" y="19752"/>
                  <a:pt x="19845" y="20292"/>
                  <a:pt x="19170" y="20292"/>
                </a:cubicBezTo>
                <a:cubicBezTo>
                  <a:pt x="19170" y="20292"/>
                  <a:pt x="19170" y="20292"/>
                  <a:pt x="2295" y="20292"/>
                </a:cubicBezTo>
                <a:cubicBezTo>
                  <a:pt x="1890" y="20292"/>
                  <a:pt x="1350" y="19752"/>
                  <a:pt x="1350" y="19212"/>
                </a:cubicBezTo>
                <a:cubicBezTo>
                  <a:pt x="1350" y="19212"/>
                  <a:pt x="1350" y="19212"/>
                  <a:pt x="1350" y="10032"/>
                </a:cubicBezTo>
                <a:cubicBezTo>
                  <a:pt x="1350" y="9627"/>
                  <a:pt x="1890" y="9087"/>
                  <a:pt x="2295" y="9087"/>
                </a:cubicBezTo>
                <a:cubicBezTo>
                  <a:pt x="2295" y="9087"/>
                  <a:pt x="2295" y="9087"/>
                  <a:pt x="19170" y="9087"/>
                </a:cubicBezTo>
                <a:cubicBezTo>
                  <a:pt x="19845" y="9087"/>
                  <a:pt x="20115" y="9627"/>
                  <a:pt x="20115" y="10032"/>
                </a:cubicBezTo>
                <a:lnTo>
                  <a:pt x="20115" y="19212"/>
                </a:lnTo>
                <a:close/>
                <a:moveTo>
                  <a:pt x="5265" y="11652"/>
                </a:moveTo>
                <a:cubicBezTo>
                  <a:pt x="5265" y="11652"/>
                  <a:pt x="5265" y="11652"/>
                  <a:pt x="4725" y="11652"/>
                </a:cubicBezTo>
                <a:cubicBezTo>
                  <a:pt x="4455" y="11652"/>
                  <a:pt x="4455" y="11652"/>
                  <a:pt x="4455" y="11922"/>
                </a:cubicBezTo>
                <a:cubicBezTo>
                  <a:pt x="4455" y="12192"/>
                  <a:pt x="4455" y="12192"/>
                  <a:pt x="4725" y="12192"/>
                </a:cubicBezTo>
                <a:cubicBezTo>
                  <a:pt x="4725" y="12192"/>
                  <a:pt x="4725" y="12192"/>
                  <a:pt x="5265" y="12192"/>
                </a:cubicBezTo>
                <a:cubicBezTo>
                  <a:pt x="5265" y="12192"/>
                  <a:pt x="5400" y="12192"/>
                  <a:pt x="5400" y="11922"/>
                </a:cubicBezTo>
                <a:cubicBezTo>
                  <a:pt x="5400" y="11652"/>
                  <a:pt x="5265" y="11652"/>
                  <a:pt x="5265" y="11652"/>
                </a:cubicBezTo>
                <a:close/>
                <a:moveTo>
                  <a:pt x="7020" y="12192"/>
                </a:moveTo>
                <a:cubicBezTo>
                  <a:pt x="7020" y="12192"/>
                  <a:pt x="7020" y="12192"/>
                  <a:pt x="7560" y="12192"/>
                </a:cubicBezTo>
                <a:cubicBezTo>
                  <a:pt x="7830" y="12192"/>
                  <a:pt x="7830" y="12192"/>
                  <a:pt x="7830" y="11922"/>
                </a:cubicBezTo>
                <a:cubicBezTo>
                  <a:pt x="7830" y="11652"/>
                  <a:pt x="7830" y="11652"/>
                  <a:pt x="7560" y="11652"/>
                </a:cubicBezTo>
                <a:cubicBezTo>
                  <a:pt x="7560" y="11652"/>
                  <a:pt x="7560" y="11652"/>
                  <a:pt x="7020" y="11652"/>
                </a:cubicBezTo>
                <a:cubicBezTo>
                  <a:pt x="7020" y="11652"/>
                  <a:pt x="6750" y="11652"/>
                  <a:pt x="6750" y="11922"/>
                </a:cubicBezTo>
                <a:cubicBezTo>
                  <a:pt x="6750" y="12192"/>
                  <a:pt x="7020" y="12192"/>
                  <a:pt x="7020" y="12192"/>
                </a:cubicBezTo>
                <a:close/>
                <a:moveTo>
                  <a:pt x="9585" y="12192"/>
                </a:moveTo>
                <a:cubicBezTo>
                  <a:pt x="9585" y="12192"/>
                  <a:pt x="9585" y="12192"/>
                  <a:pt x="9855" y="12192"/>
                </a:cubicBezTo>
                <a:cubicBezTo>
                  <a:pt x="9990" y="12192"/>
                  <a:pt x="9990" y="12192"/>
                  <a:pt x="9990" y="11922"/>
                </a:cubicBezTo>
                <a:cubicBezTo>
                  <a:pt x="9990" y="11652"/>
                  <a:pt x="9990" y="11652"/>
                  <a:pt x="9855" y="11652"/>
                </a:cubicBezTo>
                <a:cubicBezTo>
                  <a:pt x="9855" y="11652"/>
                  <a:pt x="9855" y="11652"/>
                  <a:pt x="9585" y="11652"/>
                </a:cubicBezTo>
                <a:cubicBezTo>
                  <a:pt x="9315" y="11652"/>
                  <a:pt x="9045" y="11652"/>
                  <a:pt x="9045" y="11922"/>
                </a:cubicBezTo>
                <a:cubicBezTo>
                  <a:pt x="9045" y="12192"/>
                  <a:pt x="9315" y="12192"/>
                  <a:pt x="9585" y="12192"/>
                </a:cubicBezTo>
                <a:close/>
                <a:moveTo>
                  <a:pt x="11610" y="12192"/>
                </a:moveTo>
                <a:cubicBezTo>
                  <a:pt x="11610" y="12192"/>
                  <a:pt x="11610" y="12192"/>
                  <a:pt x="11880" y="12192"/>
                </a:cubicBezTo>
                <a:cubicBezTo>
                  <a:pt x="12150" y="12192"/>
                  <a:pt x="12150" y="12192"/>
                  <a:pt x="12150" y="11922"/>
                </a:cubicBezTo>
                <a:cubicBezTo>
                  <a:pt x="12150" y="11652"/>
                  <a:pt x="12150" y="11652"/>
                  <a:pt x="11880" y="11652"/>
                </a:cubicBezTo>
                <a:cubicBezTo>
                  <a:pt x="11880" y="11652"/>
                  <a:pt x="11880" y="11652"/>
                  <a:pt x="11610" y="11652"/>
                </a:cubicBezTo>
                <a:cubicBezTo>
                  <a:pt x="11340" y="11652"/>
                  <a:pt x="11070" y="11652"/>
                  <a:pt x="11070" y="11922"/>
                </a:cubicBezTo>
                <a:cubicBezTo>
                  <a:pt x="11070" y="12192"/>
                  <a:pt x="11340" y="12192"/>
                  <a:pt x="11610" y="12192"/>
                </a:cubicBezTo>
                <a:close/>
                <a:moveTo>
                  <a:pt x="13905" y="12192"/>
                </a:moveTo>
                <a:cubicBezTo>
                  <a:pt x="13905" y="12192"/>
                  <a:pt x="13905" y="12192"/>
                  <a:pt x="14175" y="12192"/>
                </a:cubicBezTo>
                <a:cubicBezTo>
                  <a:pt x="14310" y="12192"/>
                  <a:pt x="14580" y="12192"/>
                  <a:pt x="14580" y="11922"/>
                </a:cubicBezTo>
                <a:cubicBezTo>
                  <a:pt x="14580" y="11652"/>
                  <a:pt x="14310" y="11652"/>
                  <a:pt x="14175" y="11652"/>
                </a:cubicBezTo>
                <a:cubicBezTo>
                  <a:pt x="14175" y="11652"/>
                  <a:pt x="14175" y="11652"/>
                  <a:pt x="13905" y="11652"/>
                </a:cubicBezTo>
                <a:cubicBezTo>
                  <a:pt x="13635" y="11652"/>
                  <a:pt x="13635" y="11652"/>
                  <a:pt x="13635" y="11922"/>
                </a:cubicBezTo>
                <a:cubicBezTo>
                  <a:pt x="13635" y="12192"/>
                  <a:pt x="13635" y="12192"/>
                  <a:pt x="13905" y="12192"/>
                </a:cubicBezTo>
                <a:close/>
                <a:moveTo>
                  <a:pt x="16605" y="11652"/>
                </a:moveTo>
                <a:cubicBezTo>
                  <a:pt x="16605" y="11652"/>
                  <a:pt x="16605" y="11652"/>
                  <a:pt x="16065" y="11652"/>
                </a:cubicBezTo>
                <a:cubicBezTo>
                  <a:pt x="15795" y="11652"/>
                  <a:pt x="15795" y="11652"/>
                  <a:pt x="15795" y="11922"/>
                </a:cubicBezTo>
                <a:cubicBezTo>
                  <a:pt x="15795" y="12192"/>
                  <a:pt x="15795" y="12192"/>
                  <a:pt x="16065" y="12192"/>
                </a:cubicBezTo>
                <a:cubicBezTo>
                  <a:pt x="16065" y="12192"/>
                  <a:pt x="16065" y="12192"/>
                  <a:pt x="16605" y="12192"/>
                </a:cubicBezTo>
                <a:cubicBezTo>
                  <a:pt x="16605" y="12192"/>
                  <a:pt x="16875" y="12192"/>
                  <a:pt x="16875" y="11922"/>
                </a:cubicBezTo>
                <a:cubicBezTo>
                  <a:pt x="16875" y="11652"/>
                  <a:pt x="16605" y="11652"/>
                  <a:pt x="16605" y="11652"/>
                </a:cubicBezTo>
                <a:close/>
                <a:moveTo>
                  <a:pt x="5265" y="13677"/>
                </a:moveTo>
                <a:cubicBezTo>
                  <a:pt x="5265" y="13677"/>
                  <a:pt x="5265" y="13677"/>
                  <a:pt x="4725" y="13677"/>
                </a:cubicBezTo>
                <a:cubicBezTo>
                  <a:pt x="4455" y="13677"/>
                  <a:pt x="4455" y="13677"/>
                  <a:pt x="4455" y="13947"/>
                </a:cubicBezTo>
                <a:cubicBezTo>
                  <a:pt x="4455" y="14217"/>
                  <a:pt x="4455" y="14217"/>
                  <a:pt x="4725" y="14217"/>
                </a:cubicBezTo>
                <a:cubicBezTo>
                  <a:pt x="4725" y="14217"/>
                  <a:pt x="4725" y="14217"/>
                  <a:pt x="5265" y="14217"/>
                </a:cubicBezTo>
                <a:cubicBezTo>
                  <a:pt x="5265" y="14217"/>
                  <a:pt x="5400" y="14217"/>
                  <a:pt x="5400" y="13947"/>
                </a:cubicBezTo>
                <a:cubicBezTo>
                  <a:pt x="5400" y="13677"/>
                  <a:pt x="5265" y="13677"/>
                  <a:pt x="5265" y="13677"/>
                </a:cubicBezTo>
                <a:close/>
                <a:moveTo>
                  <a:pt x="7020" y="14217"/>
                </a:moveTo>
                <a:cubicBezTo>
                  <a:pt x="7020" y="14217"/>
                  <a:pt x="7020" y="14217"/>
                  <a:pt x="7560" y="14217"/>
                </a:cubicBezTo>
                <a:cubicBezTo>
                  <a:pt x="7830" y="14217"/>
                  <a:pt x="7830" y="14217"/>
                  <a:pt x="7830" y="13947"/>
                </a:cubicBezTo>
                <a:cubicBezTo>
                  <a:pt x="7830" y="13677"/>
                  <a:pt x="7830" y="13677"/>
                  <a:pt x="7560" y="13677"/>
                </a:cubicBezTo>
                <a:cubicBezTo>
                  <a:pt x="7560" y="13677"/>
                  <a:pt x="7560" y="13677"/>
                  <a:pt x="7020" y="13677"/>
                </a:cubicBezTo>
                <a:cubicBezTo>
                  <a:pt x="7020" y="13677"/>
                  <a:pt x="6750" y="13677"/>
                  <a:pt x="6750" y="13947"/>
                </a:cubicBezTo>
                <a:cubicBezTo>
                  <a:pt x="6750" y="14217"/>
                  <a:pt x="7020" y="14217"/>
                  <a:pt x="7020" y="14217"/>
                </a:cubicBezTo>
                <a:close/>
                <a:moveTo>
                  <a:pt x="9585" y="14217"/>
                </a:moveTo>
                <a:cubicBezTo>
                  <a:pt x="9585" y="14217"/>
                  <a:pt x="9585" y="14217"/>
                  <a:pt x="9855" y="14217"/>
                </a:cubicBezTo>
                <a:cubicBezTo>
                  <a:pt x="9990" y="14217"/>
                  <a:pt x="9990" y="14217"/>
                  <a:pt x="9990" y="13947"/>
                </a:cubicBezTo>
                <a:cubicBezTo>
                  <a:pt x="9990" y="13677"/>
                  <a:pt x="9990" y="13677"/>
                  <a:pt x="9855" y="13677"/>
                </a:cubicBezTo>
                <a:cubicBezTo>
                  <a:pt x="9855" y="13677"/>
                  <a:pt x="9855" y="13677"/>
                  <a:pt x="9585" y="13677"/>
                </a:cubicBezTo>
                <a:cubicBezTo>
                  <a:pt x="9315" y="13677"/>
                  <a:pt x="9045" y="13677"/>
                  <a:pt x="9045" y="13947"/>
                </a:cubicBezTo>
                <a:cubicBezTo>
                  <a:pt x="9045" y="14217"/>
                  <a:pt x="9315" y="14217"/>
                  <a:pt x="9585" y="14217"/>
                </a:cubicBezTo>
                <a:close/>
                <a:moveTo>
                  <a:pt x="11610" y="14217"/>
                </a:moveTo>
                <a:cubicBezTo>
                  <a:pt x="11610" y="14217"/>
                  <a:pt x="11610" y="14217"/>
                  <a:pt x="11880" y="14217"/>
                </a:cubicBezTo>
                <a:cubicBezTo>
                  <a:pt x="12150" y="14217"/>
                  <a:pt x="12150" y="14217"/>
                  <a:pt x="12150" y="13947"/>
                </a:cubicBezTo>
                <a:cubicBezTo>
                  <a:pt x="12150" y="13677"/>
                  <a:pt x="12150" y="13677"/>
                  <a:pt x="11880" y="13677"/>
                </a:cubicBezTo>
                <a:cubicBezTo>
                  <a:pt x="11880" y="13677"/>
                  <a:pt x="11880" y="13677"/>
                  <a:pt x="11610" y="13677"/>
                </a:cubicBezTo>
                <a:cubicBezTo>
                  <a:pt x="11340" y="13677"/>
                  <a:pt x="11070" y="13677"/>
                  <a:pt x="11070" y="13947"/>
                </a:cubicBezTo>
                <a:cubicBezTo>
                  <a:pt x="11070" y="14217"/>
                  <a:pt x="11340" y="14217"/>
                  <a:pt x="11610" y="14217"/>
                </a:cubicBezTo>
                <a:close/>
                <a:moveTo>
                  <a:pt x="13905" y="14217"/>
                </a:moveTo>
                <a:cubicBezTo>
                  <a:pt x="13905" y="14217"/>
                  <a:pt x="13905" y="14217"/>
                  <a:pt x="14175" y="14217"/>
                </a:cubicBezTo>
                <a:cubicBezTo>
                  <a:pt x="14310" y="14217"/>
                  <a:pt x="14580" y="14217"/>
                  <a:pt x="14580" y="13947"/>
                </a:cubicBezTo>
                <a:cubicBezTo>
                  <a:pt x="14580" y="13677"/>
                  <a:pt x="14310" y="13677"/>
                  <a:pt x="14175" y="13677"/>
                </a:cubicBezTo>
                <a:cubicBezTo>
                  <a:pt x="14175" y="13677"/>
                  <a:pt x="14175" y="13677"/>
                  <a:pt x="13905" y="13677"/>
                </a:cubicBezTo>
                <a:cubicBezTo>
                  <a:pt x="13635" y="13677"/>
                  <a:pt x="13635" y="13677"/>
                  <a:pt x="13635" y="13947"/>
                </a:cubicBezTo>
                <a:cubicBezTo>
                  <a:pt x="13635" y="14217"/>
                  <a:pt x="13635" y="14217"/>
                  <a:pt x="13905" y="14217"/>
                </a:cubicBezTo>
                <a:close/>
                <a:moveTo>
                  <a:pt x="16605" y="13677"/>
                </a:moveTo>
                <a:cubicBezTo>
                  <a:pt x="16605" y="13677"/>
                  <a:pt x="16605" y="13677"/>
                  <a:pt x="16065" y="13677"/>
                </a:cubicBezTo>
                <a:cubicBezTo>
                  <a:pt x="15795" y="13677"/>
                  <a:pt x="15795" y="13677"/>
                  <a:pt x="15795" y="13947"/>
                </a:cubicBezTo>
                <a:cubicBezTo>
                  <a:pt x="15795" y="14217"/>
                  <a:pt x="15795" y="14217"/>
                  <a:pt x="16065" y="14217"/>
                </a:cubicBezTo>
                <a:cubicBezTo>
                  <a:pt x="16065" y="14217"/>
                  <a:pt x="16065" y="14217"/>
                  <a:pt x="16605" y="14217"/>
                </a:cubicBezTo>
                <a:cubicBezTo>
                  <a:pt x="16605" y="14217"/>
                  <a:pt x="16875" y="14217"/>
                  <a:pt x="16875" y="13947"/>
                </a:cubicBezTo>
                <a:cubicBezTo>
                  <a:pt x="16875" y="13677"/>
                  <a:pt x="16605" y="13677"/>
                  <a:pt x="16605" y="13677"/>
                </a:cubicBezTo>
                <a:close/>
                <a:moveTo>
                  <a:pt x="5265" y="17592"/>
                </a:moveTo>
                <a:cubicBezTo>
                  <a:pt x="5265" y="17592"/>
                  <a:pt x="5265" y="17592"/>
                  <a:pt x="4725" y="17592"/>
                </a:cubicBezTo>
                <a:cubicBezTo>
                  <a:pt x="4455" y="17592"/>
                  <a:pt x="4455" y="17727"/>
                  <a:pt x="4455" y="17997"/>
                </a:cubicBezTo>
                <a:cubicBezTo>
                  <a:pt x="4455" y="18132"/>
                  <a:pt x="4455" y="18132"/>
                  <a:pt x="4725" y="18132"/>
                </a:cubicBezTo>
                <a:cubicBezTo>
                  <a:pt x="4725" y="18132"/>
                  <a:pt x="4725" y="18132"/>
                  <a:pt x="5265" y="18132"/>
                </a:cubicBezTo>
                <a:cubicBezTo>
                  <a:pt x="5265" y="18132"/>
                  <a:pt x="5400" y="18132"/>
                  <a:pt x="5400" y="17997"/>
                </a:cubicBezTo>
                <a:cubicBezTo>
                  <a:pt x="5400" y="17727"/>
                  <a:pt x="5265" y="17592"/>
                  <a:pt x="5265" y="17592"/>
                </a:cubicBezTo>
                <a:close/>
                <a:moveTo>
                  <a:pt x="14580" y="17592"/>
                </a:moveTo>
                <a:cubicBezTo>
                  <a:pt x="14580" y="17592"/>
                  <a:pt x="14580" y="17592"/>
                  <a:pt x="6885" y="17592"/>
                </a:cubicBezTo>
                <a:cubicBezTo>
                  <a:pt x="6885" y="17592"/>
                  <a:pt x="6750" y="17727"/>
                  <a:pt x="6750" y="17997"/>
                </a:cubicBezTo>
                <a:cubicBezTo>
                  <a:pt x="6750" y="18132"/>
                  <a:pt x="6885" y="18132"/>
                  <a:pt x="6885" y="18132"/>
                </a:cubicBezTo>
                <a:cubicBezTo>
                  <a:pt x="6885" y="18132"/>
                  <a:pt x="6885" y="18132"/>
                  <a:pt x="14580" y="18132"/>
                </a:cubicBezTo>
                <a:cubicBezTo>
                  <a:pt x="14580" y="18132"/>
                  <a:pt x="14850" y="18132"/>
                  <a:pt x="14850" y="17997"/>
                </a:cubicBezTo>
                <a:cubicBezTo>
                  <a:pt x="14850" y="17727"/>
                  <a:pt x="14580" y="17592"/>
                  <a:pt x="14580" y="17592"/>
                </a:cubicBezTo>
                <a:close/>
                <a:moveTo>
                  <a:pt x="16605" y="17592"/>
                </a:moveTo>
                <a:cubicBezTo>
                  <a:pt x="16605" y="17592"/>
                  <a:pt x="16605" y="17592"/>
                  <a:pt x="16065" y="17592"/>
                </a:cubicBezTo>
                <a:cubicBezTo>
                  <a:pt x="15795" y="17592"/>
                  <a:pt x="15795" y="17727"/>
                  <a:pt x="15795" y="17997"/>
                </a:cubicBezTo>
                <a:cubicBezTo>
                  <a:pt x="15795" y="18132"/>
                  <a:pt x="15795" y="18132"/>
                  <a:pt x="16065" y="18132"/>
                </a:cubicBezTo>
                <a:cubicBezTo>
                  <a:pt x="16065" y="18132"/>
                  <a:pt x="16065" y="18132"/>
                  <a:pt x="16605" y="18132"/>
                </a:cubicBezTo>
                <a:cubicBezTo>
                  <a:pt x="16605" y="18132"/>
                  <a:pt x="16875" y="18132"/>
                  <a:pt x="16875" y="17997"/>
                </a:cubicBezTo>
                <a:cubicBezTo>
                  <a:pt x="16875" y="17727"/>
                  <a:pt x="16605" y="17592"/>
                  <a:pt x="16605" y="17592"/>
                </a:cubicBezTo>
                <a:close/>
                <a:moveTo>
                  <a:pt x="5265" y="15702"/>
                </a:moveTo>
                <a:cubicBezTo>
                  <a:pt x="5265" y="15702"/>
                  <a:pt x="5265" y="15702"/>
                  <a:pt x="4725" y="15702"/>
                </a:cubicBezTo>
                <a:cubicBezTo>
                  <a:pt x="4455" y="15702"/>
                  <a:pt x="4455" y="15702"/>
                  <a:pt x="4455" y="15972"/>
                </a:cubicBezTo>
                <a:cubicBezTo>
                  <a:pt x="4455" y="16242"/>
                  <a:pt x="4455" y="16242"/>
                  <a:pt x="4725" y="16242"/>
                </a:cubicBezTo>
                <a:cubicBezTo>
                  <a:pt x="4725" y="16242"/>
                  <a:pt x="4725" y="16242"/>
                  <a:pt x="5265" y="16242"/>
                </a:cubicBezTo>
                <a:cubicBezTo>
                  <a:pt x="5265" y="16242"/>
                  <a:pt x="5400" y="16242"/>
                  <a:pt x="5400" y="15972"/>
                </a:cubicBezTo>
                <a:cubicBezTo>
                  <a:pt x="5400" y="15702"/>
                  <a:pt x="5265" y="15702"/>
                  <a:pt x="5265" y="15702"/>
                </a:cubicBezTo>
                <a:close/>
                <a:moveTo>
                  <a:pt x="7020" y="16242"/>
                </a:moveTo>
                <a:cubicBezTo>
                  <a:pt x="7020" y="16242"/>
                  <a:pt x="7020" y="16242"/>
                  <a:pt x="7560" y="16242"/>
                </a:cubicBezTo>
                <a:cubicBezTo>
                  <a:pt x="7830" y="16242"/>
                  <a:pt x="7830" y="16242"/>
                  <a:pt x="7830" y="15972"/>
                </a:cubicBezTo>
                <a:cubicBezTo>
                  <a:pt x="7830" y="15702"/>
                  <a:pt x="7830" y="15702"/>
                  <a:pt x="7560" y="15702"/>
                </a:cubicBezTo>
                <a:cubicBezTo>
                  <a:pt x="7560" y="15702"/>
                  <a:pt x="7560" y="15702"/>
                  <a:pt x="7020" y="15702"/>
                </a:cubicBezTo>
                <a:cubicBezTo>
                  <a:pt x="7020" y="15702"/>
                  <a:pt x="6750" y="15702"/>
                  <a:pt x="6750" y="15972"/>
                </a:cubicBezTo>
                <a:cubicBezTo>
                  <a:pt x="6750" y="16242"/>
                  <a:pt x="7020" y="16242"/>
                  <a:pt x="7020" y="16242"/>
                </a:cubicBezTo>
                <a:close/>
                <a:moveTo>
                  <a:pt x="9585" y="16242"/>
                </a:moveTo>
                <a:cubicBezTo>
                  <a:pt x="9585" y="16242"/>
                  <a:pt x="9585" y="16242"/>
                  <a:pt x="9855" y="16242"/>
                </a:cubicBezTo>
                <a:cubicBezTo>
                  <a:pt x="9990" y="16242"/>
                  <a:pt x="9990" y="16242"/>
                  <a:pt x="9990" y="15972"/>
                </a:cubicBezTo>
                <a:cubicBezTo>
                  <a:pt x="9990" y="15702"/>
                  <a:pt x="9990" y="15702"/>
                  <a:pt x="9855" y="15702"/>
                </a:cubicBezTo>
                <a:cubicBezTo>
                  <a:pt x="9855" y="15702"/>
                  <a:pt x="9855" y="15702"/>
                  <a:pt x="9585" y="15702"/>
                </a:cubicBezTo>
                <a:cubicBezTo>
                  <a:pt x="9315" y="15702"/>
                  <a:pt x="9045" y="15702"/>
                  <a:pt x="9045" y="15972"/>
                </a:cubicBezTo>
                <a:cubicBezTo>
                  <a:pt x="9045" y="16242"/>
                  <a:pt x="9315" y="16242"/>
                  <a:pt x="9585" y="16242"/>
                </a:cubicBezTo>
                <a:close/>
                <a:moveTo>
                  <a:pt x="11610" y="16242"/>
                </a:moveTo>
                <a:cubicBezTo>
                  <a:pt x="11610" y="16242"/>
                  <a:pt x="11610" y="16242"/>
                  <a:pt x="11880" y="16242"/>
                </a:cubicBezTo>
                <a:cubicBezTo>
                  <a:pt x="12150" y="16242"/>
                  <a:pt x="12150" y="16242"/>
                  <a:pt x="12150" y="15972"/>
                </a:cubicBezTo>
                <a:cubicBezTo>
                  <a:pt x="12150" y="15702"/>
                  <a:pt x="12150" y="15702"/>
                  <a:pt x="11880" y="15702"/>
                </a:cubicBezTo>
                <a:cubicBezTo>
                  <a:pt x="11880" y="15702"/>
                  <a:pt x="11880" y="15702"/>
                  <a:pt x="11610" y="15702"/>
                </a:cubicBezTo>
                <a:cubicBezTo>
                  <a:pt x="11340" y="15702"/>
                  <a:pt x="11070" y="15702"/>
                  <a:pt x="11070" y="15972"/>
                </a:cubicBezTo>
                <a:cubicBezTo>
                  <a:pt x="11070" y="16242"/>
                  <a:pt x="11340" y="16242"/>
                  <a:pt x="11610" y="16242"/>
                </a:cubicBezTo>
                <a:close/>
                <a:moveTo>
                  <a:pt x="13905" y="16242"/>
                </a:moveTo>
                <a:cubicBezTo>
                  <a:pt x="13905" y="16242"/>
                  <a:pt x="13905" y="16242"/>
                  <a:pt x="14175" y="16242"/>
                </a:cubicBezTo>
                <a:cubicBezTo>
                  <a:pt x="14310" y="16242"/>
                  <a:pt x="14580" y="16242"/>
                  <a:pt x="14580" y="15972"/>
                </a:cubicBezTo>
                <a:cubicBezTo>
                  <a:pt x="14580" y="15702"/>
                  <a:pt x="14310" y="15702"/>
                  <a:pt x="14175" y="15702"/>
                </a:cubicBezTo>
                <a:cubicBezTo>
                  <a:pt x="14175" y="15702"/>
                  <a:pt x="14175" y="15702"/>
                  <a:pt x="13905" y="15702"/>
                </a:cubicBezTo>
                <a:cubicBezTo>
                  <a:pt x="13635" y="15702"/>
                  <a:pt x="13635" y="15702"/>
                  <a:pt x="13635" y="15972"/>
                </a:cubicBezTo>
                <a:cubicBezTo>
                  <a:pt x="13635" y="16242"/>
                  <a:pt x="13635" y="16242"/>
                  <a:pt x="13905" y="16242"/>
                </a:cubicBezTo>
                <a:close/>
                <a:moveTo>
                  <a:pt x="16605" y="15702"/>
                </a:moveTo>
                <a:cubicBezTo>
                  <a:pt x="16605" y="15702"/>
                  <a:pt x="16605" y="15702"/>
                  <a:pt x="16065" y="15702"/>
                </a:cubicBezTo>
                <a:cubicBezTo>
                  <a:pt x="15795" y="15702"/>
                  <a:pt x="15795" y="15702"/>
                  <a:pt x="15795" y="15972"/>
                </a:cubicBezTo>
                <a:cubicBezTo>
                  <a:pt x="15795" y="16242"/>
                  <a:pt x="15795" y="16242"/>
                  <a:pt x="16065" y="16242"/>
                </a:cubicBezTo>
                <a:cubicBezTo>
                  <a:pt x="16065" y="16242"/>
                  <a:pt x="16065" y="16242"/>
                  <a:pt x="16605" y="16242"/>
                </a:cubicBezTo>
                <a:cubicBezTo>
                  <a:pt x="16605" y="16242"/>
                  <a:pt x="16875" y="16242"/>
                  <a:pt x="16875" y="15972"/>
                </a:cubicBezTo>
                <a:cubicBezTo>
                  <a:pt x="16875" y="15702"/>
                  <a:pt x="16605" y="15702"/>
                  <a:pt x="16605" y="15702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03" name="Freeform 12"/>
          <p:cNvSpPr/>
          <p:nvPr/>
        </p:nvSpPr>
        <p:spPr>
          <a:xfrm>
            <a:off x="3033760" y="11116741"/>
            <a:ext cx="498699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43" h="21600" fill="norm" stroke="1" extrusionOk="0">
                <a:moveTo>
                  <a:pt x="21328" y="12285"/>
                </a:moveTo>
                <a:cubicBezTo>
                  <a:pt x="21328" y="945"/>
                  <a:pt x="21328" y="945"/>
                  <a:pt x="21328" y="945"/>
                </a:cubicBezTo>
                <a:cubicBezTo>
                  <a:pt x="21328" y="675"/>
                  <a:pt x="21328" y="675"/>
                  <a:pt x="21328" y="675"/>
                </a:cubicBezTo>
                <a:cubicBezTo>
                  <a:pt x="21057" y="270"/>
                  <a:pt x="20785" y="0"/>
                  <a:pt x="20377" y="0"/>
                </a:cubicBezTo>
                <a:cubicBezTo>
                  <a:pt x="7472" y="2430"/>
                  <a:pt x="7472" y="2430"/>
                  <a:pt x="7472" y="2430"/>
                </a:cubicBezTo>
                <a:cubicBezTo>
                  <a:pt x="7200" y="2430"/>
                  <a:pt x="6928" y="2700"/>
                  <a:pt x="6928" y="2700"/>
                </a:cubicBezTo>
                <a:cubicBezTo>
                  <a:pt x="6792" y="2970"/>
                  <a:pt x="6792" y="3240"/>
                  <a:pt x="6792" y="3510"/>
                </a:cubicBezTo>
                <a:cubicBezTo>
                  <a:pt x="6928" y="14040"/>
                  <a:pt x="6928" y="14040"/>
                  <a:pt x="6928" y="14040"/>
                </a:cubicBezTo>
                <a:cubicBezTo>
                  <a:pt x="5977" y="13770"/>
                  <a:pt x="5026" y="13770"/>
                  <a:pt x="3940" y="13770"/>
                </a:cubicBezTo>
                <a:cubicBezTo>
                  <a:pt x="1766" y="13770"/>
                  <a:pt x="0" y="15525"/>
                  <a:pt x="0" y="17550"/>
                </a:cubicBezTo>
                <a:cubicBezTo>
                  <a:pt x="0" y="19845"/>
                  <a:pt x="1766" y="21600"/>
                  <a:pt x="3940" y="21600"/>
                </a:cubicBezTo>
                <a:cubicBezTo>
                  <a:pt x="5162" y="21600"/>
                  <a:pt x="6249" y="21060"/>
                  <a:pt x="6928" y="20250"/>
                </a:cubicBezTo>
                <a:cubicBezTo>
                  <a:pt x="8694" y="18360"/>
                  <a:pt x="8558" y="14985"/>
                  <a:pt x="8287" y="14715"/>
                </a:cubicBezTo>
                <a:cubicBezTo>
                  <a:pt x="8287" y="6210"/>
                  <a:pt x="8287" y="6210"/>
                  <a:pt x="8287" y="6210"/>
                </a:cubicBezTo>
                <a:cubicBezTo>
                  <a:pt x="19834" y="4185"/>
                  <a:pt x="19834" y="4185"/>
                  <a:pt x="19834" y="4185"/>
                </a:cubicBezTo>
                <a:cubicBezTo>
                  <a:pt x="19834" y="11475"/>
                  <a:pt x="19834" y="11475"/>
                  <a:pt x="19834" y="11475"/>
                </a:cubicBezTo>
                <a:cubicBezTo>
                  <a:pt x="19019" y="11205"/>
                  <a:pt x="17796" y="11205"/>
                  <a:pt x="16845" y="11205"/>
                </a:cubicBezTo>
                <a:cubicBezTo>
                  <a:pt x="14808" y="11205"/>
                  <a:pt x="13042" y="12960"/>
                  <a:pt x="13042" y="14985"/>
                </a:cubicBezTo>
                <a:cubicBezTo>
                  <a:pt x="13042" y="17280"/>
                  <a:pt x="14808" y="19035"/>
                  <a:pt x="16845" y="19035"/>
                </a:cubicBezTo>
                <a:cubicBezTo>
                  <a:pt x="18068" y="19035"/>
                  <a:pt x="19019" y="18495"/>
                  <a:pt x="19834" y="17820"/>
                </a:cubicBezTo>
                <a:cubicBezTo>
                  <a:pt x="21600" y="15795"/>
                  <a:pt x="21328" y="12825"/>
                  <a:pt x="21328" y="12285"/>
                </a:cubicBezTo>
                <a:close/>
                <a:moveTo>
                  <a:pt x="5977" y="19305"/>
                </a:moveTo>
                <a:cubicBezTo>
                  <a:pt x="5434" y="19845"/>
                  <a:pt x="4755" y="20115"/>
                  <a:pt x="3940" y="20115"/>
                </a:cubicBezTo>
                <a:cubicBezTo>
                  <a:pt x="2445" y="20115"/>
                  <a:pt x="1494" y="18765"/>
                  <a:pt x="1494" y="17550"/>
                </a:cubicBezTo>
                <a:cubicBezTo>
                  <a:pt x="1494" y="16335"/>
                  <a:pt x="2445" y="15255"/>
                  <a:pt x="3940" y="15255"/>
                </a:cubicBezTo>
                <a:cubicBezTo>
                  <a:pt x="5026" y="15255"/>
                  <a:pt x="5977" y="15255"/>
                  <a:pt x="6928" y="15525"/>
                </a:cubicBezTo>
                <a:cubicBezTo>
                  <a:pt x="6928" y="16335"/>
                  <a:pt x="6792" y="18090"/>
                  <a:pt x="5977" y="19305"/>
                </a:cubicBezTo>
                <a:close/>
                <a:moveTo>
                  <a:pt x="18747" y="16740"/>
                </a:moveTo>
                <a:cubicBezTo>
                  <a:pt x="18340" y="17280"/>
                  <a:pt x="17796" y="17550"/>
                  <a:pt x="16845" y="17550"/>
                </a:cubicBezTo>
                <a:cubicBezTo>
                  <a:pt x="15487" y="17550"/>
                  <a:pt x="14536" y="16335"/>
                  <a:pt x="14536" y="14985"/>
                </a:cubicBezTo>
                <a:cubicBezTo>
                  <a:pt x="14536" y="13770"/>
                  <a:pt x="15487" y="12555"/>
                  <a:pt x="16845" y="12555"/>
                </a:cubicBezTo>
                <a:cubicBezTo>
                  <a:pt x="17525" y="12555"/>
                  <a:pt x="18747" y="12825"/>
                  <a:pt x="19834" y="12960"/>
                </a:cubicBezTo>
                <a:cubicBezTo>
                  <a:pt x="19834" y="13770"/>
                  <a:pt x="19834" y="15525"/>
                  <a:pt x="18747" y="16740"/>
                </a:cubicBezTo>
                <a:close/>
                <a:moveTo>
                  <a:pt x="19834" y="2700"/>
                </a:moveTo>
                <a:cubicBezTo>
                  <a:pt x="8287" y="4995"/>
                  <a:pt x="8287" y="4995"/>
                  <a:pt x="8287" y="4995"/>
                </a:cubicBezTo>
                <a:cubicBezTo>
                  <a:pt x="8287" y="3780"/>
                  <a:pt x="8287" y="3780"/>
                  <a:pt x="8287" y="3780"/>
                </a:cubicBezTo>
                <a:cubicBezTo>
                  <a:pt x="19834" y="1755"/>
                  <a:pt x="19834" y="1755"/>
                  <a:pt x="19834" y="1755"/>
                </a:cubicBezTo>
                <a:cubicBezTo>
                  <a:pt x="19834" y="2700"/>
                  <a:pt x="19834" y="2700"/>
                  <a:pt x="19834" y="270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04" name="Freeform 34"/>
          <p:cNvSpPr/>
          <p:nvPr/>
        </p:nvSpPr>
        <p:spPr>
          <a:xfrm>
            <a:off x="9753909" y="9997789"/>
            <a:ext cx="460257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023" y="0"/>
                </a:moveTo>
                <a:lnTo>
                  <a:pt x="0" y="4050"/>
                </a:lnTo>
                <a:lnTo>
                  <a:pt x="0" y="17415"/>
                </a:lnTo>
                <a:lnTo>
                  <a:pt x="11023" y="21600"/>
                </a:lnTo>
                <a:lnTo>
                  <a:pt x="21600" y="17415"/>
                </a:lnTo>
                <a:lnTo>
                  <a:pt x="21600" y="4050"/>
                </a:lnTo>
                <a:lnTo>
                  <a:pt x="11023" y="0"/>
                </a:lnTo>
                <a:close/>
                <a:moveTo>
                  <a:pt x="11023" y="810"/>
                </a:moveTo>
                <a:lnTo>
                  <a:pt x="14450" y="2025"/>
                </a:lnTo>
                <a:lnTo>
                  <a:pt x="4469" y="5805"/>
                </a:lnTo>
                <a:lnTo>
                  <a:pt x="1043" y="4455"/>
                </a:lnTo>
                <a:lnTo>
                  <a:pt x="11023" y="810"/>
                </a:lnTo>
                <a:close/>
                <a:moveTo>
                  <a:pt x="10428" y="20655"/>
                </a:moveTo>
                <a:lnTo>
                  <a:pt x="6406" y="19170"/>
                </a:lnTo>
                <a:lnTo>
                  <a:pt x="4320" y="18225"/>
                </a:lnTo>
                <a:lnTo>
                  <a:pt x="745" y="16875"/>
                </a:lnTo>
                <a:lnTo>
                  <a:pt x="745" y="5265"/>
                </a:lnTo>
                <a:lnTo>
                  <a:pt x="4320" y="6615"/>
                </a:lnTo>
                <a:lnTo>
                  <a:pt x="4320" y="9450"/>
                </a:lnTo>
                <a:lnTo>
                  <a:pt x="4618" y="9450"/>
                </a:lnTo>
                <a:lnTo>
                  <a:pt x="4767" y="9720"/>
                </a:lnTo>
                <a:lnTo>
                  <a:pt x="5065" y="9585"/>
                </a:lnTo>
                <a:lnTo>
                  <a:pt x="5363" y="9855"/>
                </a:lnTo>
                <a:lnTo>
                  <a:pt x="5661" y="9855"/>
                </a:lnTo>
                <a:lnTo>
                  <a:pt x="6108" y="10260"/>
                </a:lnTo>
                <a:lnTo>
                  <a:pt x="6108" y="7290"/>
                </a:lnTo>
                <a:lnTo>
                  <a:pt x="6406" y="7290"/>
                </a:lnTo>
                <a:lnTo>
                  <a:pt x="10428" y="8910"/>
                </a:lnTo>
                <a:lnTo>
                  <a:pt x="10428" y="20655"/>
                </a:lnTo>
                <a:close/>
                <a:moveTo>
                  <a:pt x="6852" y="6750"/>
                </a:moveTo>
                <a:lnTo>
                  <a:pt x="16684" y="2970"/>
                </a:lnTo>
                <a:lnTo>
                  <a:pt x="20557" y="4455"/>
                </a:lnTo>
                <a:lnTo>
                  <a:pt x="11023" y="8370"/>
                </a:lnTo>
                <a:lnTo>
                  <a:pt x="6852" y="6750"/>
                </a:lnTo>
                <a:close/>
                <a:moveTo>
                  <a:pt x="21004" y="16875"/>
                </a:moveTo>
                <a:lnTo>
                  <a:pt x="11172" y="20655"/>
                </a:lnTo>
                <a:lnTo>
                  <a:pt x="11172" y="8910"/>
                </a:lnTo>
                <a:lnTo>
                  <a:pt x="21004" y="5265"/>
                </a:lnTo>
                <a:lnTo>
                  <a:pt x="21004" y="16875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05" name="Freeform 35"/>
          <p:cNvSpPr/>
          <p:nvPr/>
        </p:nvSpPr>
        <p:spPr>
          <a:xfrm>
            <a:off x="1984971" y="8867561"/>
            <a:ext cx="355508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636" y="1620"/>
                </a:moveTo>
                <a:cubicBezTo>
                  <a:pt x="16200" y="1620"/>
                  <a:pt x="16200" y="1620"/>
                  <a:pt x="16200" y="1620"/>
                </a:cubicBezTo>
                <a:cubicBezTo>
                  <a:pt x="16393" y="2700"/>
                  <a:pt x="16393" y="2700"/>
                  <a:pt x="16393" y="2700"/>
                </a:cubicBezTo>
                <a:cubicBezTo>
                  <a:pt x="16586" y="2700"/>
                  <a:pt x="16586" y="2970"/>
                  <a:pt x="16586" y="3105"/>
                </a:cubicBezTo>
                <a:cubicBezTo>
                  <a:pt x="19864" y="3105"/>
                  <a:pt x="19864" y="3105"/>
                  <a:pt x="19864" y="3105"/>
                </a:cubicBezTo>
                <a:cubicBezTo>
                  <a:pt x="19864" y="19980"/>
                  <a:pt x="19864" y="19980"/>
                  <a:pt x="19864" y="19980"/>
                </a:cubicBezTo>
                <a:cubicBezTo>
                  <a:pt x="2121" y="19980"/>
                  <a:pt x="2121" y="19980"/>
                  <a:pt x="2121" y="19980"/>
                </a:cubicBezTo>
                <a:cubicBezTo>
                  <a:pt x="2121" y="3105"/>
                  <a:pt x="2121" y="3105"/>
                  <a:pt x="2121" y="3105"/>
                </a:cubicBezTo>
                <a:cubicBezTo>
                  <a:pt x="5207" y="3105"/>
                  <a:pt x="5207" y="3105"/>
                  <a:pt x="5207" y="3105"/>
                </a:cubicBezTo>
                <a:cubicBezTo>
                  <a:pt x="5207" y="2970"/>
                  <a:pt x="5207" y="2700"/>
                  <a:pt x="5207" y="2700"/>
                </a:cubicBezTo>
                <a:cubicBezTo>
                  <a:pt x="5593" y="1620"/>
                  <a:pt x="5593" y="1620"/>
                  <a:pt x="5593" y="1620"/>
                </a:cubicBezTo>
                <a:cubicBezTo>
                  <a:pt x="964" y="1620"/>
                  <a:pt x="964" y="1620"/>
                  <a:pt x="964" y="1620"/>
                </a:cubicBezTo>
                <a:cubicBezTo>
                  <a:pt x="579" y="1620"/>
                  <a:pt x="0" y="1890"/>
                  <a:pt x="0" y="2430"/>
                </a:cubicBezTo>
                <a:cubicBezTo>
                  <a:pt x="0" y="20925"/>
                  <a:pt x="0" y="20925"/>
                  <a:pt x="0" y="20925"/>
                </a:cubicBezTo>
                <a:cubicBezTo>
                  <a:pt x="0" y="21195"/>
                  <a:pt x="579" y="21600"/>
                  <a:pt x="964" y="21600"/>
                </a:cubicBezTo>
                <a:cubicBezTo>
                  <a:pt x="20636" y="21600"/>
                  <a:pt x="20636" y="21600"/>
                  <a:pt x="20636" y="21600"/>
                </a:cubicBezTo>
                <a:cubicBezTo>
                  <a:pt x="21214" y="21600"/>
                  <a:pt x="21600" y="21195"/>
                  <a:pt x="21600" y="20925"/>
                </a:cubicBezTo>
                <a:cubicBezTo>
                  <a:pt x="21600" y="2430"/>
                  <a:pt x="21600" y="2430"/>
                  <a:pt x="21600" y="2430"/>
                </a:cubicBezTo>
                <a:cubicBezTo>
                  <a:pt x="21600" y="1890"/>
                  <a:pt x="21214" y="1620"/>
                  <a:pt x="20636" y="1620"/>
                </a:cubicBezTo>
                <a:close/>
                <a:moveTo>
                  <a:pt x="17550" y="6750"/>
                </a:moveTo>
                <a:cubicBezTo>
                  <a:pt x="10993" y="6750"/>
                  <a:pt x="10993" y="6750"/>
                  <a:pt x="10993" y="6750"/>
                </a:cubicBezTo>
                <a:cubicBezTo>
                  <a:pt x="10607" y="6750"/>
                  <a:pt x="10029" y="7155"/>
                  <a:pt x="10029" y="7425"/>
                </a:cubicBezTo>
                <a:cubicBezTo>
                  <a:pt x="10029" y="7830"/>
                  <a:pt x="10607" y="8235"/>
                  <a:pt x="10993" y="8235"/>
                </a:cubicBezTo>
                <a:cubicBezTo>
                  <a:pt x="17550" y="8235"/>
                  <a:pt x="17550" y="8235"/>
                  <a:pt x="17550" y="8235"/>
                </a:cubicBezTo>
                <a:cubicBezTo>
                  <a:pt x="17936" y="8235"/>
                  <a:pt x="18321" y="7830"/>
                  <a:pt x="18321" y="7425"/>
                </a:cubicBezTo>
                <a:cubicBezTo>
                  <a:pt x="18321" y="7155"/>
                  <a:pt x="17936" y="6750"/>
                  <a:pt x="17550" y="6750"/>
                </a:cubicBezTo>
                <a:close/>
                <a:moveTo>
                  <a:pt x="17550" y="11070"/>
                </a:moveTo>
                <a:cubicBezTo>
                  <a:pt x="10993" y="11070"/>
                  <a:pt x="10993" y="11070"/>
                  <a:pt x="10993" y="11070"/>
                </a:cubicBezTo>
                <a:cubicBezTo>
                  <a:pt x="10607" y="11070"/>
                  <a:pt x="10029" y="11475"/>
                  <a:pt x="10029" y="11880"/>
                </a:cubicBezTo>
                <a:cubicBezTo>
                  <a:pt x="10029" y="12150"/>
                  <a:pt x="10607" y="12555"/>
                  <a:pt x="10993" y="12555"/>
                </a:cubicBezTo>
                <a:cubicBezTo>
                  <a:pt x="17550" y="12555"/>
                  <a:pt x="17550" y="12555"/>
                  <a:pt x="17550" y="12555"/>
                </a:cubicBezTo>
                <a:cubicBezTo>
                  <a:pt x="17936" y="12555"/>
                  <a:pt x="18321" y="12150"/>
                  <a:pt x="18321" y="11880"/>
                </a:cubicBezTo>
                <a:cubicBezTo>
                  <a:pt x="18321" y="11475"/>
                  <a:pt x="17936" y="11070"/>
                  <a:pt x="17550" y="11070"/>
                </a:cubicBezTo>
                <a:close/>
                <a:moveTo>
                  <a:pt x="8486" y="5130"/>
                </a:moveTo>
                <a:cubicBezTo>
                  <a:pt x="8100" y="4995"/>
                  <a:pt x="7329" y="4995"/>
                  <a:pt x="7136" y="5400"/>
                </a:cubicBezTo>
                <a:cubicBezTo>
                  <a:pt x="5400" y="7560"/>
                  <a:pt x="5400" y="7560"/>
                  <a:pt x="5400" y="7560"/>
                </a:cubicBezTo>
                <a:cubicBezTo>
                  <a:pt x="4821" y="7020"/>
                  <a:pt x="4821" y="7020"/>
                  <a:pt x="4821" y="7020"/>
                </a:cubicBezTo>
                <a:cubicBezTo>
                  <a:pt x="4436" y="6885"/>
                  <a:pt x="4050" y="6750"/>
                  <a:pt x="3471" y="7020"/>
                </a:cubicBezTo>
                <a:cubicBezTo>
                  <a:pt x="3086" y="7155"/>
                  <a:pt x="3086" y="7695"/>
                  <a:pt x="3279" y="7965"/>
                </a:cubicBezTo>
                <a:cubicBezTo>
                  <a:pt x="4629" y="9180"/>
                  <a:pt x="4629" y="9180"/>
                  <a:pt x="4629" y="9180"/>
                </a:cubicBezTo>
                <a:cubicBezTo>
                  <a:pt x="4821" y="9315"/>
                  <a:pt x="5014" y="9585"/>
                  <a:pt x="5593" y="9585"/>
                </a:cubicBezTo>
                <a:cubicBezTo>
                  <a:pt x="5786" y="9585"/>
                  <a:pt x="6171" y="9315"/>
                  <a:pt x="6171" y="9180"/>
                </a:cubicBezTo>
                <a:cubicBezTo>
                  <a:pt x="8679" y="6210"/>
                  <a:pt x="8679" y="6210"/>
                  <a:pt x="8679" y="6210"/>
                </a:cubicBezTo>
                <a:cubicBezTo>
                  <a:pt x="9064" y="5805"/>
                  <a:pt x="8871" y="5400"/>
                  <a:pt x="8486" y="5130"/>
                </a:cubicBezTo>
                <a:close/>
                <a:moveTo>
                  <a:pt x="5786" y="10800"/>
                </a:moveTo>
                <a:cubicBezTo>
                  <a:pt x="4821" y="10800"/>
                  <a:pt x="4436" y="11340"/>
                  <a:pt x="4436" y="11880"/>
                </a:cubicBezTo>
                <a:cubicBezTo>
                  <a:pt x="4436" y="12555"/>
                  <a:pt x="4821" y="12960"/>
                  <a:pt x="5786" y="12960"/>
                </a:cubicBezTo>
                <a:cubicBezTo>
                  <a:pt x="6557" y="12960"/>
                  <a:pt x="7329" y="12555"/>
                  <a:pt x="7329" y="11880"/>
                </a:cubicBezTo>
                <a:cubicBezTo>
                  <a:pt x="7329" y="11340"/>
                  <a:pt x="6557" y="10800"/>
                  <a:pt x="5786" y="10800"/>
                </a:cubicBezTo>
                <a:close/>
                <a:moveTo>
                  <a:pt x="17550" y="15525"/>
                </a:moveTo>
                <a:cubicBezTo>
                  <a:pt x="10993" y="15525"/>
                  <a:pt x="10993" y="15525"/>
                  <a:pt x="10993" y="15525"/>
                </a:cubicBezTo>
                <a:cubicBezTo>
                  <a:pt x="10607" y="15525"/>
                  <a:pt x="10029" y="15795"/>
                  <a:pt x="10029" y="16065"/>
                </a:cubicBezTo>
                <a:cubicBezTo>
                  <a:pt x="10029" y="16605"/>
                  <a:pt x="10607" y="16875"/>
                  <a:pt x="10993" y="16875"/>
                </a:cubicBezTo>
                <a:cubicBezTo>
                  <a:pt x="17550" y="16875"/>
                  <a:pt x="17550" y="16875"/>
                  <a:pt x="17550" y="16875"/>
                </a:cubicBezTo>
                <a:cubicBezTo>
                  <a:pt x="17936" y="16875"/>
                  <a:pt x="18321" y="16605"/>
                  <a:pt x="18321" y="16065"/>
                </a:cubicBezTo>
                <a:cubicBezTo>
                  <a:pt x="18321" y="15795"/>
                  <a:pt x="17936" y="15525"/>
                  <a:pt x="17550" y="15525"/>
                </a:cubicBezTo>
                <a:close/>
                <a:moveTo>
                  <a:pt x="5786" y="15255"/>
                </a:moveTo>
                <a:cubicBezTo>
                  <a:pt x="4821" y="15255"/>
                  <a:pt x="4436" y="15660"/>
                  <a:pt x="4436" y="16200"/>
                </a:cubicBezTo>
                <a:cubicBezTo>
                  <a:pt x="4436" y="16875"/>
                  <a:pt x="4821" y="17280"/>
                  <a:pt x="5786" y="17280"/>
                </a:cubicBezTo>
                <a:cubicBezTo>
                  <a:pt x="6557" y="17280"/>
                  <a:pt x="7329" y="16875"/>
                  <a:pt x="7329" y="16200"/>
                </a:cubicBezTo>
                <a:cubicBezTo>
                  <a:pt x="7329" y="15660"/>
                  <a:pt x="6557" y="15255"/>
                  <a:pt x="5786" y="15255"/>
                </a:cubicBezTo>
                <a:close/>
                <a:moveTo>
                  <a:pt x="14850" y="3375"/>
                </a:moveTo>
                <a:cubicBezTo>
                  <a:pt x="15043" y="3375"/>
                  <a:pt x="15236" y="3375"/>
                  <a:pt x="15621" y="3240"/>
                </a:cubicBezTo>
                <a:cubicBezTo>
                  <a:pt x="15621" y="3105"/>
                  <a:pt x="15814" y="2970"/>
                  <a:pt x="15621" y="2700"/>
                </a:cubicBezTo>
                <a:cubicBezTo>
                  <a:pt x="14850" y="540"/>
                  <a:pt x="14850" y="540"/>
                  <a:pt x="14850" y="540"/>
                </a:cubicBezTo>
                <a:cubicBezTo>
                  <a:pt x="14850" y="135"/>
                  <a:pt x="14657" y="0"/>
                  <a:pt x="14464" y="0"/>
                </a:cubicBezTo>
                <a:cubicBezTo>
                  <a:pt x="7521" y="0"/>
                  <a:pt x="7521" y="0"/>
                  <a:pt x="7521" y="0"/>
                </a:cubicBezTo>
                <a:cubicBezTo>
                  <a:pt x="6943" y="0"/>
                  <a:pt x="6750" y="135"/>
                  <a:pt x="6750" y="540"/>
                </a:cubicBezTo>
                <a:cubicBezTo>
                  <a:pt x="6171" y="2700"/>
                  <a:pt x="6171" y="2700"/>
                  <a:pt x="6171" y="2700"/>
                </a:cubicBezTo>
                <a:cubicBezTo>
                  <a:pt x="6171" y="2970"/>
                  <a:pt x="6171" y="3105"/>
                  <a:pt x="6171" y="3240"/>
                </a:cubicBezTo>
                <a:cubicBezTo>
                  <a:pt x="6364" y="3375"/>
                  <a:pt x="6557" y="3375"/>
                  <a:pt x="6750" y="3375"/>
                </a:cubicBezTo>
                <a:cubicBezTo>
                  <a:pt x="14850" y="3375"/>
                  <a:pt x="14850" y="3375"/>
                  <a:pt x="14850" y="337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06" name="Freeform 42"/>
          <p:cNvSpPr/>
          <p:nvPr/>
        </p:nvSpPr>
        <p:spPr>
          <a:xfrm>
            <a:off x="6355479" y="9981515"/>
            <a:ext cx="507869" cy="5523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30" y="497"/>
                </a:moveTo>
                <a:cubicBezTo>
                  <a:pt x="20790" y="0"/>
                  <a:pt x="20520" y="0"/>
                  <a:pt x="19980" y="0"/>
                </a:cubicBezTo>
                <a:cubicBezTo>
                  <a:pt x="6210" y="0"/>
                  <a:pt x="6210" y="0"/>
                  <a:pt x="6210" y="0"/>
                </a:cubicBezTo>
                <a:cubicBezTo>
                  <a:pt x="5130" y="0"/>
                  <a:pt x="4455" y="497"/>
                  <a:pt x="4455" y="1490"/>
                </a:cubicBezTo>
                <a:cubicBezTo>
                  <a:pt x="4455" y="4345"/>
                  <a:pt x="4455" y="4345"/>
                  <a:pt x="4455" y="4345"/>
                </a:cubicBezTo>
                <a:cubicBezTo>
                  <a:pt x="5940" y="4345"/>
                  <a:pt x="5940" y="4345"/>
                  <a:pt x="5940" y="4345"/>
                </a:cubicBezTo>
                <a:cubicBezTo>
                  <a:pt x="5940" y="1490"/>
                  <a:pt x="5940" y="1490"/>
                  <a:pt x="5940" y="1490"/>
                </a:cubicBezTo>
                <a:cubicBezTo>
                  <a:pt x="5940" y="1241"/>
                  <a:pt x="5940" y="1241"/>
                  <a:pt x="6210" y="1241"/>
                </a:cubicBezTo>
                <a:cubicBezTo>
                  <a:pt x="19980" y="1241"/>
                  <a:pt x="19980" y="1241"/>
                  <a:pt x="19980" y="1241"/>
                </a:cubicBezTo>
                <a:cubicBezTo>
                  <a:pt x="20250" y="1241"/>
                  <a:pt x="20250" y="1241"/>
                  <a:pt x="20250" y="1490"/>
                </a:cubicBezTo>
                <a:cubicBezTo>
                  <a:pt x="20250" y="11421"/>
                  <a:pt x="20250" y="11421"/>
                  <a:pt x="20250" y="11421"/>
                </a:cubicBezTo>
                <a:cubicBezTo>
                  <a:pt x="20250" y="11669"/>
                  <a:pt x="20250" y="11669"/>
                  <a:pt x="19980" y="11669"/>
                </a:cubicBezTo>
                <a:cubicBezTo>
                  <a:pt x="18225" y="11669"/>
                  <a:pt x="18225" y="11669"/>
                  <a:pt x="18225" y="11669"/>
                </a:cubicBezTo>
                <a:cubicBezTo>
                  <a:pt x="18225" y="12910"/>
                  <a:pt x="18225" y="12910"/>
                  <a:pt x="18225" y="12910"/>
                </a:cubicBezTo>
                <a:cubicBezTo>
                  <a:pt x="19980" y="12910"/>
                  <a:pt x="19980" y="12910"/>
                  <a:pt x="19980" y="12910"/>
                </a:cubicBezTo>
                <a:cubicBezTo>
                  <a:pt x="20520" y="12910"/>
                  <a:pt x="20790" y="12910"/>
                  <a:pt x="21330" y="12414"/>
                </a:cubicBezTo>
                <a:cubicBezTo>
                  <a:pt x="21600" y="12166"/>
                  <a:pt x="21600" y="11917"/>
                  <a:pt x="21600" y="11421"/>
                </a:cubicBezTo>
                <a:cubicBezTo>
                  <a:pt x="21600" y="1490"/>
                  <a:pt x="21600" y="1490"/>
                  <a:pt x="21600" y="1490"/>
                </a:cubicBezTo>
                <a:cubicBezTo>
                  <a:pt x="21600" y="993"/>
                  <a:pt x="21600" y="745"/>
                  <a:pt x="21330" y="497"/>
                </a:cubicBezTo>
                <a:close/>
                <a:moveTo>
                  <a:pt x="15795" y="5834"/>
                </a:moveTo>
                <a:cubicBezTo>
                  <a:pt x="1485" y="5834"/>
                  <a:pt x="1485" y="5834"/>
                  <a:pt x="1485" y="5834"/>
                </a:cubicBezTo>
                <a:cubicBezTo>
                  <a:pt x="945" y="5834"/>
                  <a:pt x="675" y="6083"/>
                  <a:pt x="405" y="6331"/>
                </a:cubicBezTo>
                <a:cubicBezTo>
                  <a:pt x="135" y="6579"/>
                  <a:pt x="0" y="6828"/>
                  <a:pt x="0" y="7324"/>
                </a:cubicBezTo>
                <a:cubicBezTo>
                  <a:pt x="0" y="17503"/>
                  <a:pt x="0" y="17503"/>
                  <a:pt x="0" y="17503"/>
                </a:cubicBezTo>
                <a:cubicBezTo>
                  <a:pt x="0" y="17752"/>
                  <a:pt x="135" y="18248"/>
                  <a:pt x="405" y="18497"/>
                </a:cubicBezTo>
                <a:cubicBezTo>
                  <a:pt x="675" y="18745"/>
                  <a:pt x="945" y="18993"/>
                  <a:pt x="1485" y="18993"/>
                </a:cubicBezTo>
                <a:cubicBezTo>
                  <a:pt x="7965" y="18993"/>
                  <a:pt x="7965" y="18993"/>
                  <a:pt x="7965" y="18993"/>
                </a:cubicBezTo>
                <a:cubicBezTo>
                  <a:pt x="12960" y="21600"/>
                  <a:pt x="12960" y="21600"/>
                  <a:pt x="12960" y="21600"/>
                </a:cubicBezTo>
                <a:cubicBezTo>
                  <a:pt x="12960" y="18993"/>
                  <a:pt x="12960" y="18993"/>
                  <a:pt x="12960" y="18993"/>
                </a:cubicBezTo>
                <a:cubicBezTo>
                  <a:pt x="15795" y="18993"/>
                  <a:pt x="15795" y="18993"/>
                  <a:pt x="15795" y="18993"/>
                </a:cubicBezTo>
                <a:cubicBezTo>
                  <a:pt x="16335" y="18993"/>
                  <a:pt x="16605" y="18745"/>
                  <a:pt x="16875" y="18497"/>
                </a:cubicBezTo>
                <a:cubicBezTo>
                  <a:pt x="17145" y="18248"/>
                  <a:pt x="17415" y="17752"/>
                  <a:pt x="17415" y="17503"/>
                </a:cubicBezTo>
                <a:cubicBezTo>
                  <a:pt x="17415" y="7324"/>
                  <a:pt x="17415" y="7324"/>
                  <a:pt x="17415" y="7324"/>
                </a:cubicBezTo>
                <a:cubicBezTo>
                  <a:pt x="17415" y="6828"/>
                  <a:pt x="17145" y="6579"/>
                  <a:pt x="16875" y="6331"/>
                </a:cubicBezTo>
                <a:cubicBezTo>
                  <a:pt x="16605" y="6083"/>
                  <a:pt x="16335" y="5834"/>
                  <a:pt x="15795" y="5834"/>
                </a:cubicBezTo>
                <a:close/>
                <a:moveTo>
                  <a:pt x="15795" y="17503"/>
                </a:moveTo>
                <a:cubicBezTo>
                  <a:pt x="11340" y="17503"/>
                  <a:pt x="11340" y="17503"/>
                  <a:pt x="11340" y="17503"/>
                </a:cubicBezTo>
                <a:cubicBezTo>
                  <a:pt x="11340" y="19241"/>
                  <a:pt x="11340" y="19241"/>
                  <a:pt x="11340" y="19241"/>
                </a:cubicBezTo>
                <a:cubicBezTo>
                  <a:pt x="8775" y="17752"/>
                  <a:pt x="8775" y="17752"/>
                  <a:pt x="8775" y="17752"/>
                </a:cubicBezTo>
                <a:cubicBezTo>
                  <a:pt x="8235" y="17503"/>
                  <a:pt x="8235" y="17503"/>
                  <a:pt x="8235" y="17503"/>
                </a:cubicBezTo>
                <a:cubicBezTo>
                  <a:pt x="1485" y="17503"/>
                  <a:pt x="1485" y="17503"/>
                  <a:pt x="1485" y="17503"/>
                </a:cubicBezTo>
                <a:cubicBezTo>
                  <a:pt x="1485" y="7324"/>
                  <a:pt x="1485" y="7324"/>
                  <a:pt x="1485" y="7324"/>
                </a:cubicBezTo>
                <a:cubicBezTo>
                  <a:pt x="15795" y="7324"/>
                  <a:pt x="15795" y="7324"/>
                  <a:pt x="15795" y="7324"/>
                </a:cubicBezTo>
                <a:lnTo>
                  <a:pt x="15795" y="17503"/>
                </a:lnTo>
                <a:close/>
                <a:moveTo>
                  <a:pt x="12825" y="13159"/>
                </a:moveTo>
                <a:cubicBezTo>
                  <a:pt x="8100" y="13159"/>
                  <a:pt x="8100" y="13159"/>
                  <a:pt x="8100" y="13159"/>
                </a:cubicBezTo>
                <a:cubicBezTo>
                  <a:pt x="7560" y="13159"/>
                  <a:pt x="7290" y="13407"/>
                  <a:pt x="7290" y="13903"/>
                </a:cubicBezTo>
                <a:cubicBezTo>
                  <a:pt x="7290" y="14152"/>
                  <a:pt x="7560" y="14648"/>
                  <a:pt x="8100" y="14648"/>
                </a:cubicBezTo>
                <a:cubicBezTo>
                  <a:pt x="12825" y="14648"/>
                  <a:pt x="12825" y="14648"/>
                  <a:pt x="12825" y="14648"/>
                </a:cubicBezTo>
                <a:cubicBezTo>
                  <a:pt x="13365" y="14648"/>
                  <a:pt x="13635" y="14152"/>
                  <a:pt x="13635" y="13903"/>
                </a:cubicBezTo>
                <a:cubicBezTo>
                  <a:pt x="13635" y="13407"/>
                  <a:pt x="13365" y="13159"/>
                  <a:pt x="12825" y="13159"/>
                </a:cubicBezTo>
                <a:close/>
                <a:moveTo>
                  <a:pt x="4455" y="11545"/>
                </a:moveTo>
                <a:cubicBezTo>
                  <a:pt x="12825" y="11545"/>
                  <a:pt x="12825" y="11545"/>
                  <a:pt x="12825" y="11545"/>
                </a:cubicBezTo>
                <a:cubicBezTo>
                  <a:pt x="13365" y="11545"/>
                  <a:pt x="13635" y="11172"/>
                  <a:pt x="13635" y="10924"/>
                </a:cubicBezTo>
                <a:cubicBezTo>
                  <a:pt x="13635" y="10428"/>
                  <a:pt x="13365" y="10179"/>
                  <a:pt x="12825" y="10179"/>
                </a:cubicBezTo>
                <a:cubicBezTo>
                  <a:pt x="4455" y="10179"/>
                  <a:pt x="4455" y="10179"/>
                  <a:pt x="4455" y="10179"/>
                </a:cubicBezTo>
                <a:cubicBezTo>
                  <a:pt x="3915" y="10179"/>
                  <a:pt x="3645" y="10428"/>
                  <a:pt x="3645" y="10924"/>
                </a:cubicBezTo>
                <a:cubicBezTo>
                  <a:pt x="3645" y="11172"/>
                  <a:pt x="3915" y="11545"/>
                  <a:pt x="4455" y="1154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07" name="Freeform 45"/>
          <p:cNvSpPr/>
          <p:nvPr/>
        </p:nvSpPr>
        <p:spPr>
          <a:xfrm>
            <a:off x="5325938" y="8857427"/>
            <a:ext cx="447560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26" y="19170"/>
                </a:moveTo>
                <a:cubicBezTo>
                  <a:pt x="1226" y="5940"/>
                  <a:pt x="1226" y="5940"/>
                  <a:pt x="1226" y="5940"/>
                </a:cubicBezTo>
                <a:cubicBezTo>
                  <a:pt x="6434" y="5940"/>
                  <a:pt x="6434" y="5940"/>
                  <a:pt x="6434" y="5940"/>
                </a:cubicBezTo>
                <a:cubicBezTo>
                  <a:pt x="6434" y="1215"/>
                  <a:pt x="6434" y="1215"/>
                  <a:pt x="6434" y="1215"/>
                </a:cubicBezTo>
                <a:cubicBezTo>
                  <a:pt x="16085" y="1215"/>
                  <a:pt x="16085" y="1215"/>
                  <a:pt x="16085" y="1215"/>
                </a:cubicBezTo>
                <a:cubicBezTo>
                  <a:pt x="16085" y="11745"/>
                  <a:pt x="16085" y="11745"/>
                  <a:pt x="16085" y="11745"/>
                </a:cubicBezTo>
                <a:cubicBezTo>
                  <a:pt x="17617" y="11745"/>
                  <a:pt x="17617" y="11745"/>
                  <a:pt x="17617" y="11745"/>
                </a:cubicBezTo>
                <a:cubicBezTo>
                  <a:pt x="17617" y="0"/>
                  <a:pt x="17617" y="0"/>
                  <a:pt x="17617" y="0"/>
                </a:cubicBezTo>
                <a:cubicBezTo>
                  <a:pt x="5515" y="0"/>
                  <a:pt x="5515" y="0"/>
                  <a:pt x="5515" y="0"/>
                </a:cubicBezTo>
                <a:cubicBezTo>
                  <a:pt x="0" y="5535"/>
                  <a:pt x="0" y="5535"/>
                  <a:pt x="0" y="5535"/>
                </a:cubicBezTo>
                <a:cubicBezTo>
                  <a:pt x="0" y="20385"/>
                  <a:pt x="0" y="20385"/>
                  <a:pt x="0" y="20385"/>
                </a:cubicBezTo>
                <a:cubicBezTo>
                  <a:pt x="12409" y="20385"/>
                  <a:pt x="12409" y="20385"/>
                  <a:pt x="12409" y="20385"/>
                </a:cubicBezTo>
                <a:cubicBezTo>
                  <a:pt x="11949" y="19980"/>
                  <a:pt x="11643" y="19575"/>
                  <a:pt x="11489" y="19170"/>
                </a:cubicBezTo>
                <a:lnTo>
                  <a:pt x="1226" y="19170"/>
                </a:lnTo>
                <a:close/>
                <a:moveTo>
                  <a:pt x="5055" y="2295"/>
                </a:moveTo>
                <a:cubicBezTo>
                  <a:pt x="5055" y="4725"/>
                  <a:pt x="5055" y="4725"/>
                  <a:pt x="5055" y="4725"/>
                </a:cubicBezTo>
                <a:cubicBezTo>
                  <a:pt x="2604" y="4725"/>
                  <a:pt x="2604" y="4725"/>
                  <a:pt x="2604" y="4725"/>
                </a:cubicBezTo>
                <a:lnTo>
                  <a:pt x="5055" y="2295"/>
                </a:lnTo>
                <a:close/>
                <a:moveTo>
                  <a:pt x="14553" y="9720"/>
                </a:moveTo>
                <a:cubicBezTo>
                  <a:pt x="2911" y="9720"/>
                  <a:pt x="2911" y="9720"/>
                  <a:pt x="2911" y="9720"/>
                </a:cubicBezTo>
                <a:cubicBezTo>
                  <a:pt x="2911" y="11070"/>
                  <a:pt x="2911" y="11070"/>
                  <a:pt x="2911" y="11070"/>
                </a:cubicBezTo>
                <a:cubicBezTo>
                  <a:pt x="14553" y="11070"/>
                  <a:pt x="14553" y="11070"/>
                  <a:pt x="14553" y="11070"/>
                </a:cubicBezTo>
                <a:lnTo>
                  <a:pt x="14553" y="9720"/>
                </a:lnTo>
                <a:close/>
                <a:moveTo>
                  <a:pt x="13787" y="12420"/>
                </a:moveTo>
                <a:cubicBezTo>
                  <a:pt x="2911" y="12420"/>
                  <a:pt x="2911" y="12420"/>
                  <a:pt x="2911" y="12420"/>
                </a:cubicBezTo>
                <a:cubicBezTo>
                  <a:pt x="2911" y="13770"/>
                  <a:pt x="2911" y="13770"/>
                  <a:pt x="2911" y="13770"/>
                </a:cubicBezTo>
                <a:cubicBezTo>
                  <a:pt x="12102" y="13770"/>
                  <a:pt x="12102" y="13770"/>
                  <a:pt x="12102" y="13770"/>
                </a:cubicBezTo>
                <a:cubicBezTo>
                  <a:pt x="12562" y="13365"/>
                  <a:pt x="13174" y="12825"/>
                  <a:pt x="13787" y="12420"/>
                </a:cubicBezTo>
                <a:close/>
                <a:moveTo>
                  <a:pt x="2911" y="16740"/>
                </a:moveTo>
                <a:cubicBezTo>
                  <a:pt x="11030" y="16740"/>
                  <a:pt x="11030" y="16740"/>
                  <a:pt x="11030" y="16740"/>
                </a:cubicBezTo>
                <a:cubicBezTo>
                  <a:pt x="11030" y="16200"/>
                  <a:pt x="11183" y="15795"/>
                  <a:pt x="11183" y="15390"/>
                </a:cubicBezTo>
                <a:cubicBezTo>
                  <a:pt x="2911" y="15390"/>
                  <a:pt x="2911" y="15390"/>
                  <a:pt x="2911" y="15390"/>
                </a:cubicBezTo>
                <a:lnTo>
                  <a:pt x="2911" y="16740"/>
                </a:lnTo>
                <a:close/>
                <a:moveTo>
                  <a:pt x="16698" y="12420"/>
                </a:moveTo>
                <a:cubicBezTo>
                  <a:pt x="13787" y="12420"/>
                  <a:pt x="11643" y="14445"/>
                  <a:pt x="11643" y="17145"/>
                </a:cubicBezTo>
                <a:cubicBezTo>
                  <a:pt x="11643" y="19575"/>
                  <a:pt x="13787" y="21600"/>
                  <a:pt x="16698" y="21600"/>
                </a:cubicBezTo>
                <a:cubicBezTo>
                  <a:pt x="19455" y="21600"/>
                  <a:pt x="21600" y="19575"/>
                  <a:pt x="21600" y="17145"/>
                </a:cubicBezTo>
                <a:cubicBezTo>
                  <a:pt x="21600" y="14445"/>
                  <a:pt x="19455" y="12420"/>
                  <a:pt x="16698" y="12420"/>
                </a:cubicBezTo>
                <a:close/>
                <a:moveTo>
                  <a:pt x="18996" y="17685"/>
                </a:moveTo>
                <a:cubicBezTo>
                  <a:pt x="17311" y="17685"/>
                  <a:pt x="17311" y="17685"/>
                  <a:pt x="17311" y="17685"/>
                </a:cubicBezTo>
                <a:cubicBezTo>
                  <a:pt x="17311" y="19170"/>
                  <a:pt x="17311" y="19170"/>
                  <a:pt x="17311" y="19170"/>
                </a:cubicBezTo>
                <a:cubicBezTo>
                  <a:pt x="15779" y="19170"/>
                  <a:pt x="15779" y="19170"/>
                  <a:pt x="15779" y="19170"/>
                </a:cubicBezTo>
                <a:cubicBezTo>
                  <a:pt x="15779" y="17685"/>
                  <a:pt x="15779" y="17685"/>
                  <a:pt x="15779" y="17685"/>
                </a:cubicBezTo>
                <a:cubicBezTo>
                  <a:pt x="14247" y="17685"/>
                  <a:pt x="14247" y="17685"/>
                  <a:pt x="14247" y="17685"/>
                </a:cubicBezTo>
                <a:cubicBezTo>
                  <a:pt x="14247" y="16200"/>
                  <a:pt x="14247" y="16200"/>
                  <a:pt x="14247" y="16200"/>
                </a:cubicBezTo>
                <a:cubicBezTo>
                  <a:pt x="15779" y="16200"/>
                  <a:pt x="15779" y="16200"/>
                  <a:pt x="15779" y="16200"/>
                </a:cubicBezTo>
                <a:cubicBezTo>
                  <a:pt x="15779" y="14850"/>
                  <a:pt x="15779" y="14850"/>
                  <a:pt x="15779" y="14850"/>
                </a:cubicBezTo>
                <a:cubicBezTo>
                  <a:pt x="17311" y="14850"/>
                  <a:pt x="17311" y="14850"/>
                  <a:pt x="17311" y="14850"/>
                </a:cubicBezTo>
                <a:cubicBezTo>
                  <a:pt x="17311" y="16200"/>
                  <a:pt x="17311" y="16200"/>
                  <a:pt x="17311" y="16200"/>
                </a:cubicBezTo>
                <a:cubicBezTo>
                  <a:pt x="18996" y="16200"/>
                  <a:pt x="18996" y="16200"/>
                  <a:pt x="18996" y="16200"/>
                </a:cubicBezTo>
                <a:lnTo>
                  <a:pt x="18996" y="17685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08" name="Freeform 56"/>
          <p:cNvSpPr/>
          <p:nvPr/>
        </p:nvSpPr>
        <p:spPr>
          <a:xfrm>
            <a:off x="10846005" y="8870624"/>
            <a:ext cx="507869" cy="4919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6200" y="18534"/>
                </a:moveTo>
                <a:lnTo>
                  <a:pt x="2835" y="18534"/>
                </a:lnTo>
                <a:lnTo>
                  <a:pt x="2835" y="4041"/>
                </a:lnTo>
                <a:lnTo>
                  <a:pt x="12960" y="4041"/>
                </a:lnTo>
                <a:lnTo>
                  <a:pt x="16200" y="418"/>
                </a:lnTo>
                <a:lnTo>
                  <a:pt x="0" y="418"/>
                </a:lnTo>
                <a:lnTo>
                  <a:pt x="0" y="21600"/>
                </a:lnTo>
                <a:lnTo>
                  <a:pt x="19170" y="21600"/>
                </a:lnTo>
                <a:lnTo>
                  <a:pt x="19170" y="8083"/>
                </a:lnTo>
                <a:lnTo>
                  <a:pt x="16200" y="11566"/>
                </a:lnTo>
                <a:lnTo>
                  <a:pt x="16200" y="18534"/>
                </a:lnTo>
                <a:close/>
                <a:moveTo>
                  <a:pt x="5805" y="8083"/>
                </a:moveTo>
                <a:lnTo>
                  <a:pt x="4185" y="10452"/>
                </a:lnTo>
                <a:lnTo>
                  <a:pt x="9045" y="16305"/>
                </a:lnTo>
                <a:lnTo>
                  <a:pt x="21600" y="2369"/>
                </a:lnTo>
                <a:lnTo>
                  <a:pt x="19575" y="0"/>
                </a:lnTo>
                <a:lnTo>
                  <a:pt x="9045" y="11566"/>
                </a:lnTo>
                <a:lnTo>
                  <a:pt x="5805" y="8083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09" name="Freeform 57"/>
          <p:cNvSpPr/>
          <p:nvPr/>
        </p:nvSpPr>
        <p:spPr>
          <a:xfrm>
            <a:off x="15316947" y="7755232"/>
            <a:ext cx="472954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585" y="8640"/>
                </a:moveTo>
                <a:cubicBezTo>
                  <a:pt x="18411" y="8235"/>
                  <a:pt x="18411" y="8235"/>
                  <a:pt x="18411" y="8235"/>
                </a:cubicBezTo>
                <a:cubicBezTo>
                  <a:pt x="18266" y="7965"/>
                  <a:pt x="18266" y="7560"/>
                  <a:pt x="17976" y="7425"/>
                </a:cubicBezTo>
                <a:cubicBezTo>
                  <a:pt x="19281" y="5535"/>
                  <a:pt x="19281" y="5535"/>
                  <a:pt x="19281" y="5535"/>
                </a:cubicBezTo>
                <a:cubicBezTo>
                  <a:pt x="19426" y="5130"/>
                  <a:pt x="19426" y="4455"/>
                  <a:pt x="18991" y="3780"/>
                </a:cubicBezTo>
                <a:cubicBezTo>
                  <a:pt x="17831" y="2565"/>
                  <a:pt x="17831" y="2565"/>
                  <a:pt x="17831" y="2565"/>
                </a:cubicBezTo>
                <a:cubicBezTo>
                  <a:pt x="17541" y="2430"/>
                  <a:pt x="17106" y="2160"/>
                  <a:pt x="16671" y="2160"/>
                </a:cubicBezTo>
                <a:cubicBezTo>
                  <a:pt x="16526" y="2160"/>
                  <a:pt x="16236" y="2430"/>
                  <a:pt x="16091" y="2565"/>
                </a:cubicBezTo>
                <a:cubicBezTo>
                  <a:pt x="14207" y="3645"/>
                  <a:pt x="14207" y="3645"/>
                  <a:pt x="14207" y="3645"/>
                </a:cubicBezTo>
                <a:cubicBezTo>
                  <a:pt x="13917" y="3375"/>
                  <a:pt x="13772" y="3375"/>
                  <a:pt x="13337" y="3240"/>
                </a:cubicBezTo>
                <a:cubicBezTo>
                  <a:pt x="12902" y="1350"/>
                  <a:pt x="12902" y="1350"/>
                  <a:pt x="12902" y="1350"/>
                </a:cubicBezTo>
                <a:cubicBezTo>
                  <a:pt x="12902" y="675"/>
                  <a:pt x="12322" y="0"/>
                  <a:pt x="11597" y="0"/>
                </a:cubicBezTo>
                <a:cubicBezTo>
                  <a:pt x="9713" y="0"/>
                  <a:pt x="9713" y="0"/>
                  <a:pt x="9713" y="0"/>
                </a:cubicBezTo>
                <a:cubicBezTo>
                  <a:pt x="9133" y="0"/>
                  <a:pt x="8698" y="675"/>
                  <a:pt x="8553" y="1350"/>
                </a:cubicBezTo>
                <a:cubicBezTo>
                  <a:pt x="8118" y="3240"/>
                  <a:pt x="8118" y="3240"/>
                  <a:pt x="8118" y="3240"/>
                </a:cubicBezTo>
                <a:cubicBezTo>
                  <a:pt x="7828" y="3375"/>
                  <a:pt x="7393" y="3375"/>
                  <a:pt x="7248" y="3645"/>
                </a:cubicBezTo>
                <a:cubicBezTo>
                  <a:pt x="5509" y="2565"/>
                  <a:pt x="5509" y="2565"/>
                  <a:pt x="5509" y="2565"/>
                </a:cubicBezTo>
                <a:cubicBezTo>
                  <a:pt x="5364" y="2430"/>
                  <a:pt x="4929" y="2160"/>
                  <a:pt x="4639" y="2160"/>
                </a:cubicBezTo>
                <a:cubicBezTo>
                  <a:pt x="4494" y="2160"/>
                  <a:pt x="4059" y="2430"/>
                  <a:pt x="3914" y="2565"/>
                </a:cubicBezTo>
                <a:cubicBezTo>
                  <a:pt x="2609" y="3780"/>
                  <a:pt x="2609" y="3780"/>
                  <a:pt x="2609" y="3780"/>
                </a:cubicBezTo>
                <a:cubicBezTo>
                  <a:pt x="1885" y="4455"/>
                  <a:pt x="1885" y="5130"/>
                  <a:pt x="2319" y="5535"/>
                </a:cubicBezTo>
                <a:cubicBezTo>
                  <a:pt x="3479" y="7425"/>
                  <a:pt x="3479" y="7425"/>
                  <a:pt x="3479" y="7425"/>
                </a:cubicBezTo>
                <a:cubicBezTo>
                  <a:pt x="3479" y="7560"/>
                  <a:pt x="3189" y="7965"/>
                  <a:pt x="3189" y="8235"/>
                </a:cubicBezTo>
                <a:cubicBezTo>
                  <a:pt x="1160" y="8640"/>
                  <a:pt x="1160" y="8640"/>
                  <a:pt x="1160" y="8640"/>
                </a:cubicBezTo>
                <a:cubicBezTo>
                  <a:pt x="435" y="8640"/>
                  <a:pt x="0" y="9315"/>
                  <a:pt x="0" y="9855"/>
                </a:cubicBezTo>
                <a:cubicBezTo>
                  <a:pt x="0" y="11745"/>
                  <a:pt x="0" y="11745"/>
                  <a:pt x="0" y="11745"/>
                </a:cubicBezTo>
                <a:cubicBezTo>
                  <a:pt x="0" y="12420"/>
                  <a:pt x="435" y="13095"/>
                  <a:pt x="1160" y="13095"/>
                </a:cubicBezTo>
                <a:cubicBezTo>
                  <a:pt x="3189" y="13500"/>
                  <a:pt x="3189" y="13500"/>
                  <a:pt x="3189" y="13500"/>
                </a:cubicBezTo>
                <a:cubicBezTo>
                  <a:pt x="3189" y="13635"/>
                  <a:pt x="3479" y="14175"/>
                  <a:pt x="3479" y="14310"/>
                </a:cubicBezTo>
                <a:cubicBezTo>
                  <a:pt x="2319" y="16065"/>
                  <a:pt x="2319" y="16065"/>
                  <a:pt x="2319" y="16065"/>
                </a:cubicBezTo>
                <a:cubicBezTo>
                  <a:pt x="1885" y="16605"/>
                  <a:pt x="1885" y="17280"/>
                  <a:pt x="2609" y="17820"/>
                </a:cubicBezTo>
                <a:cubicBezTo>
                  <a:pt x="3914" y="19170"/>
                  <a:pt x="3914" y="19170"/>
                  <a:pt x="3914" y="19170"/>
                </a:cubicBezTo>
                <a:cubicBezTo>
                  <a:pt x="4059" y="19305"/>
                  <a:pt x="4494" y="19575"/>
                  <a:pt x="4639" y="19575"/>
                </a:cubicBezTo>
                <a:cubicBezTo>
                  <a:pt x="4929" y="19575"/>
                  <a:pt x="5364" y="19305"/>
                  <a:pt x="5509" y="19170"/>
                </a:cubicBezTo>
                <a:cubicBezTo>
                  <a:pt x="7248" y="18090"/>
                  <a:pt x="7248" y="18090"/>
                  <a:pt x="7248" y="18090"/>
                </a:cubicBezTo>
                <a:cubicBezTo>
                  <a:pt x="7393" y="18360"/>
                  <a:pt x="7828" y="18360"/>
                  <a:pt x="8118" y="18495"/>
                </a:cubicBezTo>
                <a:cubicBezTo>
                  <a:pt x="8553" y="20385"/>
                  <a:pt x="8553" y="20385"/>
                  <a:pt x="8553" y="20385"/>
                </a:cubicBezTo>
                <a:cubicBezTo>
                  <a:pt x="8698" y="21060"/>
                  <a:pt x="9133" y="21600"/>
                  <a:pt x="9713" y="21600"/>
                </a:cubicBezTo>
                <a:cubicBezTo>
                  <a:pt x="11597" y="21600"/>
                  <a:pt x="11597" y="21600"/>
                  <a:pt x="11597" y="21600"/>
                </a:cubicBezTo>
                <a:cubicBezTo>
                  <a:pt x="12322" y="21600"/>
                  <a:pt x="12902" y="21060"/>
                  <a:pt x="12902" y="20385"/>
                </a:cubicBezTo>
                <a:cubicBezTo>
                  <a:pt x="13337" y="18495"/>
                  <a:pt x="13337" y="18495"/>
                  <a:pt x="13337" y="18495"/>
                </a:cubicBezTo>
                <a:cubicBezTo>
                  <a:pt x="13772" y="18360"/>
                  <a:pt x="13917" y="18360"/>
                  <a:pt x="14207" y="18090"/>
                </a:cubicBezTo>
                <a:cubicBezTo>
                  <a:pt x="16091" y="19170"/>
                  <a:pt x="16091" y="19170"/>
                  <a:pt x="16091" y="19170"/>
                </a:cubicBezTo>
                <a:cubicBezTo>
                  <a:pt x="16236" y="19305"/>
                  <a:pt x="16526" y="19575"/>
                  <a:pt x="16671" y="19575"/>
                </a:cubicBezTo>
                <a:cubicBezTo>
                  <a:pt x="17106" y="19575"/>
                  <a:pt x="17541" y="19305"/>
                  <a:pt x="17831" y="19170"/>
                </a:cubicBezTo>
                <a:cubicBezTo>
                  <a:pt x="18991" y="17820"/>
                  <a:pt x="18991" y="17820"/>
                  <a:pt x="18991" y="17820"/>
                </a:cubicBezTo>
                <a:cubicBezTo>
                  <a:pt x="19426" y="17280"/>
                  <a:pt x="19426" y="16605"/>
                  <a:pt x="19281" y="16065"/>
                </a:cubicBezTo>
                <a:cubicBezTo>
                  <a:pt x="17976" y="14310"/>
                  <a:pt x="17976" y="14310"/>
                  <a:pt x="17976" y="14310"/>
                </a:cubicBezTo>
                <a:cubicBezTo>
                  <a:pt x="18266" y="14175"/>
                  <a:pt x="18266" y="13635"/>
                  <a:pt x="18411" y="13500"/>
                </a:cubicBezTo>
                <a:cubicBezTo>
                  <a:pt x="20585" y="13095"/>
                  <a:pt x="20585" y="13095"/>
                  <a:pt x="20585" y="13095"/>
                </a:cubicBezTo>
                <a:cubicBezTo>
                  <a:pt x="21165" y="13095"/>
                  <a:pt x="21600" y="12420"/>
                  <a:pt x="21600" y="11745"/>
                </a:cubicBezTo>
                <a:cubicBezTo>
                  <a:pt x="21600" y="9855"/>
                  <a:pt x="21600" y="9855"/>
                  <a:pt x="21600" y="9855"/>
                </a:cubicBezTo>
                <a:cubicBezTo>
                  <a:pt x="21600" y="9315"/>
                  <a:pt x="21165" y="8640"/>
                  <a:pt x="20585" y="8640"/>
                </a:cubicBezTo>
                <a:close/>
                <a:moveTo>
                  <a:pt x="20150" y="11745"/>
                </a:moveTo>
                <a:cubicBezTo>
                  <a:pt x="18266" y="12285"/>
                  <a:pt x="18266" y="12285"/>
                  <a:pt x="18266" y="12285"/>
                </a:cubicBezTo>
                <a:cubicBezTo>
                  <a:pt x="17541" y="12285"/>
                  <a:pt x="17396" y="12690"/>
                  <a:pt x="17106" y="13095"/>
                </a:cubicBezTo>
                <a:cubicBezTo>
                  <a:pt x="16961" y="13230"/>
                  <a:pt x="16961" y="13500"/>
                  <a:pt x="16671" y="13635"/>
                </a:cubicBezTo>
                <a:cubicBezTo>
                  <a:pt x="16526" y="14175"/>
                  <a:pt x="16671" y="14715"/>
                  <a:pt x="16961" y="15120"/>
                </a:cubicBezTo>
                <a:cubicBezTo>
                  <a:pt x="17976" y="16875"/>
                  <a:pt x="17976" y="16875"/>
                  <a:pt x="17976" y="16875"/>
                </a:cubicBezTo>
                <a:cubicBezTo>
                  <a:pt x="16671" y="18090"/>
                  <a:pt x="16671" y="18090"/>
                  <a:pt x="16671" y="18090"/>
                </a:cubicBezTo>
                <a:cubicBezTo>
                  <a:pt x="15077" y="17010"/>
                  <a:pt x="15077" y="17010"/>
                  <a:pt x="15077" y="17010"/>
                </a:cubicBezTo>
                <a:cubicBezTo>
                  <a:pt x="14787" y="16875"/>
                  <a:pt x="14642" y="16875"/>
                  <a:pt x="14207" y="16875"/>
                </a:cubicBezTo>
                <a:cubicBezTo>
                  <a:pt x="13917" y="16875"/>
                  <a:pt x="13772" y="16875"/>
                  <a:pt x="13772" y="16875"/>
                </a:cubicBezTo>
                <a:cubicBezTo>
                  <a:pt x="13337" y="17010"/>
                  <a:pt x="13192" y="17010"/>
                  <a:pt x="12902" y="17280"/>
                </a:cubicBezTo>
                <a:cubicBezTo>
                  <a:pt x="12467" y="17280"/>
                  <a:pt x="12032" y="17685"/>
                  <a:pt x="12032" y="18090"/>
                </a:cubicBezTo>
                <a:cubicBezTo>
                  <a:pt x="11597" y="20250"/>
                  <a:pt x="11597" y="20250"/>
                  <a:pt x="11597" y="20250"/>
                </a:cubicBezTo>
                <a:cubicBezTo>
                  <a:pt x="9713" y="20250"/>
                  <a:pt x="9713" y="20250"/>
                  <a:pt x="9713" y="20250"/>
                </a:cubicBezTo>
                <a:cubicBezTo>
                  <a:pt x="9278" y="18090"/>
                  <a:pt x="9278" y="18090"/>
                  <a:pt x="9278" y="18090"/>
                </a:cubicBezTo>
                <a:cubicBezTo>
                  <a:pt x="9278" y="17685"/>
                  <a:pt x="8843" y="17280"/>
                  <a:pt x="8553" y="17280"/>
                </a:cubicBezTo>
                <a:cubicBezTo>
                  <a:pt x="8263" y="17010"/>
                  <a:pt x="8118" y="17010"/>
                  <a:pt x="7828" y="16875"/>
                </a:cubicBezTo>
                <a:cubicBezTo>
                  <a:pt x="7248" y="16875"/>
                  <a:pt x="7248" y="16875"/>
                  <a:pt x="7248" y="16875"/>
                </a:cubicBezTo>
                <a:cubicBezTo>
                  <a:pt x="6958" y="16875"/>
                  <a:pt x="6813" y="16875"/>
                  <a:pt x="6523" y="17010"/>
                </a:cubicBezTo>
                <a:cubicBezTo>
                  <a:pt x="4639" y="18090"/>
                  <a:pt x="4639" y="18090"/>
                  <a:pt x="4639" y="18090"/>
                </a:cubicBezTo>
                <a:cubicBezTo>
                  <a:pt x="3479" y="16875"/>
                  <a:pt x="3479" y="16875"/>
                  <a:pt x="3479" y="16875"/>
                </a:cubicBezTo>
                <a:cubicBezTo>
                  <a:pt x="4639" y="15120"/>
                  <a:pt x="4639" y="15120"/>
                  <a:pt x="4639" y="15120"/>
                </a:cubicBezTo>
                <a:cubicBezTo>
                  <a:pt x="4929" y="14715"/>
                  <a:pt x="4929" y="14175"/>
                  <a:pt x="4639" y="13635"/>
                </a:cubicBezTo>
                <a:cubicBezTo>
                  <a:pt x="4494" y="13500"/>
                  <a:pt x="4494" y="13230"/>
                  <a:pt x="4494" y="13095"/>
                </a:cubicBezTo>
                <a:cubicBezTo>
                  <a:pt x="4204" y="12690"/>
                  <a:pt x="3914" y="12285"/>
                  <a:pt x="3479" y="12285"/>
                </a:cubicBezTo>
                <a:cubicBezTo>
                  <a:pt x="1305" y="11745"/>
                  <a:pt x="1305" y="11745"/>
                  <a:pt x="1305" y="11745"/>
                </a:cubicBezTo>
                <a:cubicBezTo>
                  <a:pt x="1305" y="9855"/>
                  <a:pt x="1305" y="9855"/>
                  <a:pt x="1305" y="9855"/>
                </a:cubicBezTo>
                <a:cubicBezTo>
                  <a:pt x="3479" y="9450"/>
                  <a:pt x="3479" y="9450"/>
                  <a:pt x="3479" y="9450"/>
                </a:cubicBezTo>
                <a:cubicBezTo>
                  <a:pt x="3914" y="9450"/>
                  <a:pt x="4204" y="9045"/>
                  <a:pt x="4494" y="8640"/>
                </a:cubicBezTo>
                <a:cubicBezTo>
                  <a:pt x="4494" y="8505"/>
                  <a:pt x="4494" y="8235"/>
                  <a:pt x="4639" y="7965"/>
                </a:cubicBezTo>
                <a:cubicBezTo>
                  <a:pt x="4929" y="7560"/>
                  <a:pt x="4929" y="7020"/>
                  <a:pt x="4639" y="6615"/>
                </a:cubicBezTo>
                <a:cubicBezTo>
                  <a:pt x="3479" y="4860"/>
                  <a:pt x="3479" y="4860"/>
                  <a:pt x="3479" y="4860"/>
                </a:cubicBezTo>
                <a:cubicBezTo>
                  <a:pt x="4639" y="3645"/>
                  <a:pt x="4639" y="3645"/>
                  <a:pt x="4639" y="3645"/>
                </a:cubicBezTo>
                <a:cubicBezTo>
                  <a:pt x="6523" y="4725"/>
                  <a:pt x="6523" y="4725"/>
                  <a:pt x="6523" y="4725"/>
                </a:cubicBezTo>
                <a:cubicBezTo>
                  <a:pt x="6813" y="4860"/>
                  <a:pt x="6958" y="4860"/>
                  <a:pt x="7248" y="4860"/>
                </a:cubicBezTo>
                <a:cubicBezTo>
                  <a:pt x="7828" y="4860"/>
                  <a:pt x="7828" y="4860"/>
                  <a:pt x="7828" y="4860"/>
                </a:cubicBezTo>
                <a:cubicBezTo>
                  <a:pt x="8118" y="4725"/>
                  <a:pt x="8263" y="4725"/>
                  <a:pt x="8553" y="4455"/>
                </a:cubicBezTo>
                <a:cubicBezTo>
                  <a:pt x="8843" y="4455"/>
                  <a:pt x="9278" y="4050"/>
                  <a:pt x="9278" y="3645"/>
                </a:cubicBezTo>
                <a:cubicBezTo>
                  <a:pt x="9713" y="1485"/>
                  <a:pt x="9713" y="1485"/>
                  <a:pt x="9713" y="1485"/>
                </a:cubicBezTo>
                <a:cubicBezTo>
                  <a:pt x="11597" y="1485"/>
                  <a:pt x="11597" y="1485"/>
                  <a:pt x="11597" y="1485"/>
                </a:cubicBezTo>
                <a:cubicBezTo>
                  <a:pt x="12032" y="3645"/>
                  <a:pt x="12032" y="3645"/>
                  <a:pt x="12032" y="3645"/>
                </a:cubicBezTo>
                <a:cubicBezTo>
                  <a:pt x="12032" y="4050"/>
                  <a:pt x="12467" y="4455"/>
                  <a:pt x="12902" y="4455"/>
                </a:cubicBezTo>
                <a:cubicBezTo>
                  <a:pt x="13192" y="4725"/>
                  <a:pt x="13337" y="4725"/>
                  <a:pt x="13772" y="4860"/>
                </a:cubicBezTo>
                <a:cubicBezTo>
                  <a:pt x="13772" y="4860"/>
                  <a:pt x="13917" y="4860"/>
                  <a:pt x="14207" y="4860"/>
                </a:cubicBezTo>
                <a:cubicBezTo>
                  <a:pt x="14642" y="4860"/>
                  <a:pt x="14787" y="4860"/>
                  <a:pt x="15077" y="4725"/>
                </a:cubicBezTo>
                <a:cubicBezTo>
                  <a:pt x="16671" y="3645"/>
                  <a:pt x="16671" y="3645"/>
                  <a:pt x="16671" y="3645"/>
                </a:cubicBezTo>
                <a:cubicBezTo>
                  <a:pt x="17976" y="4860"/>
                  <a:pt x="17976" y="4860"/>
                  <a:pt x="17976" y="4860"/>
                </a:cubicBezTo>
                <a:cubicBezTo>
                  <a:pt x="16961" y="6615"/>
                  <a:pt x="16961" y="6615"/>
                  <a:pt x="16961" y="6615"/>
                </a:cubicBezTo>
                <a:cubicBezTo>
                  <a:pt x="16671" y="7020"/>
                  <a:pt x="16526" y="7560"/>
                  <a:pt x="16671" y="7965"/>
                </a:cubicBezTo>
                <a:cubicBezTo>
                  <a:pt x="16961" y="8235"/>
                  <a:pt x="16961" y="8505"/>
                  <a:pt x="17106" y="8640"/>
                </a:cubicBezTo>
                <a:cubicBezTo>
                  <a:pt x="17396" y="9045"/>
                  <a:pt x="17541" y="9450"/>
                  <a:pt x="18266" y="9450"/>
                </a:cubicBezTo>
                <a:cubicBezTo>
                  <a:pt x="20150" y="9855"/>
                  <a:pt x="20150" y="9855"/>
                  <a:pt x="20150" y="9855"/>
                </a:cubicBezTo>
                <a:cubicBezTo>
                  <a:pt x="20150" y="11745"/>
                  <a:pt x="20150" y="11745"/>
                  <a:pt x="20150" y="11745"/>
                </a:cubicBezTo>
                <a:close/>
                <a:moveTo>
                  <a:pt x="10872" y="6210"/>
                </a:moveTo>
                <a:cubicBezTo>
                  <a:pt x="7973" y="6210"/>
                  <a:pt x="5944" y="8235"/>
                  <a:pt x="5944" y="10935"/>
                </a:cubicBezTo>
                <a:cubicBezTo>
                  <a:pt x="5944" y="13500"/>
                  <a:pt x="7973" y="15525"/>
                  <a:pt x="10872" y="15525"/>
                </a:cubicBezTo>
                <a:cubicBezTo>
                  <a:pt x="13482" y="15525"/>
                  <a:pt x="15656" y="13500"/>
                  <a:pt x="15656" y="10935"/>
                </a:cubicBezTo>
                <a:cubicBezTo>
                  <a:pt x="15656" y="8235"/>
                  <a:pt x="13482" y="6210"/>
                  <a:pt x="10872" y="6210"/>
                </a:cubicBezTo>
                <a:close/>
                <a:moveTo>
                  <a:pt x="10872" y="14985"/>
                </a:moveTo>
                <a:cubicBezTo>
                  <a:pt x="8408" y="14985"/>
                  <a:pt x="6523" y="13095"/>
                  <a:pt x="6523" y="10935"/>
                </a:cubicBezTo>
                <a:cubicBezTo>
                  <a:pt x="6523" y="8640"/>
                  <a:pt x="8408" y="6750"/>
                  <a:pt x="10872" y="6750"/>
                </a:cubicBezTo>
                <a:cubicBezTo>
                  <a:pt x="13047" y="6750"/>
                  <a:pt x="14932" y="8640"/>
                  <a:pt x="14932" y="10935"/>
                </a:cubicBezTo>
                <a:cubicBezTo>
                  <a:pt x="14932" y="13095"/>
                  <a:pt x="13047" y="14985"/>
                  <a:pt x="10872" y="14985"/>
                </a:cubicBezTo>
                <a:close/>
                <a:moveTo>
                  <a:pt x="10872" y="8100"/>
                </a:moveTo>
                <a:cubicBezTo>
                  <a:pt x="9278" y="8100"/>
                  <a:pt x="7973" y="9180"/>
                  <a:pt x="7973" y="10935"/>
                </a:cubicBezTo>
                <a:cubicBezTo>
                  <a:pt x="7973" y="12555"/>
                  <a:pt x="9278" y="13635"/>
                  <a:pt x="10872" y="13635"/>
                </a:cubicBezTo>
                <a:cubicBezTo>
                  <a:pt x="12322" y="13635"/>
                  <a:pt x="13482" y="12555"/>
                  <a:pt x="13482" y="10935"/>
                </a:cubicBezTo>
                <a:cubicBezTo>
                  <a:pt x="13482" y="9180"/>
                  <a:pt x="12322" y="8100"/>
                  <a:pt x="10872" y="8100"/>
                </a:cubicBezTo>
                <a:close/>
                <a:moveTo>
                  <a:pt x="10872" y="12960"/>
                </a:moveTo>
                <a:cubicBezTo>
                  <a:pt x="9568" y="12960"/>
                  <a:pt x="8698" y="12015"/>
                  <a:pt x="8698" y="10935"/>
                </a:cubicBezTo>
                <a:cubicBezTo>
                  <a:pt x="8698" y="9720"/>
                  <a:pt x="9568" y="8775"/>
                  <a:pt x="10872" y="8775"/>
                </a:cubicBezTo>
                <a:cubicBezTo>
                  <a:pt x="11887" y="8775"/>
                  <a:pt x="12757" y="9720"/>
                  <a:pt x="12757" y="10935"/>
                </a:cubicBezTo>
                <a:cubicBezTo>
                  <a:pt x="12757" y="12015"/>
                  <a:pt x="11887" y="12960"/>
                  <a:pt x="10872" y="1296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10" name="Freeform 60"/>
          <p:cNvSpPr/>
          <p:nvPr/>
        </p:nvSpPr>
        <p:spPr>
          <a:xfrm>
            <a:off x="11929694" y="9009240"/>
            <a:ext cx="507076" cy="2825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32" h="21600" fill="norm" stroke="1" extrusionOk="0">
                <a:moveTo>
                  <a:pt x="21131" y="12863"/>
                </a:moveTo>
                <a:cubicBezTo>
                  <a:pt x="20862" y="12378"/>
                  <a:pt x="20191" y="12378"/>
                  <a:pt x="19789" y="12863"/>
                </a:cubicBezTo>
                <a:cubicBezTo>
                  <a:pt x="19789" y="12863"/>
                  <a:pt x="19789" y="12863"/>
                  <a:pt x="18447" y="15533"/>
                </a:cubicBezTo>
                <a:cubicBezTo>
                  <a:pt x="18447" y="15533"/>
                  <a:pt x="18447" y="15533"/>
                  <a:pt x="18447" y="1699"/>
                </a:cubicBezTo>
                <a:cubicBezTo>
                  <a:pt x="18447" y="971"/>
                  <a:pt x="18045" y="0"/>
                  <a:pt x="17508" y="0"/>
                </a:cubicBezTo>
                <a:cubicBezTo>
                  <a:pt x="17508" y="0"/>
                  <a:pt x="17508" y="0"/>
                  <a:pt x="8385" y="0"/>
                </a:cubicBezTo>
                <a:cubicBezTo>
                  <a:pt x="7849" y="0"/>
                  <a:pt x="7446" y="971"/>
                  <a:pt x="7446" y="1699"/>
                </a:cubicBezTo>
                <a:cubicBezTo>
                  <a:pt x="7446" y="2670"/>
                  <a:pt x="7849" y="3640"/>
                  <a:pt x="8385" y="3640"/>
                </a:cubicBezTo>
                <a:cubicBezTo>
                  <a:pt x="8385" y="3640"/>
                  <a:pt x="8385" y="3640"/>
                  <a:pt x="16703" y="3640"/>
                </a:cubicBezTo>
                <a:cubicBezTo>
                  <a:pt x="16703" y="3640"/>
                  <a:pt x="16703" y="3640"/>
                  <a:pt x="16703" y="15533"/>
                </a:cubicBezTo>
                <a:cubicBezTo>
                  <a:pt x="16703" y="15533"/>
                  <a:pt x="16703" y="15533"/>
                  <a:pt x="15362" y="12863"/>
                </a:cubicBezTo>
                <a:cubicBezTo>
                  <a:pt x="14959" y="12378"/>
                  <a:pt x="14422" y="12378"/>
                  <a:pt x="14154" y="12863"/>
                </a:cubicBezTo>
                <a:cubicBezTo>
                  <a:pt x="13617" y="13591"/>
                  <a:pt x="13617" y="14562"/>
                  <a:pt x="14154" y="15533"/>
                </a:cubicBezTo>
                <a:cubicBezTo>
                  <a:pt x="14154" y="15533"/>
                  <a:pt x="14154" y="15533"/>
                  <a:pt x="16837" y="20872"/>
                </a:cubicBezTo>
                <a:cubicBezTo>
                  <a:pt x="16972" y="21357"/>
                  <a:pt x="17374" y="21600"/>
                  <a:pt x="17508" y="21600"/>
                </a:cubicBezTo>
                <a:cubicBezTo>
                  <a:pt x="17911" y="21600"/>
                  <a:pt x="18045" y="21357"/>
                  <a:pt x="18313" y="20872"/>
                </a:cubicBezTo>
                <a:cubicBezTo>
                  <a:pt x="18313" y="20872"/>
                  <a:pt x="18313" y="20872"/>
                  <a:pt x="21131" y="15533"/>
                </a:cubicBezTo>
                <a:cubicBezTo>
                  <a:pt x="21533" y="14562"/>
                  <a:pt x="21533" y="13591"/>
                  <a:pt x="21131" y="12863"/>
                </a:cubicBezTo>
                <a:close/>
                <a:moveTo>
                  <a:pt x="12947" y="17960"/>
                </a:moveTo>
                <a:cubicBezTo>
                  <a:pt x="4763" y="17960"/>
                  <a:pt x="4763" y="17960"/>
                  <a:pt x="4763" y="17960"/>
                </a:cubicBezTo>
                <a:cubicBezTo>
                  <a:pt x="4763" y="17960"/>
                  <a:pt x="4763" y="17960"/>
                  <a:pt x="4763" y="6310"/>
                </a:cubicBezTo>
                <a:cubicBezTo>
                  <a:pt x="4763" y="6310"/>
                  <a:pt x="4763" y="6310"/>
                  <a:pt x="5970" y="8737"/>
                </a:cubicBezTo>
                <a:cubicBezTo>
                  <a:pt x="6104" y="8980"/>
                  <a:pt x="6507" y="9222"/>
                  <a:pt x="6641" y="9222"/>
                </a:cubicBezTo>
                <a:cubicBezTo>
                  <a:pt x="6775" y="9222"/>
                  <a:pt x="7178" y="8980"/>
                  <a:pt x="7312" y="8737"/>
                </a:cubicBezTo>
                <a:cubicBezTo>
                  <a:pt x="7714" y="8009"/>
                  <a:pt x="7714" y="7038"/>
                  <a:pt x="7312" y="6310"/>
                </a:cubicBezTo>
                <a:cubicBezTo>
                  <a:pt x="7312" y="6310"/>
                  <a:pt x="7312" y="6310"/>
                  <a:pt x="4360" y="728"/>
                </a:cubicBezTo>
                <a:cubicBezTo>
                  <a:pt x="4226" y="243"/>
                  <a:pt x="4092" y="0"/>
                  <a:pt x="3690" y="0"/>
                </a:cubicBezTo>
                <a:cubicBezTo>
                  <a:pt x="3555" y="0"/>
                  <a:pt x="3153" y="243"/>
                  <a:pt x="3019" y="728"/>
                </a:cubicBezTo>
                <a:cubicBezTo>
                  <a:pt x="3019" y="728"/>
                  <a:pt x="3019" y="728"/>
                  <a:pt x="201" y="6310"/>
                </a:cubicBezTo>
                <a:cubicBezTo>
                  <a:pt x="-67" y="7038"/>
                  <a:pt x="-67" y="8009"/>
                  <a:pt x="201" y="8737"/>
                </a:cubicBezTo>
                <a:cubicBezTo>
                  <a:pt x="604" y="9222"/>
                  <a:pt x="1140" y="9222"/>
                  <a:pt x="1409" y="8737"/>
                </a:cubicBezTo>
                <a:cubicBezTo>
                  <a:pt x="1409" y="8737"/>
                  <a:pt x="1409" y="8737"/>
                  <a:pt x="2885" y="6310"/>
                </a:cubicBezTo>
                <a:cubicBezTo>
                  <a:pt x="2885" y="6310"/>
                  <a:pt x="2885" y="6310"/>
                  <a:pt x="2885" y="19901"/>
                </a:cubicBezTo>
                <a:cubicBezTo>
                  <a:pt x="2885" y="20872"/>
                  <a:pt x="3153" y="21600"/>
                  <a:pt x="3690" y="21600"/>
                </a:cubicBezTo>
                <a:cubicBezTo>
                  <a:pt x="3690" y="21600"/>
                  <a:pt x="3690" y="21600"/>
                  <a:pt x="12947" y="21600"/>
                </a:cubicBezTo>
                <a:cubicBezTo>
                  <a:pt x="13483" y="21600"/>
                  <a:pt x="13886" y="20872"/>
                  <a:pt x="13886" y="19901"/>
                </a:cubicBezTo>
                <a:cubicBezTo>
                  <a:pt x="13886" y="18930"/>
                  <a:pt x="13483" y="17960"/>
                  <a:pt x="12947" y="1796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11" name="Freeform 72"/>
          <p:cNvSpPr/>
          <p:nvPr/>
        </p:nvSpPr>
        <p:spPr>
          <a:xfrm>
            <a:off x="8629558" y="8858795"/>
            <a:ext cx="472954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8991" y="0"/>
                </a:moveTo>
                <a:cubicBezTo>
                  <a:pt x="6379" y="0"/>
                  <a:pt x="6379" y="0"/>
                  <a:pt x="6379" y="0"/>
                </a:cubicBezTo>
                <a:cubicBezTo>
                  <a:pt x="4784" y="0"/>
                  <a:pt x="3769" y="1080"/>
                  <a:pt x="3769" y="2565"/>
                </a:cubicBezTo>
                <a:cubicBezTo>
                  <a:pt x="3769" y="4995"/>
                  <a:pt x="3769" y="4995"/>
                  <a:pt x="3769" y="4995"/>
                </a:cubicBezTo>
                <a:cubicBezTo>
                  <a:pt x="2609" y="4995"/>
                  <a:pt x="2609" y="4995"/>
                  <a:pt x="2609" y="4995"/>
                </a:cubicBezTo>
                <a:cubicBezTo>
                  <a:pt x="1015" y="4995"/>
                  <a:pt x="0" y="6210"/>
                  <a:pt x="0" y="7695"/>
                </a:cubicBezTo>
                <a:cubicBezTo>
                  <a:pt x="0" y="19035"/>
                  <a:pt x="0" y="19035"/>
                  <a:pt x="0" y="19035"/>
                </a:cubicBezTo>
                <a:cubicBezTo>
                  <a:pt x="0" y="20385"/>
                  <a:pt x="1015" y="21600"/>
                  <a:pt x="2609" y="21600"/>
                </a:cubicBezTo>
                <a:cubicBezTo>
                  <a:pt x="13917" y="21600"/>
                  <a:pt x="13917" y="21600"/>
                  <a:pt x="13917" y="21600"/>
                </a:cubicBezTo>
                <a:cubicBezTo>
                  <a:pt x="15366" y="21600"/>
                  <a:pt x="16381" y="20385"/>
                  <a:pt x="16381" y="19035"/>
                </a:cubicBezTo>
                <a:cubicBezTo>
                  <a:pt x="16381" y="17820"/>
                  <a:pt x="16381" y="17820"/>
                  <a:pt x="16381" y="17820"/>
                </a:cubicBezTo>
                <a:cubicBezTo>
                  <a:pt x="18991" y="17820"/>
                  <a:pt x="18991" y="17820"/>
                  <a:pt x="18991" y="17820"/>
                </a:cubicBezTo>
                <a:cubicBezTo>
                  <a:pt x="20295" y="17820"/>
                  <a:pt x="21600" y="16605"/>
                  <a:pt x="21600" y="15255"/>
                </a:cubicBezTo>
                <a:cubicBezTo>
                  <a:pt x="21600" y="2565"/>
                  <a:pt x="21600" y="2565"/>
                  <a:pt x="21600" y="2565"/>
                </a:cubicBezTo>
                <a:cubicBezTo>
                  <a:pt x="21600" y="1080"/>
                  <a:pt x="20295" y="0"/>
                  <a:pt x="18991" y="0"/>
                </a:cubicBezTo>
                <a:close/>
                <a:moveTo>
                  <a:pt x="2609" y="19035"/>
                </a:moveTo>
                <a:cubicBezTo>
                  <a:pt x="2609" y="7695"/>
                  <a:pt x="2609" y="7695"/>
                  <a:pt x="2609" y="7695"/>
                </a:cubicBezTo>
                <a:cubicBezTo>
                  <a:pt x="13337" y="7695"/>
                  <a:pt x="13337" y="7695"/>
                  <a:pt x="13337" y="7695"/>
                </a:cubicBezTo>
                <a:cubicBezTo>
                  <a:pt x="13627" y="7695"/>
                  <a:pt x="13917" y="7965"/>
                  <a:pt x="13917" y="8370"/>
                </a:cubicBezTo>
                <a:cubicBezTo>
                  <a:pt x="13917" y="19035"/>
                  <a:pt x="13917" y="19035"/>
                  <a:pt x="13917" y="19035"/>
                </a:cubicBezTo>
                <a:cubicBezTo>
                  <a:pt x="2609" y="19035"/>
                  <a:pt x="2609" y="19035"/>
                  <a:pt x="2609" y="19035"/>
                </a:cubicBezTo>
                <a:cubicBezTo>
                  <a:pt x="2609" y="19035"/>
                  <a:pt x="2609" y="19035"/>
                  <a:pt x="2609" y="19035"/>
                </a:cubicBezTo>
                <a:close/>
                <a:moveTo>
                  <a:pt x="18991" y="15255"/>
                </a:moveTo>
                <a:cubicBezTo>
                  <a:pt x="15221" y="15255"/>
                  <a:pt x="15221" y="15255"/>
                  <a:pt x="15221" y="15255"/>
                </a:cubicBezTo>
                <a:cubicBezTo>
                  <a:pt x="15221" y="8370"/>
                  <a:pt x="15221" y="8370"/>
                  <a:pt x="15221" y="8370"/>
                </a:cubicBezTo>
                <a:cubicBezTo>
                  <a:pt x="15221" y="7155"/>
                  <a:pt x="14352" y="6480"/>
                  <a:pt x="13337" y="6480"/>
                </a:cubicBezTo>
                <a:cubicBezTo>
                  <a:pt x="6379" y="6480"/>
                  <a:pt x="6379" y="6480"/>
                  <a:pt x="6379" y="6480"/>
                </a:cubicBezTo>
                <a:cubicBezTo>
                  <a:pt x="6379" y="2565"/>
                  <a:pt x="6379" y="2565"/>
                  <a:pt x="6379" y="2565"/>
                </a:cubicBezTo>
                <a:cubicBezTo>
                  <a:pt x="18991" y="2565"/>
                  <a:pt x="18991" y="2565"/>
                  <a:pt x="18991" y="2565"/>
                </a:cubicBezTo>
                <a:cubicBezTo>
                  <a:pt x="18991" y="15255"/>
                  <a:pt x="18991" y="15255"/>
                  <a:pt x="18991" y="15255"/>
                </a:cubicBezTo>
                <a:cubicBezTo>
                  <a:pt x="18991" y="15255"/>
                  <a:pt x="18991" y="15255"/>
                  <a:pt x="18991" y="15255"/>
                </a:cubicBezTo>
                <a:close/>
                <a:moveTo>
                  <a:pt x="18991" y="15255"/>
                </a:moveTo>
                <a:cubicBezTo>
                  <a:pt x="18991" y="15255"/>
                  <a:pt x="18991" y="15255"/>
                  <a:pt x="18991" y="15255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12" name="Freeform 75"/>
          <p:cNvSpPr/>
          <p:nvPr/>
        </p:nvSpPr>
        <p:spPr>
          <a:xfrm>
            <a:off x="20878595" y="7716491"/>
            <a:ext cx="393598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1610"/>
                </a:moveTo>
                <a:cubicBezTo>
                  <a:pt x="21600" y="11610"/>
                  <a:pt x="21600" y="11610"/>
                  <a:pt x="21600" y="11610"/>
                </a:cubicBezTo>
                <a:cubicBezTo>
                  <a:pt x="21600" y="11340"/>
                  <a:pt x="21600" y="11340"/>
                  <a:pt x="21600" y="11340"/>
                </a:cubicBezTo>
                <a:cubicBezTo>
                  <a:pt x="21600" y="11340"/>
                  <a:pt x="21600" y="11340"/>
                  <a:pt x="21600" y="11340"/>
                </a:cubicBezTo>
                <a:cubicBezTo>
                  <a:pt x="19684" y="6750"/>
                  <a:pt x="19684" y="6750"/>
                  <a:pt x="19684" y="6750"/>
                </a:cubicBezTo>
                <a:cubicBezTo>
                  <a:pt x="19684" y="6480"/>
                  <a:pt x="19335" y="6210"/>
                  <a:pt x="18987" y="6210"/>
                </a:cubicBezTo>
                <a:cubicBezTo>
                  <a:pt x="16548" y="6210"/>
                  <a:pt x="16548" y="6210"/>
                  <a:pt x="16548" y="6210"/>
                </a:cubicBezTo>
                <a:cubicBezTo>
                  <a:pt x="16200" y="6210"/>
                  <a:pt x="15852" y="6480"/>
                  <a:pt x="15852" y="7020"/>
                </a:cubicBezTo>
                <a:cubicBezTo>
                  <a:pt x="15852" y="7695"/>
                  <a:pt x="16200" y="7965"/>
                  <a:pt x="16548" y="7965"/>
                </a:cubicBezTo>
                <a:cubicBezTo>
                  <a:pt x="18290" y="7965"/>
                  <a:pt x="18290" y="7965"/>
                  <a:pt x="18290" y="7965"/>
                </a:cubicBezTo>
                <a:cubicBezTo>
                  <a:pt x="19335" y="10665"/>
                  <a:pt x="19335" y="10665"/>
                  <a:pt x="19335" y="10665"/>
                </a:cubicBezTo>
                <a:cubicBezTo>
                  <a:pt x="2439" y="10665"/>
                  <a:pt x="2439" y="10665"/>
                  <a:pt x="2439" y="10665"/>
                </a:cubicBezTo>
                <a:cubicBezTo>
                  <a:pt x="3484" y="7965"/>
                  <a:pt x="3484" y="7965"/>
                  <a:pt x="3484" y="7965"/>
                </a:cubicBezTo>
                <a:cubicBezTo>
                  <a:pt x="5052" y="7965"/>
                  <a:pt x="5052" y="7965"/>
                  <a:pt x="5052" y="7965"/>
                </a:cubicBezTo>
                <a:cubicBezTo>
                  <a:pt x="5400" y="7965"/>
                  <a:pt x="6097" y="7695"/>
                  <a:pt x="6097" y="7020"/>
                </a:cubicBezTo>
                <a:cubicBezTo>
                  <a:pt x="6097" y="6480"/>
                  <a:pt x="5400" y="6210"/>
                  <a:pt x="5052" y="6210"/>
                </a:cubicBezTo>
                <a:cubicBezTo>
                  <a:pt x="2787" y="6210"/>
                  <a:pt x="2787" y="6210"/>
                  <a:pt x="2787" y="6210"/>
                </a:cubicBezTo>
                <a:cubicBezTo>
                  <a:pt x="2439" y="6210"/>
                  <a:pt x="2090" y="6480"/>
                  <a:pt x="2090" y="6750"/>
                </a:cubicBezTo>
                <a:cubicBezTo>
                  <a:pt x="0" y="11340"/>
                  <a:pt x="0" y="11340"/>
                  <a:pt x="0" y="11340"/>
                </a:cubicBezTo>
                <a:cubicBezTo>
                  <a:pt x="0" y="11340"/>
                  <a:pt x="0" y="11340"/>
                  <a:pt x="0" y="11340"/>
                </a:cubicBezTo>
                <a:cubicBezTo>
                  <a:pt x="0" y="11340"/>
                  <a:pt x="0" y="11340"/>
                  <a:pt x="0" y="11610"/>
                </a:cubicBezTo>
                <a:cubicBezTo>
                  <a:pt x="0" y="11610"/>
                  <a:pt x="0" y="11610"/>
                  <a:pt x="0" y="11610"/>
                </a:cubicBezTo>
                <a:cubicBezTo>
                  <a:pt x="0" y="11610"/>
                  <a:pt x="0" y="11610"/>
                  <a:pt x="0" y="11610"/>
                </a:cubicBezTo>
                <a:cubicBezTo>
                  <a:pt x="0" y="20790"/>
                  <a:pt x="0" y="20790"/>
                  <a:pt x="0" y="20790"/>
                </a:cubicBezTo>
                <a:cubicBezTo>
                  <a:pt x="0" y="21330"/>
                  <a:pt x="348" y="21600"/>
                  <a:pt x="1045" y="21600"/>
                </a:cubicBezTo>
                <a:cubicBezTo>
                  <a:pt x="20555" y="21600"/>
                  <a:pt x="20555" y="21600"/>
                  <a:pt x="20555" y="21600"/>
                </a:cubicBezTo>
                <a:cubicBezTo>
                  <a:pt x="21252" y="21600"/>
                  <a:pt x="21600" y="21330"/>
                  <a:pt x="21600" y="20790"/>
                </a:cubicBezTo>
                <a:cubicBezTo>
                  <a:pt x="21600" y="11610"/>
                  <a:pt x="21600" y="11610"/>
                  <a:pt x="21600" y="11610"/>
                </a:cubicBezTo>
                <a:cubicBezTo>
                  <a:pt x="21600" y="11610"/>
                  <a:pt x="21600" y="11610"/>
                  <a:pt x="21600" y="11610"/>
                </a:cubicBezTo>
                <a:close/>
                <a:moveTo>
                  <a:pt x="19684" y="19980"/>
                </a:moveTo>
                <a:cubicBezTo>
                  <a:pt x="2090" y="19980"/>
                  <a:pt x="2090" y="19980"/>
                  <a:pt x="2090" y="19980"/>
                </a:cubicBezTo>
                <a:cubicBezTo>
                  <a:pt x="2090" y="12420"/>
                  <a:pt x="2090" y="12420"/>
                  <a:pt x="2090" y="12420"/>
                </a:cubicBezTo>
                <a:cubicBezTo>
                  <a:pt x="19684" y="12420"/>
                  <a:pt x="19684" y="12420"/>
                  <a:pt x="19684" y="12420"/>
                </a:cubicBezTo>
                <a:cubicBezTo>
                  <a:pt x="19684" y="19980"/>
                  <a:pt x="19684" y="19980"/>
                  <a:pt x="19684" y="19980"/>
                </a:cubicBezTo>
                <a:cubicBezTo>
                  <a:pt x="19684" y="19980"/>
                  <a:pt x="19684" y="19980"/>
                  <a:pt x="19684" y="19980"/>
                </a:cubicBezTo>
                <a:close/>
                <a:moveTo>
                  <a:pt x="7839" y="16875"/>
                </a:moveTo>
                <a:cubicBezTo>
                  <a:pt x="13935" y="16875"/>
                  <a:pt x="13935" y="16875"/>
                  <a:pt x="13935" y="16875"/>
                </a:cubicBezTo>
                <a:cubicBezTo>
                  <a:pt x="14458" y="16875"/>
                  <a:pt x="14806" y="16605"/>
                  <a:pt x="14806" y="16335"/>
                </a:cubicBezTo>
                <a:cubicBezTo>
                  <a:pt x="14806" y="15795"/>
                  <a:pt x="14458" y="15525"/>
                  <a:pt x="13935" y="15525"/>
                </a:cubicBezTo>
                <a:cubicBezTo>
                  <a:pt x="7839" y="15525"/>
                  <a:pt x="7839" y="15525"/>
                  <a:pt x="7839" y="15525"/>
                </a:cubicBezTo>
                <a:cubicBezTo>
                  <a:pt x="7142" y="15525"/>
                  <a:pt x="6794" y="15795"/>
                  <a:pt x="6794" y="16335"/>
                </a:cubicBezTo>
                <a:cubicBezTo>
                  <a:pt x="6794" y="16605"/>
                  <a:pt x="7142" y="16875"/>
                  <a:pt x="7839" y="16875"/>
                </a:cubicBezTo>
                <a:close/>
                <a:moveTo>
                  <a:pt x="10452" y="9315"/>
                </a:moveTo>
                <a:cubicBezTo>
                  <a:pt x="10452" y="9585"/>
                  <a:pt x="10800" y="9585"/>
                  <a:pt x="10800" y="9585"/>
                </a:cubicBezTo>
                <a:cubicBezTo>
                  <a:pt x="10800" y="9585"/>
                  <a:pt x="11148" y="9585"/>
                  <a:pt x="11148" y="9315"/>
                </a:cubicBezTo>
                <a:cubicBezTo>
                  <a:pt x="16548" y="4590"/>
                  <a:pt x="16548" y="4590"/>
                  <a:pt x="16548" y="4590"/>
                </a:cubicBezTo>
                <a:cubicBezTo>
                  <a:pt x="16897" y="4590"/>
                  <a:pt x="16897" y="4320"/>
                  <a:pt x="16548" y="4320"/>
                </a:cubicBezTo>
                <a:cubicBezTo>
                  <a:pt x="16548" y="4050"/>
                  <a:pt x="16548" y="4050"/>
                  <a:pt x="16200" y="4050"/>
                </a:cubicBezTo>
                <a:cubicBezTo>
                  <a:pt x="14458" y="4050"/>
                  <a:pt x="14458" y="4050"/>
                  <a:pt x="14458" y="4050"/>
                </a:cubicBezTo>
                <a:cubicBezTo>
                  <a:pt x="14458" y="675"/>
                  <a:pt x="14458" y="675"/>
                  <a:pt x="14458" y="675"/>
                </a:cubicBezTo>
                <a:cubicBezTo>
                  <a:pt x="14458" y="405"/>
                  <a:pt x="14284" y="0"/>
                  <a:pt x="13935" y="0"/>
                </a:cubicBezTo>
                <a:cubicBezTo>
                  <a:pt x="7839" y="0"/>
                  <a:pt x="7839" y="0"/>
                  <a:pt x="7839" y="0"/>
                </a:cubicBezTo>
                <a:cubicBezTo>
                  <a:pt x="7490" y="0"/>
                  <a:pt x="7142" y="405"/>
                  <a:pt x="7142" y="675"/>
                </a:cubicBezTo>
                <a:cubicBezTo>
                  <a:pt x="7142" y="4050"/>
                  <a:pt x="7142" y="4050"/>
                  <a:pt x="7142" y="4050"/>
                </a:cubicBezTo>
                <a:cubicBezTo>
                  <a:pt x="5400" y="4050"/>
                  <a:pt x="5400" y="4050"/>
                  <a:pt x="5400" y="4050"/>
                </a:cubicBezTo>
                <a:cubicBezTo>
                  <a:pt x="5052" y="4050"/>
                  <a:pt x="5052" y="4050"/>
                  <a:pt x="5052" y="4320"/>
                </a:cubicBezTo>
                <a:cubicBezTo>
                  <a:pt x="4703" y="4320"/>
                  <a:pt x="4703" y="4590"/>
                  <a:pt x="5052" y="4590"/>
                </a:cubicBezTo>
                <a:cubicBezTo>
                  <a:pt x="10452" y="9315"/>
                  <a:pt x="10452" y="9315"/>
                  <a:pt x="10452" y="9315"/>
                </a:cubicBezTo>
                <a:cubicBezTo>
                  <a:pt x="10452" y="9315"/>
                  <a:pt x="10452" y="9315"/>
                  <a:pt x="10452" y="9315"/>
                </a:cubicBezTo>
                <a:close/>
                <a:moveTo>
                  <a:pt x="7839" y="4860"/>
                </a:moveTo>
                <a:cubicBezTo>
                  <a:pt x="7839" y="4860"/>
                  <a:pt x="8187" y="4590"/>
                  <a:pt x="8187" y="4320"/>
                </a:cubicBezTo>
                <a:cubicBezTo>
                  <a:pt x="8187" y="945"/>
                  <a:pt x="8187" y="945"/>
                  <a:pt x="8187" y="945"/>
                </a:cubicBezTo>
                <a:cubicBezTo>
                  <a:pt x="13587" y="945"/>
                  <a:pt x="13587" y="945"/>
                  <a:pt x="13587" y="945"/>
                </a:cubicBezTo>
                <a:cubicBezTo>
                  <a:pt x="13587" y="4320"/>
                  <a:pt x="13587" y="4320"/>
                  <a:pt x="13587" y="4320"/>
                </a:cubicBezTo>
                <a:cubicBezTo>
                  <a:pt x="13587" y="4590"/>
                  <a:pt x="13935" y="4860"/>
                  <a:pt x="13935" y="4860"/>
                </a:cubicBezTo>
                <a:cubicBezTo>
                  <a:pt x="15155" y="4860"/>
                  <a:pt x="15155" y="4860"/>
                  <a:pt x="15155" y="4860"/>
                </a:cubicBezTo>
                <a:cubicBezTo>
                  <a:pt x="10800" y="8505"/>
                  <a:pt x="10800" y="8505"/>
                  <a:pt x="10800" y="8505"/>
                </a:cubicBezTo>
                <a:cubicBezTo>
                  <a:pt x="6445" y="4860"/>
                  <a:pt x="6445" y="4860"/>
                  <a:pt x="6445" y="4860"/>
                </a:cubicBezTo>
                <a:cubicBezTo>
                  <a:pt x="7839" y="4860"/>
                  <a:pt x="7839" y="4860"/>
                  <a:pt x="7839" y="4860"/>
                </a:cubicBezTo>
                <a:cubicBezTo>
                  <a:pt x="7839" y="4860"/>
                  <a:pt x="7839" y="4860"/>
                  <a:pt x="7839" y="4860"/>
                </a:cubicBezTo>
                <a:close/>
                <a:moveTo>
                  <a:pt x="7839" y="4860"/>
                </a:moveTo>
                <a:cubicBezTo>
                  <a:pt x="7839" y="4860"/>
                  <a:pt x="7839" y="4860"/>
                  <a:pt x="7839" y="4860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13" name="Freeform 81"/>
          <p:cNvSpPr/>
          <p:nvPr/>
        </p:nvSpPr>
        <p:spPr>
          <a:xfrm>
            <a:off x="21952221" y="8874273"/>
            <a:ext cx="472954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2" y="9450"/>
                </a:moveTo>
                <a:cubicBezTo>
                  <a:pt x="16671" y="4860"/>
                  <a:pt x="16671" y="4860"/>
                  <a:pt x="16671" y="4860"/>
                </a:cubicBezTo>
                <a:cubicBezTo>
                  <a:pt x="12177" y="10125"/>
                  <a:pt x="12177" y="10125"/>
                  <a:pt x="12177" y="10125"/>
                </a:cubicBezTo>
                <a:cubicBezTo>
                  <a:pt x="12322" y="10260"/>
                  <a:pt x="12467" y="10530"/>
                  <a:pt x="12467" y="10935"/>
                </a:cubicBezTo>
                <a:cubicBezTo>
                  <a:pt x="12467" y="11745"/>
                  <a:pt x="11742" y="12420"/>
                  <a:pt x="10728" y="12420"/>
                </a:cubicBezTo>
                <a:cubicBezTo>
                  <a:pt x="10003" y="12420"/>
                  <a:pt x="9133" y="11745"/>
                  <a:pt x="9133" y="10935"/>
                </a:cubicBezTo>
                <a:cubicBezTo>
                  <a:pt x="9133" y="9990"/>
                  <a:pt x="10003" y="9180"/>
                  <a:pt x="10728" y="9180"/>
                </a:cubicBezTo>
                <a:cubicBezTo>
                  <a:pt x="11017" y="9180"/>
                  <a:pt x="11452" y="9315"/>
                  <a:pt x="11742" y="9450"/>
                </a:cubicBezTo>
                <a:close/>
                <a:moveTo>
                  <a:pt x="21600" y="10935"/>
                </a:moveTo>
                <a:cubicBezTo>
                  <a:pt x="21600" y="16740"/>
                  <a:pt x="16671" y="21600"/>
                  <a:pt x="10728" y="21600"/>
                </a:cubicBezTo>
                <a:cubicBezTo>
                  <a:pt x="4929" y="21600"/>
                  <a:pt x="0" y="16740"/>
                  <a:pt x="0" y="10935"/>
                </a:cubicBezTo>
                <a:cubicBezTo>
                  <a:pt x="0" y="4860"/>
                  <a:pt x="4929" y="0"/>
                  <a:pt x="10728" y="0"/>
                </a:cubicBezTo>
                <a:cubicBezTo>
                  <a:pt x="16671" y="0"/>
                  <a:pt x="21600" y="4860"/>
                  <a:pt x="21600" y="10935"/>
                </a:cubicBezTo>
                <a:close/>
                <a:moveTo>
                  <a:pt x="19281" y="14580"/>
                </a:moveTo>
                <a:cubicBezTo>
                  <a:pt x="17831" y="13905"/>
                  <a:pt x="17831" y="13905"/>
                  <a:pt x="17831" y="13905"/>
                </a:cubicBezTo>
                <a:cubicBezTo>
                  <a:pt x="17976" y="13635"/>
                  <a:pt x="17976" y="13635"/>
                  <a:pt x="17976" y="13635"/>
                </a:cubicBezTo>
                <a:cubicBezTo>
                  <a:pt x="19426" y="14040"/>
                  <a:pt x="19426" y="14040"/>
                  <a:pt x="19426" y="14040"/>
                </a:cubicBezTo>
                <a:cubicBezTo>
                  <a:pt x="19715" y="13230"/>
                  <a:pt x="19860" y="12285"/>
                  <a:pt x="20005" y="11205"/>
                </a:cubicBezTo>
                <a:cubicBezTo>
                  <a:pt x="18411" y="11205"/>
                  <a:pt x="18411" y="11205"/>
                  <a:pt x="18411" y="11205"/>
                </a:cubicBezTo>
                <a:cubicBezTo>
                  <a:pt x="18411" y="10395"/>
                  <a:pt x="18411" y="10395"/>
                  <a:pt x="18411" y="10395"/>
                </a:cubicBezTo>
                <a:cubicBezTo>
                  <a:pt x="20005" y="10395"/>
                  <a:pt x="20005" y="10395"/>
                  <a:pt x="20005" y="10395"/>
                </a:cubicBezTo>
                <a:cubicBezTo>
                  <a:pt x="19860" y="9315"/>
                  <a:pt x="19715" y="8370"/>
                  <a:pt x="19426" y="7425"/>
                </a:cubicBezTo>
                <a:cubicBezTo>
                  <a:pt x="17976" y="8100"/>
                  <a:pt x="17976" y="8100"/>
                  <a:pt x="17976" y="8100"/>
                </a:cubicBezTo>
                <a:cubicBezTo>
                  <a:pt x="17831" y="7560"/>
                  <a:pt x="17831" y="7560"/>
                  <a:pt x="17831" y="7560"/>
                </a:cubicBezTo>
                <a:cubicBezTo>
                  <a:pt x="19281" y="7155"/>
                  <a:pt x="19281" y="7155"/>
                  <a:pt x="19281" y="7155"/>
                </a:cubicBezTo>
                <a:cubicBezTo>
                  <a:pt x="18266" y="5130"/>
                  <a:pt x="16526" y="3375"/>
                  <a:pt x="14497" y="2430"/>
                </a:cubicBezTo>
                <a:cubicBezTo>
                  <a:pt x="13917" y="3780"/>
                  <a:pt x="13917" y="3780"/>
                  <a:pt x="13917" y="3780"/>
                </a:cubicBezTo>
                <a:cubicBezTo>
                  <a:pt x="13627" y="3645"/>
                  <a:pt x="13627" y="3645"/>
                  <a:pt x="13627" y="3645"/>
                </a:cubicBezTo>
                <a:cubicBezTo>
                  <a:pt x="14062" y="2295"/>
                  <a:pt x="14062" y="2295"/>
                  <a:pt x="14062" y="2295"/>
                </a:cubicBezTo>
                <a:cubicBezTo>
                  <a:pt x="13192" y="1890"/>
                  <a:pt x="12177" y="1755"/>
                  <a:pt x="11162" y="1620"/>
                </a:cubicBezTo>
                <a:cubicBezTo>
                  <a:pt x="11162" y="3240"/>
                  <a:pt x="11162" y="3240"/>
                  <a:pt x="11162" y="3240"/>
                </a:cubicBezTo>
                <a:cubicBezTo>
                  <a:pt x="10438" y="3240"/>
                  <a:pt x="10438" y="3240"/>
                  <a:pt x="10438" y="3240"/>
                </a:cubicBezTo>
                <a:cubicBezTo>
                  <a:pt x="10438" y="1620"/>
                  <a:pt x="10438" y="1620"/>
                  <a:pt x="10438" y="1620"/>
                </a:cubicBezTo>
                <a:cubicBezTo>
                  <a:pt x="9278" y="1755"/>
                  <a:pt x="8408" y="1890"/>
                  <a:pt x="7393" y="2295"/>
                </a:cubicBezTo>
                <a:cubicBezTo>
                  <a:pt x="8118" y="3645"/>
                  <a:pt x="8118" y="3645"/>
                  <a:pt x="8118" y="3645"/>
                </a:cubicBezTo>
                <a:cubicBezTo>
                  <a:pt x="7683" y="3780"/>
                  <a:pt x="7683" y="3780"/>
                  <a:pt x="7683" y="3780"/>
                </a:cubicBezTo>
                <a:cubicBezTo>
                  <a:pt x="6958" y="2430"/>
                  <a:pt x="6958" y="2430"/>
                  <a:pt x="6958" y="2430"/>
                </a:cubicBezTo>
                <a:cubicBezTo>
                  <a:pt x="6234" y="2835"/>
                  <a:pt x="5364" y="3375"/>
                  <a:pt x="4639" y="4185"/>
                </a:cubicBezTo>
                <a:cubicBezTo>
                  <a:pt x="5654" y="5130"/>
                  <a:pt x="5654" y="5130"/>
                  <a:pt x="5654" y="5130"/>
                </a:cubicBezTo>
                <a:cubicBezTo>
                  <a:pt x="5074" y="5670"/>
                  <a:pt x="5074" y="5670"/>
                  <a:pt x="5074" y="5670"/>
                </a:cubicBezTo>
                <a:cubicBezTo>
                  <a:pt x="4059" y="4590"/>
                  <a:pt x="4059" y="4590"/>
                  <a:pt x="4059" y="4590"/>
                </a:cubicBezTo>
                <a:cubicBezTo>
                  <a:pt x="3334" y="5400"/>
                  <a:pt x="2754" y="6210"/>
                  <a:pt x="2464" y="7155"/>
                </a:cubicBezTo>
                <a:cubicBezTo>
                  <a:pt x="3624" y="7695"/>
                  <a:pt x="3624" y="7695"/>
                  <a:pt x="3624" y="7695"/>
                </a:cubicBezTo>
                <a:cubicBezTo>
                  <a:pt x="3479" y="8100"/>
                  <a:pt x="3479" y="8100"/>
                  <a:pt x="3479" y="8100"/>
                </a:cubicBezTo>
                <a:cubicBezTo>
                  <a:pt x="2319" y="7560"/>
                  <a:pt x="2319" y="7560"/>
                  <a:pt x="2319" y="7560"/>
                </a:cubicBezTo>
                <a:cubicBezTo>
                  <a:pt x="1885" y="8505"/>
                  <a:pt x="1595" y="9450"/>
                  <a:pt x="1595" y="10395"/>
                </a:cubicBezTo>
                <a:cubicBezTo>
                  <a:pt x="3044" y="10395"/>
                  <a:pt x="3044" y="10395"/>
                  <a:pt x="3044" y="10395"/>
                </a:cubicBezTo>
                <a:cubicBezTo>
                  <a:pt x="3044" y="11205"/>
                  <a:pt x="3044" y="11205"/>
                  <a:pt x="3044" y="11205"/>
                </a:cubicBezTo>
                <a:cubicBezTo>
                  <a:pt x="1595" y="11205"/>
                  <a:pt x="1595" y="11205"/>
                  <a:pt x="1595" y="11205"/>
                </a:cubicBezTo>
                <a:cubicBezTo>
                  <a:pt x="1595" y="12285"/>
                  <a:pt x="1885" y="13230"/>
                  <a:pt x="2319" y="14175"/>
                </a:cubicBezTo>
                <a:cubicBezTo>
                  <a:pt x="3624" y="13635"/>
                  <a:pt x="3624" y="13635"/>
                  <a:pt x="3624" y="13635"/>
                </a:cubicBezTo>
                <a:cubicBezTo>
                  <a:pt x="3769" y="14040"/>
                  <a:pt x="3769" y="14040"/>
                  <a:pt x="3769" y="14040"/>
                </a:cubicBezTo>
                <a:cubicBezTo>
                  <a:pt x="2464" y="14715"/>
                  <a:pt x="2464" y="14715"/>
                  <a:pt x="2464" y="14715"/>
                </a:cubicBezTo>
                <a:cubicBezTo>
                  <a:pt x="2899" y="15525"/>
                  <a:pt x="3334" y="16200"/>
                  <a:pt x="4059" y="17010"/>
                </a:cubicBezTo>
                <a:cubicBezTo>
                  <a:pt x="5074" y="15930"/>
                  <a:pt x="5074" y="15930"/>
                  <a:pt x="5074" y="15930"/>
                </a:cubicBezTo>
                <a:cubicBezTo>
                  <a:pt x="5654" y="16605"/>
                  <a:pt x="5654" y="16605"/>
                  <a:pt x="5654" y="16605"/>
                </a:cubicBezTo>
                <a:cubicBezTo>
                  <a:pt x="4639" y="17685"/>
                  <a:pt x="4639" y="17685"/>
                  <a:pt x="4639" y="17685"/>
                </a:cubicBezTo>
                <a:cubicBezTo>
                  <a:pt x="6234" y="19170"/>
                  <a:pt x="8408" y="20115"/>
                  <a:pt x="10728" y="20115"/>
                </a:cubicBezTo>
                <a:cubicBezTo>
                  <a:pt x="13192" y="20115"/>
                  <a:pt x="15366" y="19170"/>
                  <a:pt x="17106" y="17685"/>
                </a:cubicBezTo>
                <a:cubicBezTo>
                  <a:pt x="15946" y="16605"/>
                  <a:pt x="15946" y="16605"/>
                  <a:pt x="15946" y="16605"/>
                </a:cubicBezTo>
                <a:cubicBezTo>
                  <a:pt x="16526" y="15930"/>
                  <a:pt x="16526" y="15930"/>
                  <a:pt x="16526" y="15930"/>
                </a:cubicBezTo>
                <a:cubicBezTo>
                  <a:pt x="17541" y="17010"/>
                  <a:pt x="17541" y="17010"/>
                  <a:pt x="17541" y="17010"/>
                </a:cubicBezTo>
                <a:cubicBezTo>
                  <a:pt x="18266" y="16200"/>
                  <a:pt x="18846" y="15525"/>
                  <a:pt x="19281" y="14580"/>
                </a:cubicBezTo>
                <a:close/>
                <a:moveTo>
                  <a:pt x="7828" y="16605"/>
                </a:moveTo>
                <a:cubicBezTo>
                  <a:pt x="13917" y="16605"/>
                  <a:pt x="13917" y="16605"/>
                  <a:pt x="13917" y="16605"/>
                </a:cubicBezTo>
                <a:cubicBezTo>
                  <a:pt x="13917" y="15525"/>
                  <a:pt x="13917" y="15525"/>
                  <a:pt x="13917" y="15525"/>
                </a:cubicBezTo>
                <a:cubicBezTo>
                  <a:pt x="7828" y="15525"/>
                  <a:pt x="7828" y="15525"/>
                  <a:pt x="7828" y="15525"/>
                </a:cubicBezTo>
                <a:cubicBezTo>
                  <a:pt x="7828" y="16605"/>
                  <a:pt x="7828" y="16605"/>
                  <a:pt x="7828" y="16605"/>
                </a:cubicBezTo>
                <a:cubicBezTo>
                  <a:pt x="7828" y="16605"/>
                  <a:pt x="7828" y="16605"/>
                  <a:pt x="7828" y="16605"/>
                </a:cubicBezTo>
                <a:close/>
                <a:moveTo>
                  <a:pt x="7828" y="16605"/>
                </a:moveTo>
                <a:cubicBezTo>
                  <a:pt x="7828" y="16605"/>
                  <a:pt x="7828" y="16605"/>
                  <a:pt x="7828" y="16605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14" name="Freeform 87"/>
          <p:cNvSpPr/>
          <p:nvPr/>
        </p:nvSpPr>
        <p:spPr>
          <a:xfrm>
            <a:off x="10815958" y="4460876"/>
            <a:ext cx="507869" cy="4316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115" y="0"/>
                </a:moveTo>
                <a:cubicBezTo>
                  <a:pt x="1620" y="0"/>
                  <a:pt x="1620" y="0"/>
                  <a:pt x="1620" y="0"/>
                </a:cubicBezTo>
                <a:cubicBezTo>
                  <a:pt x="675" y="0"/>
                  <a:pt x="0" y="953"/>
                  <a:pt x="0" y="2065"/>
                </a:cubicBezTo>
                <a:cubicBezTo>
                  <a:pt x="0" y="15088"/>
                  <a:pt x="0" y="15088"/>
                  <a:pt x="0" y="15088"/>
                </a:cubicBezTo>
                <a:cubicBezTo>
                  <a:pt x="0" y="15882"/>
                  <a:pt x="675" y="16835"/>
                  <a:pt x="1620" y="16835"/>
                </a:cubicBezTo>
                <a:cubicBezTo>
                  <a:pt x="3240" y="16835"/>
                  <a:pt x="3240" y="16835"/>
                  <a:pt x="3240" y="16835"/>
                </a:cubicBezTo>
                <a:cubicBezTo>
                  <a:pt x="3375" y="16835"/>
                  <a:pt x="3510" y="16835"/>
                  <a:pt x="3645" y="16994"/>
                </a:cubicBezTo>
                <a:cubicBezTo>
                  <a:pt x="6210" y="21441"/>
                  <a:pt x="6210" y="21441"/>
                  <a:pt x="6210" y="21441"/>
                </a:cubicBezTo>
                <a:cubicBezTo>
                  <a:pt x="6345" y="21600"/>
                  <a:pt x="6480" y="21600"/>
                  <a:pt x="6615" y="21600"/>
                </a:cubicBezTo>
                <a:cubicBezTo>
                  <a:pt x="6750" y="21600"/>
                  <a:pt x="6885" y="21600"/>
                  <a:pt x="7155" y="21441"/>
                </a:cubicBezTo>
                <a:cubicBezTo>
                  <a:pt x="9720" y="16994"/>
                  <a:pt x="9720" y="16994"/>
                  <a:pt x="9720" y="16994"/>
                </a:cubicBezTo>
                <a:cubicBezTo>
                  <a:pt x="9855" y="16835"/>
                  <a:pt x="9990" y="16835"/>
                  <a:pt x="10125" y="16835"/>
                </a:cubicBezTo>
                <a:cubicBezTo>
                  <a:pt x="20115" y="16835"/>
                  <a:pt x="20115" y="16835"/>
                  <a:pt x="20115" y="16835"/>
                </a:cubicBezTo>
                <a:cubicBezTo>
                  <a:pt x="20925" y="16835"/>
                  <a:pt x="21600" y="15882"/>
                  <a:pt x="21600" y="15088"/>
                </a:cubicBezTo>
                <a:cubicBezTo>
                  <a:pt x="21600" y="2065"/>
                  <a:pt x="21600" y="2065"/>
                  <a:pt x="21600" y="2065"/>
                </a:cubicBezTo>
                <a:cubicBezTo>
                  <a:pt x="21600" y="953"/>
                  <a:pt x="20925" y="0"/>
                  <a:pt x="20115" y="0"/>
                </a:cubicBezTo>
                <a:close/>
                <a:moveTo>
                  <a:pt x="5805" y="6512"/>
                </a:moveTo>
                <a:cubicBezTo>
                  <a:pt x="6615" y="6512"/>
                  <a:pt x="7425" y="7465"/>
                  <a:pt x="7425" y="8576"/>
                </a:cubicBezTo>
                <a:cubicBezTo>
                  <a:pt x="7425" y="9688"/>
                  <a:pt x="6615" y="10641"/>
                  <a:pt x="5805" y="10641"/>
                </a:cubicBezTo>
                <a:cubicBezTo>
                  <a:pt x="4725" y="10641"/>
                  <a:pt x="4050" y="9688"/>
                  <a:pt x="4050" y="8576"/>
                </a:cubicBezTo>
                <a:cubicBezTo>
                  <a:pt x="4050" y="7465"/>
                  <a:pt x="4725" y="6512"/>
                  <a:pt x="5805" y="6512"/>
                </a:cubicBezTo>
                <a:close/>
                <a:moveTo>
                  <a:pt x="10800" y="10641"/>
                </a:moveTo>
                <a:cubicBezTo>
                  <a:pt x="9855" y="10641"/>
                  <a:pt x="9180" y="9688"/>
                  <a:pt x="9180" y="8576"/>
                </a:cubicBezTo>
                <a:cubicBezTo>
                  <a:pt x="9180" y="7465"/>
                  <a:pt x="9855" y="6512"/>
                  <a:pt x="10800" y="6512"/>
                </a:cubicBezTo>
                <a:cubicBezTo>
                  <a:pt x="11745" y="6512"/>
                  <a:pt x="12420" y="7465"/>
                  <a:pt x="12420" y="8576"/>
                </a:cubicBezTo>
                <a:cubicBezTo>
                  <a:pt x="12420" y="9688"/>
                  <a:pt x="11745" y="10641"/>
                  <a:pt x="10800" y="10641"/>
                </a:cubicBezTo>
                <a:close/>
                <a:moveTo>
                  <a:pt x="15930" y="10641"/>
                </a:moveTo>
                <a:cubicBezTo>
                  <a:pt x="15120" y="10641"/>
                  <a:pt x="14310" y="9688"/>
                  <a:pt x="14310" y="8576"/>
                </a:cubicBezTo>
                <a:cubicBezTo>
                  <a:pt x="14310" y="7465"/>
                  <a:pt x="15120" y="6512"/>
                  <a:pt x="15930" y="6512"/>
                </a:cubicBezTo>
                <a:cubicBezTo>
                  <a:pt x="16875" y="6512"/>
                  <a:pt x="17550" y="7465"/>
                  <a:pt x="17550" y="8576"/>
                </a:cubicBezTo>
                <a:cubicBezTo>
                  <a:pt x="17550" y="9688"/>
                  <a:pt x="16875" y="10641"/>
                  <a:pt x="15930" y="10641"/>
                </a:cubicBezTo>
                <a:close/>
                <a:moveTo>
                  <a:pt x="15930" y="10641"/>
                </a:moveTo>
                <a:cubicBezTo>
                  <a:pt x="15930" y="10641"/>
                  <a:pt x="15930" y="10641"/>
                  <a:pt x="15930" y="10641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15" name="Freeform 90"/>
          <p:cNvSpPr/>
          <p:nvPr/>
        </p:nvSpPr>
        <p:spPr>
          <a:xfrm>
            <a:off x="9775400" y="8818926"/>
            <a:ext cx="460257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416" y="12690"/>
                </a:moveTo>
                <a:cubicBezTo>
                  <a:pt x="19677" y="12690"/>
                  <a:pt x="19085" y="13230"/>
                  <a:pt x="19085" y="13770"/>
                </a:cubicBezTo>
                <a:cubicBezTo>
                  <a:pt x="19085" y="13770"/>
                  <a:pt x="19085" y="13770"/>
                  <a:pt x="19085" y="19305"/>
                </a:cubicBezTo>
                <a:cubicBezTo>
                  <a:pt x="19085" y="19305"/>
                  <a:pt x="19085" y="19305"/>
                  <a:pt x="2515" y="19305"/>
                </a:cubicBezTo>
                <a:cubicBezTo>
                  <a:pt x="2515" y="19305"/>
                  <a:pt x="2515" y="19305"/>
                  <a:pt x="2515" y="13770"/>
                </a:cubicBezTo>
                <a:cubicBezTo>
                  <a:pt x="2515" y="13230"/>
                  <a:pt x="2071" y="12690"/>
                  <a:pt x="1332" y="12690"/>
                </a:cubicBezTo>
                <a:cubicBezTo>
                  <a:pt x="592" y="12690"/>
                  <a:pt x="0" y="13230"/>
                  <a:pt x="0" y="13770"/>
                </a:cubicBezTo>
                <a:cubicBezTo>
                  <a:pt x="0" y="13770"/>
                  <a:pt x="0" y="13770"/>
                  <a:pt x="0" y="20520"/>
                </a:cubicBezTo>
                <a:cubicBezTo>
                  <a:pt x="0" y="21330"/>
                  <a:pt x="592" y="21600"/>
                  <a:pt x="1332" y="21600"/>
                </a:cubicBezTo>
                <a:cubicBezTo>
                  <a:pt x="1332" y="21600"/>
                  <a:pt x="1332" y="21600"/>
                  <a:pt x="20416" y="21600"/>
                </a:cubicBezTo>
                <a:cubicBezTo>
                  <a:pt x="21156" y="21600"/>
                  <a:pt x="21600" y="21330"/>
                  <a:pt x="21600" y="20520"/>
                </a:cubicBezTo>
                <a:cubicBezTo>
                  <a:pt x="21600" y="20520"/>
                  <a:pt x="21600" y="20520"/>
                  <a:pt x="21600" y="13770"/>
                </a:cubicBezTo>
                <a:cubicBezTo>
                  <a:pt x="21600" y="13230"/>
                  <a:pt x="21156" y="12690"/>
                  <a:pt x="20416" y="12690"/>
                </a:cubicBezTo>
                <a:close/>
                <a:moveTo>
                  <a:pt x="9912" y="15660"/>
                </a:moveTo>
                <a:cubicBezTo>
                  <a:pt x="10208" y="15795"/>
                  <a:pt x="10504" y="15795"/>
                  <a:pt x="10800" y="15795"/>
                </a:cubicBezTo>
                <a:cubicBezTo>
                  <a:pt x="11096" y="15795"/>
                  <a:pt x="11540" y="15795"/>
                  <a:pt x="11688" y="15660"/>
                </a:cubicBezTo>
                <a:cubicBezTo>
                  <a:pt x="11688" y="15660"/>
                  <a:pt x="11688" y="15660"/>
                  <a:pt x="16866" y="10665"/>
                </a:cubicBezTo>
                <a:cubicBezTo>
                  <a:pt x="17162" y="9990"/>
                  <a:pt x="17162" y="9315"/>
                  <a:pt x="16866" y="8910"/>
                </a:cubicBezTo>
                <a:cubicBezTo>
                  <a:pt x="16274" y="8370"/>
                  <a:pt x="15534" y="8370"/>
                  <a:pt x="14942" y="8910"/>
                </a:cubicBezTo>
                <a:cubicBezTo>
                  <a:pt x="14942" y="8910"/>
                  <a:pt x="14942" y="8910"/>
                  <a:pt x="12132" y="11745"/>
                </a:cubicBezTo>
                <a:cubicBezTo>
                  <a:pt x="12132" y="11745"/>
                  <a:pt x="12132" y="11745"/>
                  <a:pt x="12132" y="1215"/>
                </a:cubicBezTo>
                <a:cubicBezTo>
                  <a:pt x="12132" y="675"/>
                  <a:pt x="11540" y="0"/>
                  <a:pt x="10800" y="0"/>
                </a:cubicBezTo>
                <a:cubicBezTo>
                  <a:pt x="10208" y="0"/>
                  <a:pt x="9616" y="675"/>
                  <a:pt x="9616" y="1215"/>
                </a:cubicBezTo>
                <a:cubicBezTo>
                  <a:pt x="9616" y="1215"/>
                  <a:pt x="9616" y="1215"/>
                  <a:pt x="9616" y="11745"/>
                </a:cubicBezTo>
                <a:cubicBezTo>
                  <a:pt x="9616" y="11745"/>
                  <a:pt x="9616" y="11745"/>
                  <a:pt x="6510" y="8910"/>
                </a:cubicBezTo>
                <a:cubicBezTo>
                  <a:pt x="6214" y="8370"/>
                  <a:pt x="5474" y="8370"/>
                  <a:pt x="4882" y="8910"/>
                </a:cubicBezTo>
                <a:cubicBezTo>
                  <a:pt x="4438" y="9315"/>
                  <a:pt x="4438" y="9990"/>
                  <a:pt x="4882" y="10665"/>
                </a:cubicBezTo>
                <a:cubicBezTo>
                  <a:pt x="4882" y="10665"/>
                  <a:pt x="4882" y="10665"/>
                  <a:pt x="9912" y="1566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16" name="Freeform 97"/>
          <p:cNvSpPr/>
          <p:nvPr/>
        </p:nvSpPr>
        <p:spPr>
          <a:xfrm>
            <a:off x="9714519" y="4432308"/>
            <a:ext cx="507869" cy="4886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179" fill="norm" stroke="1" extrusionOk="0">
                <a:moveTo>
                  <a:pt x="10800" y="9906"/>
                </a:moveTo>
                <a:cubicBezTo>
                  <a:pt x="11610" y="9906"/>
                  <a:pt x="12420" y="9080"/>
                  <a:pt x="12420" y="8255"/>
                </a:cubicBezTo>
                <a:cubicBezTo>
                  <a:pt x="12420" y="7429"/>
                  <a:pt x="11610" y="6604"/>
                  <a:pt x="10800" y="6604"/>
                </a:cubicBezTo>
                <a:cubicBezTo>
                  <a:pt x="9720" y="6604"/>
                  <a:pt x="9180" y="7429"/>
                  <a:pt x="9180" y="8255"/>
                </a:cubicBezTo>
                <a:cubicBezTo>
                  <a:pt x="9180" y="9080"/>
                  <a:pt x="9720" y="9906"/>
                  <a:pt x="10800" y="9906"/>
                </a:cubicBezTo>
                <a:close/>
                <a:moveTo>
                  <a:pt x="19440" y="0"/>
                </a:moveTo>
                <a:cubicBezTo>
                  <a:pt x="2160" y="0"/>
                  <a:pt x="2160" y="0"/>
                  <a:pt x="2160" y="0"/>
                </a:cubicBezTo>
                <a:cubicBezTo>
                  <a:pt x="810" y="0"/>
                  <a:pt x="0" y="1101"/>
                  <a:pt x="0" y="2614"/>
                </a:cubicBezTo>
                <a:cubicBezTo>
                  <a:pt x="0" y="14171"/>
                  <a:pt x="0" y="14171"/>
                  <a:pt x="0" y="14171"/>
                </a:cubicBezTo>
                <a:cubicBezTo>
                  <a:pt x="0" y="15409"/>
                  <a:pt x="810" y="16510"/>
                  <a:pt x="2160" y="16510"/>
                </a:cubicBezTo>
                <a:cubicBezTo>
                  <a:pt x="5265" y="16510"/>
                  <a:pt x="5265" y="16510"/>
                  <a:pt x="5265" y="16510"/>
                </a:cubicBezTo>
                <a:cubicBezTo>
                  <a:pt x="5265" y="19949"/>
                  <a:pt x="5265" y="19949"/>
                  <a:pt x="5265" y="19949"/>
                </a:cubicBezTo>
                <a:cubicBezTo>
                  <a:pt x="5265" y="21325"/>
                  <a:pt x="5805" y="21600"/>
                  <a:pt x="6615" y="20499"/>
                </a:cubicBezTo>
                <a:cubicBezTo>
                  <a:pt x="9720" y="16510"/>
                  <a:pt x="9720" y="16510"/>
                  <a:pt x="9720" y="16510"/>
                </a:cubicBezTo>
                <a:cubicBezTo>
                  <a:pt x="19440" y="16510"/>
                  <a:pt x="19440" y="16510"/>
                  <a:pt x="19440" y="16510"/>
                </a:cubicBezTo>
                <a:cubicBezTo>
                  <a:pt x="20520" y="16510"/>
                  <a:pt x="21600" y="15409"/>
                  <a:pt x="21600" y="14171"/>
                </a:cubicBezTo>
                <a:cubicBezTo>
                  <a:pt x="21600" y="2614"/>
                  <a:pt x="21600" y="2614"/>
                  <a:pt x="21600" y="2614"/>
                </a:cubicBezTo>
                <a:cubicBezTo>
                  <a:pt x="21600" y="1101"/>
                  <a:pt x="20520" y="0"/>
                  <a:pt x="19440" y="0"/>
                </a:cubicBezTo>
                <a:close/>
                <a:moveTo>
                  <a:pt x="19440" y="14171"/>
                </a:moveTo>
                <a:cubicBezTo>
                  <a:pt x="2160" y="14171"/>
                  <a:pt x="2160" y="14171"/>
                  <a:pt x="2160" y="14171"/>
                </a:cubicBezTo>
                <a:cubicBezTo>
                  <a:pt x="2160" y="2614"/>
                  <a:pt x="2160" y="2614"/>
                  <a:pt x="2160" y="2614"/>
                </a:cubicBezTo>
                <a:cubicBezTo>
                  <a:pt x="19440" y="2614"/>
                  <a:pt x="19440" y="2614"/>
                  <a:pt x="19440" y="2614"/>
                </a:cubicBezTo>
                <a:cubicBezTo>
                  <a:pt x="19440" y="14171"/>
                  <a:pt x="19440" y="14171"/>
                  <a:pt x="19440" y="14171"/>
                </a:cubicBezTo>
                <a:cubicBezTo>
                  <a:pt x="19440" y="14171"/>
                  <a:pt x="19440" y="14171"/>
                  <a:pt x="19440" y="14171"/>
                </a:cubicBezTo>
                <a:close/>
                <a:moveTo>
                  <a:pt x="14985" y="9906"/>
                </a:moveTo>
                <a:cubicBezTo>
                  <a:pt x="16065" y="9906"/>
                  <a:pt x="16605" y="9080"/>
                  <a:pt x="16605" y="8255"/>
                </a:cubicBezTo>
                <a:cubicBezTo>
                  <a:pt x="16605" y="7429"/>
                  <a:pt x="16065" y="6604"/>
                  <a:pt x="14985" y="6604"/>
                </a:cubicBezTo>
                <a:cubicBezTo>
                  <a:pt x="14175" y="6604"/>
                  <a:pt x="13500" y="7429"/>
                  <a:pt x="13500" y="8255"/>
                </a:cubicBezTo>
                <a:cubicBezTo>
                  <a:pt x="13500" y="9080"/>
                  <a:pt x="14175" y="9906"/>
                  <a:pt x="14985" y="9906"/>
                </a:cubicBezTo>
                <a:close/>
                <a:moveTo>
                  <a:pt x="6345" y="9906"/>
                </a:moveTo>
                <a:cubicBezTo>
                  <a:pt x="7425" y="9906"/>
                  <a:pt x="7965" y="9080"/>
                  <a:pt x="7965" y="8255"/>
                </a:cubicBezTo>
                <a:cubicBezTo>
                  <a:pt x="7965" y="7429"/>
                  <a:pt x="7425" y="6604"/>
                  <a:pt x="6345" y="6604"/>
                </a:cubicBezTo>
                <a:cubicBezTo>
                  <a:pt x="5535" y="6604"/>
                  <a:pt x="4725" y="7429"/>
                  <a:pt x="4725" y="8255"/>
                </a:cubicBezTo>
                <a:cubicBezTo>
                  <a:pt x="4725" y="9080"/>
                  <a:pt x="5535" y="9906"/>
                  <a:pt x="6345" y="9906"/>
                </a:cubicBezTo>
                <a:close/>
                <a:moveTo>
                  <a:pt x="6345" y="9906"/>
                </a:moveTo>
                <a:cubicBezTo>
                  <a:pt x="6345" y="9906"/>
                  <a:pt x="6345" y="9906"/>
                  <a:pt x="6345" y="9906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17" name="Freeform 109"/>
          <p:cNvSpPr/>
          <p:nvPr/>
        </p:nvSpPr>
        <p:spPr>
          <a:xfrm>
            <a:off x="11943948" y="4403269"/>
            <a:ext cx="384077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89" y="3240"/>
                </a:moveTo>
                <a:cubicBezTo>
                  <a:pt x="8033" y="3240"/>
                  <a:pt x="5712" y="4995"/>
                  <a:pt x="5712" y="7290"/>
                </a:cubicBezTo>
                <a:cubicBezTo>
                  <a:pt x="5712" y="9585"/>
                  <a:pt x="8033" y="11475"/>
                  <a:pt x="10889" y="11475"/>
                </a:cubicBezTo>
                <a:cubicBezTo>
                  <a:pt x="13745" y="11475"/>
                  <a:pt x="16066" y="9585"/>
                  <a:pt x="16066" y="7290"/>
                </a:cubicBezTo>
                <a:cubicBezTo>
                  <a:pt x="16066" y="4995"/>
                  <a:pt x="13745" y="3240"/>
                  <a:pt x="10889" y="3240"/>
                </a:cubicBezTo>
                <a:close/>
                <a:moveTo>
                  <a:pt x="13745" y="7290"/>
                </a:moveTo>
                <a:cubicBezTo>
                  <a:pt x="13745" y="7830"/>
                  <a:pt x="13745" y="7830"/>
                  <a:pt x="13745" y="7830"/>
                </a:cubicBezTo>
                <a:cubicBezTo>
                  <a:pt x="10354" y="9585"/>
                  <a:pt x="10354" y="9585"/>
                  <a:pt x="10354" y="9585"/>
                </a:cubicBezTo>
                <a:cubicBezTo>
                  <a:pt x="10354" y="9585"/>
                  <a:pt x="10354" y="9585"/>
                  <a:pt x="9818" y="9585"/>
                </a:cubicBezTo>
                <a:cubicBezTo>
                  <a:pt x="9283" y="9585"/>
                  <a:pt x="9283" y="9180"/>
                  <a:pt x="9283" y="9180"/>
                </a:cubicBezTo>
                <a:cubicBezTo>
                  <a:pt x="9283" y="5535"/>
                  <a:pt x="9283" y="5535"/>
                  <a:pt x="9283" y="5535"/>
                </a:cubicBezTo>
                <a:cubicBezTo>
                  <a:pt x="9283" y="4995"/>
                  <a:pt x="9283" y="4995"/>
                  <a:pt x="9818" y="4995"/>
                </a:cubicBezTo>
                <a:cubicBezTo>
                  <a:pt x="10354" y="4995"/>
                  <a:pt x="10354" y="4995"/>
                  <a:pt x="10354" y="4995"/>
                </a:cubicBezTo>
                <a:cubicBezTo>
                  <a:pt x="13745" y="6885"/>
                  <a:pt x="13745" y="6885"/>
                  <a:pt x="13745" y="6885"/>
                </a:cubicBezTo>
                <a:lnTo>
                  <a:pt x="13745" y="7290"/>
                </a:lnTo>
                <a:close/>
                <a:moveTo>
                  <a:pt x="20529" y="0"/>
                </a:moveTo>
                <a:cubicBezTo>
                  <a:pt x="1964" y="0"/>
                  <a:pt x="1964" y="0"/>
                  <a:pt x="1964" y="0"/>
                </a:cubicBezTo>
                <a:cubicBezTo>
                  <a:pt x="714" y="0"/>
                  <a:pt x="714" y="405"/>
                  <a:pt x="714" y="945"/>
                </a:cubicBezTo>
                <a:cubicBezTo>
                  <a:pt x="714" y="8100"/>
                  <a:pt x="714" y="11205"/>
                  <a:pt x="714" y="12420"/>
                </a:cubicBezTo>
                <a:cubicBezTo>
                  <a:pt x="1250" y="12420"/>
                  <a:pt x="1250" y="11880"/>
                  <a:pt x="1964" y="11880"/>
                </a:cubicBezTo>
                <a:cubicBezTo>
                  <a:pt x="1964" y="11475"/>
                  <a:pt x="1964" y="11475"/>
                  <a:pt x="2499" y="11475"/>
                </a:cubicBezTo>
                <a:cubicBezTo>
                  <a:pt x="2499" y="1350"/>
                  <a:pt x="2499" y="1350"/>
                  <a:pt x="2499" y="1350"/>
                </a:cubicBezTo>
                <a:cubicBezTo>
                  <a:pt x="19458" y="1350"/>
                  <a:pt x="19458" y="1350"/>
                  <a:pt x="19458" y="1350"/>
                </a:cubicBezTo>
                <a:cubicBezTo>
                  <a:pt x="19458" y="11475"/>
                  <a:pt x="19458" y="11475"/>
                  <a:pt x="19458" y="11475"/>
                </a:cubicBezTo>
                <a:cubicBezTo>
                  <a:pt x="19993" y="11475"/>
                  <a:pt x="19993" y="11475"/>
                  <a:pt x="19993" y="11475"/>
                </a:cubicBezTo>
                <a:cubicBezTo>
                  <a:pt x="19993" y="11475"/>
                  <a:pt x="19993" y="11475"/>
                  <a:pt x="20529" y="11880"/>
                </a:cubicBezTo>
                <a:cubicBezTo>
                  <a:pt x="20529" y="11880"/>
                  <a:pt x="20529" y="12420"/>
                  <a:pt x="21064" y="12420"/>
                </a:cubicBezTo>
                <a:cubicBezTo>
                  <a:pt x="21600" y="13365"/>
                  <a:pt x="21600" y="13365"/>
                  <a:pt x="21600" y="13365"/>
                </a:cubicBezTo>
                <a:cubicBezTo>
                  <a:pt x="21600" y="945"/>
                  <a:pt x="21600" y="945"/>
                  <a:pt x="21600" y="945"/>
                </a:cubicBezTo>
                <a:cubicBezTo>
                  <a:pt x="21600" y="405"/>
                  <a:pt x="21064" y="0"/>
                  <a:pt x="20529" y="0"/>
                </a:cubicBezTo>
                <a:close/>
                <a:moveTo>
                  <a:pt x="13210" y="15255"/>
                </a:moveTo>
                <a:cubicBezTo>
                  <a:pt x="13210" y="13905"/>
                  <a:pt x="13210" y="13905"/>
                  <a:pt x="13210" y="13905"/>
                </a:cubicBezTo>
                <a:cubicBezTo>
                  <a:pt x="13210" y="12960"/>
                  <a:pt x="12674" y="12015"/>
                  <a:pt x="10889" y="12015"/>
                </a:cubicBezTo>
                <a:cubicBezTo>
                  <a:pt x="9818" y="12015"/>
                  <a:pt x="8747" y="12960"/>
                  <a:pt x="8747" y="13905"/>
                </a:cubicBezTo>
                <a:cubicBezTo>
                  <a:pt x="8747" y="15255"/>
                  <a:pt x="8747" y="15255"/>
                  <a:pt x="8747" y="15255"/>
                </a:cubicBezTo>
                <a:cubicBezTo>
                  <a:pt x="9283" y="14850"/>
                  <a:pt x="9818" y="14850"/>
                  <a:pt x="10889" y="14850"/>
                </a:cubicBezTo>
                <a:cubicBezTo>
                  <a:pt x="11960" y="14850"/>
                  <a:pt x="12674" y="14850"/>
                  <a:pt x="13210" y="15255"/>
                </a:cubicBezTo>
                <a:close/>
                <a:moveTo>
                  <a:pt x="4106" y="12015"/>
                </a:moveTo>
                <a:cubicBezTo>
                  <a:pt x="3035" y="12015"/>
                  <a:pt x="1964" y="12960"/>
                  <a:pt x="1964" y="13905"/>
                </a:cubicBezTo>
                <a:cubicBezTo>
                  <a:pt x="1964" y="14715"/>
                  <a:pt x="1964" y="14715"/>
                  <a:pt x="1964" y="14715"/>
                </a:cubicBezTo>
                <a:cubicBezTo>
                  <a:pt x="1964" y="14715"/>
                  <a:pt x="2499" y="14715"/>
                  <a:pt x="3035" y="14715"/>
                </a:cubicBezTo>
                <a:cubicBezTo>
                  <a:pt x="4641" y="14715"/>
                  <a:pt x="6426" y="15255"/>
                  <a:pt x="6426" y="16605"/>
                </a:cubicBezTo>
                <a:cubicBezTo>
                  <a:pt x="6426" y="16200"/>
                  <a:pt x="6426" y="16200"/>
                  <a:pt x="6426" y="16200"/>
                </a:cubicBezTo>
                <a:cubicBezTo>
                  <a:pt x="6426" y="13905"/>
                  <a:pt x="6426" y="13905"/>
                  <a:pt x="6426" y="13905"/>
                </a:cubicBezTo>
                <a:cubicBezTo>
                  <a:pt x="6426" y="12960"/>
                  <a:pt x="5891" y="12015"/>
                  <a:pt x="4106" y="12015"/>
                </a:cubicBezTo>
                <a:close/>
                <a:moveTo>
                  <a:pt x="18922" y="14715"/>
                </a:moveTo>
                <a:cubicBezTo>
                  <a:pt x="19458" y="14715"/>
                  <a:pt x="19458" y="14715"/>
                  <a:pt x="19458" y="14715"/>
                </a:cubicBezTo>
                <a:cubicBezTo>
                  <a:pt x="19993" y="14715"/>
                  <a:pt x="19993" y="14715"/>
                  <a:pt x="19993" y="14715"/>
                </a:cubicBezTo>
                <a:cubicBezTo>
                  <a:pt x="19993" y="13905"/>
                  <a:pt x="19993" y="13905"/>
                  <a:pt x="19993" y="13905"/>
                </a:cubicBezTo>
                <a:cubicBezTo>
                  <a:pt x="19993" y="12960"/>
                  <a:pt x="19458" y="12015"/>
                  <a:pt x="17851" y="12015"/>
                </a:cubicBezTo>
                <a:cubicBezTo>
                  <a:pt x="16780" y="12015"/>
                  <a:pt x="15531" y="12960"/>
                  <a:pt x="15531" y="13905"/>
                </a:cubicBezTo>
                <a:cubicBezTo>
                  <a:pt x="15531" y="16200"/>
                  <a:pt x="15531" y="16200"/>
                  <a:pt x="15531" y="16200"/>
                </a:cubicBezTo>
                <a:cubicBezTo>
                  <a:pt x="15531" y="16200"/>
                  <a:pt x="15531" y="16200"/>
                  <a:pt x="15531" y="16605"/>
                </a:cubicBezTo>
                <a:cubicBezTo>
                  <a:pt x="16245" y="15255"/>
                  <a:pt x="17316" y="14715"/>
                  <a:pt x="18922" y="14715"/>
                </a:cubicBezTo>
                <a:close/>
                <a:moveTo>
                  <a:pt x="10889" y="15255"/>
                </a:moveTo>
                <a:cubicBezTo>
                  <a:pt x="9283" y="15255"/>
                  <a:pt x="8033" y="16200"/>
                  <a:pt x="8033" y="17145"/>
                </a:cubicBezTo>
                <a:cubicBezTo>
                  <a:pt x="8033" y="19845"/>
                  <a:pt x="8033" y="19845"/>
                  <a:pt x="8033" y="19845"/>
                </a:cubicBezTo>
                <a:cubicBezTo>
                  <a:pt x="8033" y="20655"/>
                  <a:pt x="9283" y="21600"/>
                  <a:pt x="10889" y="21600"/>
                </a:cubicBezTo>
                <a:cubicBezTo>
                  <a:pt x="12674" y="21600"/>
                  <a:pt x="13745" y="20655"/>
                  <a:pt x="13745" y="19845"/>
                </a:cubicBezTo>
                <a:cubicBezTo>
                  <a:pt x="13745" y="17145"/>
                  <a:pt x="13745" y="17145"/>
                  <a:pt x="13745" y="17145"/>
                </a:cubicBezTo>
                <a:cubicBezTo>
                  <a:pt x="13745" y="16200"/>
                  <a:pt x="12674" y="15255"/>
                  <a:pt x="10889" y="15255"/>
                </a:cubicBezTo>
                <a:close/>
                <a:moveTo>
                  <a:pt x="2856" y="15255"/>
                </a:moveTo>
                <a:cubicBezTo>
                  <a:pt x="1250" y="15255"/>
                  <a:pt x="0" y="16200"/>
                  <a:pt x="0" y="17145"/>
                </a:cubicBezTo>
                <a:cubicBezTo>
                  <a:pt x="0" y="19845"/>
                  <a:pt x="0" y="19845"/>
                  <a:pt x="0" y="19845"/>
                </a:cubicBezTo>
                <a:cubicBezTo>
                  <a:pt x="0" y="20655"/>
                  <a:pt x="1250" y="21600"/>
                  <a:pt x="2856" y="21600"/>
                </a:cubicBezTo>
                <a:cubicBezTo>
                  <a:pt x="4641" y="21600"/>
                  <a:pt x="5712" y="20655"/>
                  <a:pt x="5712" y="19845"/>
                </a:cubicBezTo>
                <a:cubicBezTo>
                  <a:pt x="5712" y="17145"/>
                  <a:pt x="5712" y="17145"/>
                  <a:pt x="5712" y="17145"/>
                </a:cubicBezTo>
                <a:cubicBezTo>
                  <a:pt x="5712" y="16200"/>
                  <a:pt x="4641" y="15255"/>
                  <a:pt x="2856" y="15255"/>
                </a:cubicBezTo>
                <a:close/>
                <a:moveTo>
                  <a:pt x="19458" y="15255"/>
                </a:moveTo>
                <a:cubicBezTo>
                  <a:pt x="18922" y="15255"/>
                  <a:pt x="18922" y="15255"/>
                  <a:pt x="18922" y="15255"/>
                </a:cubicBezTo>
                <a:cubicBezTo>
                  <a:pt x="17137" y="15255"/>
                  <a:pt x="16066" y="16200"/>
                  <a:pt x="16066" y="17145"/>
                </a:cubicBezTo>
                <a:cubicBezTo>
                  <a:pt x="16066" y="19845"/>
                  <a:pt x="16066" y="19845"/>
                  <a:pt x="16066" y="19845"/>
                </a:cubicBezTo>
                <a:cubicBezTo>
                  <a:pt x="16066" y="20655"/>
                  <a:pt x="17137" y="21600"/>
                  <a:pt x="18922" y="21600"/>
                </a:cubicBezTo>
                <a:cubicBezTo>
                  <a:pt x="19458" y="21600"/>
                  <a:pt x="19458" y="21600"/>
                  <a:pt x="19458" y="21600"/>
                </a:cubicBezTo>
                <a:cubicBezTo>
                  <a:pt x="20529" y="21600"/>
                  <a:pt x="21600" y="20655"/>
                  <a:pt x="21600" y="19845"/>
                </a:cubicBezTo>
                <a:cubicBezTo>
                  <a:pt x="21600" y="17145"/>
                  <a:pt x="21600" y="17145"/>
                  <a:pt x="21600" y="17145"/>
                </a:cubicBezTo>
                <a:cubicBezTo>
                  <a:pt x="21600" y="16200"/>
                  <a:pt x="20529" y="15255"/>
                  <a:pt x="19458" y="1525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18" name="Freeform 114"/>
          <p:cNvSpPr/>
          <p:nvPr/>
        </p:nvSpPr>
        <p:spPr>
          <a:xfrm>
            <a:off x="3080457" y="10117026"/>
            <a:ext cx="507869" cy="3269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790" y="0"/>
                </a:moveTo>
                <a:cubicBezTo>
                  <a:pt x="945" y="0"/>
                  <a:pt x="945" y="0"/>
                  <a:pt x="945" y="0"/>
                </a:cubicBezTo>
                <a:cubicBezTo>
                  <a:pt x="540" y="0"/>
                  <a:pt x="0" y="839"/>
                  <a:pt x="0" y="1468"/>
                </a:cubicBezTo>
                <a:cubicBezTo>
                  <a:pt x="0" y="20132"/>
                  <a:pt x="0" y="20132"/>
                  <a:pt x="0" y="20132"/>
                </a:cubicBezTo>
                <a:cubicBezTo>
                  <a:pt x="0" y="20761"/>
                  <a:pt x="540" y="21600"/>
                  <a:pt x="945" y="21600"/>
                </a:cubicBezTo>
                <a:cubicBezTo>
                  <a:pt x="20790" y="21600"/>
                  <a:pt x="20790" y="21600"/>
                  <a:pt x="20790" y="21600"/>
                </a:cubicBezTo>
                <a:cubicBezTo>
                  <a:pt x="21195" y="21600"/>
                  <a:pt x="21600" y="20761"/>
                  <a:pt x="21600" y="20132"/>
                </a:cubicBezTo>
                <a:cubicBezTo>
                  <a:pt x="21600" y="2307"/>
                  <a:pt x="21600" y="2307"/>
                  <a:pt x="21600" y="2307"/>
                </a:cubicBezTo>
                <a:cubicBezTo>
                  <a:pt x="21600" y="839"/>
                  <a:pt x="21195" y="0"/>
                  <a:pt x="20790" y="0"/>
                </a:cubicBezTo>
                <a:close/>
                <a:moveTo>
                  <a:pt x="18090" y="3775"/>
                </a:moveTo>
                <a:cubicBezTo>
                  <a:pt x="11070" y="11953"/>
                  <a:pt x="11070" y="11953"/>
                  <a:pt x="11070" y="11953"/>
                </a:cubicBezTo>
                <a:cubicBezTo>
                  <a:pt x="4050" y="3775"/>
                  <a:pt x="4050" y="3775"/>
                  <a:pt x="4050" y="3775"/>
                </a:cubicBezTo>
                <a:cubicBezTo>
                  <a:pt x="18090" y="3775"/>
                  <a:pt x="18090" y="3775"/>
                  <a:pt x="18090" y="3775"/>
                </a:cubicBezTo>
                <a:cubicBezTo>
                  <a:pt x="18090" y="3775"/>
                  <a:pt x="18090" y="3775"/>
                  <a:pt x="18090" y="3775"/>
                </a:cubicBezTo>
                <a:close/>
                <a:moveTo>
                  <a:pt x="19845" y="18454"/>
                </a:moveTo>
                <a:cubicBezTo>
                  <a:pt x="1890" y="18454"/>
                  <a:pt x="1890" y="18454"/>
                  <a:pt x="1890" y="18454"/>
                </a:cubicBezTo>
                <a:cubicBezTo>
                  <a:pt x="1890" y="5243"/>
                  <a:pt x="1890" y="5243"/>
                  <a:pt x="1890" y="5243"/>
                </a:cubicBezTo>
                <a:cubicBezTo>
                  <a:pt x="10260" y="14889"/>
                  <a:pt x="10260" y="14889"/>
                  <a:pt x="10260" y="14889"/>
                </a:cubicBezTo>
                <a:cubicBezTo>
                  <a:pt x="10665" y="15518"/>
                  <a:pt x="10665" y="15518"/>
                  <a:pt x="11070" y="15518"/>
                </a:cubicBezTo>
                <a:cubicBezTo>
                  <a:pt x="11070" y="15518"/>
                  <a:pt x="11070" y="15518"/>
                  <a:pt x="11475" y="14889"/>
                </a:cubicBezTo>
                <a:cubicBezTo>
                  <a:pt x="19845" y="5243"/>
                  <a:pt x="19845" y="5243"/>
                  <a:pt x="19845" y="5243"/>
                </a:cubicBezTo>
                <a:cubicBezTo>
                  <a:pt x="19845" y="18454"/>
                  <a:pt x="19845" y="18454"/>
                  <a:pt x="19845" y="18454"/>
                </a:cubicBezTo>
                <a:cubicBezTo>
                  <a:pt x="19845" y="18454"/>
                  <a:pt x="19845" y="18454"/>
                  <a:pt x="19845" y="18454"/>
                </a:cubicBezTo>
                <a:close/>
                <a:moveTo>
                  <a:pt x="19845" y="18454"/>
                </a:moveTo>
                <a:cubicBezTo>
                  <a:pt x="19845" y="18454"/>
                  <a:pt x="19845" y="18454"/>
                  <a:pt x="19845" y="18454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19" name="Freeform 119"/>
          <p:cNvSpPr/>
          <p:nvPr/>
        </p:nvSpPr>
        <p:spPr>
          <a:xfrm>
            <a:off x="3088182" y="12197470"/>
            <a:ext cx="480094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93" h="21600" fill="norm" stroke="1" extrusionOk="0">
                <a:moveTo>
                  <a:pt x="13819" y="0"/>
                </a:moveTo>
                <a:cubicBezTo>
                  <a:pt x="9130" y="0"/>
                  <a:pt x="6004" y="3240"/>
                  <a:pt x="6004" y="7965"/>
                </a:cubicBezTo>
                <a:cubicBezTo>
                  <a:pt x="6004" y="9585"/>
                  <a:pt x="6572" y="11070"/>
                  <a:pt x="7567" y="12690"/>
                </a:cubicBezTo>
                <a:cubicBezTo>
                  <a:pt x="319" y="19575"/>
                  <a:pt x="319" y="19575"/>
                  <a:pt x="319" y="19575"/>
                </a:cubicBezTo>
                <a:cubicBezTo>
                  <a:pt x="-107" y="20115"/>
                  <a:pt x="-107" y="21060"/>
                  <a:pt x="319" y="21600"/>
                </a:cubicBezTo>
                <a:cubicBezTo>
                  <a:pt x="319" y="21600"/>
                  <a:pt x="888" y="21600"/>
                  <a:pt x="1456" y="21600"/>
                </a:cubicBezTo>
                <a:cubicBezTo>
                  <a:pt x="1882" y="21600"/>
                  <a:pt x="1882" y="21600"/>
                  <a:pt x="1882" y="21600"/>
                </a:cubicBezTo>
                <a:cubicBezTo>
                  <a:pt x="9130" y="14310"/>
                  <a:pt x="9130" y="14310"/>
                  <a:pt x="9130" y="14310"/>
                </a:cubicBezTo>
                <a:cubicBezTo>
                  <a:pt x="10693" y="15390"/>
                  <a:pt x="12256" y="15390"/>
                  <a:pt x="13819" y="15390"/>
                </a:cubicBezTo>
                <a:cubicBezTo>
                  <a:pt x="17940" y="15390"/>
                  <a:pt x="21493" y="12150"/>
                  <a:pt x="21493" y="7965"/>
                </a:cubicBezTo>
                <a:cubicBezTo>
                  <a:pt x="21493" y="3240"/>
                  <a:pt x="17940" y="0"/>
                  <a:pt x="13819" y="0"/>
                </a:cubicBezTo>
                <a:close/>
                <a:moveTo>
                  <a:pt x="13819" y="13230"/>
                </a:moveTo>
                <a:cubicBezTo>
                  <a:pt x="10693" y="13230"/>
                  <a:pt x="8135" y="10530"/>
                  <a:pt x="8135" y="7965"/>
                </a:cubicBezTo>
                <a:cubicBezTo>
                  <a:pt x="8135" y="4725"/>
                  <a:pt x="10693" y="2160"/>
                  <a:pt x="13819" y="2160"/>
                </a:cubicBezTo>
                <a:cubicBezTo>
                  <a:pt x="16946" y="2160"/>
                  <a:pt x="18935" y="4725"/>
                  <a:pt x="18935" y="7965"/>
                </a:cubicBezTo>
                <a:cubicBezTo>
                  <a:pt x="18935" y="10530"/>
                  <a:pt x="16946" y="13230"/>
                  <a:pt x="13819" y="13230"/>
                </a:cubicBezTo>
                <a:close/>
                <a:moveTo>
                  <a:pt x="15382" y="3780"/>
                </a:moveTo>
                <a:cubicBezTo>
                  <a:pt x="14814" y="3780"/>
                  <a:pt x="14388" y="3780"/>
                  <a:pt x="13819" y="4320"/>
                </a:cubicBezTo>
                <a:cubicBezTo>
                  <a:pt x="13819" y="4860"/>
                  <a:pt x="13819" y="5400"/>
                  <a:pt x="14388" y="5940"/>
                </a:cubicBezTo>
                <a:cubicBezTo>
                  <a:pt x="14388" y="5940"/>
                  <a:pt x="15951" y="6345"/>
                  <a:pt x="15382" y="7425"/>
                </a:cubicBezTo>
                <a:cubicBezTo>
                  <a:pt x="15382" y="7965"/>
                  <a:pt x="15951" y="9045"/>
                  <a:pt x="16377" y="9045"/>
                </a:cubicBezTo>
                <a:cubicBezTo>
                  <a:pt x="17514" y="9045"/>
                  <a:pt x="17514" y="8505"/>
                  <a:pt x="17514" y="7965"/>
                </a:cubicBezTo>
                <a:cubicBezTo>
                  <a:pt x="17940" y="5940"/>
                  <a:pt x="16377" y="4320"/>
                  <a:pt x="15382" y="3780"/>
                </a:cubicBezTo>
                <a:close/>
                <a:moveTo>
                  <a:pt x="14956" y="9585"/>
                </a:moveTo>
                <a:cubicBezTo>
                  <a:pt x="14388" y="9585"/>
                  <a:pt x="13819" y="9990"/>
                  <a:pt x="13819" y="10530"/>
                </a:cubicBezTo>
                <a:cubicBezTo>
                  <a:pt x="13819" y="11070"/>
                  <a:pt x="14388" y="11475"/>
                  <a:pt x="14956" y="11475"/>
                </a:cubicBezTo>
                <a:cubicBezTo>
                  <a:pt x="15525" y="11475"/>
                  <a:pt x="16093" y="11070"/>
                  <a:pt x="16093" y="10530"/>
                </a:cubicBezTo>
                <a:cubicBezTo>
                  <a:pt x="16093" y="9990"/>
                  <a:pt x="15525" y="9585"/>
                  <a:pt x="14956" y="958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20" name="Freeform 128"/>
          <p:cNvSpPr/>
          <p:nvPr/>
        </p:nvSpPr>
        <p:spPr>
          <a:xfrm>
            <a:off x="19734502" y="12269330"/>
            <a:ext cx="476128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57" h="21600" fill="norm" stroke="1" extrusionOk="0">
                <a:moveTo>
                  <a:pt x="21028" y="2970"/>
                </a:moveTo>
                <a:cubicBezTo>
                  <a:pt x="21600" y="1485"/>
                  <a:pt x="21600" y="945"/>
                  <a:pt x="21028" y="540"/>
                </a:cubicBezTo>
                <a:cubicBezTo>
                  <a:pt x="20599" y="0"/>
                  <a:pt x="19597" y="0"/>
                  <a:pt x="18739" y="0"/>
                </a:cubicBezTo>
                <a:cubicBezTo>
                  <a:pt x="17738" y="540"/>
                  <a:pt x="16736" y="945"/>
                  <a:pt x="15878" y="2025"/>
                </a:cubicBezTo>
                <a:cubicBezTo>
                  <a:pt x="13446" y="4320"/>
                  <a:pt x="13446" y="4320"/>
                  <a:pt x="13446" y="4320"/>
                </a:cubicBezTo>
                <a:cubicBezTo>
                  <a:pt x="3290" y="2025"/>
                  <a:pt x="3290" y="2025"/>
                  <a:pt x="3290" y="2025"/>
                </a:cubicBezTo>
                <a:cubicBezTo>
                  <a:pt x="2861" y="2025"/>
                  <a:pt x="2861" y="2025"/>
                  <a:pt x="2861" y="2025"/>
                </a:cubicBezTo>
                <a:cubicBezTo>
                  <a:pt x="1001" y="3915"/>
                  <a:pt x="1001" y="3915"/>
                  <a:pt x="1001" y="3915"/>
                </a:cubicBezTo>
                <a:cubicBezTo>
                  <a:pt x="1001" y="4320"/>
                  <a:pt x="1001" y="4320"/>
                  <a:pt x="1001" y="4320"/>
                </a:cubicBezTo>
                <a:cubicBezTo>
                  <a:pt x="1001" y="4860"/>
                  <a:pt x="1001" y="4860"/>
                  <a:pt x="1001" y="4860"/>
                </a:cubicBezTo>
                <a:cubicBezTo>
                  <a:pt x="9155" y="9180"/>
                  <a:pt x="9155" y="9180"/>
                  <a:pt x="9155" y="9180"/>
                </a:cubicBezTo>
                <a:cubicBezTo>
                  <a:pt x="4721" y="12960"/>
                  <a:pt x="4721" y="12960"/>
                  <a:pt x="4721" y="12960"/>
                </a:cubicBezTo>
                <a:cubicBezTo>
                  <a:pt x="1860" y="12015"/>
                  <a:pt x="1860" y="12015"/>
                  <a:pt x="1860" y="12015"/>
                </a:cubicBezTo>
                <a:cubicBezTo>
                  <a:pt x="1860" y="12015"/>
                  <a:pt x="1860" y="12015"/>
                  <a:pt x="1860" y="12015"/>
                </a:cubicBezTo>
                <a:cubicBezTo>
                  <a:pt x="1860" y="12015"/>
                  <a:pt x="1430" y="12015"/>
                  <a:pt x="1430" y="12555"/>
                </a:cubicBezTo>
                <a:cubicBezTo>
                  <a:pt x="0" y="13905"/>
                  <a:pt x="0" y="13905"/>
                  <a:pt x="0" y="13905"/>
                </a:cubicBezTo>
                <a:cubicBezTo>
                  <a:pt x="0" y="13905"/>
                  <a:pt x="0" y="13905"/>
                  <a:pt x="0" y="14445"/>
                </a:cubicBezTo>
                <a:cubicBezTo>
                  <a:pt x="0" y="14445"/>
                  <a:pt x="0" y="14445"/>
                  <a:pt x="0" y="14445"/>
                </a:cubicBezTo>
                <a:cubicBezTo>
                  <a:pt x="3862" y="17280"/>
                  <a:pt x="3862" y="17280"/>
                  <a:pt x="3862" y="17280"/>
                </a:cubicBezTo>
                <a:cubicBezTo>
                  <a:pt x="6723" y="21195"/>
                  <a:pt x="6723" y="21195"/>
                  <a:pt x="6723" y="21195"/>
                </a:cubicBezTo>
                <a:cubicBezTo>
                  <a:pt x="6723" y="21600"/>
                  <a:pt x="7152" y="21600"/>
                  <a:pt x="7152" y="21600"/>
                </a:cubicBezTo>
                <a:cubicBezTo>
                  <a:pt x="7152" y="21600"/>
                  <a:pt x="7152" y="21600"/>
                  <a:pt x="7152" y="21600"/>
                </a:cubicBezTo>
                <a:cubicBezTo>
                  <a:pt x="7152" y="21600"/>
                  <a:pt x="7725" y="21600"/>
                  <a:pt x="7725" y="21195"/>
                </a:cubicBezTo>
                <a:cubicBezTo>
                  <a:pt x="9155" y="19710"/>
                  <a:pt x="9155" y="19710"/>
                  <a:pt x="9155" y="19710"/>
                </a:cubicBezTo>
                <a:cubicBezTo>
                  <a:pt x="9155" y="19710"/>
                  <a:pt x="9155" y="19710"/>
                  <a:pt x="9155" y="19305"/>
                </a:cubicBezTo>
                <a:cubicBezTo>
                  <a:pt x="8154" y="16335"/>
                  <a:pt x="8154" y="16335"/>
                  <a:pt x="8154" y="16335"/>
                </a:cubicBezTo>
                <a:cubicBezTo>
                  <a:pt x="12445" y="12555"/>
                  <a:pt x="12445" y="12555"/>
                  <a:pt x="12445" y="12555"/>
                </a:cubicBezTo>
                <a:cubicBezTo>
                  <a:pt x="16736" y="20250"/>
                  <a:pt x="16736" y="20250"/>
                  <a:pt x="16736" y="20250"/>
                </a:cubicBezTo>
                <a:cubicBezTo>
                  <a:pt x="16736" y="20655"/>
                  <a:pt x="16736" y="20655"/>
                  <a:pt x="16736" y="20655"/>
                </a:cubicBezTo>
                <a:cubicBezTo>
                  <a:pt x="16736" y="20655"/>
                  <a:pt x="16736" y="20655"/>
                  <a:pt x="17309" y="20655"/>
                </a:cubicBezTo>
                <a:cubicBezTo>
                  <a:pt x="17309" y="20655"/>
                  <a:pt x="17309" y="20655"/>
                  <a:pt x="17309" y="20655"/>
                </a:cubicBezTo>
                <a:cubicBezTo>
                  <a:pt x="19168" y="18765"/>
                  <a:pt x="19168" y="18765"/>
                  <a:pt x="19168" y="18765"/>
                </a:cubicBezTo>
                <a:cubicBezTo>
                  <a:pt x="19597" y="18765"/>
                  <a:pt x="19597" y="18765"/>
                  <a:pt x="19597" y="18225"/>
                </a:cubicBezTo>
                <a:cubicBezTo>
                  <a:pt x="16736" y="7695"/>
                  <a:pt x="16736" y="7695"/>
                  <a:pt x="16736" y="7695"/>
                </a:cubicBezTo>
                <a:cubicBezTo>
                  <a:pt x="19597" y="5265"/>
                  <a:pt x="19597" y="5265"/>
                  <a:pt x="19597" y="5265"/>
                </a:cubicBezTo>
                <a:cubicBezTo>
                  <a:pt x="20170" y="4320"/>
                  <a:pt x="20599" y="3915"/>
                  <a:pt x="21028" y="2970"/>
                </a:cubicBezTo>
                <a:close/>
                <a:moveTo>
                  <a:pt x="21028" y="2970"/>
                </a:moveTo>
                <a:cubicBezTo>
                  <a:pt x="21028" y="2970"/>
                  <a:pt x="21028" y="2970"/>
                  <a:pt x="21028" y="2970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21" name="Freeform 142"/>
          <p:cNvSpPr/>
          <p:nvPr/>
        </p:nvSpPr>
        <p:spPr>
          <a:xfrm>
            <a:off x="13068405" y="8862645"/>
            <a:ext cx="431689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7465" y="5940"/>
                </a:moveTo>
                <a:cubicBezTo>
                  <a:pt x="9529" y="4050"/>
                  <a:pt x="9529" y="4050"/>
                  <a:pt x="9529" y="4050"/>
                </a:cubicBezTo>
                <a:cubicBezTo>
                  <a:pt x="9529" y="16065"/>
                  <a:pt x="9529" y="16065"/>
                  <a:pt x="9529" y="16065"/>
                </a:cubicBezTo>
                <a:cubicBezTo>
                  <a:pt x="9529" y="16470"/>
                  <a:pt x="10006" y="17010"/>
                  <a:pt x="11118" y="17010"/>
                </a:cubicBezTo>
                <a:cubicBezTo>
                  <a:pt x="11594" y="17010"/>
                  <a:pt x="12071" y="16470"/>
                  <a:pt x="12071" y="16065"/>
                </a:cubicBezTo>
                <a:cubicBezTo>
                  <a:pt x="12071" y="4050"/>
                  <a:pt x="12071" y="4050"/>
                  <a:pt x="12071" y="4050"/>
                </a:cubicBezTo>
                <a:cubicBezTo>
                  <a:pt x="14612" y="5940"/>
                  <a:pt x="14612" y="5940"/>
                  <a:pt x="14612" y="5940"/>
                </a:cubicBezTo>
                <a:cubicBezTo>
                  <a:pt x="15088" y="6345"/>
                  <a:pt x="15724" y="6345"/>
                  <a:pt x="16200" y="5940"/>
                </a:cubicBezTo>
                <a:cubicBezTo>
                  <a:pt x="16200" y="5940"/>
                  <a:pt x="16676" y="5535"/>
                  <a:pt x="16676" y="4995"/>
                </a:cubicBezTo>
                <a:cubicBezTo>
                  <a:pt x="16200" y="4590"/>
                  <a:pt x="16200" y="4590"/>
                  <a:pt x="16200" y="4590"/>
                </a:cubicBezTo>
                <a:cubicBezTo>
                  <a:pt x="11594" y="405"/>
                  <a:pt x="11594" y="405"/>
                  <a:pt x="11594" y="405"/>
                </a:cubicBezTo>
                <a:cubicBezTo>
                  <a:pt x="11118" y="405"/>
                  <a:pt x="11118" y="0"/>
                  <a:pt x="11118" y="0"/>
                </a:cubicBezTo>
                <a:cubicBezTo>
                  <a:pt x="10641" y="0"/>
                  <a:pt x="10641" y="405"/>
                  <a:pt x="10641" y="405"/>
                </a:cubicBezTo>
                <a:cubicBezTo>
                  <a:pt x="10006" y="405"/>
                  <a:pt x="10006" y="405"/>
                  <a:pt x="10006" y="405"/>
                </a:cubicBezTo>
                <a:cubicBezTo>
                  <a:pt x="5559" y="4590"/>
                  <a:pt x="5559" y="4590"/>
                  <a:pt x="5559" y="4590"/>
                </a:cubicBezTo>
                <a:cubicBezTo>
                  <a:pt x="5559" y="4995"/>
                  <a:pt x="5559" y="4995"/>
                  <a:pt x="5559" y="4995"/>
                </a:cubicBezTo>
                <a:cubicBezTo>
                  <a:pt x="5559" y="5535"/>
                  <a:pt x="5559" y="5940"/>
                  <a:pt x="5559" y="5940"/>
                </a:cubicBezTo>
                <a:cubicBezTo>
                  <a:pt x="6035" y="6345"/>
                  <a:pt x="6988" y="6345"/>
                  <a:pt x="7465" y="5940"/>
                </a:cubicBezTo>
                <a:close/>
                <a:moveTo>
                  <a:pt x="19218" y="14580"/>
                </a:moveTo>
                <a:cubicBezTo>
                  <a:pt x="19218" y="17820"/>
                  <a:pt x="19218" y="17820"/>
                  <a:pt x="19218" y="17820"/>
                </a:cubicBezTo>
                <a:cubicBezTo>
                  <a:pt x="19218" y="18765"/>
                  <a:pt x="18582" y="19710"/>
                  <a:pt x="17629" y="19710"/>
                </a:cubicBezTo>
                <a:cubicBezTo>
                  <a:pt x="3971" y="19710"/>
                  <a:pt x="3971" y="19710"/>
                  <a:pt x="3971" y="19710"/>
                </a:cubicBezTo>
                <a:cubicBezTo>
                  <a:pt x="3494" y="19710"/>
                  <a:pt x="2541" y="18765"/>
                  <a:pt x="2541" y="17820"/>
                </a:cubicBezTo>
                <a:cubicBezTo>
                  <a:pt x="2541" y="14580"/>
                  <a:pt x="2541" y="14580"/>
                  <a:pt x="2541" y="14580"/>
                </a:cubicBezTo>
                <a:cubicBezTo>
                  <a:pt x="0" y="14580"/>
                  <a:pt x="0" y="14580"/>
                  <a:pt x="0" y="14580"/>
                </a:cubicBezTo>
                <a:cubicBezTo>
                  <a:pt x="0" y="17820"/>
                  <a:pt x="0" y="17820"/>
                  <a:pt x="0" y="17820"/>
                </a:cubicBezTo>
                <a:cubicBezTo>
                  <a:pt x="0" y="20115"/>
                  <a:pt x="2065" y="21600"/>
                  <a:pt x="3971" y="21600"/>
                </a:cubicBezTo>
                <a:cubicBezTo>
                  <a:pt x="17629" y="21600"/>
                  <a:pt x="17629" y="21600"/>
                  <a:pt x="17629" y="21600"/>
                </a:cubicBezTo>
                <a:cubicBezTo>
                  <a:pt x="19694" y="21600"/>
                  <a:pt x="21600" y="20115"/>
                  <a:pt x="21600" y="17820"/>
                </a:cubicBezTo>
                <a:cubicBezTo>
                  <a:pt x="21600" y="14580"/>
                  <a:pt x="21600" y="14580"/>
                  <a:pt x="21600" y="14580"/>
                </a:cubicBezTo>
                <a:cubicBezTo>
                  <a:pt x="19218" y="14580"/>
                  <a:pt x="19218" y="14580"/>
                  <a:pt x="19218" y="1458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22" name="Freeform 154"/>
          <p:cNvSpPr/>
          <p:nvPr/>
        </p:nvSpPr>
        <p:spPr>
          <a:xfrm>
            <a:off x="18562598" y="12352504"/>
            <a:ext cx="507536" cy="2316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19" h="19706" fill="norm" stroke="1" extrusionOk="0">
                <a:moveTo>
                  <a:pt x="21119" y="12416"/>
                </a:moveTo>
                <a:cubicBezTo>
                  <a:pt x="21386" y="11876"/>
                  <a:pt x="21386" y="10796"/>
                  <a:pt x="21119" y="10796"/>
                </a:cubicBezTo>
                <a:cubicBezTo>
                  <a:pt x="21119" y="10796"/>
                  <a:pt x="20853" y="10796"/>
                  <a:pt x="20586" y="10796"/>
                </a:cubicBezTo>
                <a:cubicBezTo>
                  <a:pt x="20586" y="10796"/>
                  <a:pt x="18986" y="13496"/>
                  <a:pt x="18053" y="14576"/>
                </a:cubicBezTo>
                <a:cubicBezTo>
                  <a:pt x="17519" y="14576"/>
                  <a:pt x="16719" y="14576"/>
                  <a:pt x="16186" y="14036"/>
                </a:cubicBezTo>
                <a:cubicBezTo>
                  <a:pt x="15119" y="13496"/>
                  <a:pt x="13119" y="12416"/>
                  <a:pt x="12586" y="11876"/>
                </a:cubicBezTo>
                <a:cubicBezTo>
                  <a:pt x="12053" y="11336"/>
                  <a:pt x="15386" y="4586"/>
                  <a:pt x="15919" y="4046"/>
                </a:cubicBezTo>
                <a:cubicBezTo>
                  <a:pt x="16719" y="2966"/>
                  <a:pt x="17253" y="-1894"/>
                  <a:pt x="14986" y="806"/>
                </a:cubicBezTo>
                <a:cubicBezTo>
                  <a:pt x="13653" y="1346"/>
                  <a:pt x="7253" y="9716"/>
                  <a:pt x="6719" y="8636"/>
                </a:cubicBezTo>
                <a:cubicBezTo>
                  <a:pt x="6719" y="8636"/>
                  <a:pt x="986" y="4046"/>
                  <a:pt x="53" y="8096"/>
                </a:cubicBezTo>
                <a:cubicBezTo>
                  <a:pt x="53" y="8096"/>
                  <a:pt x="-214" y="10256"/>
                  <a:pt x="453" y="10796"/>
                </a:cubicBezTo>
                <a:cubicBezTo>
                  <a:pt x="4319" y="13496"/>
                  <a:pt x="15653" y="18896"/>
                  <a:pt x="16453" y="19706"/>
                </a:cubicBezTo>
                <a:cubicBezTo>
                  <a:pt x="16986" y="19706"/>
                  <a:pt x="18319" y="19706"/>
                  <a:pt x="18986" y="19706"/>
                </a:cubicBezTo>
                <a:cubicBezTo>
                  <a:pt x="19519" y="18896"/>
                  <a:pt x="19519" y="17816"/>
                  <a:pt x="19519" y="17816"/>
                </a:cubicBezTo>
                <a:cubicBezTo>
                  <a:pt x="19253" y="17816"/>
                  <a:pt x="19253" y="17276"/>
                  <a:pt x="19253" y="17276"/>
                </a:cubicBezTo>
                <a:cubicBezTo>
                  <a:pt x="19253" y="17276"/>
                  <a:pt x="20053" y="15116"/>
                  <a:pt x="21119" y="12416"/>
                </a:cubicBezTo>
                <a:close/>
                <a:moveTo>
                  <a:pt x="4853" y="11876"/>
                </a:moveTo>
                <a:cubicBezTo>
                  <a:pt x="4586" y="11876"/>
                  <a:pt x="4319" y="11336"/>
                  <a:pt x="4319" y="10796"/>
                </a:cubicBezTo>
                <a:cubicBezTo>
                  <a:pt x="4319" y="10256"/>
                  <a:pt x="4586" y="9716"/>
                  <a:pt x="4853" y="9716"/>
                </a:cubicBezTo>
                <a:cubicBezTo>
                  <a:pt x="5119" y="9716"/>
                  <a:pt x="5386" y="10256"/>
                  <a:pt x="5386" y="10796"/>
                </a:cubicBezTo>
                <a:cubicBezTo>
                  <a:pt x="5386" y="11336"/>
                  <a:pt x="5119" y="11876"/>
                  <a:pt x="4853" y="11876"/>
                </a:cubicBezTo>
                <a:close/>
                <a:moveTo>
                  <a:pt x="6453" y="12416"/>
                </a:moveTo>
                <a:cubicBezTo>
                  <a:pt x="6186" y="12416"/>
                  <a:pt x="5919" y="11876"/>
                  <a:pt x="5919" y="11336"/>
                </a:cubicBezTo>
                <a:cubicBezTo>
                  <a:pt x="5919" y="10796"/>
                  <a:pt x="6186" y="10256"/>
                  <a:pt x="6453" y="10256"/>
                </a:cubicBezTo>
                <a:cubicBezTo>
                  <a:pt x="6719" y="10256"/>
                  <a:pt x="6986" y="10796"/>
                  <a:pt x="6986" y="11336"/>
                </a:cubicBezTo>
                <a:cubicBezTo>
                  <a:pt x="6986" y="11876"/>
                  <a:pt x="6719" y="12416"/>
                  <a:pt x="6453" y="12416"/>
                </a:cubicBezTo>
                <a:close/>
                <a:moveTo>
                  <a:pt x="7653" y="13496"/>
                </a:moveTo>
                <a:cubicBezTo>
                  <a:pt x="7519" y="13496"/>
                  <a:pt x="7253" y="12956"/>
                  <a:pt x="7253" y="12416"/>
                </a:cubicBezTo>
                <a:cubicBezTo>
                  <a:pt x="7253" y="11876"/>
                  <a:pt x="7519" y="11336"/>
                  <a:pt x="7653" y="11336"/>
                </a:cubicBezTo>
                <a:cubicBezTo>
                  <a:pt x="7919" y="11336"/>
                  <a:pt x="8186" y="11876"/>
                  <a:pt x="8186" y="12416"/>
                </a:cubicBezTo>
                <a:cubicBezTo>
                  <a:pt x="8186" y="12956"/>
                  <a:pt x="7919" y="13496"/>
                  <a:pt x="7653" y="13496"/>
                </a:cubicBezTo>
                <a:close/>
                <a:moveTo>
                  <a:pt x="9253" y="14036"/>
                </a:moveTo>
                <a:cubicBezTo>
                  <a:pt x="8986" y="14036"/>
                  <a:pt x="8719" y="13496"/>
                  <a:pt x="8719" y="12956"/>
                </a:cubicBezTo>
                <a:cubicBezTo>
                  <a:pt x="8719" y="12416"/>
                  <a:pt x="8986" y="11876"/>
                  <a:pt x="9253" y="11876"/>
                </a:cubicBezTo>
                <a:cubicBezTo>
                  <a:pt x="9519" y="11876"/>
                  <a:pt x="9786" y="12416"/>
                  <a:pt x="9786" y="12956"/>
                </a:cubicBezTo>
                <a:cubicBezTo>
                  <a:pt x="9786" y="13496"/>
                  <a:pt x="9519" y="14036"/>
                  <a:pt x="9253" y="14036"/>
                </a:cubicBezTo>
                <a:close/>
                <a:moveTo>
                  <a:pt x="10586" y="14576"/>
                </a:moveTo>
                <a:cubicBezTo>
                  <a:pt x="10319" y="14576"/>
                  <a:pt x="10053" y="14036"/>
                  <a:pt x="10053" y="13496"/>
                </a:cubicBezTo>
                <a:cubicBezTo>
                  <a:pt x="10053" y="12956"/>
                  <a:pt x="10319" y="12416"/>
                  <a:pt x="10586" y="12416"/>
                </a:cubicBezTo>
                <a:cubicBezTo>
                  <a:pt x="10853" y="12416"/>
                  <a:pt x="11119" y="12956"/>
                  <a:pt x="11119" y="13496"/>
                </a:cubicBezTo>
                <a:cubicBezTo>
                  <a:pt x="11119" y="14036"/>
                  <a:pt x="10853" y="14576"/>
                  <a:pt x="10586" y="14576"/>
                </a:cubicBezTo>
                <a:close/>
                <a:moveTo>
                  <a:pt x="11786" y="15656"/>
                </a:moveTo>
                <a:cubicBezTo>
                  <a:pt x="11519" y="15656"/>
                  <a:pt x="11386" y="15116"/>
                  <a:pt x="11386" y="14576"/>
                </a:cubicBezTo>
                <a:cubicBezTo>
                  <a:pt x="11386" y="14036"/>
                  <a:pt x="11519" y="13496"/>
                  <a:pt x="11786" y="13496"/>
                </a:cubicBezTo>
                <a:cubicBezTo>
                  <a:pt x="12319" y="13496"/>
                  <a:pt x="12319" y="14036"/>
                  <a:pt x="12319" y="14576"/>
                </a:cubicBezTo>
                <a:cubicBezTo>
                  <a:pt x="12319" y="15116"/>
                  <a:pt x="12319" y="15656"/>
                  <a:pt x="11786" y="15656"/>
                </a:cubicBezTo>
                <a:close/>
                <a:moveTo>
                  <a:pt x="11786" y="15656"/>
                </a:moveTo>
                <a:cubicBezTo>
                  <a:pt x="11786" y="15656"/>
                  <a:pt x="11786" y="15656"/>
                  <a:pt x="11786" y="15656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23" name="Freeform 160"/>
          <p:cNvSpPr/>
          <p:nvPr/>
        </p:nvSpPr>
        <p:spPr>
          <a:xfrm>
            <a:off x="7501997" y="11139228"/>
            <a:ext cx="507869" cy="43486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115" y="0"/>
                </a:moveTo>
                <a:cubicBezTo>
                  <a:pt x="1890" y="0"/>
                  <a:pt x="1890" y="0"/>
                  <a:pt x="1890" y="0"/>
                </a:cubicBezTo>
                <a:cubicBezTo>
                  <a:pt x="945" y="0"/>
                  <a:pt x="0" y="1104"/>
                  <a:pt x="0" y="2207"/>
                </a:cubicBezTo>
                <a:cubicBezTo>
                  <a:pt x="0" y="16239"/>
                  <a:pt x="0" y="16239"/>
                  <a:pt x="0" y="16239"/>
                </a:cubicBezTo>
                <a:cubicBezTo>
                  <a:pt x="0" y="17501"/>
                  <a:pt x="945" y="18604"/>
                  <a:pt x="1890" y="18604"/>
                </a:cubicBezTo>
                <a:cubicBezTo>
                  <a:pt x="20115" y="18604"/>
                  <a:pt x="20115" y="18604"/>
                  <a:pt x="20115" y="18604"/>
                </a:cubicBezTo>
                <a:cubicBezTo>
                  <a:pt x="20790" y="18604"/>
                  <a:pt x="21600" y="17501"/>
                  <a:pt x="21600" y="16239"/>
                </a:cubicBezTo>
                <a:cubicBezTo>
                  <a:pt x="21600" y="2207"/>
                  <a:pt x="21600" y="2207"/>
                  <a:pt x="21600" y="2207"/>
                </a:cubicBezTo>
                <a:cubicBezTo>
                  <a:pt x="21600" y="1104"/>
                  <a:pt x="20790" y="0"/>
                  <a:pt x="20115" y="0"/>
                </a:cubicBezTo>
                <a:close/>
                <a:moveTo>
                  <a:pt x="20115" y="2207"/>
                </a:moveTo>
                <a:cubicBezTo>
                  <a:pt x="20115" y="16239"/>
                  <a:pt x="20115" y="16239"/>
                  <a:pt x="20115" y="16239"/>
                </a:cubicBezTo>
                <a:cubicBezTo>
                  <a:pt x="20115" y="16712"/>
                  <a:pt x="20115" y="16712"/>
                  <a:pt x="20115" y="16712"/>
                </a:cubicBezTo>
                <a:cubicBezTo>
                  <a:pt x="1890" y="16712"/>
                  <a:pt x="1890" y="16712"/>
                  <a:pt x="1890" y="16712"/>
                </a:cubicBezTo>
                <a:cubicBezTo>
                  <a:pt x="1620" y="16712"/>
                  <a:pt x="1620" y="16712"/>
                  <a:pt x="1620" y="16239"/>
                </a:cubicBezTo>
                <a:cubicBezTo>
                  <a:pt x="1620" y="2207"/>
                  <a:pt x="1620" y="2207"/>
                  <a:pt x="1620" y="2207"/>
                </a:cubicBezTo>
                <a:cubicBezTo>
                  <a:pt x="1620" y="1892"/>
                  <a:pt x="1620" y="1892"/>
                  <a:pt x="1890" y="1892"/>
                </a:cubicBezTo>
                <a:cubicBezTo>
                  <a:pt x="20115" y="1892"/>
                  <a:pt x="20115" y="1892"/>
                  <a:pt x="20115" y="1892"/>
                </a:cubicBezTo>
                <a:cubicBezTo>
                  <a:pt x="20115" y="1892"/>
                  <a:pt x="20115" y="1892"/>
                  <a:pt x="20115" y="2207"/>
                </a:cubicBezTo>
                <a:close/>
                <a:moveTo>
                  <a:pt x="20385" y="18920"/>
                </a:moveTo>
                <a:cubicBezTo>
                  <a:pt x="1215" y="18920"/>
                  <a:pt x="1215" y="18920"/>
                  <a:pt x="1215" y="18920"/>
                </a:cubicBezTo>
                <a:cubicBezTo>
                  <a:pt x="675" y="18920"/>
                  <a:pt x="0" y="19708"/>
                  <a:pt x="0" y="20496"/>
                </a:cubicBezTo>
                <a:cubicBezTo>
                  <a:pt x="0" y="21127"/>
                  <a:pt x="675" y="21600"/>
                  <a:pt x="1215" y="21600"/>
                </a:cubicBezTo>
                <a:cubicBezTo>
                  <a:pt x="20385" y="21600"/>
                  <a:pt x="20385" y="21600"/>
                  <a:pt x="20385" y="21600"/>
                </a:cubicBezTo>
                <a:cubicBezTo>
                  <a:pt x="21060" y="21600"/>
                  <a:pt x="21600" y="21127"/>
                  <a:pt x="21600" y="20496"/>
                </a:cubicBezTo>
                <a:cubicBezTo>
                  <a:pt x="21600" y="19708"/>
                  <a:pt x="21060" y="18920"/>
                  <a:pt x="20385" y="18920"/>
                </a:cubicBezTo>
                <a:close/>
                <a:moveTo>
                  <a:pt x="10935" y="15293"/>
                </a:moveTo>
                <a:cubicBezTo>
                  <a:pt x="13365" y="15293"/>
                  <a:pt x="15525" y="12613"/>
                  <a:pt x="15525" y="9145"/>
                </a:cubicBezTo>
                <a:cubicBezTo>
                  <a:pt x="15525" y="5991"/>
                  <a:pt x="13365" y="3469"/>
                  <a:pt x="10935" y="3469"/>
                </a:cubicBezTo>
                <a:cubicBezTo>
                  <a:pt x="8235" y="3469"/>
                  <a:pt x="6075" y="5991"/>
                  <a:pt x="6075" y="9145"/>
                </a:cubicBezTo>
                <a:cubicBezTo>
                  <a:pt x="6075" y="12613"/>
                  <a:pt x="8235" y="15293"/>
                  <a:pt x="10935" y="15293"/>
                </a:cubicBezTo>
                <a:close/>
                <a:moveTo>
                  <a:pt x="10665" y="9933"/>
                </a:moveTo>
                <a:cubicBezTo>
                  <a:pt x="9720" y="9460"/>
                  <a:pt x="9180" y="8672"/>
                  <a:pt x="9180" y="8041"/>
                </a:cubicBezTo>
                <a:cubicBezTo>
                  <a:pt x="9180" y="7253"/>
                  <a:pt x="9720" y="6464"/>
                  <a:pt x="10395" y="5991"/>
                </a:cubicBezTo>
                <a:cubicBezTo>
                  <a:pt x="10395" y="5676"/>
                  <a:pt x="10395" y="5676"/>
                  <a:pt x="10395" y="5676"/>
                </a:cubicBezTo>
                <a:cubicBezTo>
                  <a:pt x="10665" y="5361"/>
                  <a:pt x="10665" y="5361"/>
                  <a:pt x="10665" y="5361"/>
                </a:cubicBezTo>
                <a:cubicBezTo>
                  <a:pt x="10935" y="5361"/>
                  <a:pt x="11205" y="5676"/>
                  <a:pt x="11205" y="5676"/>
                </a:cubicBezTo>
                <a:cubicBezTo>
                  <a:pt x="11205" y="5991"/>
                  <a:pt x="11205" y="5991"/>
                  <a:pt x="11205" y="5991"/>
                </a:cubicBezTo>
                <a:cubicBezTo>
                  <a:pt x="11610" y="5991"/>
                  <a:pt x="11610" y="5991"/>
                  <a:pt x="11880" y="6464"/>
                </a:cubicBezTo>
                <a:cubicBezTo>
                  <a:pt x="12150" y="6464"/>
                  <a:pt x="12150" y="6780"/>
                  <a:pt x="12150" y="6780"/>
                </a:cubicBezTo>
                <a:cubicBezTo>
                  <a:pt x="12150" y="7253"/>
                  <a:pt x="12150" y="7253"/>
                  <a:pt x="11880" y="7253"/>
                </a:cubicBezTo>
                <a:cubicBezTo>
                  <a:pt x="11880" y="7253"/>
                  <a:pt x="11880" y="7568"/>
                  <a:pt x="11610" y="7253"/>
                </a:cubicBezTo>
                <a:cubicBezTo>
                  <a:pt x="11610" y="7253"/>
                  <a:pt x="11205" y="7253"/>
                  <a:pt x="10935" y="7253"/>
                </a:cubicBezTo>
                <a:cubicBezTo>
                  <a:pt x="10395" y="7253"/>
                  <a:pt x="10395" y="7568"/>
                  <a:pt x="10395" y="7568"/>
                </a:cubicBezTo>
                <a:cubicBezTo>
                  <a:pt x="10395" y="8041"/>
                  <a:pt x="10665" y="8356"/>
                  <a:pt x="11205" y="8672"/>
                </a:cubicBezTo>
                <a:cubicBezTo>
                  <a:pt x="12150" y="9145"/>
                  <a:pt x="12420" y="9460"/>
                  <a:pt x="12420" y="10248"/>
                </a:cubicBezTo>
                <a:cubicBezTo>
                  <a:pt x="12420" y="11352"/>
                  <a:pt x="12150" y="12140"/>
                  <a:pt x="11205" y="12140"/>
                </a:cubicBezTo>
                <a:cubicBezTo>
                  <a:pt x="11205" y="12928"/>
                  <a:pt x="11205" y="12928"/>
                  <a:pt x="11205" y="12928"/>
                </a:cubicBezTo>
                <a:cubicBezTo>
                  <a:pt x="11205" y="12928"/>
                  <a:pt x="10935" y="13244"/>
                  <a:pt x="10665" y="13244"/>
                </a:cubicBezTo>
                <a:cubicBezTo>
                  <a:pt x="10395" y="12928"/>
                  <a:pt x="10395" y="12928"/>
                  <a:pt x="10395" y="12928"/>
                </a:cubicBezTo>
                <a:cubicBezTo>
                  <a:pt x="10395" y="12140"/>
                  <a:pt x="10395" y="12140"/>
                  <a:pt x="10395" y="12140"/>
                </a:cubicBezTo>
                <a:cubicBezTo>
                  <a:pt x="9450" y="12140"/>
                  <a:pt x="9450" y="12140"/>
                  <a:pt x="9450" y="12140"/>
                </a:cubicBezTo>
                <a:cubicBezTo>
                  <a:pt x="9180" y="12140"/>
                  <a:pt x="9180" y="11825"/>
                  <a:pt x="9180" y="11352"/>
                </a:cubicBezTo>
                <a:cubicBezTo>
                  <a:pt x="9180" y="11036"/>
                  <a:pt x="9450" y="11036"/>
                  <a:pt x="9450" y="11036"/>
                </a:cubicBezTo>
                <a:cubicBezTo>
                  <a:pt x="10665" y="11036"/>
                  <a:pt x="10665" y="11036"/>
                  <a:pt x="10665" y="11036"/>
                </a:cubicBezTo>
                <a:cubicBezTo>
                  <a:pt x="10935" y="11036"/>
                  <a:pt x="11205" y="11036"/>
                  <a:pt x="11205" y="10721"/>
                </a:cubicBezTo>
                <a:cubicBezTo>
                  <a:pt x="11205" y="10248"/>
                  <a:pt x="10935" y="9933"/>
                  <a:pt x="10665" y="9933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24" name="Freeform 164"/>
          <p:cNvSpPr/>
          <p:nvPr/>
        </p:nvSpPr>
        <p:spPr>
          <a:xfrm>
            <a:off x="13037900" y="11217883"/>
            <a:ext cx="507869" cy="3269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715" y="16357"/>
                </a:moveTo>
                <a:cubicBezTo>
                  <a:pt x="11340" y="17616"/>
                  <a:pt x="6480" y="18664"/>
                  <a:pt x="3780" y="19293"/>
                </a:cubicBezTo>
                <a:cubicBezTo>
                  <a:pt x="3375" y="19293"/>
                  <a:pt x="3375" y="19293"/>
                  <a:pt x="3375" y="19293"/>
                </a:cubicBezTo>
                <a:cubicBezTo>
                  <a:pt x="3375" y="17616"/>
                  <a:pt x="3375" y="17616"/>
                  <a:pt x="3375" y="17616"/>
                </a:cubicBezTo>
                <a:cubicBezTo>
                  <a:pt x="3375" y="17616"/>
                  <a:pt x="3375" y="16986"/>
                  <a:pt x="3105" y="16986"/>
                </a:cubicBezTo>
                <a:cubicBezTo>
                  <a:pt x="2025" y="17616"/>
                  <a:pt x="2025" y="17616"/>
                  <a:pt x="2025" y="17616"/>
                </a:cubicBezTo>
                <a:cubicBezTo>
                  <a:pt x="2025" y="17616"/>
                  <a:pt x="2025" y="17616"/>
                  <a:pt x="1755" y="16986"/>
                </a:cubicBezTo>
                <a:cubicBezTo>
                  <a:pt x="1755" y="15938"/>
                  <a:pt x="1350" y="12373"/>
                  <a:pt x="1350" y="10695"/>
                </a:cubicBezTo>
                <a:cubicBezTo>
                  <a:pt x="1350" y="10276"/>
                  <a:pt x="1350" y="10276"/>
                  <a:pt x="1350" y="10276"/>
                </a:cubicBezTo>
                <a:cubicBezTo>
                  <a:pt x="1755" y="10276"/>
                  <a:pt x="1755" y="10276"/>
                  <a:pt x="1755" y="10276"/>
                </a:cubicBezTo>
                <a:cubicBezTo>
                  <a:pt x="1755" y="6711"/>
                  <a:pt x="1755" y="6711"/>
                  <a:pt x="1755" y="6711"/>
                </a:cubicBezTo>
                <a:cubicBezTo>
                  <a:pt x="1080" y="6711"/>
                  <a:pt x="1080" y="6711"/>
                  <a:pt x="1080" y="6711"/>
                </a:cubicBezTo>
                <a:cubicBezTo>
                  <a:pt x="405" y="6711"/>
                  <a:pt x="0" y="7969"/>
                  <a:pt x="0" y="8388"/>
                </a:cubicBezTo>
                <a:cubicBezTo>
                  <a:pt x="1080" y="19713"/>
                  <a:pt x="1080" y="19713"/>
                  <a:pt x="1080" y="19713"/>
                </a:cubicBezTo>
                <a:cubicBezTo>
                  <a:pt x="1080" y="20971"/>
                  <a:pt x="1755" y="21600"/>
                  <a:pt x="2025" y="21600"/>
                </a:cubicBezTo>
                <a:cubicBezTo>
                  <a:pt x="18090" y="17616"/>
                  <a:pt x="18090" y="17616"/>
                  <a:pt x="18090" y="17616"/>
                </a:cubicBezTo>
                <a:cubicBezTo>
                  <a:pt x="18495" y="17616"/>
                  <a:pt x="18765" y="16986"/>
                  <a:pt x="18765" y="16986"/>
                </a:cubicBezTo>
                <a:cubicBezTo>
                  <a:pt x="18765" y="16357"/>
                  <a:pt x="18765" y="16357"/>
                  <a:pt x="18765" y="16357"/>
                </a:cubicBezTo>
                <a:cubicBezTo>
                  <a:pt x="14985" y="16357"/>
                  <a:pt x="14985" y="16357"/>
                  <a:pt x="14985" y="16357"/>
                </a:cubicBezTo>
                <a:cubicBezTo>
                  <a:pt x="14715" y="16357"/>
                  <a:pt x="14715" y="16357"/>
                  <a:pt x="14715" y="16357"/>
                </a:cubicBezTo>
                <a:close/>
                <a:moveTo>
                  <a:pt x="20655" y="0"/>
                </a:moveTo>
                <a:cubicBezTo>
                  <a:pt x="4050" y="0"/>
                  <a:pt x="4050" y="0"/>
                  <a:pt x="4050" y="0"/>
                </a:cubicBezTo>
                <a:cubicBezTo>
                  <a:pt x="3780" y="0"/>
                  <a:pt x="2970" y="629"/>
                  <a:pt x="2970" y="1678"/>
                </a:cubicBezTo>
                <a:cubicBezTo>
                  <a:pt x="2970" y="13002"/>
                  <a:pt x="2970" y="13002"/>
                  <a:pt x="2970" y="13002"/>
                </a:cubicBezTo>
                <a:cubicBezTo>
                  <a:pt x="2970" y="13631"/>
                  <a:pt x="3780" y="14680"/>
                  <a:pt x="4050" y="14680"/>
                </a:cubicBezTo>
                <a:cubicBezTo>
                  <a:pt x="20655" y="14680"/>
                  <a:pt x="20655" y="14680"/>
                  <a:pt x="20655" y="14680"/>
                </a:cubicBezTo>
                <a:cubicBezTo>
                  <a:pt x="20925" y="14680"/>
                  <a:pt x="21600" y="13631"/>
                  <a:pt x="21600" y="13002"/>
                </a:cubicBezTo>
                <a:cubicBezTo>
                  <a:pt x="21600" y="1678"/>
                  <a:pt x="21600" y="1678"/>
                  <a:pt x="21600" y="1678"/>
                </a:cubicBezTo>
                <a:cubicBezTo>
                  <a:pt x="21600" y="629"/>
                  <a:pt x="20925" y="0"/>
                  <a:pt x="20655" y="0"/>
                </a:cubicBezTo>
                <a:close/>
                <a:moveTo>
                  <a:pt x="20655" y="10276"/>
                </a:moveTo>
                <a:cubicBezTo>
                  <a:pt x="20655" y="10695"/>
                  <a:pt x="20250" y="10695"/>
                  <a:pt x="20250" y="10695"/>
                </a:cubicBezTo>
                <a:cubicBezTo>
                  <a:pt x="18900" y="10695"/>
                  <a:pt x="18900" y="10695"/>
                  <a:pt x="18900" y="10695"/>
                </a:cubicBezTo>
                <a:cubicBezTo>
                  <a:pt x="18900" y="12373"/>
                  <a:pt x="18900" y="12373"/>
                  <a:pt x="18900" y="12373"/>
                </a:cubicBezTo>
                <a:cubicBezTo>
                  <a:pt x="18900" y="12373"/>
                  <a:pt x="18900" y="13002"/>
                  <a:pt x="18495" y="13002"/>
                </a:cubicBezTo>
                <a:cubicBezTo>
                  <a:pt x="5805" y="13002"/>
                  <a:pt x="5805" y="13002"/>
                  <a:pt x="5805" y="13002"/>
                </a:cubicBezTo>
                <a:cubicBezTo>
                  <a:pt x="5805" y="12373"/>
                  <a:pt x="5805" y="12373"/>
                  <a:pt x="5805" y="12373"/>
                </a:cubicBezTo>
                <a:cubicBezTo>
                  <a:pt x="5805" y="10695"/>
                  <a:pt x="5805" y="10695"/>
                  <a:pt x="5805" y="10695"/>
                </a:cubicBezTo>
                <a:cubicBezTo>
                  <a:pt x="5400" y="10695"/>
                  <a:pt x="5400" y="10695"/>
                  <a:pt x="5400" y="10695"/>
                </a:cubicBezTo>
                <a:cubicBezTo>
                  <a:pt x="4455" y="10695"/>
                  <a:pt x="4455" y="10695"/>
                  <a:pt x="4455" y="10695"/>
                </a:cubicBezTo>
                <a:cubicBezTo>
                  <a:pt x="4455" y="10695"/>
                  <a:pt x="4050" y="10695"/>
                  <a:pt x="4050" y="10276"/>
                </a:cubicBezTo>
                <a:cubicBezTo>
                  <a:pt x="4050" y="3984"/>
                  <a:pt x="4050" y="3984"/>
                  <a:pt x="4050" y="3984"/>
                </a:cubicBezTo>
                <a:cubicBezTo>
                  <a:pt x="4050" y="3355"/>
                  <a:pt x="4455" y="3355"/>
                  <a:pt x="4455" y="3355"/>
                </a:cubicBezTo>
                <a:cubicBezTo>
                  <a:pt x="5400" y="3355"/>
                  <a:pt x="5400" y="3355"/>
                  <a:pt x="5400" y="3355"/>
                </a:cubicBezTo>
                <a:cubicBezTo>
                  <a:pt x="5805" y="3355"/>
                  <a:pt x="5805" y="3355"/>
                  <a:pt x="5805" y="3355"/>
                </a:cubicBezTo>
                <a:cubicBezTo>
                  <a:pt x="5805" y="1678"/>
                  <a:pt x="5805" y="1678"/>
                  <a:pt x="5805" y="1678"/>
                </a:cubicBezTo>
                <a:cubicBezTo>
                  <a:pt x="18495" y="1678"/>
                  <a:pt x="18495" y="1678"/>
                  <a:pt x="18495" y="1678"/>
                </a:cubicBezTo>
                <a:cubicBezTo>
                  <a:pt x="18900" y="1678"/>
                  <a:pt x="18900" y="1678"/>
                  <a:pt x="18900" y="1678"/>
                </a:cubicBezTo>
                <a:cubicBezTo>
                  <a:pt x="18900" y="3355"/>
                  <a:pt x="18900" y="3355"/>
                  <a:pt x="18900" y="3355"/>
                </a:cubicBezTo>
                <a:cubicBezTo>
                  <a:pt x="20250" y="3355"/>
                  <a:pt x="20250" y="3355"/>
                  <a:pt x="20250" y="3355"/>
                </a:cubicBezTo>
                <a:cubicBezTo>
                  <a:pt x="20655" y="3355"/>
                  <a:pt x="20655" y="3355"/>
                  <a:pt x="20655" y="3355"/>
                </a:cubicBezTo>
                <a:cubicBezTo>
                  <a:pt x="20655" y="5662"/>
                  <a:pt x="20655" y="8388"/>
                  <a:pt x="20655" y="10276"/>
                </a:cubicBezTo>
                <a:close/>
                <a:moveTo>
                  <a:pt x="12420" y="5033"/>
                </a:moveTo>
                <a:cubicBezTo>
                  <a:pt x="12690" y="5033"/>
                  <a:pt x="13095" y="5033"/>
                  <a:pt x="13095" y="5033"/>
                </a:cubicBezTo>
                <a:cubicBezTo>
                  <a:pt x="13365" y="4614"/>
                  <a:pt x="13365" y="4614"/>
                  <a:pt x="13365" y="4614"/>
                </a:cubicBezTo>
                <a:cubicBezTo>
                  <a:pt x="13365" y="4614"/>
                  <a:pt x="13365" y="4614"/>
                  <a:pt x="13095" y="3984"/>
                </a:cubicBezTo>
                <a:cubicBezTo>
                  <a:pt x="12420" y="3984"/>
                  <a:pt x="12420" y="3984"/>
                  <a:pt x="12420" y="3984"/>
                </a:cubicBezTo>
                <a:cubicBezTo>
                  <a:pt x="12420" y="3355"/>
                  <a:pt x="12420" y="3355"/>
                  <a:pt x="12420" y="3355"/>
                </a:cubicBezTo>
                <a:cubicBezTo>
                  <a:pt x="12420" y="2726"/>
                  <a:pt x="12420" y="2726"/>
                  <a:pt x="12420" y="2726"/>
                </a:cubicBezTo>
                <a:cubicBezTo>
                  <a:pt x="12015" y="2726"/>
                  <a:pt x="12015" y="2726"/>
                  <a:pt x="12015" y="2726"/>
                </a:cubicBezTo>
                <a:cubicBezTo>
                  <a:pt x="12015" y="2726"/>
                  <a:pt x="12015" y="2726"/>
                  <a:pt x="12015" y="3355"/>
                </a:cubicBezTo>
                <a:cubicBezTo>
                  <a:pt x="12015" y="3984"/>
                  <a:pt x="12015" y="3984"/>
                  <a:pt x="12015" y="3984"/>
                </a:cubicBezTo>
                <a:cubicBezTo>
                  <a:pt x="11340" y="3984"/>
                  <a:pt x="10935" y="5033"/>
                  <a:pt x="10935" y="5662"/>
                </a:cubicBezTo>
                <a:cubicBezTo>
                  <a:pt x="10935" y="6711"/>
                  <a:pt x="11340" y="7340"/>
                  <a:pt x="12015" y="7340"/>
                </a:cubicBezTo>
                <a:cubicBezTo>
                  <a:pt x="12420" y="7969"/>
                  <a:pt x="12690" y="7969"/>
                  <a:pt x="12690" y="8388"/>
                </a:cubicBezTo>
                <a:cubicBezTo>
                  <a:pt x="12690" y="9017"/>
                  <a:pt x="12420" y="9647"/>
                  <a:pt x="12015" y="9647"/>
                </a:cubicBezTo>
                <a:cubicBezTo>
                  <a:pt x="11610" y="9647"/>
                  <a:pt x="11340" y="9017"/>
                  <a:pt x="11340" y="9017"/>
                </a:cubicBezTo>
                <a:cubicBezTo>
                  <a:pt x="10935" y="9017"/>
                  <a:pt x="10935" y="9017"/>
                  <a:pt x="10935" y="9017"/>
                </a:cubicBezTo>
                <a:cubicBezTo>
                  <a:pt x="10935" y="9647"/>
                  <a:pt x="10935" y="9647"/>
                  <a:pt x="10935" y="9647"/>
                </a:cubicBezTo>
                <a:cubicBezTo>
                  <a:pt x="10935" y="10276"/>
                  <a:pt x="10935" y="10276"/>
                  <a:pt x="10935" y="10276"/>
                </a:cubicBezTo>
                <a:cubicBezTo>
                  <a:pt x="11340" y="10276"/>
                  <a:pt x="11610" y="10276"/>
                  <a:pt x="11610" y="10276"/>
                </a:cubicBezTo>
                <a:cubicBezTo>
                  <a:pt x="11610" y="10276"/>
                  <a:pt x="12015" y="10276"/>
                  <a:pt x="12015" y="10695"/>
                </a:cubicBezTo>
                <a:cubicBezTo>
                  <a:pt x="12015" y="11324"/>
                  <a:pt x="12015" y="11324"/>
                  <a:pt x="12015" y="11324"/>
                </a:cubicBezTo>
                <a:cubicBezTo>
                  <a:pt x="12420" y="11324"/>
                  <a:pt x="12420" y="11324"/>
                  <a:pt x="12420" y="11324"/>
                </a:cubicBezTo>
                <a:cubicBezTo>
                  <a:pt x="12420" y="10276"/>
                  <a:pt x="12420" y="10276"/>
                  <a:pt x="12420" y="10276"/>
                </a:cubicBezTo>
                <a:cubicBezTo>
                  <a:pt x="13095" y="10276"/>
                  <a:pt x="13365" y="9647"/>
                  <a:pt x="13365" y="8388"/>
                </a:cubicBezTo>
                <a:cubicBezTo>
                  <a:pt x="13365" y="7969"/>
                  <a:pt x="13095" y="6711"/>
                  <a:pt x="12420" y="6711"/>
                </a:cubicBezTo>
                <a:cubicBezTo>
                  <a:pt x="12015" y="6291"/>
                  <a:pt x="11610" y="6291"/>
                  <a:pt x="11610" y="5662"/>
                </a:cubicBezTo>
                <a:cubicBezTo>
                  <a:pt x="11610" y="5033"/>
                  <a:pt x="11610" y="5033"/>
                  <a:pt x="12420" y="5033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25" name="Freeform 167"/>
          <p:cNvSpPr/>
          <p:nvPr/>
        </p:nvSpPr>
        <p:spPr>
          <a:xfrm>
            <a:off x="4260126" y="10029374"/>
            <a:ext cx="504696" cy="4793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7020" y="21600"/>
                </a:moveTo>
                <a:cubicBezTo>
                  <a:pt x="14580" y="21600"/>
                  <a:pt x="14580" y="21600"/>
                  <a:pt x="14580" y="21600"/>
                </a:cubicBezTo>
                <a:cubicBezTo>
                  <a:pt x="14580" y="19597"/>
                  <a:pt x="14580" y="19597"/>
                  <a:pt x="14580" y="19597"/>
                </a:cubicBezTo>
                <a:cubicBezTo>
                  <a:pt x="7020" y="19597"/>
                  <a:pt x="7020" y="19597"/>
                  <a:pt x="7020" y="19597"/>
                </a:cubicBezTo>
                <a:lnTo>
                  <a:pt x="7020" y="21600"/>
                </a:lnTo>
                <a:close/>
                <a:moveTo>
                  <a:pt x="0" y="0"/>
                </a:moveTo>
                <a:cubicBezTo>
                  <a:pt x="0" y="18739"/>
                  <a:pt x="0" y="18739"/>
                  <a:pt x="0" y="18739"/>
                </a:cubicBezTo>
                <a:cubicBezTo>
                  <a:pt x="21600" y="18739"/>
                  <a:pt x="21600" y="18739"/>
                  <a:pt x="21600" y="18739"/>
                </a:cubicBezTo>
                <a:cubicBezTo>
                  <a:pt x="21600" y="0"/>
                  <a:pt x="21600" y="0"/>
                  <a:pt x="21600" y="0"/>
                </a:cubicBezTo>
                <a:lnTo>
                  <a:pt x="0" y="0"/>
                </a:lnTo>
                <a:close/>
                <a:moveTo>
                  <a:pt x="18630" y="17881"/>
                </a:moveTo>
                <a:cubicBezTo>
                  <a:pt x="18225" y="17881"/>
                  <a:pt x="17820" y="17309"/>
                  <a:pt x="17820" y="16879"/>
                </a:cubicBezTo>
                <a:cubicBezTo>
                  <a:pt x="17820" y="16450"/>
                  <a:pt x="18225" y="15878"/>
                  <a:pt x="18630" y="15878"/>
                </a:cubicBezTo>
                <a:cubicBezTo>
                  <a:pt x="19035" y="15878"/>
                  <a:pt x="19440" y="16450"/>
                  <a:pt x="19440" y="16879"/>
                </a:cubicBezTo>
                <a:cubicBezTo>
                  <a:pt x="19440" y="17309"/>
                  <a:pt x="19035" y="17881"/>
                  <a:pt x="18630" y="17881"/>
                </a:cubicBezTo>
                <a:close/>
                <a:moveTo>
                  <a:pt x="19845" y="15020"/>
                </a:moveTo>
                <a:cubicBezTo>
                  <a:pt x="1620" y="15020"/>
                  <a:pt x="1620" y="15020"/>
                  <a:pt x="1620" y="15020"/>
                </a:cubicBezTo>
                <a:cubicBezTo>
                  <a:pt x="1620" y="1860"/>
                  <a:pt x="1620" y="1860"/>
                  <a:pt x="1620" y="1860"/>
                </a:cubicBezTo>
                <a:cubicBezTo>
                  <a:pt x="19845" y="1860"/>
                  <a:pt x="19845" y="1860"/>
                  <a:pt x="19845" y="1860"/>
                </a:cubicBezTo>
                <a:lnTo>
                  <a:pt x="19845" y="15020"/>
                </a:lnTo>
                <a:close/>
                <a:moveTo>
                  <a:pt x="3780" y="7868"/>
                </a:moveTo>
                <a:cubicBezTo>
                  <a:pt x="6615" y="9727"/>
                  <a:pt x="6615" y="9727"/>
                  <a:pt x="6615" y="9727"/>
                </a:cubicBezTo>
                <a:cubicBezTo>
                  <a:pt x="6615" y="10728"/>
                  <a:pt x="7020" y="11158"/>
                  <a:pt x="7965" y="11158"/>
                </a:cubicBezTo>
                <a:cubicBezTo>
                  <a:pt x="8370" y="11158"/>
                  <a:pt x="8775" y="10299"/>
                  <a:pt x="8775" y="9727"/>
                </a:cubicBezTo>
                <a:cubicBezTo>
                  <a:pt x="10395" y="8869"/>
                  <a:pt x="12960" y="7009"/>
                  <a:pt x="14175" y="6437"/>
                </a:cubicBezTo>
                <a:cubicBezTo>
                  <a:pt x="14175" y="6437"/>
                  <a:pt x="14175" y="6437"/>
                  <a:pt x="14580" y="6437"/>
                </a:cubicBezTo>
                <a:cubicBezTo>
                  <a:pt x="14580" y="6437"/>
                  <a:pt x="14580" y="6437"/>
                  <a:pt x="14985" y="6437"/>
                </a:cubicBezTo>
                <a:cubicBezTo>
                  <a:pt x="15390" y="7009"/>
                  <a:pt x="16200" y="7009"/>
                  <a:pt x="16605" y="7438"/>
                </a:cubicBezTo>
                <a:cubicBezTo>
                  <a:pt x="16605" y="8297"/>
                  <a:pt x="17550" y="8869"/>
                  <a:pt x="17955" y="8869"/>
                </a:cubicBezTo>
                <a:cubicBezTo>
                  <a:pt x="18765" y="8869"/>
                  <a:pt x="19170" y="8297"/>
                  <a:pt x="19170" y="7438"/>
                </a:cubicBezTo>
                <a:cubicBezTo>
                  <a:pt x="19170" y="6437"/>
                  <a:pt x="18765" y="6008"/>
                  <a:pt x="17955" y="6008"/>
                </a:cubicBezTo>
                <a:cubicBezTo>
                  <a:pt x="17550" y="6008"/>
                  <a:pt x="17550" y="6008"/>
                  <a:pt x="17010" y="6437"/>
                </a:cubicBezTo>
                <a:cubicBezTo>
                  <a:pt x="15795" y="5579"/>
                  <a:pt x="15795" y="5579"/>
                  <a:pt x="15795" y="5579"/>
                </a:cubicBezTo>
                <a:cubicBezTo>
                  <a:pt x="15795" y="5579"/>
                  <a:pt x="15795" y="5579"/>
                  <a:pt x="15795" y="5150"/>
                </a:cubicBezTo>
                <a:cubicBezTo>
                  <a:pt x="15795" y="4577"/>
                  <a:pt x="14985" y="3719"/>
                  <a:pt x="14580" y="3719"/>
                </a:cubicBezTo>
                <a:cubicBezTo>
                  <a:pt x="13770" y="3719"/>
                  <a:pt x="13365" y="4577"/>
                  <a:pt x="13365" y="5150"/>
                </a:cubicBezTo>
                <a:cubicBezTo>
                  <a:pt x="13365" y="5579"/>
                  <a:pt x="13365" y="5579"/>
                  <a:pt x="13365" y="5579"/>
                </a:cubicBezTo>
                <a:cubicBezTo>
                  <a:pt x="12015" y="6008"/>
                  <a:pt x="9585" y="7868"/>
                  <a:pt x="8370" y="8297"/>
                </a:cubicBezTo>
                <a:cubicBezTo>
                  <a:pt x="7965" y="8297"/>
                  <a:pt x="7965" y="8297"/>
                  <a:pt x="7965" y="8297"/>
                </a:cubicBezTo>
                <a:cubicBezTo>
                  <a:pt x="7560" y="8297"/>
                  <a:pt x="7020" y="8297"/>
                  <a:pt x="7020" y="8869"/>
                </a:cubicBezTo>
                <a:cubicBezTo>
                  <a:pt x="6210" y="8297"/>
                  <a:pt x="5400" y="7438"/>
                  <a:pt x="4590" y="7009"/>
                </a:cubicBezTo>
                <a:cubicBezTo>
                  <a:pt x="4590" y="7009"/>
                  <a:pt x="4995" y="7009"/>
                  <a:pt x="4995" y="6437"/>
                </a:cubicBezTo>
                <a:cubicBezTo>
                  <a:pt x="4995" y="6008"/>
                  <a:pt x="4185" y="5150"/>
                  <a:pt x="3780" y="5150"/>
                </a:cubicBezTo>
                <a:cubicBezTo>
                  <a:pt x="2970" y="5150"/>
                  <a:pt x="2565" y="6008"/>
                  <a:pt x="2565" y="6437"/>
                </a:cubicBezTo>
                <a:cubicBezTo>
                  <a:pt x="2565" y="7438"/>
                  <a:pt x="2970" y="7868"/>
                  <a:pt x="3780" y="7868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26" name="Freeform 186"/>
          <p:cNvSpPr/>
          <p:nvPr/>
        </p:nvSpPr>
        <p:spPr>
          <a:xfrm>
            <a:off x="23037477" y="6654150"/>
            <a:ext cx="507869" cy="4507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9845" y="0"/>
                </a:moveTo>
                <a:cubicBezTo>
                  <a:pt x="1890" y="0"/>
                  <a:pt x="1890" y="0"/>
                  <a:pt x="1890" y="0"/>
                </a:cubicBezTo>
                <a:cubicBezTo>
                  <a:pt x="945" y="0"/>
                  <a:pt x="0" y="1217"/>
                  <a:pt x="0" y="2282"/>
                </a:cubicBezTo>
                <a:cubicBezTo>
                  <a:pt x="0" y="15515"/>
                  <a:pt x="0" y="15515"/>
                  <a:pt x="0" y="15515"/>
                </a:cubicBezTo>
                <a:cubicBezTo>
                  <a:pt x="0" y="17189"/>
                  <a:pt x="945" y="17797"/>
                  <a:pt x="1890" y="17797"/>
                </a:cubicBezTo>
                <a:cubicBezTo>
                  <a:pt x="8370" y="17797"/>
                  <a:pt x="8370" y="17797"/>
                  <a:pt x="8370" y="17797"/>
                </a:cubicBezTo>
                <a:cubicBezTo>
                  <a:pt x="8370" y="19470"/>
                  <a:pt x="8370" y="19470"/>
                  <a:pt x="8370" y="19470"/>
                </a:cubicBezTo>
                <a:cubicBezTo>
                  <a:pt x="6075" y="19470"/>
                  <a:pt x="6075" y="19470"/>
                  <a:pt x="6075" y="19470"/>
                </a:cubicBezTo>
                <a:cubicBezTo>
                  <a:pt x="5535" y="21600"/>
                  <a:pt x="5535" y="21600"/>
                  <a:pt x="5535" y="21600"/>
                </a:cubicBezTo>
                <a:cubicBezTo>
                  <a:pt x="16065" y="21600"/>
                  <a:pt x="16065" y="21600"/>
                  <a:pt x="16065" y="21600"/>
                </a:cubicBezTo>
                <a:cubicBezTo>
                  <a:pt x="15255" y="19470"/>
                  <a:pt x="15255" y="19470"/>
                  <a:pt x="15255" y="19470"/>
                </a:cubicBezTo>
                <a:cubicBezTo>
                  <a:pt x="12960" y="19470"/>
                  <a:pt x="12960" y="19470"/>
                  <a:pt x="12960" y="19470"/>
                </a:cubicBezTo>
                <a:cubicBezTo>
                  <a:pt x="12960" y="17797"/>
                  <a:pt x="12960" y="17797"/>
                  <a:pt x="12960" y="17797"/>
                </a:cubicBezTo>
                <a:cubicBezTo>
                  <a:pt x="19845" y="17797"/>
                  <a:pt x="19845" y="17797"/>
                  <a:pt x="19845" y="17797"/>
                </a:cubicBezTo>
                <a:cubicBezTo>
                  <a:pt x="20790" y="17797"/>
                  <a:pt x="21600" y="17189"/>
                  <a:pt x="21600" y="15515"/>
                </a:cubicBezTo>
                <a:cubicBezTo>
                  <a:pt x="21600" y="2282"/>
                  <a:pt x="21600" y="2282"/>
                  <a:pt x="21600" y="2282"/>
                </a:cubicBezTo>
                <a:cubicBezTo>
                  <a:pt x="21600" y="1217"/>
                  <a:pt x="20790" y="0"/>
                  <a:pt x="19845" y="0"/>
                </a:cubicBezTo>
                <a:close/>
                <a:moveTo>
                  <a:pt x="19845" y="15515"/>
                </a:moveTo>
                <a:cubicBezTo>
                  <a:pt x="19845" y="16124"/>
                  <a:pt x="19845" y="16124"/>
                  <a:pt x="19845" y="16124"/>
                </a:cubicBezTo>
                <a:cubicBezTo>
                  <a:pt x="1890" y="16124"/>
                  <a:pt x="1890" y="16124"/>
                  <a:pt x="1890" y="16124"/>
                </a:cubicBezTo>
                <a:cubicBezTo>
                  <a:pt x="1485" y="16124"/>
                  <a:pt x="1485" y="16124"/>
                  <a:pt x="1485" y="15515"/>
                </a:cubicBezTo>
                <a:cubicBezTo>
                  <a:pt x="1485" y="2282"/>
                  <a:pt x="1485" y="2282"/>
                  <a:pt x="1485" y="2282"/>
                </a:cubicBezTo>
                <a:cubicBezTo>
                  <a:pt x="1485" y="2282"/>
                  <a:pt x="1485" y="2282"/>
                  <a:pt x="1890" y="2282"/>
                </a:cubicBezTo>
                <a:cubicBezTo>
                  <a:pt x="19845" y="2282"/>
                  <a:pt x="19845" y="2282"/>
                  <a:pt x="19845" y="2282"/>
                </a:cubicBezTo>
                <a:lnTo>
                  <a:pt x="19845" y="15515"/>
                </a:lnTo>
                <a:close/>
                <a:moveTo>
                  <a:pt x="10530" y="14299"/>
                </a:moveTo>
                <a:cubicBezTo>
                  <a:pt x="13365" y="14299"/>
                  <a:pt x="15120" y="12169"/>
                  <a:pt x="15120" y="8823"/>
                </a:cubicBezTo>
                <a:cubicBezTo>
                  <a:pt x="15120" y="6237"/>
                  <a:pt x="13365" y="3499"/>
                  <a:pt x="10530" y="3499"/>
                </a:cubicBezTo>
                <a:cubicBezTo>
                  <a:pt x="8235" y="3499"/>
                  <a:pt x="5940" y="6237"/>
                  <a:pt x="5940" y="8823"/>
                </a:cubicBezTo>
                <a:cubicBezTo>
                  <a:pt x="5940" y="12169"/>
                  <a:pt x="8235" y="14299"/>
                  <a:pt x="10530" y="14299"/>
                </a:cubicBezTo>
                <a:close/>
                <a:moveTo>
                  <a:pt x="8775" y="9735"/>
                </a:moveTo>
                <a:cubicBezTo>
                  <a:pt x="8775" y="9279"/>
                  <a:pt x="8775" y="8518"/>
                  <a:pt x="8775" y="7910"/>
                </a:cubicBezTo>
                <a:cubicBezTo>
                  <a:pt x="8775" y="6693"/>
                  <a:pt x="8775" y="6693"/>
                  <a:pt x="8775" y="6693"/>
                </a:cubicBezTo>
                <a:cubicBezTo>
                  <a:pt x="8775" y="6237"/>
                  <a:pt x="9045" y="6085"/>
                  <a:pt x="9450" y="6237"/>
                </a:cubicBezTo>
                <a:cubicBezTo>
                  <a:pt x="10395" y="6845"/>
                  <a:pt x="10395" y="6845"/>
                  <a:pt x="10395" y="6845"/>
                </a:cubicBezTo>
                <a:cubicBezTo>
                  <a:pt x="10800" y="7149"/>
                  <a:pt x="11475" y="7606"/>
                  <a:pt x="11745" y="7758"/>
                </a:cubicBezTo>
                <a:cubicBezTo>
                  <a:pt x="12690" y="8366"/>
                  <a:pt x="12690" y="8366"/>
                  <a:pt x="12690" y="8366"/>
                </a:cubicBezTo>
                <a:cubicBezTo>
                  <a:pt x="13095" y="8670"/>
                  <a:pt x="13095" y="9127"/>
                  <a:pt x="12690" y="9279"/>
                </a:cubicBezTo>
                <a:cubicBezTo>
                  <a:pt x="11745" y="9887"/>
                  <a:pt x="11745" y="9887"/>
                  <a:pt x="11745" y="9887"/>
                </a:cubicBezTo>
                <a:cubicBezTo>
                  <a:pt x="11475" y="10192"/>
                  <a:pt x="10800" y="10648"/>
                  <a:pt x="10395" y="10800"/>
                </a:cubicBezTo>
                <a:cubicBezTo>
                  <a:pt x="9450" y="11408"/>
                  <a:pt x="9450" y="11408"/>
                  <a:pt x="9450" y="11408"/>
                </a:cubicBezTo>
                <a:cubicBezTo>
                  <a:pt x="9045" y="11713"/>
                  <a:pt x="8775" y="11561"/>
                  <a:pt x="8775" y="10952"/>
                </a:cubicBezTo>
                <a:lnTo>
                  <a:pt x="8775" y="9735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27" name="Freeform 78"/>
          <p:cNvSpPr/>
          <p:nvPr/>
        </p:nvSpPr>
        <p:spPr>
          <a:xfrm>
            <a:off x="17631824" y="8889976"/>
            <a:ext cx="278534" cy="5075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188" fill="norm" stroke="1" extrusionOk="0">
                <a:moveTo>
                  <a:pt x="21355" y="13232"/>
                </a:moveTo>
                <a:cubicBezTo>
                  <a:pt x="1964" y="246"/>
                  <a:pt x="1964" y="246"/>
                  <a:pt x="1964" y="246"/>
                </a:cubicBezTo>
                <a:cubicBezTo>
                  <a:pt x="1718" y="113"/>
                  <a:pt x="1473" y="-152"/>
                  <a:pt x="736" y="113"/>
                </a:cubicBezTo>
                <a:cubicBezTo>
                  <a:pt x="245" y="246"/>
                  <a:pt x="0" y="378"/>
                  <a:pt x="0" y="776"/>
                </a:cubicBezTo>
                <a:cubicBezTo>
                  <a:pt x="0" y="18003"/>
                  <a:pt x="0" y="18003"/>
                  <a:pt x="0" y="18003"/>
                </a:cubicBezTo>
                <a:cubicBezTo>
                  <a:pt x="0" y="18135"/>
                  <a:pt x="245" y="18533"/>
                  <a:pt x="736" y="18665"/>
                </a:cubicBezTo>
                <a:cubicBezTo>
                  <a:pt x="1227" y="18665"/>
                  <a:pt x="1227" y="18665"/>
                  <a:pt x="1227" y="18665"/>
                </a:cubicBezTo>
                <a:cubicBezTo>
                  <a:pt x="1718" y="18665"/>
                  <a:pt x="1964" y="18533"/>
                  <a:pt x="2209" y="18268"/>
                </a:cubicBezTo>
                <a:cubicBezTo>
                  <a:pt x="7364" y="14425"/>
                  <a:pt x="7364" y="14425"/>
                  <a:pt x="7364" y="14425"/>
                </a:cubicBezTo>
                <a:cubicBezTo>
                  <a:pt x="10800" y="20255"/>
                  <a:pt x="10800" y="20255"/>
                  <a:pt x="10800" y="20255"/>
                </a:cubicBezTo>
                <a:cubicBezTo>
                  <a:pt x="11291" y="20918"/>
                  <a:pt x="12764" y="21448"/>
                  <a:pt x="14236" y="21050"/>
                </a:cubicBezTo>
                <a:cubicBezTo>
                  <a:pt x="15464" y="20785"/>
                  <a:pt x="16200" y="19990"/>
                  <a:pt x="15709" y="19328"/>
                </a:cubicBezTo>
                <a:cubicBezTo>
                  <a:pt x="12273" y="13630"/>
                  <a:pt x="12273" y="13630"/>
                  <a:pt x="12273" y="13630"/>
                </a:cubicBezTo>
                <a:cubicBezTo>
                  <a:pt x="20127" y="14425"/>
                  <a:pt x="20127" y="14425"/>
                  <a:pt x="20127" y="14425"/>
                </a:cubicBezTo>
                <a:cubicBezTo>
                  <a:pt x="20864" y="14425"/>
                  <a:pt x="21109" y="14425"/>
                  <a:pt x="21355" y="14027"/>
                </a:cubicBezTo>
                <a:cubicBezTo>
                  <a:pt x="21600" y="13895"/>
                  <a:pt x="21600" y="13630"/>
                  <a:pt x="21355" y="13232"/>
                </a:cubicBezTo>
                <a:close/>
                <a:moveTo>
                  <a:pt x="8591" y="11774"/>
                </a:moveTo>
                <a:cubicBezTo>
                  <a:pt x="8345" y="11774"/>
                  <a:pt x="7609" y="11774"/>
                  <a:pt x="7364" y="11907"/>
                </a:cubicBezTo>
                <a:cubicBezTo>
                  <a:pt x="2209" y="15882"/>
                  <a:pt x="2209" y="15882"/>
                  <a:pt x="2209" y="15882"/>
                </a:cubicBezTo>
                <a:cubicBezTo>
                  <a:pt x="2209" y="2498"/>
                  <a:pt x="2209" y="2498"/>
                  <a:pt x="2209" y="2498"/>
                </a:cubicBezTo>
                <a:cubicBezTo>
                  <a:pt x="17427" y="12835"/>
                  <a:pt x="17427" y="12835"/>
                  <a:pt x="17427" y="12835"/>
                </a:cubicBezTo>
                <a:cubicBezTo>
                  <a:pt x="8591" y="11774"/>
                  <a:pt x="8591" y="11774"/>
                  <a:pt x="8591" y="11774"/>
                </a:cubicBezTo>
                <a:cubicBezTo>
                  <a:pt x="8591" y="11774"/>
                  <a:pt x="8591" y="11774"/>
                  <a:pt x="8591" y="11774"/>
                </a:cubicBezTo>
                <a:close/>
                <a:moveTo>
                  <a:pt x="8591" y="11774"/>
                </a:moveTo>
                <a:cubicBezTo>
                  <a:pt x="8591" y="11774"/>
                  <a:pt x="8591" y="11774"/>
                  <a:pt x="8591" y="11774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28" name="Freeform 86"/>
          <p:cNvSpPr/>
          <p:nvPr/>
        </p:nvSpPr>
        <p:spPr>
          <a:xfrm>
            <a:off x="13194524" y="7774426"/>
            <a:ext cx="477714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87" h="21600" fill="norm" stroke="1" extrusionOk="0">
                <a:moveTo>
                  <a:pt x="12363" y="3780"/>
                </a:moveTo>
                <a:cubicBezTo>
                  <a:pt x="3126" y="3780"/>
                  <a:pt x="3126" y="3780"/>
                  <a:pt x="3126" y="3780"/>
                </a:cubicBezTo>
                <a:cubicBezTo>
                  <a:pt x="3126" y="6885"/>
                  <a:pt x="3126" y="6885"/>
                  <a:pt x="3126" y="6885"/>
                </a:cubicBezTo>
                <a:cubicBezTo>
                  <a:pt x="12363" y="6885"/>
                  <a:pt x="12363" y="6885"/>
                  <a:pt x="12363" y="6885"/>
                </a:cubicBezTo>
                <a:lnTo>
                  <a:pt x="12363" y="3780"/>
                </a:lnTo>
                <a:close/>
                <a:moveTo>
                  <a:pt x="21316" y="19710"/>
                </a:moveTo>
                <a:cubicBezTo>
                  <a:pt x="19753" y="17955"/>
                  <a:pt x="19753" y="17955"/>
                  <a:pt x="19753" y="17955"/>
                </a:cubicBezTo>
                <a:cubicBezTo>
                  <a:pt x="19753" y="0"/>
                  <a:pt x="19753" y="0"/>
                  <a:pt x="19753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8900"/>
                  <a:pt x="0" y="18900"/>
                  <a:pt x="0" y="18900"/>
                </a:cubicBezTo>
                <a:cubicBezTo>
                  <a:pt x="16768" y="18900"/>
                  <a:pt x="16768" y="18900"/>
                  <a:pt x="16768" y="18900"/>
                </a:cubicBezTo>
                <a:cubicBezTo>
                  <a:pt x="19468" y="21600"/>
                  <a:pt x="19468" y="21600"/>
                  <a:pt x="19468" y="21600"/>
                </a:cubicBezTo>
                <a:cubicBezTo>
                  <a:pt x="19468" y="21600"/>
                  <a:pt x="20463" y="21600"/>
                  <a:pt x="21032" y="21060"/>
                </a:cubicBezTo>
                <a:cubicBezTo>
                  <a:pt x="21600" y="20520"/>
                  <a:pt x="21316" y="19710"/>
                  <a:pt x="21316" y="19710"/>
                </a:cubicBezTo>
                <a:close/>
                <a:moveTo>
                  <a:pt x="18474" y="16605"/>
                </a:moveTo>
                <a:cubicBezTo>
                  <a:pt x="17337" y="15390"/>
                  <a:pt x="17337" y="15390"/>
                  <a:pt x="17337" y="15390"/>
                </a:cubicBezTo>
                <a:cubicBezTo>
                  <a:pt x="16768" y="15795"/>
                  <a:pt x="16768" y="15795"/>
                  <a:pt x="16768" y="15795"/>
                </a:cubicBezTo>
                <a:cubicBezTo>
                  <a:pt x="15916" y="14985"/>
                  <a:pt x="15916" y="14985"/>
                  <a:pt x="15916" y="14985"/>
                </a:cubicBezTo>
                <a:cubicBezTo>
                  <a:pt x="17053" y="13230"/>
                  <a:pt x="17053" y="10665"/>
                  <a:pt x="15347" y="9045"/>
                </a:cubicBezTo>
                <a:cubicBezTo>
                  <a:pt x="13642" y="7290"/>
                  <a:pt x="11084" y="7290"/>
                  <a:pt x="9237" y="8775"/>
                </a:cubicBezTo>
                <a:cubicBezTo>
                  <a:pt x="2984" y="8775"/>
                  <a:pt x="2984" y="8775"/>
                  <a:pt x="2984" y="8775"/>
                </a:cubicBezTo>
                <a:cubicBezTo>
                  <a:pt x="2984" y="9990"/>
                  <a:pt x="2984" y="9990"/>
                  <a:pt x="2984" y="9990"/>
                </a:cubicBezTo>
                <a:cubicBezTo>
                  <a:pt x="8242" y="9990"/>
                  <a:pt x="8242" y="9990"/>
                  <a:pt x="8242" y="9990"/>
                </a:cubicBezTo>
                <a:cubicBezTo>
                  <a:pt x="7816" y="10530"/>
                  <a:pt x="7674" y="11070"/>
                  <a:pt x="7674" y="11880"/>
                </a:cubicBezTo>
                <a:cubicBezTo>
                  <a:pt x="2984" y="11880"/>
                  <a:pt x="2984" y="11880"/>
                  <a:pt x="2984" y="11880"/>
                </a:cubicBezTo>
                <a:cubicBezTo>
                  <a:pt x="2984" y="13095"/>
                  <a:pt x="2984" y="13095"/>
                  <a:pt x="2984" y="13095"/>
                </a:cubicBezTo>
                <a:cubicBezTo>
                  <a:pt x="7674" y="13095"/>
                  <a:pt x="7674" y="13095"/>
                  <a:pt x="7674" y="13095"/>
                </a:cubicBezTo>
                <a:cubicBezTo>
                  <a:pt x="7816" y="13905"/>
                  <a:pt x="8100" y="14445"/>
                  <a:pt x="8384" y="14985"/>
                </a:cubicBezTo>
                <a:cubicBezTo>
                  <a:pt x="2984" y="14985"/>
                  <a:pt x="2984" y="14985"/>
                  <a:pt x="2984" y="14985"/>
                </a:cubicBezTo>
                <a:cubicBezTo>
                  <a:pt x="2984" y="16200"/>
                  <a:pt x="2984" y="16200"/>
                  <a:pt x="2984" y="16200"/>
                </a:cubicBezTo>
                <a:cubicBezTo>
                  <a:pt x="9805" y="16200"/>
                  <a:pt x="9805" y="16200"/>
                  <a:pt x="9805" y="16200"/>
                </a:cubicBezTo>
                <a:cubicBezTo>
                  <a:pt x="11368" y="17145"/>
                  <a:pt x="13216" y="17145"/>
                  <a:pt x="14779" y="15930"/>
                </a:cubicBezTo>
                <a:cubicBezTo>
                  <a:pt x="15632" y="16740"/>
                  <a:pt x="15632" y="16740"/>
                  <a:pt x="15632" y="16740"/>
                </a:cubicBezTo>
                <a:cubicBezTo>
                  <a:pt x="15347" y="17550"/>
                  <a:pt x="15347" y="17550"/>
                  <a:pt x="15347" y="17550"/>
                </a:cubicBezTo>
                <a:cubicBezTo>
                  <a:pt x="1279" y="17550"/>
                  <a:pt x="1279" y="17550"/>
                  <a:pt x="1279" y="17550"/>
                </a:cubicBezTo>
                <a:cubicBezTo>
                  <a:pt x="1279" y="2025"/>
                  <a:pt x="1279" y="2025"/>
                  <a:pt x="1279" y="2025"/>
                </a:cubicBezTo>
                <a:cubicBezTo>
                  <a:pt x="18474" y="2025"/>
                  <a:pt x="18474" y="2025"/>
                  <a:pt x="18474" y="2025"/>
                </a:cubicBezTo>
                <a:cubicBezTo>
                  <a:pt x="18474" y="16605"/>
                  <a:pt x="18474" y="16605"/>
                  <a:pt x="18474" y="16605"/>
                </a:cubicBezTo>
                <a:close/>
                <a:moveTo>
                  <a:pt x="14637" y="14850"/>
                </a:moveTo>
                <a:cubicBezTo>
                  <a:pt x="13216" y="16200"/>
                  <a:pt x="11084" y="16200"/>
                  <a:pt x="9663" y="14850"/>
                </a:cubicBezTo>
                <a:cubicBezTo>
                  <a:pt x="8242" y="13500"/>
                  <a:pt x="8242" y="11070"/>
                  <a:pt x="9663" y="9720"/>
                </a:cubicBezTo>
                <a:cubicBezTo>
                  <a:pt x="11084" y="8370"/>
                  <a:pt x="13216" y="8370"/>
                  <a:pt x="14637" y="9720"/>
                </a:cubicBezTo>
                <a:cubicBezTo>
                  <a:pt x="16200" y="11070"/>
                  <a:pt x="16200" y="13500"/>
                  <a:pt x="14637" y="14850"/>
                </a:cubicBezTo>
                <a:close/>
                <a:moveTo>
                  <a:pt x="16768" y="3780"/>
                </a:moveTo>
                <a:cubicBezTo>
                  <a:pt x="13784" y="3780"/>
                  <a:pt x="13784" y="3780"/>
                  <a:pt x="13784" y="3780"/>
                </a:cubicBezTo>
                <a:cubicBezTo>
                  <a:pt x="13784" y="6885"/>
                  <a:pt x="13784" y="6885"/>
                  <a:pt x="13784" y="6885"/>
                </a:cubicBezTo>
                <a:cubicBezTo>
                  <a:pt x="16768" y="6885"/>
                  <a:pt x="16768" y="6885"/>
                  <a:pt x="16768" y="6885"/>
                </a:cubicBezTo>
                <a:cubicBezTo>
                  <a:pt x="16768" y="3780"/>
                  <a:pt x="16768" y="3780"/>
                  <a:pt x="16768" y="3780"/>
                </a:cubicBezTo>
                <a:close/>
                <a:moveTo>
                  <a:pt x="15205" y="6075"/>
                </a:moveTo>
                <a:cubicBezTo>
                  <a:pt x="14637" y="6075"/>
                  <a:pt x="14495" y="5805"/>
                  <a:pt x="14495" y="5400"/>
                </a:cubicBezTo>
                <a:cubicBezTo>
                  <a:pt x="14495" y="4995"/>
                  <a:pt x="14637" y="4590"/>
                  <a:pt x="15205" y="4590"/>
                </a:cubicBezTo>
                <a:cubicBezTo>
                  <a:pt x="15632" y="4590"/>
                  <a:pt x="15916" y="4995"/>
                  <a:pt x="15916" y="5400"/>
                </a:cubicBezTo>
                <a:cubicBezTo>
                  <a:pt x="15916" y="5805"/>
                  <a:pt x="15632" y="6075"/>
                  <a:pt x="15205" y="607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29" name="Freeform 88"/>
          <p:cNvSpPr/>
          <p:nvPr/>
        </p:nvSpPr>
        <p:spPr>
          <a:xfrm>
            <a:off x="10864111" y="3305567"/>
            <a:ext cx="507869" cy="4475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3940"/>
                </a:moveTo>
                <a:cubicBezTo>
                  <a:pt x="21600" y="11489"/>
                  <a:pt x="20655" y="9345"/>
                  <a:pt x="18900" y="7966"/>
                </a:cubicBezTo>
                <a:cubicBezTo>
                  <a:pt x="19035" y="8579"/>
                  <a:pt x="19035" y="9191"/>
                  <a:pt x="19035" y="9957"/>
                </a:cubicBezTo>
                <a:cubicBezTo>
                  <a:pt x="19035" y="15319"/>
                  <a:pt x="15390" y="19762"/>
                  <a:pt x="10395" y="20834"/>
                </a:cubicBezTo>
                <a:cubicBezTo>
                  <a:pt x="11475" y="21294"/>
                  <a:pt x="12690" y="21600"/>
                  <a:pt x="13905" y="21600"/>
                </a:cubicBezTo>
                <a:cubicBezTo>
                  <a:pt x="15120" y="21600"/>
                  <a:pt x="16065" y="21294"/>
                  <a:pt x="17145" y="20834"/>
                </a:cubicBezTo>
                <a:cubicBezTo>
                  <a:pt x="18360" y="21447"/>
                  <a:pt x="19845" y="21600"/>
                  <a:pt x="20925" y="21600"/>
                </a:cubicBezTo>
                <a:cubicBezTo>
                  <a:pt x="20385" y="20681"/>
                  <a:pt x="19980" y="19762"/>
                  <a:pt x="19710" y="18996"/>
                </a:cubicBezTo>
                <a:cubicBezTo>
                  <a:pt x="20790" y="17617"/>
                  <a:pt x="21600" y="15779"/>
                  <a:pt x="21600" y="13940"/>
                </a:cubicBezTo>
                <a:close/>
                <a:moveTo>
                  <a:pt x="17010" y="9345"/>
                </a:moveTo>
                <a:cubicBezTo>
                  <a:pt x="17010" y="4136"/>
                  <a:pt x="13095" y="0"/>
                  <a:pt x="8505" y="0"/>
                </a:cubicBezTo>
                <a:cubicBezTo>
                  <a:pt x="3915" y="0"/>
                  <a:pt x="0" y="4136"/>
                  <a:pt x="0" y="9345"/>
                </a:cubicBezTo>
                <a:cubicBezTo>
                  <a:pt x="0" y="11643"/>
                  <a:pt x="945" y="13787"/>
                  <a:pt x="2295" y="15472"/>
                </a:cubicBezTo>
                <a:cubicBezTo>
                  <a:pt x="2025" y="16545"/>
                  <a:pt x="1620" y="17464"/>
                  <a:pt x="1080" y="18383"/>
                </a:cubicBezTo>
                <a:cubicBezTo>
                  <a:pt x="945" y="18689"/>
                  <a:pt x="945" y="18996"/>
                  <a:pt x="1080" y="19302"/>
                </a:cubicBezTo>
                <a:cubicBezTo>
                  <a:pt x="1080" y="19609"/>
                  <a:pt x="1350" y="19762"/>
                  <a:pt x="1620" y="19762"/>
                </a:cubicBezTo>
                <a:cubicBezTo>
                  <a:pt x="1620" y="19762"/>
                  <a:pt x="1620" y="19762"/>
                  <a:pt x="1620" y="19762"/>
                </a:cubicBezTo>
                <a:cubicBezTo>
                  <a:pt x="2295" y="19762"/>
                  <a:pt x="3780" y="19149"/>
                  <a:pt x="5265" y="17923"/>
                </a:cubicBezTo>
                <a:cubicBezTo>
                  <a:pt x="6075" y="18230"/>
                  <a:pt x="7965" y="18536"/>
                  <a:pt x="8505" y="18536"/>
                </a:cubicBezTo>
                <a:cubicBezTo>
                  <a:pt x="13230" y="18536"/>
                  <a:pt x="17010" y="14400"/>
                  <a:pt x="17010" y="934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30" name="Freeform 106"/>
          <p:cNvSpPr/>
          <p:nvPr/>
        </p:nvSpPr>
        <p:spPr>
          <a:xfrm>
            <a:off x="20876417" y="4419846"/>
            <a:ext cx="463430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008" y="0"/>
                </a:moveTo>
                <a:cubicBezTo>
                  <a:pt x="19825" y="0"/>
                  <a:pt x="19825" y="0"/>
                  <a:pt x="19825" y="0"/>
                </a:cubicBezTo>
                <a:cubicBezTo>
                  <a:pt x="19825" y="0"/>
                  <a:pt x="19233" y="0"/>
                  <a:pt x="19233" y="675"/>
                </a:cubicBezTo>
                <a:cubicBezTo>
                  <a:pt x="19233" y="1215"/>
                  <a:pt x="19233" y="1215"/>
                  <a:pt x="19233" y="1215"/>
                </a:cubicBezTo>
                <a:cubicBezTo>
                  <a:pt x="19233" y="1755"/>
                  <a:pt x="19233" y="1755"/>
                  <a:pt x="19233" y="1755"/>
                </a:cubicBezTo>
                <a:cubicBezTo>
                  <a:pt x="18049" y="1755"/>
                  <a:pt x="18049" y="1755"/>
                  <a:pt x="18049" y="1755"/>
                </a:cubicBezTo>
                <a:cubicBezTo>
                  <a:pt x="17458" y="1755"/>
                  <a:pt x="17458" y="1215"/>
                  <a:pt x="17458" y="1215"/>
                </a:cubicBezTo>
                <a:cubicBezTo>
                  <a:pt x="17458" y="675"/>
                  <a:pt x="17458" y="675"/>
                  <a:pt x="17458" y="675"/>
                </a:cubicBezTo>
                <a:cubicBezTo>
                  <a:pt x="17458" y="0"/>
                  <a:pt x="17458" y="0"/>
                  <a:pt x="16866" y="0"/>
                </a:cubicBezTo>
                <a:cubicBezTo>
                  <a:pt x="4142" y="0"/>
                  <a:pt x="4142" y="0"/>
                  <a:pt x="4142" y="0"/>
                </a:cubicBezTo>
                <a:cubicBezTo>
                  <a:pt x="4142" y="0"/>
                  <a:pt x="4142" y="0"/>
                  <a:pt x="4142" y="675"/>
                </a:cubicBezTo>
                <a:cubicBezTo>
                  <a:pt x="4142" y="1215"/>
                  <a:pt x="4142" y="1215"/>
                  <a:pt x="4142" y="1215"/>
                </a:cubicBezTo>
                <a:cubicBezTo>
                  <a:pt x="3551" y="1755"/>
                  <a:pt x="3551" y="1755"/>
                  <a:pt x="3551" y="1755"/>
                </a:cubicBezTo>
                <a:cubicBezTo>
                  <a:pt x="2367" y="1755"/>
                  <a:pt x="2367" y="1755"/>
                  <a:pt x="2367" y="1755"/>
                </a:cubicBezTo>
                <a:cubicBezTo>
                  <a:pt x="1775" y="1215"/>
                  <a:pt x="1775" y="1215"/>
                  <a:pt x="1775" y="1215"/>
                </a:cubicBezTo>
                <a:cubicBezTo>
                  <a:pt x="1775" y="675"/>
                  <a:pt x="1775" y="675"/>
                  <a:pt x="1775" y="675"/>
                </a:cubicBezTo>
                <a:cubicBezTo>
                  <a:pt x="1775" y="0"/>
                  <a:pt x="1775" y="0"/>
                  <a:pt x="1775" y="0"/>
                </a:cubicBezTo>
                <a:cubicBezTo>
                  <a:pt x="592" y="0"/>
                  <a:pt x="592" y="0"/>
                  <a:pt x="592" y="0"/>
                </a:cubicBezTo>
                <a:cubicBezTo>
                  <a:pt x="0" y="0"/>
                  <a:pt x="0" y="0"/>
                  <a:pt x="0" y="675"/>
                </a:cubicBezTo>
                <a:cubicBezTo>
                  <a:pt x="0" y="21600"/>
                  <a:pt x="0" y="21600"/>
                  <a:pt x="0" y="21600"/>
                </a:cubicBezTo>
                <a:cubicBezTo>
                  <a:pt x="0" y="21600"/>
                  <a:pt x="0" y="21600"/>
                  <a:pt x="592" y="21600"/>
                </a:cubicBezTo>
                <a:cubicBezTo>
                  <a:pt x="1775" y="21600"/>
                  <a:pt x="1775" y="21600"/>
                  <a:pt x="1775" y="21600"/>
                </a:cubicBezTo>
                <a:cubicBezTo>
                  <a:pt x="1775" y="21600"/>
                  <a:pt x="1775" y="21600"/>
                  <a:pt x="1775" y="21600"/>
                </a:cubicBezTo>
                <a:cubicBezTo>
                  <a:pt x="1775" y="21060"/>
                  <a:pt x="1775" y="21060"/>
                  <a:pt x="1775" y="21060"/>
                </a:cubicBezTo>
                <a:cubicBezTo>
                  <a:pt x="1775" y="20520"/>
                  <a:pt x="2367" y="20520"/>
                  <a:pt x="2367" y="20520"/>
                </a:cubicBezTo>
                <a:cubicBezTo>
                  <a:pt x="3551" y="20520"/>
                  <a:pt x="3551" y="20520"/>
                  <a:pt x="3551" y="20520"/>
                </a:cubicBezTo>
                <a:cubicBezTo>
                  <a:pt x="3551" y="20520"/>
                  <a:pt x="4142" y="20520"/>
                  <a:pt x="4142" y="21060"/>
                </a:cubicBezTo>
                <a:cubicBezTo>
                  <a:pt x="4142" y="21600"/>
                  <a:pt x="4142" y="21600"/>
                  <a:pt x="4142" y="21600"/>
                </a:cubicBezTo>
                <a:cubicBezTo>
                  <a:pt x="4142" y="21600"/>
                  <a:pt x="4142" y="21600"/>
                  <a:pt x="4142" y="21600"/>
                </a:cubicBezTo>
                <a:cubicBezTo>
                  <a:pt x="16866" y="21600"/>
                  <a:pt x="16866" y="21600"/>
                  <a:pt x="16866" y="21600"/>
                </a:cubicBezTo>
                <a:cubicBezTo>
                  <a:pt x="17458" y="21600"/>
                  <a:pt x="17458" y="21600"/>
                  <a:pt x="17458" y="21600"/>
                </a:cubicBezTo>
                <a:cubicBezTo>
                  <a:pt x="17458" y="21060"/>
                  <a:pt x="17458" y="21060"/>
                  <a:pt x="17458" y="21060"/>
                </a:cubicBezTo>
                <a:cubicBezTo>
                  <a:pt x="17458" y="20520"/>
                  <a:pt x="17458" y="20520"/>
                  <a:pt x="18049" y="20520"/>
                </a:cubicBezTo>
                <a:cubicBezTo>
                  <a:pt x="19233" y="20520"/>
                  <a:pt x="19233" y="20520"/>
                  <a:pt x="19233" y="20520"/>
                </a:cubicBezTo>
                <a:cubicBezTo>
                  <a:pt x="19233" y="20520"/>
                  <a:pt x="19233" y="20520"/>
                  <a:pt x="19233" y="21060"/>
                </a:cubicBezTo>
                <a:cubicBezTo>
                  <a:pt x="19233" y="21600"/>
                  <a:pt x="19233" y="21600"/>
                  <a:pt x="19233" y="21600"/>
                </a:cubicBezTo>
                <a:cubicBezTo>
                  <a:pt x="19825" y="21600"/>
                  <a:pt x="19825" y="21600"/>
                  <a:pt x="19825" y="21600"/>
                </a:cubicBezTo>
                <a:cubicBezTo>
                  <a:pt x="21008" y="21600"/>
                  <a:pt x="21008" y="21600"/>
                  <a:pt x="21008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675"/>
                  <a:pt x="21600" y="675"/>
                  <a:pt x="21600" y="675"/>
                </a:cubicBezTo>
                <a:cubicBezTo>
                  <a:pt x="21600" y="0"/>
                  <a:pt x="21008" y="0"/>
                  <a:pt x="21008" y="0"/>
                </a:cubicBezTo>
                <a:close/>
                <a:moveTo>
                  <a:pt x="4142" y="17550"/>
                </a:moveTo>
                <a:cubicBezTo>
                  <a:pt x="4142" y="18090"/>
                  <a:pt x="3551" y="18090"/>
                  <a:pt x="3551" y="18090"/>
                </a:cubicBezTo>
                <a:cubicBezTo>
                  <a:pt x="2367" y="18090"/>
                  <a:pt x="2367" y="18090"/>
                  <a:pt x="2367" y="18090"/>
                </a:cubicBezTo>
                <a:cubicBezTo>
                  <a:pt x="2367" y="18090"/>
                  <a:pt x="1775" y="18090"/>
                  <a:pt x="1775" y="17550"/>
                </a:cubicBezTo>
                <a:cubicBezTo>
                  <a:pt x="1775" y="17010"/>
                  <a:pt x="1775" y="17010"/>
                  <a:pt x="1775" y="17010"/>
                </a:cubicBezTo>
                <a:cubicBezTo>
                  <a:pt x="1775" y="16335"/>
                  <a:pt x="2367" y="16335"/>
                  <a:pt x="2367" y="16335"/>
                </a:cubicBezTo>
                <a:cubicBezTo>
                  <a:pt x="3551" y="16335"/>
                  <a:pt x="3551" y="16335"/>
                  <a:pt x="3551" y="16335"/>
                </a:cubicBezTo>
                <a:cubicBezTo>
                  <a:pt x="3551" y="16335"/>
                  <a:pt x="4142" y="16335"/>
                  <a:pt x="4142" y="17010"/>
                </a:cubicBezTo>
                <a:cubicBezTo>
                  <a:pt x="4142" y="17550"/>
                  <a:pt x="4142" y="17550"/>
                  <a:pt x="4142" y="17550"/>
                </a:cubicBezTo>
                <a:cubicBezTo>
                  <a:pt x="4142" y="17550"/>
                  <a:pt x="4142" y="17550"/>
                  <a:pt x="4142" y="17550"/>
                </a:cubicBezTo>
                <a:close/>
                <a:moveTo>
                  <a:pt x="4142" y="13500"/>
                </a:moveTo>
                <a:cubicBezTo>
                  <a:pt x="4142" y="14040"/>
                  <a:pt x="3551" y="14040"/>
                  <a:pt x="3551" y="14040"/>
                </a:cubicBezTo>
                <a:cubicBezTo>
                  <a:pt x="2367" y="14040"/>
                  <a:pt x="2367" y="14040"/>
                  <a:pt x="2367" y="14040"/>
                </a:cubicBezTo>
                <a:cubicBezTo>
                  <a:pt x="2367" y="14040"/>
                  <a:pt x="1775" y="14040"/>
                  <a:pt x="1775" y="13500"/>
                </a:cubicBezTo>
                <a:cubicBezTo>
                  <a:pt x="1775" y="12825"/>
                  <a:pt x="1775" y="12825"/>
                  <a:pt x="1775" y="12825"/>
                </a:cubicBezTo>
                <a:cubicBezTo>
                  <a:pt x="1775" y="12285"/>
                  <a:pt x="2367" y="12285"/>
                  <a:pt x="2367" y="12285"/>
                </a:cubicBezTo>
                <a:cubicBezTo>
                  <a:pt x="3551" y="12285"/>
                  <a:pt x="3551" y="12285"/>
                  <a:pt x="3551" y="12285"/>
                </a:cubicBezTo>
                <a:cubicBezTo>
                  <a:pt x="3551" y="12285"/>
                  <a:pt x="4142" y="12285"/>
                  <a:pt x="4142" y="12825"/>
                </a:cubicBezTo>
                <a:cubicBezTo>
                  <a:pt x="4142" y="13500"/>
                  <a:pt x="4142" y="13500"/>
                  <a:pt x="4142" y="13500"/>
                </a:cubicBezTo>
                <a:cubicBezTo>
                  <a:pt x="4142" y="13500"/>
                  <a:pt x="4142" y="13500"/>
                  <a:pt x="4142" y="13500"/>
                </a:cubicBezTo>
                <a:close/>
                <a:moveTo>
                  <a:pt x="4142" y="9315"/>
                </a:moveTo>
                <a:cubicBezTo>
                  <a:pt x="4142" y="9990"/>
                  <a:pt x="3551" y="9990"/>
                  <a:pt x="3551" y="9990"/>
                </a:cubicBezTo>
                <a:cubicBezTo>
                  <a:pt x="2367" y="9990"/>
                  <a:pt x="2367" y="9990"/>
                  <a:pt x="2367" y="9990"/>
                </a:cubicBezTo>
                <a:cubicBezTo>
                  <a:pt x="2367" y="9990"/>
                  <a:pt x="1775" y="9990"/>
                  <a:pt x="1775" y="9315"/>
                </a:cubicBezTo>
                <a:cubicBezTo>
                  <a:pt x="1775" y="8235"/>
                  <a:pt x="1775" y="8235"/>
                  <a:pt x="1775" y="8235"/>
                </a:cubicBezTo>
                <a:cubicBezTo>
                  <a:pt x="2367" y="8235"/>
                  <a:pt x="2367" y="8235"/>
                  <a:pt x="2367" y="8235"/>
                </a:cubicBezTo>
                <a:cubicBezTo>
                  <a:pt x="3551" y="8235"/>
                  <a:pt x="3551" y="8235"/>
                  <a:pt x="3551" y="8235"/>
                </a:cubicBezTo>
                <a:cubicBezTo>
                  <a:pt x="4142" y="8235"/>
                  <a:pt x="4142" y="8235"/>
                  <a:pt x="4142" y="8235"/>
                </a:cubicBezTo>
                <a:cubicBezTo>
                  <a:pt x="4142" y="9315"/>
                  <a:pt x="4142" y="9315"/>
                  <a:pt x="4142" y="9315"/>
                </a:cubicBezTo>
                <a:cubicBezTo>
                  <a:pt x="4142" y="9315"/>
                  <a:pt x="4142" y="9315"/>
                  <a:pt x="4142" y="9315"/>
                </a:cubicBezTo>
                <a:close/>
                <a:moveTo>
                  <a:pt x="4142" y="5265"/>
                </a:moveTo>
                <a:cubicBezTo>
                  <a:pt x="3551" y="5805"/>
                  <a:pt x="3551" y="5805"/>
                  <a:pt x="3551" y="5805"/>
                </a:cubicBezTo>
                <a:cubicBezTo>
                  <a:pt x="2367" y="5805"/>
                  <a:pt x="2367" y="5805"/>
                  <a:pt x="2367" y="5805"/>
                </a:cubicBezTo>
                <a:cubicBezTo>
                  <a:pt x="1775" y="5265"/>
                  <a:pt x="1775" y="5265"/>
                  <a:pt x="1775" y="5265"/>
                </a:cubicBezTo>
                <a:cubicBezTo>
                  <a:pt x="1775" y="4185"/>
                  <a:pt x="1775" y="4185"/>
                  <a:pt x="1775" y="4185"/>
                </a:cubicBezTo>
                <a:cubicBezTo>
                  <a:pt x="2367" y="3510"/>
                  <a:pt x="2367" y="3510"/>
                  <a:pt x="2367" y="3510"/>
                </a:cubicBezTo>
                <a:cubicBezTo>
                  <a:pt x="3551" y="3510"/>
                  <a:pt x="3551" y="3510"/>
                  <a:pt x="3551" y="3510"/>
                </a:cubicBezTo>
                <a:cubicBezTo>
                  <a:pt x="4142" y="4185"/>
                  <a:pt x="4142" y="4185"/>
                  <a:pt x="4142" y="4185"/>
                </a:cubicBezTo>
                <a:cubicBezTo>
                  <a:pt x="4142" y="5265"/>
                  <a:pt x="4142" y="5265"/>
                  <a:pt x="4142" y="5265"/>
                </a:cubicBezTo>
                <a:cubicBezTo>
                  <a:pt x="4142" y="5265"/>
                  <a:pt x="4142" y="5265"/>
                  <a:pt x="4142" y="5265"/>
                </a:cubicBezTo>
                <a:close/>
                <a:moveTo>
                  <a:pt x="15682" y="19305"/>
                </a:moveTo>
                <a:cubicBezTo>
                  <a:pt x="15682" y="19845"/>
                  <a:pt x="15090" y="19845"/>
                  <a:pt x="15090" y="19845"/>
                </a:cubicBezTo>
                <a:cubicBezTo>
                  <a:pt x="6510" y="19845"/>
                  <a:pt x="6510" y="19845"/>
                  <a:pt x="6510" y="19845"/>
                </a:cubicBezTo>
                <a:cubicBezTo>
                  <a:pt x="5918" y="19845"/>
                  <a:pt x="5918" y="19845"/>
                  <a:pt x="5918" y="19305"/>
                </a:cubicBezTo>
                <a:cubicBezTo>
                  <a:pt x="5918" y="15795"/>
                  <a:pt x="5918" y="15795"/>
                  <a:pt x="5918" y="15795"/>
                </a:cubicBezTo>
                <a:cubicBezTo>
                  <a:pt x="5918" y="15255"/>
                  <a:pt x="5918" y="15255"/>
                  <a:pt x="6510" y="15255"/>
                </a:cubicBezTo>
                <a:cubicBezTo>
                  <a:pt x="15090" y="15255"/>
                  <a:pt x="15090" y="15255"/>
                  <a:pt x="15090" y="15255"/>
                </a:cubicBezTo>
                <a:cubicBezTo>
                  <a:pt x="15090" y="15255"/>
                  <a:pt x="15682" y="15255"/>
                  <a:pt x="15682" y="15795"/>
                </a:cubicBezTo>
                <a:cubicBezTo>
                  <a:pt x="15682" y="19305"/>
                  <a:pt x="15682" y="19305"/>
                  <a:pt x="15682" y="19305"/>
                </a:cubicBezTo>
                <a:cubicBezTo>
                  <a:pt x="15682" y="19305"/>
                  <a:pt x="15682" y="19305"/>
                  <a:pt x="15682" y="19305"/>
                </a:cubicBezTo>
                <a:close/>
                <a:moveTo>
                  <a:pt x="15682" y="12825"/>
                </a:moveTo>
                <a:cubicBezTo>
                  <a:pt x="15090" y="13500"/>
                  <a:pt x="15090" y="13500"/>
                  <a:pt x="15090" y="13500"/>
                </a:cubicBezTo>
                <a:cubicBezTo>
                  <a:pt x="6510" y="13500"/>
                  <a:pt x="6510" y="13500"/>
                  <a:pt x="6510" y="13500"/>
                </a:cubicBezTo>
                <a:cubicBezTo>
                  <a:pt x="5918" y="13500"/>
                  <a:pt x="5918" y="12825"/>
                  <a:pt x="5918" y="12825"/>
                </a:cubicBezTo>
                <a:cubicBezTo>
                  <a:pt x="5918" y="8775"/>
                  <a:pt x="5918" y="8775"/>
                  <a:pt x="5918" y="8775"/>
                </a:cubicBezTo>
                <a:cubicBezTo>
                  <a:pt x="5918" y="8775"/>
                  <a:pt x="5918" y="8775"/>
                  <a:pt x="6510" y="8775"/>
                </a:cubicBezTo>
                <a:cubicBezTo>
                  <a:pt x="15090" y="8775"/>
                  <a:pt x="15090" y="8775"/>
                  <a:pt x="15090" y="8775"/>
                </a:cubicBezTo>
                <a:cubicBezTo>
                  <a:pt x="15682" y="8775"/>
                  <a:pt x="15682" y="8775"/>
                  <a:pt x="15682" y="8775"/>
                </a:cubicBezTo>
                <a:cubicBezTo>
                  <a:pt x="15682" y="12825"/>
                  <a:pt x="15682" y="12825"/>
                  <a:pt x="15682" y="12825"/>
                </a:cubicBezTo>
                <a:cubicBezTo>
                  <a:pt x="15682" y="12825"/>
                  <a:pt x="15682" y="12825"/>
                  <a:pt x="15682" y="12825"/>
                </a:cubicBezTo>
                <a:close/>
                <a:moveTo>
                  <a:pt x="15682" y="6480"/>
                </a:moveTo>
                <a:cubicBezTo>
                  <a:pt x="15090" y="6480"/>
                  <a:pt x="15090" y="6480"/>
                  <a:pt x="15090" y="6480"/>
                </a:cubicBezTo>
                <a:cubicBezTo>
                  <a:pt x="6510" y="6480"/>
                  <a:pt x="6510" y="6480"/>
                  <a:pt x="6510" y="6480"/>
                </a:cubicBezTo>
                <a:cubicBezTo>
                  <a:pt x="5918" y="6480"/>
                  <a:pt x="5918" y="6480"/>
                  <a:pt x="5918" y="6480"/>
                </a:cubicBezTo>
                <a:cubicBezTo>
                  <a:pt x="5918" y="2430"/>
                  <a:pt x="5918" y="2430"/>
                  <a:pt x="5918" y="2430"/>
                </a:cubicBezTo>
                <a:cubicBezTo>
                  <a:pt x="5918" y="2430"/>
                  <a:pt x="5918" y="1755"/>
                  <a:pt x="6510" y="1755"/>
                </a:cubicBezTo>
                <a:cubicBezTo>
                  <a:pt x="15090" y="1755"/>
                  <a:pt x="15090" y="1755"/>
                  <a:pt x="15090" y="1755"/>
                </a:cubicBezTo>
                <a:cubicBezTo>
                  <a:pt x="15682" y="2430"/>
                  <a:pt x="15682" y="2430"/>
                  <a:pt x="15682" y="2430"/>
                </a:cubicBezTo>
                <a:cubicBezTo>
                  <a:pt x="15682" y="6480"/>
                  <a:pt x="15682" y="6480"/>
                  <a:pt x="15682" y="6480"/>
                </a:cubicBezTo>
                <a:cubicBezTo>
                  <a:pt x="15682" y="6480"/>
                  <a:pt x="15682" y="6480"/>
                  <a:pt x="15682" y="6480"/>
                </a:cubicBezTo>
                <a:close/>
                <a:moveTo>
                  <a:pt x="19233" y="17550"/>
                </a:moveTo>
                <a:cubicBezTo>
                  <a:pt x="19233" y="18090"/>
                  <a:pt x="19233" y="18090"/>
                  <a:pt x="19233" y="18090"/>
                </a:cubicBezTo>
                <a:cubicBezTo>
                  <a:pt x="18049" y="18090"/>
                  <a:pt x="18049" y="18090"/>
                  <a:pt x="18049" y="18090"/>
                </a:cubicBezTo>
                <a:cubicBezTo>
                  <a:pt x="17458" y="18090"/>
                  <a:pt x="17458" y="18090"/>
                  <a:pt x="17458" y="17550"/>
                </a:cubicBezTo>
                <a:cubicBezTo>
                  <a:pt x="17458" y="17010"/>
                  <a:pt x="17458" y="17010"/>
                  <a:pt x="17458" y="17010"/>
                </a:cubicBezTo>
                <a:cubicBezTo>
                  <a:pt x="17458" y="16335"/>
                  <a:pt x="17458" y="16335"/>
                  <a:pt x="18049" y="16335"/>
                </a:cubicBezTo>
                <a:cubicBezTo>
                  <a:pt x="19233" y="16335"/>
                  <a:pt x="19233" y="16335"/>
                  <a:pt x="19233" y="16335"/>
                </a:cubicBezTo>
                <a:cubicBezTo>
                  <a:pt x="19233" y="16335"/>
                  <a:pt x="19233" y="16335"/>
                  <a:pt x="19233" y="17010"/>
                </a:cubicBezTo>
                <a:cubicBezTo>
                  <a:pt x="19233" y="17550"/>
                  <a:pt x="19233" y="17550"/>
                  <a:pt x="19233" y="17550"/>
                </a:cubicBezTo>
                <a:cubicBezTo>
                  <a:pt x="19233" y="17550"/>
                  <a:pt x="19233" y="17550"/>
                  <a:pt x="19233" y="17550"/>
                </a:cubicBezTo>
                <a:close/>
                <a:moveTo>
                  <a:pt x="19233" y="13500"/>
                </a:moveTo>
                <a:cubicBezTo>
                  <a:pt x="19233" y="14040"/>
                  <a:pt x="19233" y="14040"/>
                  <a:pt x="19233" y="14040"/>
                </a:cubicBezTo>
                <a:cubicBezTo>
                  <a:pt x="18049" y="14040"/>
                  <a:pt x="18049" y="14040"/>
                  <a:pt x="18049" y="14040"/>
                </a:cubicBezTo>
                <a:cubicBezTo>
                  <a:pt x="17458" y="14040"/>
                  <a:pt x="17458" y="14040"/>
                  <a:pt x="17458" y="13500"/>
                </a:cubicBezTo>
                <a:cubicBezTo>
                  <a:pt x="17458" y="12825"/>
                  <a:pt x="17458" y="12825"/>
                  <a:pt x="17458" y="12825"/>
                </a:cubicBezTo>
                <a:cubicBezTo>
                  <a:pt x="17458" y="12285"/>
                  <a:pt x="17458" y="12285"/>
                  <a:pt x="18049" y="12285"/>
                </a:cubicBezTo>
                <a:cubicBezTo>
                  <a:pt x="19233" y="12285"/>
                  <a:pt x="19233" y="12285"/>
                  <a:pt x="19233" y="12285"/>
                </a:cubicBezTo>
                <a:cubicBezTo>
                  <a:pt x="19233" y="12285"/>
                  <a:pt x="19233" y="12285"/>
                  <a:pt x="19233" y="12825"/>
                </a:cubicBezTo>
                <a:cubicBezTo>
                  <a:pt x="19233" y="13500"/>
                  <a:pt x="19233" y="13500"/>
                  <a:pt x="19233" y="13500"/>
                </a:cubicBezTo>
                <a:cubicBezTo>
                  <a:pt x="19233" y="13500"/>
                  <a:pt x="19233" y="13500"/>
                  <a:pt x="19233" y="13500"/>
                </a:cubicBezTo>
                <a:close/>
                <a:moveTo>
                  <a:pt x="19233" y="9315"/>
                </a:moveTo>
                <a:cubicBezTo>
                  <a:pt x="19233" y="9990"/>
                  <a:pt x="19233" y="9990"/>
                  <a:pt x="19233" y="9990"/>
                </a:cubicBezTo>
                <a:cubicBezTo>
                  <a:pt x="18049" y="9990"/>
                  <a:pt x="18049" y="9990"/>
                  <a:pt x="18049" y="9990"/>
                </a:cubicBezTo>
                <a:cubicBezTo>
                  <a:pt x="17458" y="9990"/>
                  <a:pt x="17458" y="9990"/>
                  <a:pt x="17458" y="9315"/>
                </a:cubicBezTo>
                <a:cubicBezTo>
                  <a:pt x="17458" y="8235"/>
                  <a:pt x="17458" y="8235"/>
                  <a:pt x="17458" y="8235"/>
                </a:cubicBezTo>
                <a:cubicBezTo>
                  <a:pt x="17458" y="8235"/>
                  <a:pt x="17458" y="8235"/>
                  <a:pt x="18049" y="8235"/>
                </a:cubicBezTo>
                <a:cubicBezTo>
                  <a:pt x="19233" y="8235"/>
                  <a:pt x="19233" y="8235"/>
                  <a:pt x="19233" y="8235"/>
                </a:cubicBezTo>
                <a:cubicBezTo>
                  <a:pt x="19233" y="8235"/>
                  <a:pt x="19233" y="8235"/>
                  <a:pt x="19233" y="8235"/>
                </a:cubicBezTo>
                <a:cubicBezTo>
                  <a:pt x="19233" y="9315"/>
                  <a:pt x="19233" y="9315"/>
                  <a:pt x="19233" y="9315"/>
                </a:cubicBezTo>
                <a:cubicBezTo>
                  <a:pt x="19233" y="9315"/>
                  <a:pt x="19233" y="9315"/>
                  <a:pt x="19233" y="9315"/>
                </a:cubicBezTo>
                <a:close/>
                <a:moveTo>
                  <a:pt x="19233" y="5265"/>
                </a:moveTo>
                <a:cubicBezTo>
                  <a:pt x="19233" y="5805"/>
                  <a:pt x="19233" y="5805"/>
                  <a:pt x="19233" y="5805"/>
                </a:cubicBezTo>
                <a:cubicBezTo>
                  <a:pt x="18049" y="5805"/>
                  <a:pt x="18049" y="5805"/>
                  <a:pt x="18049" y="5805"/>
                </a:cubicBezTo>
                <a:cubicBezTo>
                  <a:pt x="17458" y="5805"/>
                  <a:pt x="17458" y="5265"/>
                  <a:pt x="17458" y="5265"/>
                </a:cubicBezTo>
                <a:cubicBezTo>
                  <a:pt x="17458" y="4185"/>
                  <a:pt x="17458" y="4185"/>
                  <a:pt x="17458" y="4185"/>
                </a:cubicBezTo>
                <a:cubicBezTo>
                  <a:pt x="17458" y="4185"/>
                  <a:pt x="17458" y="3510"/>
                  <a:pt x="18049" y="3510"/>
                </a:cubicBezTo>
                <a:cubicBezTo>
                  <a:pt x="19233" y="3510"/>
                  <a:pt x="19233" y="3510"/>
                  <a:pt x="19233" y="3510"/>
                </a:cubicBezTo>
                <a:cubicBezTo>
                  <a:pt x="19233" y="4185"/>
                  <a:pt x="19233" y="4185"/>
                  <a:pt x="19233" y="4185"/>
                </a:cubicBezTo>
                <a:cubicBezTo>
                  <a:pt x="19233" y="5265"/>
                  <a:pt x="19233" y="5265"/>
                  <a:pt x="19233" y="5265"/>
                </a:cubicBezTo>
                <a:cubicBezTo>
                  <a:pt x="19233" y="5265"/>
                  <a:pt x="19233" y="5265"/>
                  <a:pt x="19233" y="5265"/>
                </a:cubicBezTo>
                <a:close/>
                <a:moveTo>
                  <a:pt x="19233" y="5265"/>
                </a:moveTo>
                <a:cubicBezTo>
                  <a:pt x="19233" y="5265"/>
                  <a:pt x="19233" y="5265"/>
                  <a:pt x="19233" y="5265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31" name="Freeform 130"/>
          <p:cNvSpPr/>
          <p:nvPr/>
        </p:nvSpPr>
        <p:spPr>
          <a:xfrm>
            <a:off x="11947488" y="10009896"/>
            <a:ext cx="507869" cy="4158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195" y="0"/>
                </a:moveTo>
                <a:cubicBezTo>
                  <a:pt x="5805" y="0"/>
                  <a:pt x="5805" y="0"/>
                  <a:pt x="5805" y="0"/>
                </a:cubicBezTo>
                <a:cubicBezTo>
                  <a:pt x="5400" y="0"/>
                  <a:pt x="5400" y="0"/>
                  <a:pt x="5400" y="0"/>
                </a:cubicBezTo>
                <a:cubicBezTo>
                  <a:pt x="0" y="6925"/>
                  <a:pt x="0" y="6925"/>
                  <a:pt x="0" y="6925"/>
                </a:cubicBezTo>
                <a:cubicBezTo>
                  <a:pt x="0" y="20446"/>
                  <a:pt x="0" y="20446"/>
                  <a:pt x="0" y="20446"/>
                </a:cubicBezTo>
                <a:cubicBezTo>
                  <a:pt x="0" y="21105"/>
                  <a:pt x="405" y="21600"/>
                  <a:pt x="405" y="21600"/>
                </a:cubicBezTo>
                <a:cubicBezTo>
                  <a:pt x="21195" y="21600"/>
                  <a:pt x="21195" y="21600"/>
                  <a:pt x="21195" y="21600"/>
                </a:cubicBezTo>
                <a:cubicBezTo>
                  <a:pt x="21600" y="21600"/>
                  <a:pt x="21600" y="21105"/>
                  <a:pt x="21600" y="20446"/>
                </a:cubicBezTo>
                <a:cubicBezTo>
                  <a:pt x="21600" y="495"/>
                  <a:pt x="21600" y="495"/>
                  <a:pt x="21600" y="495"/>
                </a:cubicBezTo>
                <a:cubicBezTo>
                  <a:pt x="21600" y="0"/>
                  <a:pt x="21600" y="0"/>
                  <a:pt x="21195" y="0"/>
                </a:cubicBezTo>
                <a:close/>
                <a:moveTo>
                  <a:pt x="20790" y="19951"/>
                </a:moveTo>
                <a:cubicBezTo>
                  <a:pt x="1215" y="19951"/>
                  <a:pt x="1215" y="19951"/>
                  <a:pt x="1215" y="19951"/>
                </a:cubicBezTo>
                <a:cubicBezTo>
                  <a:pt x="1215" y="8079"/>
                  <a:pt x="1215" y="8079"/>
                  <a:pt x="1215" y="8079"/>
                </a:cubicBezTo>
                <a:cubicBezTo>
                  <a:pt x="5805" y="8079"/>
                  <a:pt x="5805" y="8079"/>
                  <a:pt x="5805" y="8079"/>
                </a:cubicBezTo>
                <a:cubicBezTo>
                  <a:pt x="5805" y="8079"/>
                  <a:pt x="6210" y="7585"/>
                  <a:pt x="6210" y="6925"/>
                </a:cubicBezTo>
                <a:cubicBezTo>
                  <a:pt x="6210" y="989"/>
                  <a:pt x="6210" y="989"/>
                  <a:pt x="6210" y="989"/>
                </a:cubicBezTo>
                <a:cubicBezTo>
                  <a:pt x="20790" y="989"/>
                  <a:pt x="20790" y="989"/>
                  <a:pt x="20790" y="989"/>
                </a:cubicBezTo>
                <a:lnTo>
                  <a:pt x="20790" y="19951"/>
                </a:lnTo>
                <a:close/>
                <a:moveTo>
                  <a:pt x="4050" y="10718"/>
                </a:moveTo>
                <a:cubicBezTo>
                  <a:pt x="4050" y="15664"/>
                  <a:pt x="4050" y="15664"/>
                  <a:pt x="4050" y="15664"/>
                </a:cubicBezTo>
                <a:cubicBezTo>
                  <a:pt x="4050" y="16159"/>
                  <a:pt x="4455" y="16159"/>
                  <a:pt x="4455" y="16159"/>
                </a:cubicBezTo>
                <a:cubicBezTo>
                  <a:pt x="17415" y="16159"/>
                  <a:pt x="17415" y="16159"/>
                  <a:pt x="17415" y="16159"/>
                </a:cubicBezTo>
                <a:cubicBezTo>
                  <a:pt x="17955" y="16159"/>
                  <a:pt x="18360" y="16159"/>
                  <a:pt x="18360" y="15664"/>
                </a:cubicBezTo>
                <a:cubicBezTo>
                  <a:pt x="18360" y="5276"/>
                  <a:pt x="18360" y="5276"/>
                  <a:pt x="18360" y="5276"/>
                </a:cubicBezTo>
                <a:cubicBezTo>
                  <a:pt x="18360" y="5276"/>
                  <a:pt x="17955" y="4782"/>
                  <a:pt x="17415" y="4782"/>
                </a:cubicBezTo>
                <a:cubicBezTo>
                  <a:pt x="12420" y="4782"/>
                  <a:pt x="12420" y="4782"/>
                  <a:pt x="12420" y="4782"/>
                </a:cubicBezTo>
                <a:cubicBezTo>
                  <a:pt x="12015" y="4782"/>
                  <a:pt x="12015" y="5276"/>
                  <a:pt x="12015" y="5276"/>
                </a:cubicBezTo>
                <a:cubicBezTo>
                  <a:pt x="12015" y="9563"/>
                  <a:pt x="12015" y="9563"/>
                  <a:pt x="12015" y="9563"/>
                </a:cubicBezTo>
                <a:cubicBezTo>
                  <a:pt x="4455" y="9563"/>
                  <a:pt x="4455" y="9563"/>
                  <a:pt x="4455" y="9563"/>
                </a:cubicBezTo>
                <a:cubicBezTo>
                  <a:pt x="4455" y="9563"/>
                  <a:pt x="4050" y="10223"/>
                  <a:pt x="4050" y="10718"/>
                </a:cubicBezTo>
                <a:close/>
                <a:moveTo>
                  <a:pt x="17010" y="15005"/>
                </a:moveTo>
                <a:cubicBezTo>
                  <a:pt x="15390" y="15005"/>
                  <a:pt x="15390" y="15005"/>
                  <a:pt x="15390" y="15005"/>
                </a:cubicBezTo>
                <a:cubicBezTo>
                  <a:pt x="15390" y="11212"/>
                  <a:pt x="15390" y="11212"/>
                  <a:pt x="15390" y="11212"/>
                </a:cubicBezTo>
                <a:cubicBezTo>
                  <a:pt x="17010" y="11212"/>
                  <a:pt x="17010" y="11212"/>
                  <a:pt x="17010" y="11212"/>
                </a:cubicBezTo>
                <a:cubicBezTo>
                  <a:pt x="17010" y="15005"/>
                  <a:pt x="17010" y="15005"/>
                  <a:pt x="17010" y="15005"/>
                </a:cubicBezTo>
                <a:close/>
                <a:moveTo>
                  <a:pt x="12825" y="6266"/>
                </a:moveTo>
                <a:cubicBezTo>
                  <a:pt x="17010" y="6266"/>
                  <a:pt x="17010" y="6266"/>
                  <a:pt x="17010" y="6266"/>
                </a:cubicBezTo>
                <a:cubicBezTo>
                  <a:pt x="17010" y="9563"/>
                  <a:pt x="17010" y="9563"/>
                  <a:pt x="17010" y="9563"/>
                </a:cubicBezTo>
                <a:cubicBezTo>
                  <a:pt x="12825" y="9563"/>
                  <a:pt x="12825" y="9563"/>
                  <a:pt x="12825" y="9563"/>
                </a:cubicBezTo>
                <a:cubicBezTo>
                  <a:pt x="12825" y="6266"/>
                  <a:pt x="12825" y="6266"/>
                  <a:pt x="12825" y="6266"/>
                </a:cubicBezTo>
                <a:close/>
                <a:moveTo>
                  <a:pt x="8640" y="11212"/>
                </a:moveTo>
                <a:cubicBezTo>
                  <a:pt x="14580" y="11212"/>
                  <a:pt x="14580" y="11212"/>
                  <a:pt x="14580" y="11212"/>
                </a:cubicBezTo>
                <a:cubicBezTo>
                  <a:pt x="14580" y="15005"/>
                  <a:pt x="14580" y="15005"/>
                  <a:pt x="14580" y="15005"/>
                </a:cubicBezTo>
                <a:cubicBezTo>
                  <a:pt x="8640" y="15005"/>
                  <a:pt x="8640" y="15005"/>
                  <a:pt x="8640" y="15005"/>
                </a:cubicBezTo>
                <a:cubicBezTo>
                  <a:pt x="8640" y="11212"/>
                  <a:pt x="8640" y="11212"/>
                  <a:pt x="8640" y="11212"/>
                </a:cubicBezTo>
                <a:close/>
                <a:moveTo>
                  <a:pt x="5400" y="11212"/>
                </a:moveTo>
                <a:cubicBezTo>
                  <a:pt x="7830" y="11212"/>
                  <a:pt x="7830" y="11212"/>
                  <a:pt x="7830" y="11212"/>
                </a:cubicBezTo>
                <a:cubicBezTo>
                  <a:pt x="7830" y="15005"/>
                  <a:pt x="7830" y="15005"/>
                  <a:pt x="7830" y="15005"/>
                </a:cubicBezTo>
                <a:cubicBezTo>
                  <a:pt x="5400" y="15005"/>
                  <a:pt x="5400" y="15005"/>
                  <a:pt x="5400" y="15005"/>
                </a:cubicBezTo>
                <a:lnTo>
                  <a:pt x="5400" y="11212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32" name="Freeform 140"/>
          <p:cNvSpPr/>
          <p:nvPr/>
        </p:nvSpPr>
        <p:spPr>
          <a:xfrm>
            <a:off x="10787076" y="9946192"/>
            <a:ext cx="507870" cy="501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66" h="21464" fill="norm" stroke="1" extrusionOk="0">
                <a:moveTo>
                  <a:pt x="21063" y="9373"/>
                </a:moveTo>
                <a:cubicBezTo>
                  <a:pt x="11270" y="407"/>
                  <a:pt x="11270" y="407"/>
                  <a:pt x="11270" y="407"/>
                </a:cubicBezTo>
                <a:cubicBezTo>
                  <a:pt x="10733" y="-136"/>
                  <a:pt x="10330" y="-136"/>
                  <a:pt x="9794" y="407"/>
                </a:cubicBezTo>
                <a:cubicBezTo>
                  <a:pt x="537" y="9373"/>
                  <a:pt x="537" y="9373"/>
                  <a:pt x="537" y="9373"/>
                </a:cubicBezTo>
                <a:cubicBezTo>
                  <a:pt x="0" y="9917"/>
                  <a:pt x="0" y="10460"/>
                  <a:pt x="0" y="11004"/>
                </a:cubicBezTo>
                <a:cubicBezTo>
                  <a:pt x="537" y="11004"/>
                  <a:pt x="1073" y="11547"/>
                  <a:pt x="1476" y="11004"/>
                </a:cubicBezTo>
                <a:cubicBezTo>
                  <a:pt x="10733" y="2717"/>
                  <a:pt x="10733" y="2717"/>
                  <a:pt x="10733" y="2717"/>
                </a:cubicBezTo>
                <a:cubicBezTo>
                  <a:pt x="19588" y="11004"/>
                  <a:pt x="19588" y="11004"/>
                  <a:pt x="19588" y="11004"/>
                </a:cubicBezTo>
                <a:cubicBezTo>
                  <a:pt x="19990" y="11004"/>
                  <a:pt x="19990" y="11004"/>
                  <a:pt x="20527" y="11004"/>
                </a:cubicBezTo>
                <a:cubicBezTo>
                  <a:pt x="21063" y="11004"/>
                  <a:pt x="21063" y="11004"/>
                  <a:pt x="21063" y="11004"/>
                </a:cubicBezTo>
                <a:cubicBezTo>
                  <a:pt x="21600" y="10460"/>
                  <a:pt x="21600" y="9917"/>
                  <a:pt x="21063" y="9373"/>
                </a:cubicBezTo>
                <a:close/>
                <a:moveTo>
                  <a:pt x="14489" y="12090"/>
                </a:moveTo>
                <a:cubicBezTo>
                  <a:pt x="7245" y="12090"/>
                  <a:pt x="7245" y="12090"/>
                  <a:pt x="7245" y="12090"/>
                </a:cubicBezTo>
                <a:cubicBezTo>
                  <a:pt x="6306" y="15351"/>
                  <a:pt x="6306" y="15351"/>
                  <a:pt x="6306" y="15351"/>
                </a:cubicBezTo>
                <a:cubicBezTo>
                  <a:pt x="15563" y="15351"/>
                  <a:pt x="15563" y="15351"/>
                  <a:pt x="15563" y="15351"/>
                </a:cubicBezTo>
                <a:lnTo>
                  <a:pt x="14489" y="12090"/>
                </a:lnTo>
                <a:close/>
                <a:moveTo>
                  <a:pt x="13014" y="17660"/>
                </a:moveTo>
                <a:cubicBezTo>
                  <a:pt x="13014" y="18204"/>
                  <a:pt x="13014" y="18204"/>
                  <a:pt x="13014" y="18204"/>
                </a:cubicBezTo>
                <a:cubicBezTo>
                  <a:pt x="13416" y="18747"/>
                  <a:pt x="13416" y="18747"/>
                  <a:pt x="13416" y="18747"/>
                </a:cubicBezTo>
                <a:cubicBezTo>
                  <a:pt x="15965" y="18747"/>
                  <a:pt x="15965" y="18747"/>
                  <a:pt x="15965" y="18747"/>
                </a:cubicBezTo>
                <a:cubicBezTo>
                  <a:pt x="15965" y="18204"/>
                  <a:pt x="15965" y="18204"/>
                  <a:pt x="15965" y="18204"/>
                </a:cubicBezTo>
                <a:cubicBezTo>
                  <a:pt x="15965" y="17660"/>
                  <a:pt x="15965" y="17660"/>
                  <a:pt x="15965" y="17660"/>
                </a:cubicBezTo>
                <a:cubicBezTo>
                  <a:pt x="15965" y="17117"/>
                  <a:pt x="15965" y="17117"/>
                  <a:pt x="15965" y="17117"/>
                </a:cubicBezTo>
                <a:cubicBezTo>
                  <a:pt x="13416" y="17117"/>
                  <a:pt x="13416" y="17117"/>
                  <a:pt x="13416" y="17117"/>
                </a:cubicBezTo>
                <a:lnTo>
                  <a:pt x="13014" y="17660"/>
                </a:lnTo>
                <a:close/>
                <a:moveTo>
                  <a:pt x="9257" y="18204"/>
                </a:moveTo>
                <a:cubicBezTo>
                  <a:pt x="11940" y="18204"/>
                  <a:pt x="11940" y="18204"/>
                  <a:pt x="11940" y="18204"/>
                </a:cubicBezTo>
                <a:cubicBezTo>
                  <a:pt x="12477" y="18204"/>
                  <a:pt x="12477" y="18204"/>
                  <a:pt x="12477" y="18204"/>
                </a:cubicBezTo>
                <a:cubicBezTo>
                  <a:pt x="12477" y="17660"/>
                  <a:pt x="12477" y="17660"/>
                  <a:pt x="12477" y="17660"/>
                </a:cubicBezTo>
                <a:cubicBezTo>
                  <a:pt x="12477" y="17660"/>
                  <a:pt x="12477" y="17660"/>
                  <a:pt x="11940" y="17660"/>
                </a:cubicBezTo>
                <a:cubicBezTo>
                  <a:pt x="9257" y="17660"/>
                  <a:pt x="9257" y="17660"/>
                  <a:pt x="9257" y="17660"/>
                </a:cubicBezTo>
                <a:cubicBezTo>
                  <a:pt x="9257" y="18204"/>
                  <a:pt x="9257" y="18204"/>
                  <a:pt x="9257" y="18204"/>
                </a:cubicBezTo>
                <a:close/>
                <a:moveTo>
                  <a:pt x="8184" y="18204"/>
                </a:moveTo>
                <a:cubicBezTo>
                  <a:pt x="8184" y="17660"/>
                  <a:pt x="8184" y="17660"/>
                  <a:pt x="8184" y="17660"/>
                </a:cubicBezTo>
                <a:cubicBezTo>
                  <a:pt x="8184" y="17117"/>
                  <a:pt x="8184" y="17117"/>
                  <a:pt x="8184" y="17117"/>
                </a:cubicBezTo>
                <a:cubicBezTo>
                  <a:pt x="5635" y="17117"/>
                  <a:pt x="5635" y="17117"/>
                  <a:pt x="5635" y="17117"/>
                </a:cubicBezTo>
                <a:cubicBezTo>
                  <a:pt x="5098" y="17660"/>
                  <a:pt x="5098" y="17660"/>
                  <a:pt x="5098" y="17660"/>
                </a:cubicBezTo>
                <a:cubicBezTo>
                  <a:pt x="5098" y="18204"/>
                  <a:pt x="5098" y="18204"/>
                  <a:pt x="5098" y="18204"/>
                </a:cubicBezTo>
                <a:cubicBezTo>
                  <a:pt x="5635" y="18747"/>
                  <a:pt x="5635" y="18747"/>
                  <a:pt x="5635" y="18747"/>
                </a:cubicBezTo>
                <a:cubicBezTo>
                  <a:pt x="8184" y="18747"/>
                  <a:pt x="8184" y="18747"/>
                  <a:pt x="8184" y="18747"/>
                </a:cubicBezTo>
                <a:lnTo>
                  <a:pt x="8184" y="18204"/>
                </a:lnTo>
                <a:close/>
                <a:moveTo>
                  <a:pt x="10330" y="3804"/>
                </a:moveTo>
                <a:cubicBezTo>
                  <a:pt x="3086" y="11004"/>
                  <a:pt x="3086" y="11004"/>
                  <a:pt x="3086" y="11004"/>
                </a:cubicBezTo>
                <a:cubicBezTo>
                  <a:pt x="2549" y="11004"/>
                  <a:pt x="2549" y="11004"/>
                  <a:pt x="2549" y="11004"/>
                </a:cubicBezTo>
                <a:cubicBezTo>
                  <a:pt x="2549" y="20921"/>
                  <a:pt x="2549" y="20921"/>
                  <a:pt x="2549" y="20921"/>
                </a:cubicBezTo>
                <a:cubicBezTo>
                  <a:pt x="2549" y="21464"/>
                  <a:pt x="3086" y="21464"/>
                  <a:pt x="3086" y="21464"/>
                </a:cubicBezTo>
                <a:cubicBezTo>
                  <a:pt x="4696" y="21464"/>
                  <a:pt x="4696" y="21464"/>
                  <a:pt x="4696" y="21464"/>
                </a:cubicBezTo>
                <a:cubicBezTo>
                  <a:pt x="4696" y="19834"/>
                  <a:pt x="4696" y="19834"/>
                  <a:pt x="4696" y="19834"/>
                </a:cubicBezTo>
                <a:cubicBezTo>
                  <a:pt x="4159" y="19834"/>
                  <a:pt x="4159" y="19290"/>
                  <a:pt x="4159" y="18747"/>
                </a:cubicBezTo>
                <a:cubicBezTo>
                  <a:pt x="4159" y="17117"/>
                  <a:pt x="4159" y="17117"/>
                  <a:pt x="4159" y="17117"/>
                </a:cubicBezTo>
                <a:cubicBezTo>
                  <a:pt x="4159" y="16438"/>
                  <a:pt x="4696" y="15894"/>
                  <a:pt x="5098" y="15351"/>
                </a:cubicBezTo>
                <a:cubicBezTo>
                  <a:pt x="6171" y="11004"/>
                  <a:pt x="6171" y="11004"/>
                  <a:pt x="6171" y="11004"/>
                </a:cubicBezTo>
                <a:cubicBezTo>
                  <a:pt x="6708" y="11004"/>
                  <a:pt x="6708" y="11004"/>
                  <a:pt x="6708" y="11004"/>
                </a:cubicBezTo>
                <a:cubicBezTo>
                  <a:pt x="14355" y="11004"/>
                  <a:pt x="14355" y="11004"/>
                  <a:pt x="14355" y="11004"/>
                </a:cubicBezTo>
                <a:cubicBezTo>
                  <a:pt x="14892" y="11004"/>
                  <a:pt x="14892" y="11004"/>
                  <a:pt x="14892" y="11004"/>
                </a:cubicBezTo>
                <a:cubicBezTo>
                  <a:pt x="16368" y="15351"/>
                  <a:pt x="16368" y="15351"/>
                  <a:pt x="16368" y="15351"/>
                </a:cubicBezTo>
                <a:cubicBezTo>
                  <a:pt x="16904" y="15894"/>
                  <a:pt x="17441" y="16438"/>
                  <a:pt x="17441" y="17117"/>
                </a:cubicBezTo>
                <a:cubicBezTo>
                  <a:pt x="17441" y="18747"/>
                  <a:pt x="17441" y="18747"/>
                  <a:pt x="17441" y="18747"/>
                </a:cubicBezTo>
                <a:cubicBezTo>
                  <a:pt x="17441" y="19290"/>
                  <a:pt x="16904" y="19834"/>
                  <a:pt x="16904" y="19834"/>
                </a:cubicBezTo>
                <a:cubicBezTo>
                  <a:pt x="16904" y="21464"/>
                  <a:pt x="16904" y="21464"/>
                  <a:pt x="16904" y="21464"/>
                </a:cubicBezTo>
                <a:cubicBezTo>
                  <a:pt x="17978" y="21464"/>
                  <a:pt x="17978" y="21464"/>
                  <a:pt x="17978" y="21464"/>
                </a:cubicBezTo>
                <a:cubicBezTo>
                  <a:pt x="18380" y="21464"/>
                  <a:pt x="18380" y="21464"/>
                  <a:pt x="18380" y="20921"/>
                </a:cubicBezTo>
                <a:cubicBezTo>
                  <a:pt x="18380" y="11004"/>
                  <a:pt x="18380" y="11004"/>
                  <a:pt x="18380" y="11004"/>
                </a:cubicBezTo>
                <a:cubicBezTo>
                  <a:pt x="10733" y="3804"/>
                  <a:pt x="10733" y="3804"/>
                  <a:pt x="10733" y="3804"/>
                </a:cubicBezTo>
                <a:lnTo>
                  <a:pt x="10330" y="3804"/>
                </a:lnTo>
                <a:close/>
                <a:moveTo>
                  <a:pt x="6708" y="21464"/>
                </a:moveTo>
                <a:cubicBezTo>
                  <a:pt x="14355" y="21464"/>
                  <a:pt x="14355" y="21464"/>
                  <a:pt x="14355" y="21464"/>
                </a:cubicBezTo>
                <a:cubicBezTo>
                  <a:pt x="14355" y="20377"/>
                  <a:pt x="14355" y="20377"/>
                  <a:pt x="14355" y="20377"/>
                </a:cubicBezTo>
                <a:cubicBezTo>
                  <a:pt x="6708" y="20377"/>
                  <a:pt x="6708" y="20377"/>
                  <a:pt x="6708" y="20377"/>
                </a:cubicBezTo>
                <a:lnTo>
                  <a:pt x="6708" y="21464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33" name="Freeform 157"/>
          <p:cNvSpPr/>
          <p:nvPr/>
        </p:nvSpPr>
        <p:spPr>
          <a:xfrm>
            <a:off x="5278008" y="10015840"/>
            <a:ext cx="507869" cy="4475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6605" y="5974"/>
                </a:moveTo>
                <a:cubicBezTo>
                  <a:pt x="16605" y="5974"/>
                  <a:pt x="16605" y="5974"/>
                  <a:pt x="16605" y="5974"/>
                </a:cubicBezTo>
                <a:cubicBezTo>
                  <a:pt x="15660" y="4136"/>
                  <a:pt x="14175" y="3523"/>
                  <a:pt x="12555" y="3523"/>
                </a:cubicBezTo>
                <a:cubicBezTo>
                  <a:pt x="11610" y="1226"/>
                  <a:pt x="10125" y="0"/>
                  <a:pt x="8100" y="0"/>
                </a:cubicBezTo>
                <a:cubicBezTo>
                  <a:pt x="5130" y="0"/>
                  <a:pt x="3105" y="2298"/>
                  <a:pt x="3105" y="5362"/>
                </a:cubicBezTo>
                <a:cubicBezTo>
                  <a:pt x="3105" y="5974"/>
                  <a:pt x="3105" y="5974"/>
                  <a:pt x="3105" y="5974"/>
                </a:cubicBezTo>
                <a:cubicBezTo>
                  <a:pt x="1080" y="7200"/>
                  <a:pt x="0" y="9038"/>
                  <a:pt x="0" y="11336"/>
                </a:cubicBezTo>
                <a:cubicBezTo>
                  <a:pt x="0" y="15013"/>
                  <a:pt x="2025" y="17464"/>
                  <a:pt x="5130" y="17464"/>
                </a:cubicBezTo>
                <a:cubicBezTo>
                  <a:pt x="16605" y="17464"/>
                  <a:pt x="16605" y="17464"/>
                  <a:pt x="16605" y="17464"/>
                </a:cubicBezTo>
                <a:cubicBezTo>
                  <a:pt x="19710" y="17464"/>
                  <a:pt x="21600" y="15013"/>
                  <a:pt x="21600" y="11336"/>
                </a:cubicBezTo>
                <a:cubicBezTo>
                  <a:pt x="21600" y="8426"/>
                  <a:pt x="19710" y="5974"/>
                  <a:pt x="16605" y="5974"/>
                </a:cubicBezTo>
                <a:close/>
                <a:moveTo>
                  <a:pt x="16605" y="16238"/>
                </a:moveTo>
                <a:cubicBezTo>
                  <a:pt x="5130" y="16238"/>
                  <a:pt x="5130" y="16238"/>
                  <a:pt x="5130" y="16238"/>
                </a:cubicBezTo>
                <a:cubicBezTo>
                  <a:pt x="2565" y="16238"/>
                  <a:pt x="1080" y="14400"/>
                  <a:pt x="1080" y="11336"/>
                </a:cubicBezTo>
                <a:cubicBezTo>
                  <a:pt x="1080" y="9498"/>
                  <a:pt x="2025" y="7813"/>
                  <a:pt x="3510" y="7200"/>
                </a:cubicBezTo>
                <a:cubicBezTo>
                  <a:pt x="4050" y="7200"/>
                  <a:pt x="4050" y="7200"/>
                  <a:pt x="4050" y="7200"/>
                </a:cubicBezTo>
                <a:cubicBezTo>
                  <a:pt x="4050" y="6587"/>
                  <a:pt x="4050" y="6587"/>
                  <a:pt x="4050" y="6587"/>
                </a:cubicBezTo>
                <a:cubicBezTo>
                  <a:pt x="4050" y="5974"/>
                  <a:pt x="4050" y="5974"/>
                  <a:pt x="4050" y="5362"/>
                </a:cubicBezTo>
                <a:cubicBezTo>
                  <a:pt x="4050" y="2911"/>
                  <a:pt x="5535" y="1226"/>
                  <a:pt x="8100" y="1226"/>
                </a:cubicBezTo>
                <a:cubicBezTo>
                  <a:pt x="9585" y="1226"/>
                  <a:pt x="11070" y="2298"/>
                  <a:pt x="11610" y="4136"/>
                </a:cubicBezTo>
                <a:cubicBezTo>
                  <a:pt x="11610" y="4749"/>
                  <a:pt x="11610" y="4749"/>
                  <a:pt x="11610" y="4749"/>
                </a:cubicBezTo>
                <a:cubicBezTo>
                  <a:pt x="12150" y="4749"/>
                  <a:pt x="12150" y="4749"/>
                  <a:pt x="12150" y="4749"/>
                </a:cubicBezTo>
                <a:cubicBezTo>
                  <a:pt x="12555" y="4749"/>
                  <a:pt x="12555" y="4749"/>
                  <a:pt x="12555" y="4749"/>
                </a:cubicBezTo>
                <a:cubicBezTo>
                  <a:pt x="13635" y="4749"/>
                  <a:pt x="15120" y="5362"/>
                  <a:pt x="15660" y="6587"/>
                </a:cubicBezTo>
                <a:cubicBezTo>
                  <a:pt x="16200" y="7200"/>
                  <a:pt x="16200" y="7200"/>
                  <a:pt x="16200" y="7200"/>
                </a:cubicBezTo>
                <a:cubicBezTo>
                  <a:pt x="16200" y="7200"/>
                  <a:pt x="16200" y="7200"/>
                  <a:pt x="16200" y="7200"/>
                </a:cubicBezTo>
                <a:cubicBezTo>
                  <a:pt x="16605" y="7200"/>
                  <a:pt x="16605" y="7200"/>
                  <a:pt x="16605" y="7200"/>
                </a:cubicBezTo>
                <a:cubicBezTo>
                  <a:pt x="19170" y="7200"/>
                  <a:pt x="20655" y="9038"/>
                  <a:pt x="20655" y="11336"/>
                </a:cubicBezTo>
                <a:cubicBezTo>
                  <a:pt x="20655" y="14400"/>
                  <a:pt x="19170" y="16238"/>
                  <a:pt x="16605" y="16238"/>
                </a:cubicBezTo>
                <a:close/>
                <a:moveTo>
                  <a:pt x="12555" y="20374"/>
                </a:moveTo>
                <a:cubicBezTo>
                  <a:pt x="15660" y="20374"/>
                  <a:pt x="15660" y="20374"/>
                  <a:pt x="15660" y="20374"/>
                </a:cubicBezTo>
                <a:cubicBezTo>
                  <a:pt x="15660" y="20987"/>
                  <a:pt x="15660" y="20987"/>
                  <a:pt x="15660" y="20987"/>
                </a:cubicBezTo>
                <a:cubicBezTo>
                  <a:pt x="12555" y="20987"/>
                  <a:pt x="12555" y="20987"/>
                  <a:pt x="12555" y="20987"/>
                </a:cubicBezTo>
                <a:cubicBezTo>
                  <a:pt x="12555" y="21600"/>
                  <a:pt x="12555" y="21600"/>
                  <a:pt x="12555" y="21600"/>
                </a:cubicBezTo>
                <a:cubicBezTo>
                  <a:pt x="8640" y="21600"/>
                  <a:pt x="8640" y="21600"/>
                  <a:pt x="8640" y="21600"/>
                </a:cubicBezTo>
                <a:cubicBezTo>
                  <a:pt x="8640" y="20987"/>
                  <a:pt x="8640" y="20987"/>
                  <a:pt x="8640" y="20987"/>
                </a:cubicBezTo>
                <a:cubicBezTo>
                  <a:pt x="4590" y="20987"/>
                  <a:pt x="4590" y="20987"/>
                  <a:pt x="4590" y="20987"/>
                </a:cubicBezTo>
                <a:cubicBezTo>
                  <a:pt x="4590" y="20374"/>
                  <a:pt x="4590" y="20374"/>
                  <a:pt x="4590" y="20374"/>
                </a:cubicBezTo>
                <a:cubicBezTo>
                  <a:pt x="8640" y="20374"/>
                  <a:pt x="8640" y="20374"/>
                  <a:pt x="8640" y="20374"/>
                </a:cubicBezTo>
                <a:cubicBezTo>
                  <a:pt x="8640" y="19762"/>
                  <a:pt x="8640" y="19762"/>
                  <a:pt x="8640" y="19762"/>
                </a:cubicBezTo>
                <a:cubicBezTo>
                  <a:pt x="9585" y="19762"/>
                  <a:pt x="9585" y="19762"/>
                  <a:pt x="9585" y="19762"/>
                </a:cubicBezTo>
                <a:cubicBezTo>
                  <a:pt x="9585" y="18536"/>
                  <a:pt x="9585" y="18536"/>
                  <a:pt x="9585" y="18536"/>
                </a:cubicBezTo>
                <a:cubicBezTo>
                  <a:pt x="11610" y="18536"/>
                  <a:pt x="11610" y="18536"/>
                  <a:pt x="11610" y="18536"/>
                </a:cubicBezTo>
                <a:cubicBezTo>
                  <a:pt x="11610" y="19762"/>
                  <a:pt x="11610" y="19762"/>
                  <a:pt x="11610" y="19762"/>
                </a:cubicBezTo>
                <a:cubicBezTo>
                  <a:pt x="12555" y="19762"/>
                  <a:pt x="12555" y="19762"/>
                  <a:pt x="12555" y="19762"/>
                </a:cubicBezTo>
                <a:cubicBezTo>
                  <a:pt x="12555" y="20374"/>
                  <a:pt x="12555" y="20374"/>
                  <a:pt x="12555" y="20374"/>
                </a:cubicBezTo>
                <a:close/>
                <a:moveTo>
                  <a:pt x="12555" y="20374"/>
                </a:moveTo>
                <a:cubicBezTo>
                  <a:pt x="12555" y="20374"/>
                  <a:pt x="12555" y="20374"/>
                  <a:pt x="12555" y="20374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34" name="Freeform 169"/>
          <p:cNvSpPr/>
          <p:nvPr/>
        </p:nvSpPr>
        <p:spPr>
          <a:xfrm>
            <a:off x="13123625" y="9963871"/>
            <a:ext cx="450734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144" y="20790"/>
                </a:moveTo>
                <a:cubicBezTo>
                  <a:pt x="18101" y="20790"/>
                  <a:pt x="18101" y="20790"/>
                  <a:pt x="18101" y="20790"/>
                </a:cubicBezTo>
                <a:cubicBezTo>
                  <a:pt x="18101" y="15525"/>
                  <a:pt x="18101" y="15525"/>
                  <a:pt x="18101" y="15525"/>
                </a:cubicBezTo>
                <a:cubicBezTo>
                  <a:pt x="18558" y="16335"/>
                  <a:pt x="18558" y="16335"/>
                  <a:pt x="18558" y="16335"/>
                </a:cubicBezTo>
                <a:cubicBezTo>
                  <a:pt x="18862" y="16740"/>
                  <a:pt x="18862" y="16740"/>
                  <a:pt x="19318" y="16740"/>
                </a:cubicBezTo>
                <a:cubicBezTo>
                  <a:pt x="19775" y="16740"/>
                  <a:pt x="19775" y="16740"/>
                  <a:pt x="20231" y="16335"/>
                </a:cubicBezTo>
                <a:cubicBezTo>
                  <a:pt x="20687" y="16335"/>
                  <a:pt x="20687" y="15525"/>
                  <a:pt x="20231" y="15120"/>
                </a:cubicBezTo>
                <a:cubicBezTo>
                  <a:pt x="17645" y="12285"/>
                  <a:pt x="17645" y="12285"/>
                  <a:pt x="17645" y="12285"/>
                </a:cubicBezTo>
                <a:cubicBezTo>
                  <a:pt x="17189" y="11880"/>
                  <a:pt x="16276" y="11880"/>
                  <a:pt x="15972" y="12285"/>
                </a:cubicBezTo>
                <a:cubicBezTo>
                  <a:pt x="13690" y="15120"/>
                  <a:pt x="13690" y="15120"/>
                  <a:pt x="13690" y="15120"/>
                </a:cubicBezTo>
                <a:cubicBezTo>
                  <a:pt x="13386" y="15525"/>
                  <a:pt x="13386" y="16335"/>
                  <a:pt x="13690" y="16335"/>
                </a:cubicBezTo>
                <a:cubicBezTo>
                  <a:pt x="14146" y="16740"/>
                  <a:pt x="14603" y="16740"/>
                  <a:pt x="15059" y="16335"/>
                </a:cubicBezTo>
                <a:cubicBezTo>
                  <a:pt x="15972" y="15525"/>
                  <a:pt x="15972" y="15525"/>
                  <a:pt x="15972" y="15525"/>
                </a:cubicBezTo>
                <a:cubicBezTo>
                  <a:pt x="15972" y="20790"/>
                  <a:pt x="15972" y="20790"/>
                  <a:pt x="15972" y="20790"/>
                </a:cubicBezTo>
                <a:cubicBezTo>
                  <a:pt x="11104" y="20790"/>
                  <a:pt x="11104" y="20790"/>
                  <a:pt x="11104" y="20790"/>
                </a:cubicBezTo>
                <a:cubicBezTo>
                  <a:pt x="11104" y="810"/>
                  <a:pt x="11104" y="810"/>
                  <a:pt x="11104" y="810"/>
                </a:cubicBezTo>
                <a:cubicBezTo>
                  <a:pt x="11104" y="405"/>
                  <a:pt x="10800" y="0"/>
                  <a:pt x="10800" y="0"/>
                </a:cubicBezTo>
                <a:cubicBezTo>
                  <a:pt x="304" y="0"/>
                  <a:pt x="304" y="0"/>
                  <a:pt x="304" y="0"/>
                </a:cubicBezTo>
                <a:cubicBezTo>
                  <a:pt x="0" y="0"/>
                  <a:pt x="0" y="405"/>
                  <a:pt x="0" y="810"/>
                </a:cubicBezTo>
                <a:cubicBezTo>
                  <a:pt x="0" y="21195"/>
                  <a:pt x="0" y="21195"/>
                  <a:pt x="0" y="21195"/>
                </a:cubicBezTo>
                <a:cubicBezTo>
                  <a:pt x="0" y="21600"/>
                  <a:pt x="0" y="21600"/>
                  <a:pt x="304" y="21600"/>
                </a:cubicBezTo>
                <a:cubicBezTo>
                  <a:pt x="21144" y="21600"/>
                  <a:pt x="21144" y="21600"/>
                  <a:pt x="21144" y="21600"/>
                </a:cubicBezTo>
                <a:cubicBezTo>
                  <a:pt x="21144" y="21600"/>
                  <a:pt x="21600" y="21600"/>
                  <a:pt x="21600" y="21195"/>
                </a:cubicBezTo>
                <a:cubicBezTo>
                  <a:pt x="21600" y="20790"/>
                  <a:pt x="21144" y="20790"/>
                  <a:pt x="21144" y="20790"/>
                </a:cubicBezTo>
                <a:close/>
                <a:moveTo>
                  <a:pt x="10344" y="20790"/>
                </a:moveTo>
                <a:cubicBezTo>
                  <a:pt x="761" y="20790"/>
                  <a:pt x="761" y="20790"/>
                  <a:pt x="761" y="20790"/>
                </a:cubicBezTo>
                <a:cubicBezTo>
                  <a:pt x="761" y="1215"/>
                  <a:pt x="761" y="1215"/>
                  <a:pt x="761" y="1215"/>
                </a:cubicBezTo>
                <a:cubicBezTo>
                  <a:pt x="10344" y="1215"/>
                  <a:pt x="10344" y="1215"/>
                  <a:pt x="10344" y="1215"/>
                </a:cubicBezTo>
                <a:lnTo>
                  <a:pt x="10344" y="20790"/>
                </a:lnTo>
                <a:close/>
                <a:moveTo>
                  <a:pt x="2586" y="15930"/>
                </a:moveTo>
                <a:cubicBezTo>
                  <a:pt x="4259" y="15930"/>
                  <a:pt x="4259" y="15930"/>
                  <a:pt x="4259" y="15930"/>
                </a:cubicBezTo>
                <a:cubicBezTo>
                  <a:pt x="4715" y="15930"/>
                  <a:pt x="5172" y="15930"/>
                  <a:pt x="5172" y="15525"/>
                </a:cubicBezTo>
                <a:cubicBezTo>
                  <a:pt x="5172" y="13905"/>
                  <a:pt x="5172" y="13905"/>
                  <a:pt x="5172" y="13905"/>
                </a:cubicBezTo>
                <a:cubicBezTo>
                  <a:pt x="5172" y="13500"/>
                  <a:pt x="4715" y="13095"/>
                  <a:pt x="4259" y="13095"/>
                </a:cubicBezTo>
                <a:cubicBezTo>
                  <a:pt x="2586" y="13095"/>
                  <a:pt x="2586" y="13095"/>
                  <a:pt x="2586" y="13095"/>
                </a:cubicBezTo>
                <a:cubicBezTo>
                  <a:pt x="2586" y="13095"/>
                  <a:pt x="2130" y="13500"/>
                  <a:pt x="2130" y="13905"/>
                </a:cubicBezTo>
                <a:cubicBezTo>
                  <a:pt x="2130" y="15525"/>
                  <a:pt x="2130" y="15525"/>
                  <a:pt x="2130" y="15525"/>
                </a:cubicBezTo>
                <a:cubicBezTo>
                  <a:pt x="2130" y="15930"/>
                  <a:pt x="2586" y="15930"/>
                  <a:pt x="2586" y="15930"/>
                </a:cubicBezTo>
                <a:close/>
                <a:moveTo>
                  <a:pt x="6389" y="15930"/>
                </a:moveTo>
                <a:cubicBezTo>
                  <a:pt x="8062" y="15930"/>
                  <a:pt x="8062" y="15930"/>
                  <a:pt x="8062" y="15930"/>
                </a:cubicBezTo>
                <a:cubicBezTo>
                  <a:pt x="8518" y="15930"/>
                  <a:pt x="8975" y="15930"/>
                  <a:pt x="8975" y="15525"/>
                </a:cubicBezTo>
                <a:cubicBezTo>
                  <a:pt x="8975" y="13905"/>
                  <a:pt x="8975" y="13905"/>
                  <a:pt x="8975" y="13905"/>
                </a:cubicBezTo>
                <a:cubicBezTo>
                  <a:pt x="8975" y="13500"/>
                  <a:pt x="8518" y="13095"/>
                  <a:pt x="8062" y="13095"/>
                </a:cubicBezTo>
                <a:cubicBezTo>
                  <a:pt x="6389" y="13095"/>
                  <a:pt x="6389" y="13095"/>
                  <a:pt x="6389" y="13095"/>
                </a:cubicBezTo>
                <a:cubicBezTo>
                  <a:pt x="6389" y="13095"/>
                  <a:pt x="5932" y="13500"/>
                  <a:pt x="5932" y="13905"/>
                </a:cubicBezTo>
                <a:cubicBezTo>
                  <a:pt x="5932" y="15525"/>
                  <a:pt x="5932" y="15525"/>
                  <a:pt x="5932" y="15525"/>
                </a:cubicBezTo>
                <a:cubicBezTo>
                  <a:pt x="5932" y="15930"/>
                  <a:pt x="6389" y="15930"/>
                  <a:pt x="6389" y="15930"/>
                </a:cubicBezTo>
                <a:close/>
                <a:moveTo>
                  <a:pt x="2586" y="19710"/>
                </a:moveTo>
                <a:cubicBezTo>
                  <a:pt x="4259" y="19710"/>
                  <a:pt x="4259" y="19710"/>
                  <a:pt x="4259" y="19710"/>
                </a:cubicBezTo>
                <a:cubicBezTo>
                  <a:pt x="4715" y="19710"/>
                  <a:pt x="5172" y="19710"/>
                  <a:pt x="5172" y="19305"/>
                </a:cubicBezTo>
                <a:cubicBezTo>
                  <a:pt x="5172" y="17685"/>
                  <a:pt x="5172" y="17685"/>
                  <a:pt x="5172" y="17685"/>
                </a:cubicBezTo>
                <a:cubicBezTo>
                  <a:pt x="5172" y="17280"/>
                  <a:pt x="4715" y="16875"/>
                  <a:pt x="4259" y="16875"/>
                </a:cubicBezTo>
                <a:cubicBezTo>
                  <a:pt x="2586" y="16875"/>
                  <a:pt x="2586" y="16875"/>
                  <a:pt x="2586" y="16875"/>
                </a:cubicBezTo>
                <a:cubicBezTo>
                  <a:pt x="2586" y="16875"/>
                  <a:pt x="2130" y="17280"/>
                  <a:pt x="2130" y="17685"/>
                </a:cubicBezTo>
                <a:cubicBezTo>
                  <a:pt x="2130" y="19305"/>
                  <a:pt x="2130" y="19305"/>
                  <a:pt x="2130" y="19305"/>
                </a:cubicBezTo>
                <a:cubicBezTo>
                  <a:pt x="2130" y="19710"/>
                  <a:pt x="2586" y="19710"/>
                  <a:pt x="2586" y="19710"/>
                </a:cubicBezTo>
                <a:close/>
                <a:moveTo>
                  <a:pt x="6389" y="19710"/>
                </a:moveTo>
                <a:cubicBezTo>
                  <a:pt x="8062" y="19710"/>
                  <a:pt x="8062" y="19710"/>
                  <a:pt x="8062" y="19710"/>
                </a:cubicBezTo>
                <a:cubicBezTo>
                  <a:pt x="8518" y="19710"/>
                  <a:pt x="8975" y="19710"/>
                  <a:pt x="8975" y="19305"/>
                </a:cubicBezTo>
                <a:cubicBezTo>
                  <a:pt x="8975" y="17685"/>
                  <a:pt x="8975" y="17685"/>
                  <a:pt x="8975" y="17685"/>
                </a:cubicBezTo>
                <a:cubicBezTo>
                  <a:pt x="8975" y="17280"/>
                  <a:pt x="8518" y="16875"/>
                  <a:pt x="8062" y="16875"/>
                </a:cubicBezTo>
                <a:cubicBezTo>
                  <a:pt x="6389" y="16875"/>
                  <a:pt x="6389" y="16875"/>
                  <a:pt x="6389" y="16875"/>
                </a:cubicBezTo>
                <a:cubicBezTo>
                  <a:pt x="6389" y="16875"/>
                  <a:pt x="5932" y="17280"/>
                  <a:pt x="5932" y="17685"/>
                </a:cubicBezTo>
                <a:cubicBezTo>
                  <a:pt x="5932" y="19305"/>
                  <a:pt x="5932" y="19305"/>
                  <a:pt x="5932" y="19305"/>
                </a:cubicBezTo>
                <a:cubicBezTo>
                  <a:pt x="5932" y="19710"/>
                  <a:pt x="6389" y="19710"/>
                  <a:pt x="6389" y="19710"/>
                </a:cubicBezTo>
                <a:close/>
                <a:moveTo>
                  <a:pt x="2586" y="12420"/>
                </a:moveTo>
                <a:cubicBezTo>
                  <a:pt x="4259" y="12420"/>
                  <a:pt x="4259" y="12420"/>
                  <a:pt x="4259" y="12420"/>
                </a:cubicBezTo>
                <a:cubicBezTo>
                  <a:pt x="4715" y="12420"/>
                  <a:pt x="5172" y="12420"/>
                  <a:pt x="5172" y="12015"/>
                </a:cubicBezTo>
                <a:cubicBezTo>
                  <a:pt x="5172" y="10260"/>
                  <a:pt x="5172" y="10260"/>
                  <a:pt x="5172" y="10260"/>
                </a:cubicBezTo>
                <a:cubicBezTo>
                  <a:pt x="5172" y="9855"/>
                  <a:pt x="4715" y="9450"/>
                  <a:pt x="4259" y="9450"/>
                </a:cubicBezTo>
                <a:cubicBezTo>
                  <a:pt x="2586" y="9450"/>
                  <a:pt x="2586" y="9450"/>
                  <a:pt x="2586" y="9450"/>
                </a:cubicBezTo>
                <a:cubicBezTo>
                  <a:pt x="2586" y="9450"/>
                  <a:pt x="2130" y="9855"/>
                  <a:pt x="2130" y="10260"/>
                </a:cubicBezTo>
                <a:cubicBezTo>
                  <a:pt x="2130" y="12015"/>
                  <a:pt x="2130" y="12015"/>
                  <a:pt x="2130" y="12015"/>
                </a:cubicBezTo>
                <a:cubicBezTo>
                  <a:pt x="2130" y="12420"/>
                  <a:pt x="2586" y="12420"/>
                  <a:pt x="2586" y="12420"/>
                </a:cubicBezTo>
                <a:close/>
                <a:moveTo>
                  <a:pt x="6389" y="12420"/>
                </a:moveTo>
                <a:cubicBezTo>
                  <a:pt x="8062" y="12420"/>
                  <a:pt x="8062" y="12420"/>
                  <a:pt x="8062" y="12420"/>
                </a:cubicBezTo>
                <a:cubicBezTo>
                  <a:pt x="8518" y="12420"/>
                  <a:pt x="8975" y="12420"/>
                  <a:pt x="8975" y="12015"/>
                </a:cubicBezTo>
                <a:cubicBezTo>
                  <a:pt x="8975" y="10260"/>
                  <a:pt x="8975" y="10260"/>
                  <a:pt x="8975" y="10260"/>
                </a:cubicBezTo>
                <a:cubicBezTo>
                  <a:pt x="8975" y="9855"/>
                  <a:pt x="8518" y="9450"/>
                  <a:pt x="8062" y="9450"/>
                </a:cubicBezTo>
                <a:cubicBezTo>
                  <a:pt x="6389" y="9450"/>
                  <a:pt x="6389" y="9450"/>
                  <a:pt x="6389" y="9450"/>
                </a:cubicBezTo>
                <a:cubicBezTo>
                  <a:pt x="6389" y="9450"/>
                  <a:pt x="5932" y="9855"/>
                  <a:pt x="5932" y="10260"/>
                </a:cubicBezTo>
                <a:cubicBezTo>
                  <a:pt x="5932" y="12015"/>
                  <a:pt x="5932" y="12015"/>
                  <a:pt x="5932" y="12015"/>
                </a:cubicBezTo>
                <a:cubicBezTo>
                  <a:pt x="5932" y="12420"/>
                  <a:pt x="6389" y="12420"/>
                  <a:pt x="6389" y="12420"/>
                </a:cubicBezTo>
                <a:close/>
                <a:moveTo>
                  <a:pt x="2586" y="8640"/>
                </a:moveTo>
                <a:cubicBezTo>
                  <a:pt x="4259" y="8640"/>
                  <a:pt x="4259" y="8640"/>
                  <a:pt x="4259" y="8640"/>
                </a:cubicBezTo>
                <a:cubicBezTo>
                  <a:pt x="4715" y="8640"/>
                  <a:pt x="5172" y="8640"/>
                  <a:pt x="5172" y="8235"/>
                </a:cubicBezTo>
                <a:cubicBezTo>
                  <a:pt x="5172" y="6615"/>
                  <a:pt x="5172" y="6615"/>
                  <a:pt x="5172" y="6615"/>
                </a:cubicBezTo>
                <a:cubicBezTo>
                  <a:pt x="5172" y="6210"/>
                  <a:pt x="4715" y="5670"/>
                  <a:pt x="4259" y="5670"/>
                </a:cubicBezTo>
                <a:cubicBezTo>
                  <a:pt x="2586" y="5670"/>
                  <a:pt x="2586" y="5670"/>
                  <a:pt x="2586" y="5670"/>
                </a:cubicBezTo>
                <a:cubicBezTo>
                  <a:pt x="2586" y="5670"/>
                  <a:pt x="2130" y="6210"/>
                  <a:pt x="2130" y="6615"/>
                </a:cubicBezTo>
                <a:cubicBezTo>
                  <a:pt x="2130" y="8235"/>
                  <a:pt x="2130" y="8235"/>
                  <a:pt x="2130" y="8235"/>
                </a:cubicBezTo>
                <a:cubicBezTo>
                  <a:pt x="2130" y="8640"/>
                  <a:pt x="2586" y="8640"/>
                  <a:pt x="2586" y="8640"/>
                </a:cubicBezTo>
                <a:close/>
                <a:moveTo>
                  <a:pt x="6389" y="8640"/>
                </a:moveTo>
                <a:cubicBezTo>
                  <a:pt x="8062" y="8640"/>
                  <a:pt x="8062" y="8640"/>
                  <a:pt x="8062" y="8640"/>
                </a:cubicBezTo>
                <a:cubicBezTo>
                  <a:pt x="8518" y="8640"/>
                  <a:pt x="8975" y="8640"/>
                  <a:pt x="8975" y="8235"/>
                </a:cubicBezTo>
                <a:cubicBezTo>
                  <a:pt x="8975" y="6615"/>
                  <a:pt x="8975" y="6615"/>
                  <a:pt x="8975" y="6615"/>
                </a:cubicBezTo>
                <a:cubicBezTo>
                  <a:pt x="8975" y="6210"/>
                  <a:pt x="8518" y="5670"/>
                  <a:pt x="8062" y="5670"/>
                </a:cubicBezTo>
                <a:cubicBezTo>
                  <a:pt x="6389" y="5670"/>
                  <a:pt x="6389" y="5670"/>
                  <a:pt x="6389" y="5670"/>
                </a:cubicBezTo>
                <a:cubicBezTo>
                  <a:pt x="6389" y="5670"/>
                  <a:pt x="5932" y="6210"/>
                  <a:pt x="5932" y="6615"/>
                </a:cubicBezTo>
                <a:cubicBezTo>
                  <a:pt x="5932" y="8235"/>
                  <a:pt x="5932" y="8235"/>
                  <a:pt x="5932" y="8235"/>
                </a:cubicBezTo>
                <a:cubicBezTo>
                  <a:pt x="5932" y="8640"/>
                  <a:pt x="6389" y="8640"/>
                  <a:pt x="6389" y="8640"/>
                </a:cubicBezTo>
                <a:close/>
                <a:moveTo>
                  <a:pt x="2586" y="4860"/>
                </a:moveTo>
                <a:cubicBezTo>
                  <a:pt x="4259" y="4860"/>
                  <a:pt x="4259" y="4860"/>
                  <a:pt x="4259" y="4860"/>
                </a:cubicBezTo>
                <a:cubicBezTo>
                  <a:pt x="4715" y="4860"/>
                  <a:pt x="5172" y="4860"/>
                  <a:pt x="5172" y="4455"/>
                </a:cubicBezTo>
                <a:cubicBezTo>
                  <a:pt x="5172" y="2835"/>
                  <a:pt x="5172" y="2835"/>
                  <a:pt x="5172" y="2835"/>
                </a:cubicBezTo>
                <a:cubicBezTo>
                  <a:pt x="5172" y="2430"/>
                  <a:pt x="4715" y="2025"/>
                  <a:pt x="4259" y="2025"/>
                </a:cubicBezTo>
                <a:cubicBezTo>
                  <a:pt x="2586" y="2025"/>
                  <a:pt x="2586" y="2025"/>
                  <a:pt x="2586" y="2025"/>
                </a:cubicBezTo>
                <a:cubicBezTo>
                  <a:pt x="2586" y="2025"/>
                  <a:pt x="2130" y="2430"/>
                  <a:pt x="2130" y="2835"/>
                </a:cubicBezTo>
                <a:cubicBezTo>
                  <a:pt x="2130" y="4455"/>
                  <a:pt x="2130" y="4455"/>
                  <a:pt x="2130" y="4455"/>
                </a:cubicBezTo>
                <a:cubicBezTo>
                  <a:pt x="2130" y="4860"/>
                  <a:pt x="2586" y="4860"/>
                  <a:pt x="2586" y="4860"/>
                </a:cubicBezTo>
                <a:close/>
                <a:moveTo>
                  <a:pt x="6389" y="4860"/>
                </a:moveTo>
                <a:cubicBezTo>
                  <a:pt x="8062" y="4860"/>
                  <a:pt x="8062" y="4860"/>
                  <a:pt x="8062" y="4860"/>
                </a:cubicBezTo>
                <a:cubicBezTo>
                  <a:pt x="8518" y="4860"/>
                  <a:pt x="8975" y="4860"/>
                  <a:pt x="8975" y="4455"/>
                </a:cubicBezTo>
                <a:cubicBezTo>
                  <a:pt x="8975" y="2835"/>
                  <a:pt x="8975" y="2835"/>
                  <a:pt x="8975" y="2835"/>
                </a:cubicBezTo>
                <a:cubicBezTo>
                  <a:pt x="8975" y="2430"/>
                  <a:pt x="8518" y="2025"/>
                  <a:pt x="8062" y="2025"/>
                </a:cubicBezTo>
                <a:cubicBezTo>
                  <a:pt x="6389" y="2025"/>
                  <a:pt x="6389" y="2025"/>
                  <a:pt x="6389" y="2025"/>
                </a:cubicBezTo>
                <a:cubicBezTo>
                  <a:pt x="6389" y="2025"/>
                  <a:pt x="5932" y="2430"/>
                  <a:pt x="5932" y="2835"/>
                </a:cubicBezTo>
                <a:cubicBezTo>
                  <a:pt x="5932" y="4455"/>
                  <a:pt x="5932" y="4455"/>
                  <a:pt x="5932" y="4455"/>
                </a:cubicBezTo>
                <a:cubicBezTo>
                  <a:pt x="5932" y="4860"/>
                  <a:pt x="6389" y="4860"/>
                  <a:pt x="6389" y="4860"/>
                </a:cubicBezTo>
                <a:close/>
                <a:moveTo>
                  <a:pt x="16885" y="4860"/>
                </a:moveTo>
                <a:cubicBezTo>
                  <a:pt x="16428" y="4860"/>
                  <a:pt x="16428" y="5265"/>
                  <a:pt x="16428" y="5670"/>
                </a:cubicBezTo>
                <a:cubicBezTo>
                  <a:pt x="16428" y="5670"/>
                  <a:pt x="16428" y="5670"/>
                  <a:pt x="16885" y="6210"/>
                </a:cubicBezTo>
                <a:lnTo>
                  <a:pt x="16885" y="4860"/>
                </a:lnTo>
                <a:close/>
                <a:moveTo>
                  <a:pt x="17189" y="7425"/>
                </a:moveTo>
                <a:cubicBezTo>
                  <a:pt x="17189" y="9045"/>
                  <a:pt x="17189" y="9045"/>
                  <a:pt x="17189" y="9045"/>
                </a:cubicBezTo>
                <a:cubicBezTo>
                  <a:pt x="17189" y="9045"/>
                  <a:pt x="17645" y="8640"/>
                  <a:pt x="17645" y="8235"/>
                </a:cubicBezTo>
                <a:cubicBezTo>
                  <a:pt x="17645" y="7830"/>
                  <a:pt x="17189" y="7830"/>
                  <a:pt x="17189" y="7425"/>
                </a:cubicBezTo>
                <a:close/>
                <a:moveTo>
                  <a:pt x="16732" y="11070"/>
                </a:moveTo>
                <a:cubicBezTo>
                  <a:pt x="19318" y="11070"/>
                  <a:pt x="20992" y="9450"/>
                  <a:pt x="20992" y="7020"/>
                </a:cubicBezTo>
                <a:cubicBezTo>
                  <a:pt x="20992" y="4860"/>
                  <a:pt x="19318" y="3240"/>
                  <a:pt x="16732" y="3240"/>
                </a:cubicBezTo>
                <a:cubicBezTo>
                  <a:pt x="14603" y="3240"/>
                  <a:pt x="12473" y="4860"/>
                  <a:pt x="12473" y="7020"/>
                </a:cubicBezTo>
                <a:cubicBezTo>
                  <a:pt x="12473" y="9450"/>
                  <a:pt x="14603" y="11070"/>
                  <a:pt x="16732" y="11070"/>
                </a:cubicBezTo>
                <a:close/>
                <a:moveTo>
                  <a:pt x="16276" y="7020"/>
                </a:moveTo>
                <a:cubicBezTo>
                  <a:pt x="15515" y="6615"/>
                  <a:pt x="15515" y="6210"/>
                  <a:pt x="15515" y="5670"/>
                </a:cubicBezTo>
                <a:cubicBezTo>
                  <a:pt x="15515" y="4860"/>
                  <a:pt x="15972" y="4050"/>
                  <a:pt x="16732" y="4050"/>
                </a:cubicBezTo>
                <a:cubicBezTo>
                  <a:pt x="16732" y="3645"/>
                  <a:pt x="16732" y="3645"/>
                  <a:pt x="16732" y="3645"/>
                </a:cubicBezTo>
                <a:cubicBezTo>
                  <a:pt x="17189" y="4050"/>
                  <a:pt x="17189" y="4050"/>
                  <a:pt x="17189" y="4050"/>
                </a:cubicBezTo>
                <a:cubicBezTo>
                  <a:pt x="17645" y="4050"/>
                  <a:pt x="18558" y="4455"/>
                  <a:pt x="18558" y="5265"/>
                </a:cubicBezTo>
                <a:cubicBezTo>
                  <a:pt x="18558" y="5670"/>
                  <a:pt x="18101" y="5670"/>
                  <a:pt x="18101" y="5670"/>
                </a:cubicBezTo>
                <a:cubicBezTo>
                  <a:pt x="17645" y="5670"/>
                  <a:pt x="17645" y="5670"/>
                  <a:pt x="17645" y="5265"/>
                </a:cubicBezTo>
                <a:cubicBezTo>
                  <a:pt x="17189" y="4860"/>
                  <a:pt x="17189" y="4860"/>
                  <a:pt x="17189" y="4860"/>
                </a:cubicBezTo>
                <a:cubicBezTo>
                  <a:pt x="17189" y="6615"/>
                  <a:pt x="17189" y="6615"/>
                  <a:pt x="17189" y="6615"/>
                </a:cubicBezTo>
                <a:cubicBezTo>
                  <a:pt x="17645" y="6615"/>
                  <a:pt x="17645" y="6615"/>
                  <a:pt x="17645" y="6615"/>
                </a:cubicBezTo>
                <a:cubicBezTo>
                  <a:pt x="18101" y="7020"/>
                  <a:pt x="18558" y="7425"/>
                  <a:pt x="18558" y="8235"/>
                </a:cubicBezTo>
                <a:cubicBezTo>
                  <a:pt x="18558" y="9045"/>
                  <a:pt x="18101" y="9450"/>
                  <a:pt x="17189" y="9450"/>
                </a:cubicBezTo>
                <a:cubicBezTo>
                  <a:pt x="17189" y="10260"/>
                  <a:pt x="17189" y="10260"/>
                  <a:pt x="17189" y="10260"/>
                </a:cubicBezTo>
                <a:cubicBezTo>
                  <a:pt x="16732" y="10260"/>
                  <a:pt x="16732" y="10260"/>
                  <a:pt x="16732" y="10260"/>
                </a:cubicBezTo>
                <a:cubicBezTo>
                  <a:pt x="16732" y="9450"/>
                  <a:pt x="16732" y="9450"/>
                  <a:pt x="16732" y="9450"/>
                </a:cubicBezTo>
                <a:cubicBezTo>
                  <a:pt x="15972" y="9450"/>
                  <a:pt x="15515" y="9045"/>
                  <a:pt x="15515" y="8235"/>
                </a:cubicBezTo>
                <a:cubicBezTo>
                  <a:pt x="15515" y="8235"/>
                  <a:pt x="15515" y="7830"/>
                  <a:pt x="15972" y="7830"/>
                </a:cubicBezTo>
                <a:cubicBezTo>
                  <a:pt x="15972" y="7830"/>
                  <a:pt x="15972" y="7830"/>
                  <a:pt x="16276" y="8235"/>
                </a:cubicBezTo>
                <a:cubicBezTo>
                  <a:pt x="16276" y="8640"/>
                  <a:pt x="16276" y="9045"/>
                  <a:pt x="16732" y="9045"/>
                </a:cubicBezTo>
                <a:cubicBezTo>
                  <a:pt x="16732" y="7425"/>
                  <a:pt x="16732" y="7425"/>
                  <a:pt x="16732" y="7425"/>
                </a:cubicBezTo>
                <a:lnTo>
                  <a:pt x="16276" y="702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35" name="Freeform 177"/>
          <p:cNvSpPr/>
          <p:nvPr/>
        </p:nvSpPr>
        <p:spPr>
          <a:xfrm>
            <a:off x="5259170" y="12221988"/>
            <a:ext cx="507869" cy="4539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635" y="4683"/>
                </a:moveTo>
                <a:cubicBezTo>
                  <a:pt x="14175" y="1964"/>
                  <a:pt x="14175" y="1964"/>
                  <a:pt x="14175" y="1964"/>
                </a:cubicBezTo>
                <a:cubicBezTo>
                  <a:pt x="14175" y="1964"/>
                  <a:pt x="14175" y="1964"/>
                  <a:pt x="13635" y="1964"/>
                </a:cubicBezTo>
                <a:cubicBezTo>
                  <a:pt x="12420" y="1964"/>
                  <a:pt x="12420" y="1964"/>
                  <a:pt x="12420" y="1964"/>
                </a:cubicBezTo>
                <a:cubicBezTo>
                  <a:pt x="12420" y="1208"/>
                  <a:pt x="12420" y="1208"/>
                  <a:pt x="12420" y="1208"/>
                </a:cubicBezTo>
                <a:cubicBezTo>
                  <a:pt x="12420" y="604"/>
                  <a:pt x="11880" y="0"/>
                  <a:pt x="10800" y="0"/>
                </a:cubicBezTo>
                <a:cubicBezTo>
                  <a:pt x="9585" y="0"/>
                  <a:pt x="9045" y="604"/>
                  <a:pt x="9045" y="1208"/>
                </a:cubicBezTo>
                <a:cubicBezTo>
                  <a:pt x="9045" y="1208"/>
                  <a:pt x="9045" y="1964"/>
                  <a:pt x="8505" y="1964"/>
                </a:cubicBezTo>
                <a:cubicBezTo>
                  <a:pt x="7290" y="1964"/>
                  <a:pt x="7290" y="1964"/>
                  <a:pt x="7290" y="1964"/>
                </a:cubicBezTo>
                <a:cubicBezTo>
                  <a:pt x="7290" y="4683"/>
                  <a:pt x="7290" y="4683"/>
                  <a:pt x="7290" y="4683"/>
                </a:cubicBezTo>
                <a:cubicBezTo>
                  <a:pt x="7830" y="4683"/>
                  <a:pt x="7830" y="4683"/>
                  <a:pt x="7830" y="4683"/>
                </a:cubicBezTo>
                <a:cubicBezTo>
                  <a:pt x="13635" y="4683"/>
                  <a:pt x="13635" y="4683"/>
                  <a:pt x="13635" y="4683"/>
                </a:cubicBezTo>
                <a:close/>
                <a:moveTo>
                  <a:pt x="18090" y="8761"/>
                </a:moveTo>
                <a:cubicBezTo>
                  <a:pt x="18090" y="8761"/>
                  <a:pt x="18090" y="8761"/>
                  <a:pt x="12420" y="8761"/>
                </a:cubicBezTo>
                <a:cubicBezTo>
                  <a:pt x="11745" y="8761"/>
                  <a:pt x="11745" y="8761"/>
                  <a:pt x="11745" y="9365"/>
                </a:cubicBezTo>
                <a:cubicBezTo>
                  <a:pt x="11745" y="9365"/>
                  <a:pt x="11745" y="9365"/>
                  <a:pt x="12420" y="9365"/>
                </a:cubicBezTo>
                <a:cubicBezTo>
                  <a:pt x="12420" y="9365"/>
                  <a:pt x="12420" y="9365"/>
                  <a:pt x="18090" y="9365"/>
                </a:cubicBezTo>
                <a:cubicBezTo>
                  <a:pt x="18090" y="8761"/>
                  <a:pt x="18090" y="8761"/>
                  <a:pt x="18090" y="8761"/>
                </a:cubicBezTo>
                <a:close/>
                <a:moveTo>
                  <a:pt x="18090" y="12235"/>
                </a:moveTo>
                <a:cubicBezTo>
                  <a:pt x="18090" y="12235"/>
                  <a:pt x="18090" y="12235"/>
                  <a:pt x="12420" y="12235"/>
                </a:cubicBezTo>
                <a:cubicBezTo>
                  <a:pt x="11745" y="12235"/>
                  <a:pt x="11745" y="12235"/>
                  <a:pt x="11745" y="12839"/>
                </a:cubicBezTo>
                <a:cubicBezTo>
                  <a:pt x="11745" y="12839"/>
                  <a:pt x="11745" y="12839"/>
                  <a:pt x="12420" y="12839"/>
                </a:cubicBezTo>
                <a:cubicBezTo>
                  <a:pt x="12420" y="12839"/>
                  <a:pt x="12420" y="12839"/>
                  <a:pt x="18090" y="12839"/>
                </a:cubicBezTo>
                <a:cubicBezTo>
                  <a:pt x="18090" y="12235"/>
                  <a:pt x="18090" y="12235"/>
                  <a:pt x="18090" y="12235"/>
                </a:cubicBezTo>
                <a:close/>
                <a:moveTo>
                  <a:pt x="11745" y="16162"/>
                </a:moveTo>
                <a:cubicBezTo>
                  <a:pt x="11745" y="16162"/>
                  <a:pt x="11745" y="16162"/>
                  <a:pt x="12420" y="16162"/>
                </a:cubicBezTo>
                <a:cubicBezTo>
                  <a:pt x="12420" y="16162"/>
                  <a:pt x="12420" y="16162"/>
                  <a:pt x="18090" y="16162"/>
                </a:cubicBezTo>
                <a:cubicBezTo>
                  <a:pt x="18090" y="15407"/>
                  <a:pt x="18090" y="15407"/>
                  <a:pt x="18090" y="15407"/>
                </a:cubicBezTo>
                <a:cubicBezTo>
                  <a:pt x="18090" y="15407"/>
                  <a:pt x="18090" y="15407"/>
                  <a:pt x="12420" y="15407"/>
                </a:cubicBezTo>
                <a:cubicBezTo>
                  <a:pt x="11745" y="15407"/>
                  <a:pt x="11745" y="15407"/>
                  <a:pt x="11745" y="16162"/>
                </a:cubicBezTo>
                <a:close/>
                <a:moveTo>
                  <a:pt x="20385" y="2568"/>
                </a:moveTo>
                <a:cubicBezTo>
                  <a:pt x="15930" y="2568"/>
                  <a:pt x="15930" y="2568"/>
                  <a:pt x="15930" y="2568"/>
                </a:cubicBezTo>
                <a:cubicBezTo>
                  <a:pt x="15255" y="2568"/>
                  <a:pt x="15255" y="2568"/>
                  <a:pt x="15255" y="2568"/>
                </a:cubicBezTo>
                <a:cubicBezTo>
                  <a:pt x="15255" y="3927"/>
                  <a:pt x="15255" y="3927"/>
                  <a:pt x="15255" y="3927"/>
                </a:cubicBezTo>
                <a:cubicBezTo>
                  <a:pt x="19305" y="3927"/>
                  <a:pt x="19305" y="3927"/>
                  <a:pt x="19305" y="3927"/>
                </a:cubicBezTo>
                <a:cubicBezTo>
                  <a:pt x="19845" y="3927"/>
                  <a:pt x="19845" y="4683"/>
                  <a:pt x="19845" y="4683"/>
                </a:cubicBezTo>
                <a:cubicBezTo>
                  <a:pt x="19845" y="18881"/>
                  <a:pt x="19845" y="18881"/>
                  <a:pt x="19845" y="18881"/>
                </a:cubicBezTo>
                <a:cubicBezTo>
                  <a:pt x="19845" y="19485"/>
                  <a:pt x="19845" y="20241"/>
                  <a:pt x="19305" y="20241"/>
                </a:cubicBezTo>
                <a:cubicBezTo>
                  <a:pt x="2295" y="20241"/>
                  <a:pt x="2295" y="20241"/>
                  <a:pt x="2295" y="20241"/>
                </a:cubicBezTo>
                <a:cubicBezTo>
                  <a:pt x="1620" y="20241"/>
                  <a:pt x="1080" y="19485"/>
                  <a:pt x="1080" y="18881"/>
                </a:cubicBezTo>
                <a:cubicBezTo>
                  <a:pt x="1080" y="4683"/>
                  <a:pt x="1080" y="4683"/>
                  <a:pt x="1080" y="4683"/>
                </a:cubicBezTo>
                <a:cubicBezTo>
                  <a:pt x="1080" y="4683"/>
                  <a:pt x="1620" y="3927"/>
                  <a:pt x="2295" y="3927"/>
                </a:cubicBezTo>
                <a:cubicBezTo>
                  <a:pt x="6210" y="3927"/>
                  <a:pt x="6210" y="3927"/>
                  <a:pt x="6210" y="3927"/>
                </a:cubicBezTo>
                <a:cubicBezTo>
                  <a:pt x="6210" y="2568"/>
                  <a:pt x="6210" y="2568"/>
                  <a:pt x="6210" y="2568"/>
                </a:cubicBezTo>
                <a:cubicBezTo>
                  <a:pt x="5670" y="2568"/>
                  <a:pt x="5670" y="2568"/>
                  <a:pt x="5670" y="2568"/>
                </a:cubicBezTo>
                <a:cubicBezTo>
                  <a:pt x="1080" y="2568"/>
                  <a:pt x="1080" y="2568"/>
                  <a:pt x="1080" y="2568"/>
                </a:cubicBezTo>
                <a:cubicBezTo>
                  <a:pt x="540" y="2568"/>
                  <a:pt x="0" y="2568"/>
                  <a:pt x="0" y="3323"/>
                </a:cubicBezTo>
                <a:cubicBezTo>
                  <a:pt x="0" y="20241"/>
                  <a:pt x="0" y="20241"/>
                  <a:pt x="0" y="20241"/>
                </a:cubicBezTo>
                <a:cubicBezTo>
                  <a:pt x="0" y="20845"/>
                  <a:pt x="540" y="21600"/>
                  <a:pt x="1080" y="21600"/>
                </a:cubicBezTo>
                <a:cubicBezTo>
                  <a:pt x="20385" y="21600"/>
                  <a:pt x="20385" y="21600"/>
                  <a:pt x="20385" y="21600"/>
                </a:cubicBezTo>
                <a:cubicBezTo>
                  <a:pt x="20925" y="21600"/>
                  <a:pt x="21600" y="20845"/>
                  <a:pt x="21600" y="20241"/>
                </a:cubicBezTo>
                <a:cubicBezTo>
                  <a:pt x="21600" y="3323"/>
                  <a:pt x="21600" y="3323"/>
                  <a:pt x="21600" y="3323"/>
                </a:cubicBezTo>
                <a:cubicBezTo>
                  <a:pt x="21600" y="2568"/>
                  <a:pt x="20925" y="2568"/>
                  <a:pt x="20385" y="2568"/>
                </a:cubicBezTo>
                <a:close/>
                <a:moveTo>
                  <a:pt x="4995" y="9365"/>
                </a:moveTo>
                <a:cubicBezTo>
                  <a:pt x="4995" y="10724"/>
                  <a:pt x="5670" y="11329"/>
                  <a:pt x="6750" y="11329"/>
                </a:cubicBezTo>
                <a:cubicBezTo>
                  <a:pt x="7965" y="11329"/>
                  <a:pt x="8505" y="10724"/>
                  <a:pt x="8505" y="9365"/>
                </a:cubicBezTo>
                <a:cubicBezTo>
                  <a:pt x="8505" y="8006"/>
                  <a:pt x="7965" y="7250"/>
                  <a:pt x="6750" y="7250"/>
                </a:cubicBezTo>
                <a:cubicBezTo>
                  <a:pt x="5670" y="7250"/>
                  <a:pt x="4995" y="8006"/>
                  <a:pt x="4995" y="9365"/>
                </a:cubicBezTo>
                <a:close/>
                <a:moveTo>
                  <a:pt x="5130" y="12235"/>
                </a:moveTo>
                <a:cubicBezTo>
                  <a:pt x="4590" y="12235"/>
                  <a:pt x="4590" y="12839"/>
                  <a:pt x="4590" y="12839"/>
                </a:cubicBezTo>
                <a:cubicBezTo>
                  <a:pt x="3375" y="16162"/>
                  <a:pt x="3375" y="16162"/>
                  <a:pt x="3375" y="16162"/>
                </a:cubicBezTo>
                <a:cubicBezTo>
                  <a:pt x="3375" y="16917"/>
                  <a:pt x="3375" y="16917"/>
                  <a:pt x="3375" y="16917"/>
                </a:cubicBezTo>
                <a:cubicBezTo>
                  <a:pt x="9720" y="16917"/>
                  <a:pt x="9720" y="16917"/>
                  <a:pt x="9720" y="16917"/>
                </a:cubicBezTo>
                <a:cubicBezTo>
                  <a:pt x="10260" y="16917"/>
                  <a:pt x="10260" y="16917"/>
                  <a:pt x="10260" y="16162"/>
                </a:cubicBezTo>
                <a:cubicBezTo>
                  <a:pt x="9180" y="12839"/>
                  <a:pt x="9180" y="12839"/>
                  <a:pt x="9180" y="12839"/>
                </a:cubicBezTo>
                <a:cubicBezTo>
                  <a:pt x="9180" y="12839"/>
                  <a:pt x="8640" y="12235"/>
                  <a:pt x="7965" y="12235"/>
                </a:cubicBezTo>
                <a:cubicBezTo>
                  <a:pt x="5130" y="12235"/>
                  <a:pt x="5130" y="12235"/>
                  <a:pt x="5130" y="1223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36" name="Freeform 17"/>
          <p:cNvSpPr/>
          <p:nvPr/>
        </p:nvSpPr>
        <p:spPr>
          <a:xfrm>
            <a:off x="6360000" y="12274022"/>
            <a:ext cx="507869" cy="3904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7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lnTo>
                  <a:pt x="270" y="0"/>
                </a:lnTo>
                <a:close/>
                <a:moveTo>
                  <a:pt x="7560" y="15805"/>
                </a:moveTo>
                <a:lnTo>
                  <a:pt x="13500" y="15805"/>
                </a:lnTo>
                <a:lnTo>
                  <a:pt x="13500" y="17561"/>
                </a:lnTo>
                <a:lnTo>
                  <a:pt x="7560" y="17561"/>
                </a:lnTo>
                <a:lnTo>
                  <a:pt x="7560" y="15805"/>
                </a:lnTo>
                <a:close/>
                <a:moveTo>
                  <a:pt x="8505" y="16332"/>
                </a:moveTo>
                <a:lnTo>
                  <a:pt x="12555" y="16332"/>
                </a:lnTo>
                <a:lnTo>
                  <a:pt x="12555" y="17034"/>
                </a:lnTo>
                <a:lnTo>
                  <a:pt x="8505" y="17034"/>
                </a:lnTo>
                <a:lnTo>
                  <a:pt x="8505" y="16332"/>
                </a:lnTo>
                <a:close/>
                <a:moveTo>
                  <a:pt x="4995" y="11766"/>
                </a:moveTo>
                <a:lnTo>
                  <a:pt x="16065" y="11766"/>
                </a:lnTo>
                <a:lnTo>
                  <a:pt x="16065" y="14751"/>
                </a:lnTo>
                <a:lnTo>
                  <a:pt x="4995" y="14751"/>
                </a:lnTo>
                <a:lnTo>
                  <a:pt x="4995" y="11766"/>
                </a:lnTo>
                <a:close/>
                <a:moveTo>
                  <a:pt x="5940" y="12644"/>
                </a:moveTo>
                <a:lnTo>
                  <a:pt x="7020" y="12644"/>
                </a:lnTo>
                <a:lnTo>
                  <a:pt x="7020" y="13873"/>
                </a:lnTo>
                <a:lnTo>
                  <a:pt x="5940" y="13873"/>
                </a:lnTo>
                <a:lnTo>
                  <a:pt x="5940" y="12644"/>
                </a:lnTo>
                <a:close/>
                <a:moveTo>
                  <a:pt x="14040" y="12644"/>
                </a:moveTo>
                <a:lnTo>
                  <a:pt x="15120" y="12644"/>
                </a:lnTo>
                <a:lnTo>
                  <a:pt x="15120" y="13873"/>
                </a:lnTo>
                <a:lnTo>
                  <a:pt x="14040" y="13873"/>
                </a:lnTo>
                <a:lnTo>
                  <a:pt x="14040" y="12644"/>
                </a:lnTo>
                <a:close/>
                <a:moveTo>
                  <a:pt x="12420" y="12644"/>
                </a:moveTo>
                <a:lnTo>
                  <a:pt x="13500" y="12644"/>
                </a:lnTo>
                <a:lnTo>
                  <a:pt x="13500" y="13873"/>
                </a:lnTo>
                <a:lnTo>
                  <a:pt x="12420" y="13873"/>
                </a:lnTo>
                <a:lnTo>
                  <a:pt x="12420" y="12644"/>
                </a:lnTo>
                <a:close/>
                <a:moveTo>
                  <a:pt x="7560" y="12644"/>
                </a:moveTo>
                <a:lnTo>
                  <a:pt x="8640" y="12644"/>
                </a:lnTo>
                <a:lnTo>
                  <a:pt x="8640" y="13873"/>
                </a:lnTo>
                <a:lnTo>
                  <a:pt x="7560" y="13873"/>
                </a:lnTo>
                <a:lnTo>
                  <a:pt x="7560" y="12644"/>
                </a:lnTo>
                <a:close/>
                <a:moveTo>
                  <a:pt x="10800" y="12644"/>
                </a:moveTo>
                <a:lnTo>
                  <a:pt x="11880" y="12644"/>
                </a:lnTo>
                <a:lnTo>
                  <a:pt x="11880" y="13873"/>
                </a:lnTo>
                <a:lnTo>
                  <a:pt x="10800" y="13873"/>
                </a:lnTo>
                <a:lnTo>
                  <a:pt x="10800" y="12644"/>
                </a:lnTo>
                <a:close/>
                <a:moveTo>
                  <a:pt x="9180" y="12644"/>
                </a:moveTo>
                <a:lnTo>
                  <a:pt x="10260" y="12644"/>
                </a:lnTo>
                <a:lnTo>
                  <a:pt x="10260" y="13873"/>
                </a:lnTo>
                <a:lnTo>
                  <a:pt x="9180" y="13873"/>
                </a:lnTo>
                <a:lnTo>
                  <a:pt x="9180" y="12644"/>
                </a:lnTo>
                <a:close/>
                <a:moveTo>
                  <a:pt x="4995" y="7551"/>
                </a:moveTo>
                <a:lnTo>
                  <a:pt x="16065" y="7551"/>
                </a:lnTo>
                <a:lnTo>
                  <a:pt x="16065" y="10537"/>
                </a:lnTo>
                <a:lnTo>
                  <a:pt x="4995" y="10537"/>
                </a:lnTo>
                <a:lnTo>
                  <a:pt x="4995" y="7551"/>
                </a:lnTo>
                <a:close/>
                <a:moveTo>
                  <a:pt x="9180" y="8429"/>
                </a:moveTo>
                <a:lnTo>
                  <a:pt x="10260" y="8429"/>
                </a:lnTo>
                <a:lnTo>
                  <a:pt x="10260" y="9483"/>
                </a:lnTo>
                <a:lnTo>
                  <a:pt x="9180" y="9483"/>
                </a:lnTo>
                <a:lnTo>
                  <a:pt x="9180" y="8429"/>
                </a:lnTo>
                <a:close/>
                <a:moveTo>
                  <a:pt x="12285" y="8429"/>
                </a:moveTo>
                <a:lnTo>
                  <a:pt x="13365" y="8429"/>
                </a:lnTo>
                <a:lnTo>
                  <a:pt x="13365" y="9483"/>
                </a:lnTo>
                <a:lnTo>
                  <a:pt x="12285" y="9483"/>
                </a:lnTo>
                <a:lnTo>
                  <a:pt x="12285" y="8429"/>
                </a:lnTo>
                <a:close/>
                <a:moveTo>
                  <a:pt x="10800" y="8429"/>
                </a:moveTo>
                <a:lnTo>
                  <a:pt x="11880" y="8429"/>
                </a:lnTo>
                <a:lnTo>
                  <a:pt x="11880" y="9483"/>
                </a:lnTo>
                <a:lnTo>
                  <a:pt x="10800" y="9483"/>
                </a:lnTo>
                <a:lnTo>
                  <a:pt x="10800" y="8429"/>
                </a:lnTo>
                <a:close/>
                <a:moveTo>
                  <a:pt x="7695" y="8429"/>
                </a:moveTo>
                <a:lnTo>
                  <a:pt x="8775" y="8429"/>
                </a:lnTo>
                <a:lnTo>
                  <a:pt x="8775" y="9483"/>
                </a:lnTo>
                <a:lnTo>
                  <a:pt x="7695" y="9483"/>
                </a:lnTo>
                <a:lnTo>
                  <a:pt x="7695" y="8429"/>
                </a:lnTo>
                <a:close/>
                <a:moveTo>
                  <a:pt x="5805" y="1405"/>
                </a:moveTo>
                <a:lnTo>
                  <a:pt x="3915" y="1405"/>
                </a:lnTo>
                <a:lnTo>
                  <a:pt x="3915" y="3688"/>
                </a:lnTo>
                <a:lnTo>
                  <a:pt x="5805" y="3688"/>
                </a:lnTo>
                <a:lnTo>
                  <a:pt x="5805" y="1405"/>
                </a:lnTo>
                <a:close/>
                <a:moveTo>
                  <a:pt x="3240" y="1405"/>
                </a:moveTo>
                <a:lnTo>
                  <a:pt x="1350" y="1405"/>
                </a:lnTo>
                <a:lnTo>
                  <a:pt x="1350" y="3688"/>
                </a:lnTo>
                <a:lnTo>
                  <a:pt x="3240" y="3688"/>
                </a:lnTo>
                <a:lnTo>
                  <a:pt x="3240" y="1405"/>
                </a:lnTo>
                <a:close/>
                <a:moveTo>
                  <a:pt x="9315" y="3688"/>
                </a:moveTo>
                <a:lnTo>
                  <a:pt x="20115" y="3688"/>
                </a:lnTo>
                <a:lnTo>
                  <a:pt x="20115" y="1229"/>
                </a:lnTo>
                <a:lnTo>
                  <a:pt x="9315" y="1229"/>
                </a:lnTo>
                <a:lnTo>
                  <a:pt x="9315" y="3688"/>
                </a:lnTo>
                <a:close/>
                <a:moveTo>
                  <a:pt x="21060" y="4741"/>
                </a:moveTo>
                <a:lnTo>
                  <a:pt x="540" y="4741"/>
                </a:lnTo>
                <a:lnTo>
                  <a:pt x="540" y="20898"/>
                </a:lnTo>
                <a:lnTo>
                  <a:pt x="21060" y="20898"/>
                </a:lnTo>
                <a:lnTo>
                  <a:pt x="21060" y="4741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37" name="Freeform 21"/>
          <p:cNvSpPr/>
          <p:nvPr/>
        </p:nvSpPr>
        <p:spPr>
          <a:xfrm>
            <a:off x="11979137" y="7813857"/>
            <a:ext cx="504696" cy="3904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72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lnTo>
                  <a:pt x="272" y="0"/>
                </a:lnTo>
                <a:close/>
                <a:moveTo>
                  <a:pt x="16845" y="13346"/>
                </a:moveTo>
                <a:lnTo>
                  <a:pt x="12226" y="16156"/>
                </a:lnTo>
                <a:lnTo>
                  <a:pt x="12226" y="14400"/>
                </a:lnTo>
                <a:lnTo>
                  <a:pt x="15487" y="12644"/>
                </a:lnTo>
                <a:lnTo>
                  <a:pt x="12226" y="11063"/>
                </a:lnTo>
                <a:lnTo>
                  <a:pt x="12226" y="9483"/>
                </a:lnTo>
                <a:lnTo>
                  <a:pt x="16845" y="11941"/>
                </a:lnTo>
                <a:lnTo>
                  <a:pt x="16845" y="13346"/>
                </a:lnTo>
                <a:close/>
                <a:moveTo>
                  <a:pt x="8830" y="11239"/>
                </a:moveTo>
                <a:lnTo>
                  <a:pt x="5570" y="12995"/>
                </a:lnTo>
                <a:lnTo>
                  <a:pt x="8830" y="14576"/>
                </a:lnTo>
                <a:lnTo>
                  <a:pt x="8966" y="16156"/>
                </a:lnTo>
                <a:lnTo>
                  <a:pt x="4211" y="13698"/>
                </a:lnTo>
                <a:lnTo>
                  <a:pt x="4211" y="12293"/>
                </a:lnTo>
                <a:lnTo>
                  <a:pt x="8830" y="9483"/>
                </a:lnTo>
                <a:lnTo>
                  <a:pt x="8830" y="11239"/>
                </a:lnTo>
                <a:close/>
                <a:moveTo>
                  <a:pt x="11819" y="17210"/>
                </a:moveTo>
                <a:lnTo>
                  <a:pt x="10868" y="17210"/>
                </a:lnTo>
                <a:lnTo>
                  <a:pt x="9238" y="8254"/>
                </a:lnTo>
                <a:lnTo>
                  <a:pt x="10053" y="8254"/>
                </a:lnTo>
                <a:lnTo>
                  <a:pt x="11819" y="17210"/>
                </a:lnTo>
                <a:close/>
                <a:moveTo>
                  <a:pt x="5977" y="1405"/>
                </a:moveTo>
                <a:lnTo>
                  <a:pt x="3940" y="1405"/>
                </a:lnTo>
                <a:lnTo>
                  <a:pt x="3940" y="3688"/>
                </a:lnTo>
                <a:lnTo>
                  <a:pt x="5977" y="3688"/>
                </a:lnTo>
                <a:lnTo>
                  <a:pt x="5977" y="1405"/>
                </a:lnTo>
                <a:close/>
                <a:moveTo>
                  <a:pt x="3260" y="1405"/>
                </a:moveTo>
                <a:lnTo>
                  <a:pt x="1358" y="1405"/>
                </a:lnTo>
                <a:lnTo>
                  <a:pt x="1358" y="3688"/>
                </a:lnTo>
                <a:lnTo>
                  <a:pt x="3260" y="3688"/>
                </a:lnTo>
                <a:lnTo>
                  <a:pt x="3260" y="1405"/>
                </a:lnTo>
                <a:close/>
                <a:moveTo>
                  <a:pt x="9374" y="3688"/>
                </a:moveTo>
                <a:lnTo>
                  <a:pt x="20106" y="3688"/>
                </a:lnTo>
                <a:lnTo>
                  <a:pt x="20106" y="1229"/>
                </a:lnTo>
                <a:lnTo>
                  <a:pt x="9374" y="1229"/>
                </a:lnTo>
                <a:lnTo>
                  <a:pt x="9374" y="3688"/>
                </a:lnTo>
                <a:close/>
                <a:moveTo>
                  <a:pt x="21057" y="4741"/>
                </a:moveTo>
                <a:lnTo>
                  <a:pt x="543" y="4741"/>
                </a:lnTo>
                <a:lnTo>
                  <a:pt x="543" y="20898"/>
                </a:lnTo>
                <a:lnTo>
                  <a:pt x="21057" y="20898"/>
                </a:lnTo>
                <a:lnTo>
                  <a:pt x="21057" y="4741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38" name="Freeform 22"/>
          <p:cNvSpPr/>
          <p:nvPr/>
        </p:nvSpPr>
        <p:spPr>
          <a:xfrm>
            <a:off x="9778523" y="7804336"/>
            <a:ext cx="507869" cy="4031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655" y="0"/>
                </a:moveTo>
                <a:cubicBezTo>
                  <a:pt x="945" y="0"/>
                  <a:pt x="945" y="0"/>
                  <a:pt x="945" y="0"/>
                </a:cubicBezTo>
                <a:cubicBezTo>
                  <a:pt x="540" y="0"/>
                  <a:pt x="0" y="510"/>
                  <a:pt x="0" y="1020"/>
                </a:cubicBezTo>
                <a:cubicBezTo>
                  <a:pt x="0" y="16838"/>
                  <a:pt x="0" y="16838"/>
                  <a:pt x="0" y="16838"/>
                </a:cubicBezTo>
                <a:cubicBezTo>
                  <a:pt x="0" y="17348"/>
                  <a:pt x="540" y="17518"/>
                  <a:pt x="945" y="17518"/>
                </a:cubicBezTo>
                <a:cubicBezTo>
                  <a:pt x="20655" y="17518"/>
                  <a:pt x="20655" y="17518"/>
                  <a:pt x="20655" y="17518"/>
                </a:cubicBezTo>
                <a:cubicBezTo>
                  <a:pt x="21195" y="17518"/>
                  <a:pt x="21600" y="17348"/>
                  <a:pt x="21600" y="16838"/>
                </a:cubicBezTo>
                <a:cubicBezTo>
                  <a:pt x="21600" y="1020"/>
                  <a:pt x="21600" y="1020"/>
                  <a:pt x="21600" y="1020"/>
                </a:cubicBezTo>
                <a:cubicBezTo>
                  <a:pt x="21600" y="510"/>
                  <a:pt x="21195" y="0"/>
                  <a:pt x="20655" y="0"/>
                </a:cubicBezTo>
                <a:close/>
                <a:moveTo>
                  <a:pt x="6750" y="9014"/>
                </a:moveTo>
                <a:cubicBezTo>
                  <a:pt x="6750" y="8674"/>
                  <a:pt x="6885" y="8504"/>
                  <a:pt x="6885" y="8334"/>
                </a:cubicBezTo>
                <a:cubicBezTo>
                  <a:pt x="6615" y="7994"/>
                  <a:pt x="6615" y="7994"/>
                  <a:pt x="6615" y="7994"/>
                </a:cubicBezTo>
                <a:cubicBezTo>
                  <a:pt x="6615" y="7824"/>
                  <a:pt x="6615" y="7654"/>
                  <a:pt x="6615" y="7483"/>
                </a:cubicBezTo>
                <a:cubicBezTo>
                  <a:pt x="7020" y="6973"/>
                  <a:pt x="7020" y="6973"/>
                  <a:pt x="7020" y="6973"/>
                </a:cubicBezTo>
                <a:cubicBezTo>
                  <a:pt x="7155" y="6803"/>
                  <a:pt x="7290" y="6803"/>
                  <a:pt x="7425" y="6803"/>
                </a:cubicBezTo>
                <a:cubicBezTo>
                  <a:pt x="7695" y="7143"/>
                  <a:pt x="7695" y="7143"/>
                  <a:pt x="7695" y="7143"/>
                </a:cubicBezTo>
                <a:cubicBezTo>
                  <a:pt x="7830" y="6973"/>
                  <a:pt x="8100" y="6973"/>
                  <a:pt x="8235" y="6803"/>
                </a:cubicBezTo>
                <a:cubicBezTo>
                  <a:pt x="8235" y="6293"/>
                  <a:pt x="8235" y="6293"/>
                  <a:pt x="8235" y="6293"/>
                </a:cubicBezTo>
                <a:cubicBezTo>
                  <a:pt x="8235" y="6123"/>
                  <a:pt x="8370" y="5953"/>
                  <a:pt x="8505" y="5953"/>
                </a:cubicBezTo>
                <a:cubicBezTo>
                  <a:pt x="9045" y="5953"/>
                  <a:pt x="9045" y="5953"/>
                  <a:pt x="9045" y="5953"/>
                </a:cubicBezTo>
                <a:cubicBezTo>
                  <a:pt x="9180" y="5953"/>
                  <a:pt x="9315" y="5953"/>
                  <a:pt x="9315" y="6123"/>
                </a:cubicBezTo>
                <a:cubicBezTo>
                  <a:pt x="9450" y="6633"/>
                  <a:pt x="9450" y="6633"/>
                  <a:pt x="9450" y="6633"/>
                </a:cubicBezTo>
                <a:cubicBezTo>
                  <a:pt x="9585" y="6633"/>
                  <a:pt x="9855" y="6803"/>
                  <a:pt x="9990" y="6803"/>
                </a:cubicBezTo>
                <a:cubicBezTo>
                  <a:pt x="10260" y="6463"/>
                  <a:pt x="10260" y="6463"/>
                  <a:pt x="10260" y="6463"/>
                </a:cubicBezTo>
                <a:cubicBezTo>
                  <a:pt x="10395" y="6463"/>
                  <a:pt x="10530" y="6463"/>
                  <a:pt x="10665" y="6463"/>
                </a:cubicBezTo>
                <a:cubicBezTo>
                  <a:pt x="11070" y="6973"/>
                  <a:pt x="11070" y="6973"/>
                  <a:pt x="11070" y="6973"/>
                </a:cubicBezTo>
                <a:cubicBezTo>
                  <a:pt x="11205" y="7143"/>
                  <a:pt x="11205" y="7313"/>
                  <a:pt x="11070" y="7483"/>
                </a:cubicBezTo>
                <a:cubicBezTo>
                  <a:pt x="10935" y="7824"/>
                  <a:pt x="10935" y="7824"/>
                  <a:pt x="10935" y="7824"/>
                </a:cubicBezTo>
                <a:cubicBezTo>
                  <a:pt x="11070" y="7994"/>
                  <a:pt x="11070" y="8334"/>
                  <a:pt x="11205" y="8504"/>
                </a:cubicBezTo>
                <a:cubicBezTo>
                  <a:pt x="11610" y="8504"/>
                  <a:pt x="11610" y="8504"/>
                  <a:pt x="11610" y="8504"/>
                </a:cubicBezTo>
                <a:cubicBezTo>
                  <a:pt x="11745" y="8504"/>
                  <a:pt x="11745" y="8674"/>
                  <a:pt x="11880" y="8844"/>
                </a:cubicBezTo>
                <a:cubicBezTo>
                  <a:pt x="11880" y="9524"/>
                  <a:pt x="11880" y="9524"/>
                  <a:pt x="11880" y="9524"/>
                </a:cubicBezTo>
                <a:cubicBezTo>
                  <a:pt x="11880" y="9694"/>
                  <a:pt x="11745" y="9865"/>
                  <a:pt x="11610" y="9865"/>
                </a:cubicBezTo>
                <a:cubicBezTo>
                  <a:pt x="11340" y="10035"/>
                  <a:pt x="11340" y="10035"/>
                  <a:pt x="11340" y="10035"/>
                </a:cubicBezTo>
                <a:cubicBezTo>
                  <a:pt x="11340" y="10205"/>
                  <a:pt x="11205" y="10545"/>
                  <a:pt x="11205" y="10715"/>
                </a:cubicBezTo>
                <a:cubicBezTo>
                  <a:pt x="11340" y="11055"/>
                  <a:pt x="11340" y="11055"/>
                  <a:pt x="11340" y="11055"/>
                </a:cubicBezTo>
                <a:cubicBezTo>
                  <a:pt x="11475" y="11225"/>
                  <a:pt x="11475" y="11395"/>
                  <a:pt x="11340" y="11565"/>
                </a:cubicBezTo>
                <a:cubicBezTo>
                  <a:pt x="11070" y="12076"/>
                  <a:pt x="11070" y="12076"/>
                  <a:pt x="11070" y="12076"/>
                </a:cubicBezTo>
                <a:cubicBezTo>
                  <a:pt x="10935" y="12246"/>
                  <a:pt x="10800" y="12246"/>
                  <a:pt x="10665" y="12076"/>
                </a:cubicBezTo>
                <a:cubicBezTo>
                  <a:pt x="10395" y="11906"/>
                  <a:pt x="10395" y="11906"/>
                  <a:pt x="10395" y="11906"/>
                </a:cubicBezTo>
                <a:cubicBezTo>
                  <a:pt x="10260" y="12076"/>
                  <a:pt x="9990" y="12246"/>
                  <a:pt x="9855" y="12246"/>
                </a:cubicBezTo>
                <a:cubicBezTo>
                  <a:pt x="9855" y="12756"/>
                  <a:pt x="9855" y="12756"/>
                  <a:pt x="9855" y="12756"/>
                </a:cubicBezTo>
                <a:cubicBezTo>
                  <a:pt x="9855" y="12926"/>
                  <a:pt x="9720" y="12926"/>
                  <a:pt x="9585" y="13096"/>
                </a:cubicBezTo>
                <a:cubicBezTo>
                  <a:pt x="9045" y="13096"/>
                  <a:pt x="9045" y="13096"/>
                  <a:pt x="9045" y="13096"/>
                </a:cubicBezTo>
                <a:cubicBezTo>
                  <a:pt x="8910" y="13096"/>
                  <a:pt x="8775" y="12926"/>
                  <a:pt x="8775" y="12756"/>
                </a:cubicBezTo>
                <a:cubicBezTo>
                  <a:pt x="8640" y="12416"/>
                  <a:pt x="8640" y="12416"/>
                  <a:pt x="8640" y="12416"/>
                </a:cubicBezTo>
                <a:cubicBezTo>
                  <a:pt x="8370" y="12416"/>
                  <a:pt x="8235" y="12246"/>
                  <a:pt x="8100" y="12076"/>
                </a:cubicBezTo>
                <a:cubicBezTo>
                  <a:pt x="7830" y="12416"/>
                  <a:pt x="7830" y="12416"/>
                  <a:pt x="7830" y="12416"/>
                </a:cubicBezTo>
                <a:cubicBezTo>
                  <a:pt x="7695" y="12586"/>
                  <a:pt x="7560" y="12586"/>
                  <a:pt x="7425" y="12416"/>
                </a:cubicBezTo>
                <a:cubicBezTo>
                  <a:pt x="7020" y="12076"/>
                  <a:pt x="7020" y="12076"/>
                  <a:pt x="7020" y="12076"/>
                </a:cubicBezTo>
                <a:cubicBezTo>
                  <a:pt x="6885" y="11906"/>
                  <a:pt x="6885" y="11735"/>
                  <a:pt x="6885" y="11565"/>
                </a:cubicBezTo>
                <a:cubicBezTo>
                  <a:pt x="7155" y="11225"/>
                  <a:pt x="7155" y="11225"/>
                  <a:pt x="7155" y="11225"/>
                </a:cubicBezTo>
                <a:cubicBezTo>
                  <a:pt x="7020" y="10885"/>
                  <a:pt x="6885" y="10715"/>
                  <a:pt x="6885" y="10545"/>
                </a:cubicBezTo>
                <a:cubicBezTo>
                  <a:pt x="6480" y="10545"/>
                  <a:pt x="6480" y="10545"/>
                  <a:pt x="6480" y="10545"/>
                </a:cubicBezTo>
                <a:cubicBezTo>
                  <a:pt x="6345" y="10545"/>
                  <a:pt x="6210" y="10375"/>
                  <a:pt x="6210" y="10205"/>
                </a:cubicBezTo>
                <a:cubicBezTo>
                  <a:pt x="6210" y="9354"/>
                  <a:pt x="6210" y="9354"/>
                  <a:pt x="6210" y="9354"/>
                </a:cubicBezTo>
                <a:cubicBezTo>
                  <a:pt x="6210" y="9184"/>
                  <a:pt x="6210" y="9184"/>
                  <a:pt x="6345" y="9014"/>
                </a:cubicBezTo>
                <a:lnTo>
                  <a:pt x="6750" y="9014"/>
                </a:lnTo>
                <a:close/>
                <a:moveTo>
                  <a:pt x="14985" y="7824"/>
                </a:moveTo>
                <a:cubicBezTo>
                  <a:pt x="14715" y="8164"/>
                  <a:pt x="14715" y="8164"/>
                  <a:pt x="14715" y="8164"/>
                </a:cubicBezTo>
                <a:cubicBezTo>
                  <a:pt x="14580" y="8334"/>
                  <a:pt x="14445" y="8334"/>
                  <a:pt x="14310" y="8334"/>
                </a:cubicBezTo>
                <a:cubicBezTo>
                  <a:pt x="14175" y="7994"/>
                  <a:pt x="14175" y="7994"/>
                  <a:pt x="14175" y="7994"/>
                </a:cubicBezTo>
                <a:cubicBezTo>
                  <a:pt x="14040" y="8164"/>
                  <a:pt x="13905" y="8334"/>
                  <a:pt x="13770" y="8334"/>
                </a:cubicBezTo>
                <a:cubicBezTo>
                  <a:pt x="13635" y="8674"/>
                  <a:pt x="13635" y="8674"/>
                  <a:pt x="13635" y="8674"/>
                </a:cubicBezTo>
                <a:cubicBezTo>
                  <a:pt x="13635" y="8844"/>
                  <a:pt x="13500" y="8844"/>
                  <a:pt x="13365" y="8844"/>
                </a:cubicBezTo>
                <a:cubicBezTo>
                  <a:pt x="12960" y="8844"/>
                  <a:pt x="12960" y="8844"/>
                  <a:pt x="12960" y="8844"/>
                </a:cubicBezTo>
                <a:cubicBezTo>
                  <a:pt x="12825" y="8844"/>
                  <a:pt x="12825" y="8844"/>
                  <a:pt x="12690" y="8674"/>
                </a:cubicBezTo>
                <a:cubicBezTo>
                  <a:pt x="12690" y="8334"/>
                  <a:pt x="12690" y="8334"/>
                  <a:pt x="12690" y="8334"/>
                </a:cubicBezTo>
                <a:cubicBezTo>
                  <a:pt x="12555" y="8334"/>
                  <a:pt x="12420" y="8164"/>
                  <a:pt x="12285" y="7994"/>
                </a:cubicBezTo>
                <a:cubicBezTo>
                  <a:pt x="12015" y="8334"/>
                  <a:pt x="12015" y="8334"/>
                  <a:pt x="12015" y="8334"/>
                </a:cubicBezTo>
                <a:cubicBezTo>
                  <a:pt x="11880" y="8334"/>
                  <a:pt x="11745" y="8334"/>
                  <a:pt x="11745" y="8164"/>
                </a:cubicBezTo>
                <a:cubicBezTo>
                  <a:pt x="11340" y="7824"/>
                  <a:pt x="11340" y="7824"/>
                  <a:pt x="11340" y="7824"/>
                </a:cubicBezTo>
                <a:cubicBezTo>
                  <a:pt x="11340" y="7824"/>
                  <a:pt x="11340" y="7483"/>
                  <a:pt x="11340" y="7483"/>
                </a:cubicBezTo>
                <a:cubicBezTo>
                  <a:pt x="11610" y="7143"/>
                  <a:pt x="11610" y="7143"/>
                  <a:pt x="11610" y="7143"/>
                </a:cubicBezTo>
                <a:cubicBezTo>
                  <a:pt x="11475" y="6973"/>
                  <a:pt x="11340" y="6803"/>
                  <a:pt x="11340" y="6633"/>
                </a:cubicBezTo>
                <a:cubicBezTo>
                  <a:pt x="11070" y="6633"/>
                  <a:pt x="11070" y="6633"/>
                  <a:pt x="11070" y="6633"/>
                </a:cubicBezTo>
                <a:cubicBezTo>
                  <a:pt x="10935" y="6633"/>
                  <a:pt x="10935" y="6463"/>
                  <a:pt x="10935" y="6293"/>
                </a:cubicBezTo>
                <a:cubicBezTo>
                  <a:pt x="10935" y="5783"/>
                  <a:pt x="10935" y="5783"/>
                  <a:pt x="10935" y="5783"/>
                </a:cubicBezTo>
                <a:cubicBezTo>
                  <a:pt x="10935" y="5613"/>
                  <a:pt x="10935" y="5443"/>
                  <a:pt x="11070" y="5443"/>
                </a:cubicBezTo>
                <a:cubicBezTo>
                  <a:pt x="11340" y="5272"/>
                  <a:pt x="11340" y="5272"/>
                  <a:pt x="11340" y="5272"/>
                </a:cubicBezTo>
                <a:cubicBezTo>
                  <a:pt x="11475" y="5102"/>
                  <a:pt x="11475" y="4932"/>
                  <a:pt x="11610" y="4762"/>
                </a:cubicBezTo>
                <a:cubicBezTo>
                  <a:pt x="11340" y="4592"/>
                  <a:pt x="11340" y="4592"/>
                  <a:pt x="11340" y="4592"/>
                </a:cubicBezTo>
                <a:cubicBezTo>
                  <a:pt x="11340" y="4422"/>
                  <a:pt x="11340" y="4252"/>
                  <a:pt x="11340" y="4082"/>
                </a:cubicBezTo>
                <a:cubicBezTo>
                  <a:pt x="11745" y="3742"/>
                  <a:pt x="11745" y="3742"/>
                  <a:pt x="11745" y="3742"/>
                </a:cubicBezTo>
                <a:cubicBezTo>
                  <a:pt x="11745" y="3572"/>
                  <a:pt x="11880" y="3572"/>
                  <a:pt x="12015" y="3742"/>
                </a:cubicBezTo>
                <a:cubicBezTo>
                  <a:pt x="12285" y="3912"/>
                  <a:pt x="12285" y="3912"/>
                  <a:pt x="12285" y="3912"/>
                </a:cubicBezTo>
                <a:cubicBezTo>
                  <a:pt x="12420" y="3912"/>
                  <a:pt x="12555" y="3742"/>
                  <a:pt x="12690" y="3742"/>
                </a:cubicBezTo>
                <a:cubicBezTo>
                  <a:pt x="12690" y="3402"/>
                  <a:pt x="12690" y="3402"/>
                  <a:pt x="12690" y="3402"/>
                </a:cubicBezTo>
                <a:cubicBezTo>
                  <a:pt x="12690" y="3231"/>
                  <a:pt x="12825" y="3061"/>
                  <a:pt x="12960" y="3061"/>
                </a:cubicBezTo>
                <a:cubicBezTo>
                  <a:pt x="13365" y="3061"/>
                  <a:pt x="13365" y="3061"/>
                  <a:pt x="13365" y="3061"/>
                </a:cubicBezTo>
                <a:cubicBezTo>
                  <a:pt x="13500" y="3061"/>
                  <a:pt x="13635" y="3231"/>
                  <a:pt x="13635" y="3402"/>
                </a:cubicBezTo>
                <a:cubicBezTo>
                  <a:pt x="13635" y="3742"/>
                  <a:pt x="13635" y="3742"/>
                  <a:pt x="13635" y="3742"/>
                </a:cubicBezTo>
                <a:cubicBezTo>
                  <a:pt x="13770" y="3742"/>
                  <a:pt x="14040" y="3912"/>
                  <a:pt x="14175" y="3912"/>
                </a:cubicBezTo>
                <a:cubicBezTo>
                  <a:pt x="14310" y="3742"/>
                  <a:pt x="14310" y="3742"/>
                  <a:pt x="14310" y="3742"/>
                </a:cubicBezTo>
                <a:cubicBezTo>
                  <a:pt x="14445" y="3572"/>
                  <a:pt x="14580" y="3572"/>
                  <a:pt x="14715" y="3742"/>
                </a:cubicBezTo>
                <a:cubicBezTo>
                  <a:pt x="14985" y="4082"/>
                  <a:pt x="14985" y="4082"/>
                  <a:pt x="14985" y="4082"/>
                </a:cubicBezTo>
                <a:cubicBezTo>
                  <a:pt x="15120" y="4252"/>
                  <a:pt x="15120" y="4422"/>
                  <a:pt x="14985" y="4592"/>
                </a:cubicBezTo>
                <a:cubicBezTo>
                  <a:pt x="14850" y="4762"/>
                  <a:pt x="14850" y="4762"/>
                  <a:pt x="14850" y="4762"/>
                </a:cubicBezTo>
                <a:cubicBezTo>
                  <a:pt x="14850" y="4932"/>
                  <a:pt x="14985" y="5102"/>
                  <a:pt x="14985" y="5272"/>
                </a:cubicBezTo>
                <a:cubicBezTo>
                  <a:pt x="15255" y="5443"/>
                  <a:pt x="15255" y="5443"/>
                  <a:pt x="15255" y="5443"/>
                </a:cubicBezTo>
                <a:cubicBezTo>
                  <a:pt x="15390" y="5443"/>
                  <a:pt x="15525" y="5613"/>
                  <a:pt x="15525" y="5783"/>
                </a:cubicBezTo>
                <a:cubicBezTo>
                  <a:pt x="15525" y="6293"/>
                  <a:pt x="15525" y="6293"/>
                  <a:pt x="15525" y="6293"/>
                </a:cubicBezTo>
                <a:cubicBezTo>
                  <a:pt x="15525" y="6463"/>
                  <a:pt x="15390" y="6463"/>
                  <a:pt x="15255" y="6633"/>
                </a:cubicBezTo>
                <a:cubicBezTo>
                  <a:pt x="14985" y="6633"/>
                  <a:pt x="14985" y="6633"/>
                  <a:pt x="14985" y="6633"/>
                </a:cubicBezTo>
                <a:cubicBezTo>
                  <a:pt x="14985" y="6803"/>
                  <a:pt x="14985" y="6973"/>
                  <a:pt x="14850" y="7143"/>
                </a:cubicBezTo>
                <a:cubicBezTo>
                  <a:pt x="14985" y="7483"/>
                  <a:pt x="14985" y="7483"/>
                  <a:pt x="14985" y="7483"/>
                </a:cubicBezTo>
                <a:cubicBezTo>
                  <a:pt x="15120" y="7483"/>
                  <a:pt x="15120" y="7654"/>
                  <a:pt x="14985" y="7824"/>
                </a:cubicBezTo>
                <a:close/>
                <a:moveTo>
                  <a:pt x="13230" y="4932"/>
                </a:moveTo>
                <a:cubicBezTo>
                  <a:pt x="13230" y="4932"/>
                  <a:pt x="13230" y="4932"/>
                  <a:pt x="13230" y="4932"/>
                </a:cubicBezTo>
                <a:cubicBezTo>
                  <a:pt x="12690" y="4932"/>
                  <a:pt x="12420" y="5443"/>
                  <a:pt x="12420" y="5953"/>
                </a:cubicBezTo>
                <a:cubicBezTo>
                  <a:pt x="12420" y="6633"/>
                  <a:pt x="12690" y="6973"/>
                  <a:pt x="13230" y="6973"/>
                </a:cubicBezTo>
                <a:cubicBezTo>
                  <a:pt x="13635" y="6973"/>
                  <a:pt x="14040" y="6633"/>
                  <a:pt x="14040" y="5953"/>
                </a:cubicBezTo>
                <a:cubicBezTo>
                  <a:pt x="14040" y="5443"/>
                  <a:pt x="13635" y="4932"/>
                  <a:pt x="13230" y="4932"/>
                </a:cubicBezTo>
                <a:close/>
                <a:moveTo>
                  <a:pt x="9180" y="10885"/>
                </a:moveTo>
                <a:cubicBezTo>
                  <a:pt x="9180" y="10885"/>
                  <a:pt x="9180" y="10885"/>
                  <a:pt x="9180" y="10885"/>
                </a:cubicBezTo>
                <a:cubicBezTo>
                  <a:pt x="9720" y="10715"/>
                  <a:pt x="10125" y="10035"/>
                  <a:pt x="9990" y="9354"/>
                </a:cubicBezTo>
                <a:cubicBezTo>
                  <a:pt x="9990" y="8674"/>
                  <a:pt x="9450" y="8164"/>
                  <a:pt x="8910" y="8334"/>
                </a:cubicBezTo>
                <a:cubicBezTo>
                  <a:pt x="8370" y="8334"/>
                  <a:pt x="7965" y="9014"/>
                  <a:pt x="8100" y="9694"/>
                </a:cubicBezTo>
                <a:cubicBezTo>
                  <a:pt x="8100" y="10375"/>
                  <a:pt x="8640" y="10885"/>
                  <a:pt x="9180" y="10885"/>
                </a:cubicBezTo>
                <a:close/>
                <a:moveTo>
                  <a:pt x="20250" y="14627"/>
                </a:moveTo>
                <a:cubicBezTo>
                  <a:pt x="20250" y="14627"/>
                  <a:pt x="20250" y="14627"/>
                  <a:pt x="20250" y="14627"/>
                </a:cubicBezTo>
                <a:cubicBezTo>
                  <a:pt x="1485" y="14627"/>
                  <a:pt x="1485" y="14627"/>
                  <a:pt x="1485" y="14627"/>
                </a:cubicBezTo>
                <a:cubicBezTo>
                  <a:pt x="1485" y="1871"/>
                  <a:pt x="1485" y="1871"/>
                  <a:pt x="1485" y="1871"/>
                </a:cubicBezTo>
                <a:cubicBezTo>
                  <a:pt x="20250" y="1871"/>
                  <a:pt x="20250" y="1871"/>
                  <a:pt x="20250" y="1871"/>
                </a:cubicBezTo>
                <a:lnTo>
                  <a:pt x="20250" y="14627"/>
                </a:lnTo>
                <a:close/>
                <a:moveTo>
                  <a:pt x="13635" y="20920"/>
                </a:moveTo>
                <a:cubicBezTo>
                  <a:pt x="13230" y="20580"/>
                  <a:pt x="13230" y="19899"/>
                  <a:pt x="13230" y="19899"/>
                </a:cubicBezTo>
                <a:cubicBezTo>
                  <a:pt x="13095" y="18539"/>
                  <a:pt x="13095" y="18539"/>
                  <a:pt x="13095" y="18539"/>
                </a:cubicBezTo>
                <a:cubicBezTo>
                  <a:pt x="8640" y="18539"/>
                  <a:pt x="8640" y="18539"/>
                  <a:pt x="8640" y="18539"/>
                </a:cubicBezTo>
                <a:cubicBezTo>
                  <a:pt x="8505" y="19899"/>
                  <a:pt x="8505" y="19899"/>
                  <a:pt x="8505" y="19899"/>
                </a:cubicBezTo>
                <a:cubicBezTo>
                  <a:pt x="8505" y="19899"/>
                  <a:pt x="8505" y="20409"/>
                  <a:pt x="8100" y="20750"/>
                </a:cubicBezTo>
                <a:cubicBezTo>
                  <a:pt x="7695" y="21090"/>
                  <a:pt x="7425" y="21430"/>
                  <a:pt x="7695" y="21600"/>
                </a:cubicBezTo>
                <a:cubicBezTo>
                  <a:pt x="7965" y="21600"/>
                  <a:pt x="10665" y="21600"/>
                  <a:pt x="10800" y="21600"/>
                </a:cubicBezTo>
                <a:cubicBezTo>
                  <a:pt x="11070" y="21600"/>
                  <a:pt x="13635" y="21600"/>
                  <a:pt x="14040" y="21600"/>
                </a:cubicBezTo>
                <a:cubicBezTo>
                  <a:pt x="14310" y="21600"/>
                  <a:pt x="14040" y="21260"/>
                  <a:pt x="13635" y="2092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39" name="Freeform 23"/>
          <p:cNvSpPr/>
          <p:nvPr/>
        </p:nvSpPr>
        <p:spPr>
          <a:xfrm>
            <a:off x="8611970" y="7695058"/>
            <a:ext cx="508129" cy="50531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7" h="21491" fill="norm" stroke="1" extrusionOk="0">
                <a:moveTo>
                  <a:pt x="2147" y="8531"/>
                </a:moveTo>
                <a:cubicBezTo>
                  <a:pt x="2281" y="7856"/>
                  <a:pt x="2415" y="7316"/>
                  <a:pt x="2683" y="6776"/>
                </a:cubicBezTo>
                <a:cubicBezTo>
                  <a:pt x="1744" y="5696"/>
                  <a:pt x="1744" y="5696"/>
                  <a:pt x="1744" y="5696"/>
                </a:cubicBezTo>
                <a:cubicBezTo>
                  <a:pt x="1476" y="5291"/>
                  <a:pt x="1476" y="4886"/>
                  <a:pt x="1744" y="4481"/>
                </a:cubicBezTo>
                <a:cubicBezTo>
                  <a:pt x="3086" y="2861"/>
                  <a:pt x="3086" y="2861"/>
                  <a:pt x="3086" y="2861"/>
                </a:cubicBezTo>
                <a:cubicBezTo>
                  <a:pt x="3354" y="2456"/>
                  <a:pt x="3891" y="2456"/>
                  <a:pt x="4293" y="2591"/>
                </a:cubicBezTo>
                <a:cubicBezTo>
                  <a:pt x="5366" y="3401"/>
                  <a:pt x="5366" y="3401"/>
                  <a:pt x="5366" y="3401"/>
                </a:cubicBezTo>
                <a:cubicBezTo>
                  <a:pt x="5903" y="2996"/>
                  <a:pt x="6574" y="2726"/>
                  <a:pt x="7111" y="2456"/>
                </a:cubicBezTo>
                <a:cubicBezTo>
                  <a:pt x="7111" y="1106"/>
                  <a:pt x="7111" y="1106"/>
                  <a:pt x="7111" y="1106"/>
                </a:cubicBezTo>
                <a:cubicBezTo>
                  <a:pt x="7245" y="566"/>
                  <a:pt x="7513" y="161"/>
                  <a:pt x="8050" y="161"/>
                </a:cubicBezTo>
                <a:cubicBezTo>
                  <a:pt x="10196" y="26"/>
                  <a:pt x="10196" y="26"/>
                  <a:pt x="10196" y="26"/>
                </a:cubicBezTo>
                <a:cubicBezTo>
                  <a:pt x="10599" y="-109"/>
                  <a:pt x="11001" y="296"/>
                  <a:pt x="11135" y="701"/>
                </a:cubicBezTo>
                <a:cubicBezTo>
                  <a:pt x="11404" y="2051"/>
                  <a:pt x="11404" y="2051"/>
                  <a:pt x="11404" y="2051"/>
                </a:cubicBezTo>
                <a:cubicBezTo>
                  <a:pt x="12075" y="2186"/>
                  <a:pt x="12745" y="2321"/>
                  <a:pt x="13282" y="2726"/>
                </a:cubicBezTo>
                <a:cubicBezTo>
                  <a:pt x="14355" y="1781"/>
                  <a:pt x="14355" y="1781"/>
                  <a:pt x="14355" y="1781"/>
                </a:cubicBezTo>
                <a:cubicBezTo>
                  <a:pt x="14624" y="1376"/>
                  <a:pt x="15160" y="1376"/>
                  <a:pt x="15563" y="1646"/>
                </a:cubicBezTo>
                <a:cubicBezTo>
                  <a:pt x="17173" y="2996"/>
                  <a:pt x="17173" y="2996"/>
                  <a:pt x="17173" y="2996"/>
                </a:cubicBezTo>
                <a:cubicBezTo>
                  <a:pt x="17575" y="3401"/>
                  <a:pt x="17575" y="3941"/>
                  <a:pt x="17307" y="4211"/>
                </a:cubicBezTo>
                <a:cubicBezTo>
                  <a:pt x="16636" y="5426"/>
                  <a:pt x="16636" y="5426"/>
                  <a:pt x="16636" y="5426"/>
                </a:cubicBezTo>
                <a:cubicBezTo>
                  <a:pt x="17039" y="5966"/>
                  <a:pt x="17307" y="6506"/>
                  <a:pt x="17575" y="7181"/>
                </a:cubicBezTo>
                <a:cubicBezTo>
                  <a:pt x="18917" y="7181"/>
                  <a:pt x="18917" y="7181"/>
                  <a:pt x="18917" y="7181"/>
                </a:cubicBezTo>
                <a:cubicBezTo>
                  <a:pt x="19319" y="7316"/>
                  <a:pt x="19722" y="7586"/>
                  <a:pt x="19722" y="7991"/>
                </a:cubicBezTo>
                <a:cubicBezTo>
                  <a:pt x="19990" y="10151"/>
                  <a:pt x="19990" y="10151"/>
                  <a:pt x="19990" y="10151"/>
                </a:cubicBezTo>
                <a:cubicBezTo>
                  <a:pt x="19990" y="10691"/>
                  <a:pt x="19722" y="11096"/>
                  <a:pt x="19185" y="11231"/>
                </a:cubicBezTo>
                <a:cubicBezTo>
                  <a:pt x="17978" y="11366"/>
                  <a:pt x="17978" y="11366"/>
                  <a:pt x="17978" y="11366"/>
                </a:cubicBezTo>
                <a:cubicBezTo>
                  <a:pt x="17843" y="12041"/>
                  <a:pt x="17709" y="12716"/>
                  <a:pt x="17441" y="13391"/>
                </a:cubicBezTo>
                <a:cubicBezTo>
                  <a:pt x="18246" y="14336"/>
                  <a:pt x="18246" y="14336"/>
                  <a:pt x="18246" y="14336"/>
                </a:cubicBezTo>
                <a:cubicBezTo>
                  <a:pt x="18514" y="14606"/>
                  <a:pt x="18514" y="15011"/>
                  <a:pt x="18380" y="15416"/>
                </a:cubicBezTo>
                <a:cubicBezTo>
                  <a:pt x="15429" y="12446"/>
                  <a:pt x="15429" y="12446"/>
                  <a:pt x="15429" y="12446"/>
                </a:cubicBezTo>
                <a:cubicBezTo>
                  <a:pt x="15294" y="12581"/>
                  <a:pt x="15294" y="12581"/>
                  <a:pt x="15294" y="12581"/>
                </a:cubicBezTo>
                <a:cubicBezTo>
                  <a:pt x="15697" y="11636"/>
                  <a:pt x="15965" y="10556"/>
                  <a:pt x="15831" y="9476"/>
                </a:cubicBezTo>
                <a:cubicBezTo>
                  <a:pt x="15563" y="6371"/>
                  <a:pt x="12745" y="3941"/>
                  <a:pt x="9525" y="4211"/>
                </a:cubicBezTo>
                <a:cubicBezTo>
                  <a:pt x="6306" y="4481"/>
                  <a:pt x="4025" y="7316"/>
                  <a:pt x="4293" y="10556"/>
                </a:cubicBezTo>
                <a:cubicBezTo>
                  <a:pt x="4561" y="13796"/>
                  <a:pt x="7379" y="16226"/>
                  <a:pt x="10599" y="15821"/>
                </a:cubicBezTo>
                <a:cubicBezTo>
                  <a:pt x="10599" y="15821"/>
                  <a:pt x="10599" y="15821"/>
                  <a:pt x="10599" y="15821"/>
                </a:cubicBezTo>
                <a:cubicBezTo>
                  <a:pt x="11270" y="15821"/>
                  <a:pt x="11940" y="15551"/>
                  <a:pt x="12611" y="15281"/>
                </a:cubicBezTo>
                <a:cubicBezTo>
                  <a:pt x="12477" y="15416"/>
                  <a:pt x="12477" y="15416"/>
                  <a:pt x="12477" y="15416"/>
                </a:cubicBezTo>
                <a:cubicBezTo>
                  <a:pt x="14087" y="17036"/>
                  <a:pt x="14087" y="17036"/>
                  <a:pt x="14087" y="17036"/>
                </a:cubicBezTo>
                <a:cubicBezTo>
                  <a:pt x="13684" y="17306"/>
                  <a:pt x="13282" y="17441"/>
                  <a:pt x="12880" y="17711"/>
                </a:cubicBezTo>
                <a:cubicBezTo>
                  <a:pt x="12745" y="18926"/>
                  <a:pt x="12745" y="18926"/>
                  <a:pt x="12745" y="18926"/>
                </a:cubicBezTo>
                <a:cubicBezTo>
                  <a:pt x="12745" y="19331"/>
                  <a:pt x="12477" y="19736"/>
                  <a:pt x="11940" y="19736"/>
                </a:cubicBezTo>
                <a:cubicBezTo>
                  <a:pt x="9928" y="20006"/>
                  <a:pt x="9928" y="20006"/>
                  <a:pt x="9928" y="20006"/>
                </a:cubicBezTo>
                <a:cubicBezTo>
                  <a:pt x="9391" y="20006"/>
                  <a:pt x="8989" y="19736"/>
                  <a:pt x="8855" y="19196"/>
                </a:cubicBezTo>
                <a:cubicBezTo>
                  <a:pt x="8586" y="17981"/>
                  <a:pt x="8586" y="17981"/>
                  <a:pt x="8586" y="17981"/>
                </a:cubicBezTo>
                <a:cubicBezTo>
                  <a:pt x="7916" y="17846"/>
                  <a:pt x="7245" y="17711"/>
                  <a:pt x="6574" y="17306"/>
                </a:cubicBezTo>
                <a:cubicBezTo>
                  <a:pt x="5635" y="18251"/>
                  <a:pt x="5635" y="18251"/>
                  <a:pt x="5635" y="18251"/>
                </a:cubicBezTo>
                <a:cubicBezTo>
                  <a:pt x="5366" y="18521"/>
                  <a:pt x="4830" y="18521"/>
                  <a:pt x="4427" y="18251"/>
                </a:cubicBezTo>
                <a:cubicBezTo>
                  <a:pt x="2817" y="16901"/>
                  <a:pt x="2817" y="16901"/>
                  <a:pt x="2817" y="16901"/>
                </a:cubicBezTo>
                <a:cubicBezTo>
                  <a:pt x="2415" y="16631"/>
                  <a:pt x="2415" y="16091"/>
                  <a:pt x="2683" y="15686"/>
                </a:cubicBezTo>
                <a:cubicBezTo>
                  <a:pt x="3354" y="14606"/>
                  <a:pt x="3354" y="14606"/>
                  <a:pt x="3354" y="14606"/>
                </a:cubicBezTo>
                <a:cubicBezTo>
                  <a:pt x="2952" y="14066"/>
                  <a:pt x="2683" y="13391"/>
                  <a:pt x="2415" y="12716"/>
                </a:cubicBezTo>
                <a:cubicBezTo>
                  <a:pt x="1073" y="12716"/>
                  <a:pt x="1073" y="12716"/>
                  <a:pt x="1073" y="12716"/>
                </a:cubicBezTo>
                <a:cubicBezTo>
                  <a:pt x="671" y="12716"/>
                  <a:pt x="268" y="12311"/>
                  <a:pt x="268" y="11906"/>
                </a:cubicBezTo>
                <a:cubicBezTo>
                  <a:pt x="0" y="9746"/>
                  <a:pt x="0" y="9746"/>
                  <a:pt x="0" y="9746"/>
                </a:cubicBezTo>
                <a:cubicBezTo>
                  <a:pt x="0" y="9341"/>
                  <a:pt x="268" y="8936"/>
                  <a:pt x="805" y="8801"/>
                </a:cubicBezTo>
                <a:lnTo>
                  <a:pt x="2147" y="8531"/>
                </a:lnTo>
                <a:close/>
                <a:moveTo>
                  <a:pt x="19588" y="21491"/>
                </a:moveTo>
                <a:cubicBezTo>
                  <a:pt x="13282" y="15281"/>
                  <a:pt x="13282" y="15281"/>
                  <a:pt x="13282" y="15281"/>
                </a:cubicBezTo>
                <a:cubicBezTo>
                  <a:pt x="13684" y="14741"/>
                  <a:pt x="13684" y="14741"/>
                  <a:pt x="13684" y="14741"/>
                </a:cubicBezTo>
                <a:cubicBezTo>
                  <a:pt x="12880" y="13931"/>
                  <a:pt x="12880" y="13931"/>
                  <a:pt x="12880" y="13931"/>
                </a:cubicBezTo>
                <a:cubicBezTo>
                  <a:pt x="11001" y="15281"/>
                  <a:pt x="8452" y="15146"/>
                  <a:pt x="6842" y="13526"/>
                </a:cubicBezTo>
                <a:cubicBezTo>
                  <a:pt x="4964" y="11636"/>
                  <a:pt x="4964" y="8666"/>
                  <a:pt x="6708" y="6776"/>
                </a:cubicBezTo>
                <a:cubicBezTo>
                  <a:pt x="8586" y="5021"/>
                  <a:pt x="11538" y="4886"/>
                  <a:pt x="13416" y="6776"/>
                </a:cubicBezTo>
                <a:cubicBezTo>
                  <a:pt x="15026" y="8396"/>
                  <a:pt x="15160" y="10961"/>
                  <a:pt x="13953" y="12851"/>
                </a:cubicBezTo>
                <a:cubicBezTo>
                  <a:pt x="14624" y="13526"/>
                  <a:pt x="14624" y="13526"/>
                  <a:pt x="14624" y="13526"/>
                </a:cubicBezTo>
                <a:cubicBezTo>
                  <a:pt x="15294" y="13256"/>
                  <a:pt x="15294" y="13256"/>
                  <a:pt x="15294" y="13256"/>
                </a:cubicBezTo>
                <a:cubicBezTo>
                  <a:pt x="21466" y="19466"/>
                  <a:pt x="21466" y="19466"/>
                  <a:pt x="21466" y="19466"/>
                </a:cubicBezTo>
                <a:cubicBezTo>
                  <a:pt x="21466" y="19466"/>
                  <a:pt x="21600" y="20411"/>
                  <a:pt x="20929" y="20951"/>
                </a:cubicBezTo>
                <a:cubicBezTo>
                  <a:pt x="20258" y="21491"/>
                  <a:pt x="19588" y="21491"/>
                  <a:pt x="19588" y="21491"/>
                </a:cubicBezTo>
                <a:close/>
                <a:moveTo>
                  <a:pt x="12611" y="12716"/>
                </a:moveTo>
                <a:cubicBezTo>
                  <a:pt x="12611" y="12716"/>
                  <a:pt x="12611" y="12716"/>
                  <a:pt x="12611" y="12716"/>
                </a:cubicBezTo>
                <a:cubicBezTo>
                  <a:pt x="14087" y="11231"/>
                  <a:pt x="14087" y="8936"/>
                  <a:pt x="12611" y="7586"/>
                </a:cubicBezTo>
                <a:cubicBezTo>
                  <a:pt x="11270" y="6101"/>
                  <a:pt x="8855" y="6101"/>
                  <a:pt x="7513" y="7586"/>
                </a:cubicBezTo>
                <a:cubicBezTo>
                  <a:pt x="6171" y="8936"/>
                  <a:pt x="6171" y="11366"/>
                  <a:pt x="7513" y="12716"/>
                </a:cubicBezTo>
                <a:cubicBezTo>
                  <a:pt x="8989" y="14066"/>
                  <a:pt x="11270" y="14066"/>
                  <a:pt x="12611" y="12716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40" name="Freeform 117"/>
          <p:cNvSpPr/>
          <p:nvPr/>
        </p:nvSpPr>
        <p:spPr>
          <a:xfrm>
            <a:off x="6460226" y="8927933"/>
            <a:ext cx="403123" cy="4031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436" y="0"/>
                </a:moveTo>
                <a:lnTo>
                  <a:pt x="13436" y="3402"/>
                </a:lnTo>
                <a:lnTo>
                  <a:pt x="18028" y="3402"/>
                </a:lnTo>
                <a:lnTo>
                  <a:pt x="18028" y="7994"/>
                </a:lnTo>
                <a:lnTo>
                  <a:pt x="21600" y="7994"/>
                </a:lnTo>
                <a:lnTo>
                  <a:pt x="21600" y="0"/>
                </a:lnTo>
                <a:lnTo>
                  <a:pt x="13436" y="0"/>
                </a:lnTo>
                <a:close/>
                <a:moveTo>
                  <a:pt x="18028" y="18028"/>
                </a:moveTo>
                <a:lnTo>
                  <a:pt x="13436" y="18028"/>
                </a:lnTo>
                <a:lnTo>
                  <a:pt x="13436" y="21600"/>
                </a:lnTo>
                <a:lnTo>
                  <a:pt x="21600" y="21600"/>
                </a:lnTo>
                <a:lnTo>
                  <a:pt x="21600" y="13606"/>
                </a:lnTo>
                <a:lnTo>
                  <a:pt x="18028" y="13606"/>
                </a:lnTo>
                <a:lnTo>
                  <a:pt x="18028" y="18028"/>
                </a:lnTo>
                <a:close/>
                <a:moveTo>
                  <a:pt x="3402" y="13606"/>
                </a:moveTo>
                <a:lnTo>
                  <a:pt x="0" y="13606"/>
                </a:lnTo>
                <a:lnTo>
                  <a:pt x="0" y="21600"/>
                </a:lnTo>
                <a:lnTo>
                  <a:pt x="7994" y="21600"/>
                </a:lnTo>
                <a:lnTo>
                  <a:pt x="7994" y="18028"/>
                </a:lnTo>
                <a:lnTo>
                  <a:pt x="3402" y="18028"/>
                </a:lnTo>
                <a:lnTo>
                  <a:pt x="3402" y="13606"/>
                </a:lnTo>
                <a:close/>
                <a:moveTo>
                  <a:pt x="0" y="7994"/>
                </a:moveTo>
                <a:lnTo>
                  <a:pt x="3402" y="7994"/>
                </a:lnTo>
                <a:lnTo>
                  <a:pt x="3402" y="3402"/>
                </a:lnTo>
                <a:lnTo>
                  <a:pt x="7994" y="3402"/>
                </a:lnTo>
                <a:lnTo>
                  <a:pt x="7994" y="0"/>
                </a:lnTo>
                <a:lnTo>
                  <a:pt x="0" y="0"/>
                </a:lnTo>
                <a:lnTo>
                  <a:pt x="0" y="7994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41" name="Freeform 148"/>
          <p:cNvSpPr/>
          <p:nvPr/>
        </p:nvSpPr>
        <p:spPr>
          <a:xfrm>
            <a:off x="16399116" y="7792583"/>
            <a:ext cx="469779" cy="4031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865" y="11735"/>
                </a:moveTo>
                <a:cubicBezTo>
                  <a:pt x="13427" y="9865"/>
                  <a:pt x="13427" y="9865"/>
                  <a:pt x="13427" y="9865"/>
                </a:cubicBezTo>
                <a:cubicBezTo>
                  <a:pt x="12259" y="10035"/>
                  <a:pt x="12259" y="10035"/>
                  <a:pt x="12259" y="10035"/>
                </a:cubicBezTo>
                <a:cubicBezTo>
                  <a:pt x="11384" y="8504"/>
                  <a:pt x="11384" y="8504"/>
                  <a:pt x="11384" y="8504"/>
                </a:cubicBezTo>
                <a:cubicBezTo>
                  <a:pt x="11822" y="7313"/>
                  <a:pt x="11822" y="7313"/>
                  <a:pt x="11822" y="7313"/>
                </a:cubicBezTo>
                <a:cubicBezTo>
                  <a:pt x="10362" y="6123"/>
                  <a:pt x="10362" y="6123"/>
                  <a:pt x="10362" y="6123"/>
                </a:cubicBezTo>
                <a:cubicBezTo>
                  <a:pt x="9486" y="6973"/>
                  <a:pt x="9486" y="6973"/>
                  <a:pt x="9486" y="6973"/>
                </a:cubicBezTo>
                <a:cubicBezTo>
                  <a:pt x="8173" y="6463"/>
                  <a:pt x="8173" y="6463"/>
                  <a:pt x="8173" y="6463"/>
                </a:cubicBezTo>
                <a:cubicBezTo>
                  <a:pt x="7881" y="5272"/>
                  <a:pt x="7881" y="5272"/>
                  <a:pt x="7881" y="5272"/>
                </a:cubicBezTo>
                <a:cubicBezTo>
                  <a:pt x="6130" y="5272"/>
                  <a:pt x="6130" y="5272"/>
                  <a:pt x="6130" y="5272"/>
                </a:cubicBezTo>
                <a:cubicBezTo>
                  <a:pt x="5838" y="6463"/>
                  <a:pt x="5838" y="6463"/>
                  <a:pt x="5838" y="6463"/>
                </a:cubicBezTo>
                <a:cubicBezTo>
                  <a:pt x="4378" y="6973"/>
                  <a:pt x="4378" y="6973"/>
                  <a:pt x="4378" y="6973"/>
                </a:cubicBezTo>
                <a:cubicBezTo>
                  <a:pt x="3503" y="6123"/>
                  <a:pt x="3503" y="6123"/>
                  <a:pt x="3503" y="6123"/>
                </a:cubicBezTo>
                <a:cubicBezTo>
                  <a:pt x="2189" y="7313"/>
                  <a:pt x="2189" y="7313"/>
                  <a:pt x="2189" y="7313"/>
                </a:cubicBezTo>
                <a:cubicBezTo>
                  <a:pt x="2481" y="8504"/>
                  <a:pt x="2481" y="8504"/>
                  <a:pt x="2481" y="8504"/>
                </a:cubicBezTo>
                <a:cubicBezTo>
                  <a:pt x="1605" y="10035"/>
                  <a:pt x="1605" y="10035"/>
                  <a:pt x="1605" y="10035"/>
                </a:cubicBezTo>
                <a:cubicBezTo>
                  <a:pt x="584" y="9865"/>
                  <a:pt x="584" y="9865"/>
                  <a:pt x="584" y="9865"/>
                </a:cubicBezTo>
                <a:cubicBezTo>
                  <a:pt x="0" y="11735"/>
                  <a:pt x="0" y="11735"/>
                  <a:pt x="0" y="11735"/>
                </a:cubicBezTo>
                <a:cubicBezTo>
                  <a:pt x="876" y="12586"/>
                  <a:pt x="876" y="12586"/>
                  <a:pt x="876" y="12586"/>
                </a:cubicBezTo>
                <a:cubicBezTo>
                  <a:pt x="876" y="14287"/>
                  <a:pt x="876" y="14287"/>
                  <a:pt x="876" y="14287"/>
                </a:cubicBezTo>
                <a:cubicBezTo>
                  <a:pt x="0" y="14967"/>
                  <a:pt x="0" y="14967"/>
                  <a:pt x="0" y="14967"/>
                </a:cubicBezTo>
                <a:cubicBezTo>
                  <a:pt x="584" y="16838"/>
                  <a:pt x="584" y="16838"/>
                  <a:pt x="584" y="16838"/>
                </a:cubicBezTo>
                <a:cubicBezTo>
                  <a:pt x="1605" y="16838"/>
                  <a:pt x="1605" y="16838"/>
                  <a:pt x="1605" y="16838"/>
                </a:cubicBezTo>
                <a:cubicBezTo>
                  <a:pt x="2481" y="18198"/>
                  <a:pt x="2481" y="18198"/>
                  <a:pt x="2481" y="18198"/>
                </a:cubicBezTo>
                <a:cubicBezTo>
                  <a:pt x="2189" y="19389"/>
                  <a:pt x="2189" y="19389"/>
                  <a:pt x="2189" y="19389"/>
                </a:cubicBezTo>
                <a:cubicBezTo>
                  <a:pt x="3503" y="20580"/>
                  <a:pt x="3503" y="20580"/>
                  <a:pt x="3503" y="20580"/>
                </a:cubicBezTo>
                <a:cubicBezTo>
                  <a:pt x="4378" y="19899"/>
                  <a:pt x="4378" y="19899"/>
                  <a:pt x="4378" y="19899"/>
                </a:cubicBezTo>
                <a:cubicBezTo>
                  <a:pt x="5838" y="20409"/>
                  <a:pt x="5838" y="20409"/>
                  <a:pt x="5838" y="20409"/>
                </a:cubicBezTo>
                <a:cubicBezTo>
                  <a:pt x="6130" y="21600"/>
                  <a:pt x="6130" y="21600"/>
                  <a:pt x="6130" y="21600"/>
                </a:cubicBezTo>
                <a:cubicBezTo>
                  <a:pt x="7881" y="21600"/>
                  <a:pt x="7881" y="21600"/>
                  <a:pt x="7881" y="21600"/>
                </a:cubicBezTo>
                <a:cubicBezTo>
                  <a:pt x="8173" y="20409"/>
                  <a:pt x="8173" y="20409"/>
                  <a:pt x="8173" y="20409"/>
                </a:cubicBezTo>
                <a:cubicBezTo>
                  <a:pt x="9486" y="19899"/>
                  <a:pt x="9486" y="19899"/>
                  <a:pt x="9486" y="19899"/>
                </a:cubicBezTo>
                <a:cubicBezTo>
                  <a:pt x="10362" y="20580"/>
                  <a:pt x="10362" y="20580"/>
                  <a:pt x="10362" y="20580"/>
                </a:cubicBezTo>
                <a:cubicBezTo>
                  <a:pt x="11822" y="19389"/>
                  <a:pt x="11822" y="19389"/>
                  <a:pt x="11822" y="19389"/>
                </a:cubicBezTo>
                <a:cubicBezTo>
                  <a:pt x="11384" y="18198"/>
                  <a:pt x="11384" y="18198"/>
                  <a:pt x="11384" y="18198"/>
                </a:cubicBezTo>
                <a:cubicBezTo>
                  <a:pt x="12259" y="16838"/>
                  <a:pt x="12259" y="16838"/>
                  <a:pt x="12259" y="16838"/>
                </a:cubicBezTo>
                <a:cubicBezTo>
                  <a:pt x="13427" y="16838"/>
                  <a:pt x="13427" y="16838"/>
                  <a:pt x="13427" y="16838"/>
                </a:cubicBezTo>
                <a:cubicBezTo>
                  <a:pt x="13865" y="14967"/>
                  <a:pt x="13865" y="14967"/>
                  <a:pt x="13865" y="14967"/>
                </a:cubicBezTo>
                <a:cubicBezTo>
                  <a:pt x="12989" y="14287"/>
                  <a:pt x="12989" y="14287"/>
                  <a:pt x="12989" y="14287"/>
                </a:cubicBezTo>
                <a:cubicBezTo>
                  <a:pt x="12989" y="12586"/>
                  <a:pt x="12989" y="12586"/>
                  <a:pt x="12989" y="12586"/>
                </a:cubicBezTo>
                <a:lnTo>
                  <a:pt x="13865" y="11735"/>
                </a:lnTo>
                <a:close/>
                <a:moveTo>
                  <a:pt x="10070" y="14457"/>
                </a:moveTo>
                <a:cubicBezTo>
                  <a:pt x="9924" y="14627"/>
                  <a:pt x="9924" y="14627"/>
                  <a:pt x="9924" y="14627"/>
                </a:cubicBezTo>
                <a:cubicBezTo>
                  <a:pt x="9778" y="15307"/>
                  <a:pt x="9341" y="15987"/>
                  <a:pt x="8903" y="16328"/>
                </a:cubicBezTo>
                <a:cubicBezTo>
                  <a:pt x="8757" y="16498"/>
                  <a:pt x="8757" y="16498"/>
                  <a:pt x="8757" y="16498"/>
                </a:cubicBezTo>
                <a:cubicBezTo>
                  <a:pt x="8319" y="16838"/>
                  <a:pt x="7589" y="17178"/>
                  <a:pt x="7005" y="17178"/>
                </a:cubicBezTo>
                <a:cubicBezTo>
                  <a:pt x="6859" y="17178"/>
                  <a:pt x="6859" y="17178"/>
                  <a:pt x="6859" y="17178"/>
                </a:cubicBezTo>
                <a:cubicBezTo>
                  <a:pt x="6276" y="17178"/>
                  <a:pt x="5692" y="16838"/>
                  <a:pt x="5108" y="16498"/>
                </a:cubicBezTo>
                <a:cubicBezTo>
                  <a:pt x="5108" y="16328"/>
                  <a:pt x="5108" y="16328"/>
                  <a:pt x="5108" y="16328"/>
                </a:cubicBezTo>
                <a:cubicBezTo>
                  <a:pt x="4524" y="15987"/>
                  <a:pt x="4086" y="15307"/>
                  <a:pt x="3941" y="14627"/>
                </a:cubicBezTo>
                <a:cubicBezTo>
                  <a:pt x="3941" y="14457"/>
                  <a:pt x="3941" y="14457"/>
                  <a:pt x="3941" y="14457"/>
                </a:cubicBezTo>
                <a:cubicBezTo>
                  <a:pt x="3649" y="13776"/>
                  <a:pt x="3649" y="13096"/>
                  <a:pt x="3941" y="12246"/>
                </a:cubicBezTo>
                <a:cubicBezTo>
                  <a:pt x="3941" y="12246"/>
                  <a:pt x="3941" y="12246"/>
                  <a:pt x="3941" y="12246"/>
                </a:cubicBezTo>
                <a:cubicBezTo>
                  <a:pt x="4086" y="11565"/>
                  <a:pt x="4524" y="10885"/>
                  <a:pt x="5108" y="10375"/>
                </a:cubicBezTo>
                <a:cubicBezTo>
                  <a:pt x="5108" y="10375"/>
                  <a:pt x="5108" y="10375"/>
                  <a:pt x="5108" y="10375"/>
                </a:cubicBezTo>
                <a:cubicBezTo>
                  <a:pt x="5692" y="9865"/>
                  <a:pt x="6276" y="9694"/>
                  <a:pt x="6859" y="9694"/>
                </a:cubicBezTo>
                <a:cubicBezTo>
                  <a:pt x="7005" y="9694"/>
                  <a:pt x="7005" y="9694"/>
                  <a:pt x="7005" y="9694"/>
                </a:cubicBezTo>
                <a:cubicBezTo>
                  <a:pt x="7589" y="9694"/>
                  <a:pt x="8319" y="9865"/>
                  <a:pt x="8757" y="10375"/>
                </a:cubicBezTo>
                <a:cubicBezTo>
                  <a:pt x="8903" y="10375"/>
                  <a:pt x="8903" y="10375"/>
                  <a:pt x="8903" y="10375"/>
                </a:cubicBezTo>
                <a:cubicBezTo>
                  <a:pt x="9341" y="10885"/>
                  <a:pt x="9778" y="11565"/>
                  <a:pt x="9924" y="12246"/>
                </a:cubicBezTo>
                <a:cubicBezTo>
                  <a:pt x="10070" y="12246"/>
                  <a:pt x="10070" y="12246"/>
                  <a:pt x="10070" y="12246"/>
                </a:cubicBezTo>
                <a:cubicBezTo>
                  <a:pt x="10216" y="13096"/>
                  <a:pt x="10216" y="13776"/>
                  <a:pt x="10070" y="14457"/>
                </a:cubicBezTo>
                <a:close/>
                <a:moveTo>
                  <a:pt x="20578" y="6293"/>
                </a:moveTo>
                <a:cubicBezTo>
                  <a:pt x="21600" y="5613"/>
                  <a:pt x="21600" y="5613"/>
                  <a:pt x="21600" y="5613"/>
                </a:cubicBezTo>
                <a:cubicBezTo>
                  <a:pt x="21454" y="4252"/>
                  <a:pt x="21454" y="4252"/>
                  <a:pt x="21454" y="4252"/>
                </a:cubicBezTo>
                <a:cubicBezTo>
                  <a:pt x="20286" y="4082"/>
                  <a:pt x="20286" y="4082"/>
                  <a:pt x="20286" y="4082"/>
                </a:cubicBezTo>
                <a:cubicBezTo>
                  <a:pt x="19849" y="3061"/>
                  <a:pt x="19849" y="3061"/>
                  <a:pt x="19849" y="3061"/>
                </a:cubicBezTo>
                <a:cubicBezTo>
                  <a:pt x="20286" y="1871"/>
                  <a:pt x="20286" y="1871"/>
                  <a:pt x="20286" y="1871"/>
                </a:cubicBezTo>
                <a:cubicBezTo>
                  <a:pt x="19411" y="1020"/>
                  <a:pt x="19411" y="1020"/>
                  <a:pt x="19411" y="1020"/>
                </a:cubicBezTo>
                <a:cubicBezTo>
                  <a:pt x="18389" y="1701"/>
                  <a:pt x="18389" y="1701"/>
                  <a:pt x="18389" y="1701"/>
                </a:cubicBezTo>
                <a:cubicBezTo>
                  <a:pt x="17514" y="1361"/>
                  <a:pt x="17514" y="1361"/>
                  <a:pt x="17514" y="1361"/>
                </a:cubicBezTo>
                <a:cubicBezTo>
                  <a:pt x="17076" y="0"/>
                  <a:pt x="17076" y="0"/>
                  <a:pt x="17076" y="0"/>
                </a:cubicBezTo>
                <a:cubicBezTo>
                  <a:pt x="15908" y="0"/>
                  <a:pt x="15908" y="0"/>
                  <a:pt x="15908" y="0"/>
                </a:cubicBezTo>
                <a:cubicBezTo>
                  <a:pt x="15616" y="1361"/>
                  <a:pt x="15616" y="1361"/>
                  <a:pt x="15616" y="1361"/>
                </a:cubicBezTo>
                <a:cubicBezTo>
                  <a:pt x="14595" y="1701"/>
                  <a:pt x="14595" y="1701"/>
                  <a:pt x="14595" y="1701"/>
                </a:cubicBezTo>
                <a:cubicBezTo>
                  <a:pt x="13719" y="1020"/>
                  <a:pt x="13719" y="1020"/>
                  <a:pt x="13719" y="1020"/>
                </a:cubicBezTo>
                <a:cubicBezTo>
                  <a:pt x="12697" y="1871"/>
                  <a:pt x="12697" y="1871"/>
                  <a:pt x="12697" y="1871"/>
                </a:cubicBezTo>
                <a:cubicBezTo>
                  <a:pt x="13135" y="3061"/>
                  <a:pt x="13135" y="3061"/>
                  <a:pt x="13135" y="3061"/>
                </a:cubicBezTo>
                <a:cubicBezTo>
                  <a:pt x="12697" y="4082"/>
                  <a:pt x="12697" y="4082"/>
                  <a:pt x="12697" y="4082"/>
                </a:cubicBezTo>
                <a:cubicBezTo>
                  <a:pt x="11530" y="4252"/>
                  <a:pt x="11530" y="4252"/>
                  <a:pt x="11530" y="4252"/>
                </a:cubicBezTo>
                <a:cubicBezTo>
                  <a:pt x="11384" y="5613"/>
                  <a:pt x="11384" y="5613"/>
                  <a:pt x="11384" y="5613"/>
                </a:cubicBezTo>
                <a:cubicBezTo>
                  <a:pt x="12405" y="6293"/>
                  <a:pt x="12405" y="6293"/>
                  <a:pt x="12405" y="6293"/>
                </a:cubicBezTo>
                <a:cubicBezTo>
                  <a:pt x="12551" y="7483"/>
                  <a:pt x="12551" y="7483"/>
                  <a:pt x="12551" y="7483"/>
                </a:cubicBezTo>
                <a:cubicBezTo>
                  <a:pt x="11822" y="8334"/>
                  <a:pt x="11822" y="8334"/>
                  <a:pt x="11822" y="8334"/>
                </a:cubicBezTo>
                <a:cubicBezTo>
                  <a:pt x="12405" y="9524"/>
                  <a:pt x="12405" y="9524"/>
                  <a:pt x="12405" y="9524"/>
                </a:cubicBezTo>
                <a:cubicBezTo>
                  <a:pt x="13427" y="9354"/>
                  <a:pt x="13427" y="9354"/>
                  <a:pt x="13427" y="9354"/>
                </a:cubicBezTo>
                <a:cubicBezTo>
                  <a:pt x="14157" y="10035"/>
                  <a:pt x="14157" y="10035"/>
                  <a:pt x="14157" y="10035"/>
                </a:cubicBezTo>
                <a:cubicBezTo>
                  <a:pt x="14157" y="11395"/>
                  <a:pt x="14157" y="11395"/>
                  <a:pt x="14157" y="11395"/>
                </a:cubicBezTo>
                <a:cubicBezTo>
                  <a:pt x="15324" y="11906"/>
                  <a:pt x="15324" y="11906"/>
                  <a:pt x="15324" y="11906"/>
                </a:cubicBezTo>
                <a:cubicBezTo>
                  <a:pt x="16054" y="10885"/>
                  <a:pt x="16054" y="10885"/>
                  <a:pt x="16054" y="10885"/>
                </a:cubicBezTo>
                <a:cubicBezTo>
                  <a:pt x="16930" y="10885"/>
                  <a:pt x="16930" y="10885"/>
                  <a:pt x="16930" y="10885"/>
                </a:cubicBezTo>
                <a:cubicBezTo>
                  <a:pt x="17659" y="11906"/>
                  <a:pt x="17659" y="11906"/>
                  <a:pt x="17659" y="11906"/>
                </a:cubicBezTo>
                <a:cubicBezTo>
                  <a:pt x="18827" y="11395"/>
                  <a:pt x="18827" y="11395"/>
                  <a:pt x="18827" y="11395"/>
                </a:cubicBezTo>
                <a:cubicBezTo>
                  <a:pt x="18827" y="10035"/>
                  <a:pt x="18827" y="10035"/>
                  <a:pt x="18827" y="10035"/>
                </a:cubicBezTo>
                <a:cubicBezTo>
                  <a:pt x="19557" y="9354"/>
                  <a:pt x="19557" y="9354"/>
                  <a:pt x="19557" y="9354"/>
                </a:cubicBezTo>
                <a:cubicBezTo>
                  <a:pt x="20578" y="9524"/>
                  <a:pt x="20578" y="9524"/>
                  <a:pt x="20578" y="9524"/>
                </a:cubicBezTo>
                <a:cubicBezTo>
                  <a:pt x="21308" y="8334"/>
                  <a:pt x="21308" y="8334"/>
                  <a:pt x="21308" y="8334"/>
                </a:cubicBezTo>
                <a:cubicBezTo>
                  <a:pt x="20432" y="7483"/>
                  <a:pt x="20432" y="7483"/>
                  <a:pt x="20432" y="7483"/>
                </a:cubicBezTo>
                <a:lnTo>
                  <a:pt x="20578" y="6293"/>
                </a:lnTo>
                <a:close/>
                <a:moveTo>
                  <a:pt x="18681" y="6803"/>
                </a:moveTo>
                <a:cubicBezTo>
                  <a:pt x="18681" y="6803"/>
                  <a:pt x="18681" y="6803"/>
                  <a:pt x="18681" y="6803"/>
                </a:cubicBezTo>
                <a:cubicBezTo>
                  <a:pt x="18535" y="7313"/>
                  <a:pt x="18243" y="7824"/>
                  <a:pt x="17805" y="8164"/>
                </a:cubicBezTo>
                <a:cubicBezTo>
                  <a:pt x="17805" y="8164"/>
                  <a:pt x="17805" y="8164"/>
                  <a:pt x="17805" y="8164"/>
                </a:cubicBezTo>
                <a:cubicBezTo>
                  <a:pt x="17368" y="8504"/>
                  <a:pt x="16930" y="8674"/>
                  <a:pt x="16492" y="8674"/>
                </a:cubicBezTo>
                <a:cubicBezTo>
                  <a:pt x="16492" y="8674"/>
                  <a:pt x="16492" y="8674"/>
                  <a:pt x="16492" y="8674"/>
                </a:cubicBezTo>
                <a:cubicBezTo>
                  <a:pt x="16054" y="8674"/>
                  <a:pt x="15616" y="8504"/>
                  <a:pt x="15178" y="8164"/>
                </a:cubicBezTo>
                <a:cubicBezTo>
                  <a:pt x="15178" y="8164"/>
                  <a:pt x="15178" y="8164"/>
                  <a:pt x="15178" y="8164"/>
                </a:cubicBezTo>
                <a:cubicBezTo>
                  <a:pt x="14741" y="7824"/>
                  <a:pt x="14449" y="7313"/>
                  <a:pt x="14303" y="6803"/>
                </a:cubicBezTo>
                <a:cubicBezTo>
                  <a:pt x="14303" y="6803"/>
                  <a:pt x="14303" y="6803"/>
                  <a:pt x="14303" y="6803"/>
                </a:cubicBezTo>
                <a:cubicBezTo>
                  <a:pt x="14157" y="6293"/>
                  <a:pt x="14157" y="5783"/>
                  <a:pt x="14303" y="5272"/>
                </a:cubicBezTo>
                <a:cubicBezTo>
                  <a:pt x="14303" y="5102"/>
                  <a:pt x="14303" y="5102"/>
                  <a:pt x="14303" y="5102"/>
                </a:cubicBezTo>
                <a:cubicBezTo>
                  <a:pt x="14449" y="4592"/>
                  <a:pt x="14741" y="4252"/>
                  <a:pt x="15178" y="3912"/>
                </a:cubicBezTo>
                <a:cubicBezTo>
                  <a:pt x="15178" y="3912"/>
                  <a:pt x="15178" y="3912"/>
                  <a:pt x="15178" y="3912"/>
                </a:cubicBezTo>
                <a:cubicBezTo>
                  <a:pt x="15616" y="3572"/>
                  <a:pt x="16054" y="3402"/>
                  <a:pt x="16492" y="3402"/>
                </a:cubicBezTo>
                <a:cubicBezTo>
                  <a:pt x="16492" y="3402"/>
                  <a:pt x="16492" y="3402"/>
                  <a:pt x="16492" y="3402"/>
                </a:cubicBezTo>
                <a:cubicBezTo>
                  <a:pt x="16930" y="3402"/>
                  <a:pt x="17368" y="3572"/>
                  <a:pt x="17805" y="3912"/>
                </a:cubicBezTo>
                <a:cubicBezTo>
                  <a:pt x="17805" y="3912"/>
                  <a:pt x="17805" y="3912"/>
                  <a:pt x="17805" y="3912"/>
                </a:cubicBezTo>
                <a:cubicBezTo>
                  <a:pt x="18243" y="4252"/>
                  <a:pt x="18535" y="4592"/>
                  <a:pt x="18681" y="5102"/>
                </a:cubicBezTo>
                <a:cubicBezTo>
                  <a:pt x="18681" y="5272"/>
                  <a:pt x="18681" y="5272"/>
                  <a:pt x="18681" y="5272"/>
                </a:cubicBezTo>
                <a:cubicBezTo>
                  <a:pt x="18827" y="5783"/>
                  <a:pt x="18827" y="6293"/>
                  <a:pt x="18681" y="6803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42" name="Freeform 154"/>
          <p:cNvSpPr/>
          <p:nvPr/>
        </p:nvSpPr>
        <p:spPr>
          <a:xfrm>
            <a:off x="1942928" y="12369937"/>
            <a:ext cx="507869" cy="1968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235" y="7316"/>
                </a:moveTo>
                <a:cubicBezTo>
                  <a:pt x="7695" y="3135"/>
                  <a:pt x="6075" y="0"/>
                  <a:pt x="4320" y="0"/>
                </a:cubicBezTo>
                <a:cubicBezTo>
                  <a:pt x="1890" y="0"/>
                  <a:pt x="0" y="4877"/>
                  <a:pt x="0" y="10800"/>
                </a:cubicBezTo>
                <a:cubicBezTo>
                  <a:pt x="0" y="16723"/>
                  <a:pt x="1890" y="21600"/>
                  <a:pt x="4320" y="21600"/>
                </a:cubicBezTo>
                <a:cubicBezTo>
                  <a:pt x="6075" y="21600"/>
                  <a:pt x="7695" y="18465"/>
                  <a:pt x="8235" y="14284"/>
                </a:cubicBezTo>
                <a:cubicBezTo>
                  <a:pt x="17145" y="14284"/>
                  <a:pt x="17145" y="14284"/>
                  <a:pt x="17145" y="14284"/>
                </a:cubicBezTo>
                <a:cubicBezTo>
                  <a:pt x="17145" y="19161"/>
                  <a:pt x="17145" y="19161"/>
                  <a:pt x="17145" y="19161"/>
                </a:cubicBezTo>
                <a:cubicBezTo>
                  <a:pt x="20655" y="19161"/>
                  <a:pt x="20655" y="19161"/>
                  <a:pt x="20655" y="19161"/>
                </a:cubicBezTo>
                <a:cubicBezTo>
                  <a:pt x="20655" y="14284"/>
                  <a:pt x="20655" y="14284"/>
                  <a:pt x="20655" y="14284"/>
                </a:cubicBezTo>
                <a:cubicBezTo>
                  <a:pt x="21600" y="14284"/>
                  <a:pt x="21600" y="14284"/>
                  <a:pt x="21600" y="14284"/>
                </a:cubicBezTo>
                <a:cubicBezTo>
                  <a:pt x="21600" y="7316"/>
                  <a:pt x="21600" y="7316"/>
                  <a:pt x="21600" y="7316"/>
                </a:cubicBezTo>
                <a:lnTo>
                  <a:pt x="8235" y="7316"/>
                </a:lnTo>
                <a:close/>
                <a:moveTo>
                  <a:pt x="4320" y="16026"/>
                </a:moveTo>
                <a:cubicBezTo>
                  <a:pt x="3105" y="16026"/>
                  <a:pt x="2295" y="13587"/>
                  <a:pt x="2295" y="10800"/>
                </a:cubicBezTo>
                <a:cubicBezTo>
                  <a:pt x="2295" y="8013"/>
                  <a:pt x="3105" y="5574"/>
                  <a:pt x="4320" y="5574"/>
                </a:cubicBezTo>
                <a:cubicBezTo>
                  <a:pt x="5400" y="5574"/>
                  <a:pt x="6345" y="8013"/>
                  <a:pt x="6345" y="10800"/>
                </a:cubicBezTo>
                <a:cubicBezTo>
                  <a:pt x="6345" y="13587"/>
                  <a:pt x="5400" y="16026"/>
                  <a:pt x="4320" y="16026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43" name="Freeform 20"/>
          <p:cNvSpPr/>
          <p:nvPr/>
        </p:nvSpPr>
        <p:spPr>
          <a:xfrm>
            <a:off x="17499564" y="12259807"/>
            <a:ext cx="507869" cy="4793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720" y="11587"/>
                </a:moveTo>
                <a:cubicBezTo>
                  <a:pt x="9720" y="19740"/>
                  <a:pt x="9720" y="19740"/>
                  <a:pt x="9720" y="19740"/>
                </a:cubicBezTo>
                <a:cubicBezTo>
                  <a:pt x="8235" y="19883"/>
                  <a:pt x="7155" y="20599"/>
                  <a:pt x="7155" y="21600"/>
                </a:cubicBezTo>
                <a:cubicBezTo>
                  <a:pt x="14175" y="21600"/>
                  <a:pt x="14175" y="21600"/>
                  <a:pt x="14175" y="21600"/>
                </a:cubicBezTo>
                <a:cubicBezTo>
                  <a:pt x="14175" y="20742"/>
                  <a:pt x="13365" y="20026"/>
                  <a:pt x="12015" y="19740"/>
                </a:cubicBezTo>
                <a:cubicBezTo>
                  <a:pt x="12015" y="11587"/>
                  <a:pt x="12015" y="11587"/>
                  <a:pt x="12015" y="11587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0" y="0"/>
                  <a:pt x="0" y="0"/>
                  <a:pt x="0" y="0"/>
                </a:cubicBezTo>
                <a:lnTo>
                  <a:pt x="9720" y="11587"/>
                </a:lnTo>
                <a:close/>
                <a:moveTo>
                  <a:pt x="10800" y="10442"/>
                </a:moveTo>
                <a:cubicBezTo>
                  <a:pt x="4320" y="2575"/>
                  <a:pt x="4320" y="2575"/>
                  <a:pt x="4320" y="2575"/>
                </a:cubicBezTo>
                <a:cubicBezTo>
                  <a:pt x="17280" y="2575"/>
                  <a:pt x="17280" y="2575"/>
                  <a:pt x="17280" y="2575"/>
                </a:cubicBezTo>
                <a:lnTo>
                  <a:pt x="10800" y="10442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44" name="Freeform 26"/>
          <p:cNvSpPr/>
          <p:nvPr/>
        </p:nvSpPr>
        <p:spPr>
          <a:xfrm>
            <a:off x="15324069" y="12216710"/>
            <a:ext cx="365856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62" h="21600" fill="norm" stroke="1" extrusionOk="0">
                <a:moveTo>
                  <a:pt x="8986" y="2430"/>
                </a:moveTo>
                <a:cubicBezTo>
                  <a:pt x="8614" y="1755"/>
                  <a:pt x="8055" y="135"/>
                  <a:pt x="6752" y="0"/>
                </a:cubicBezTo>
                <a:cubicBezTo>
                  <a:pt x="7496" y="4995"/>
                  <a:pt x="7496" y="4995"/>
                  <a:pt x="7496" y="4995"/>
                </a:cubicBezTo>
                <a:cubicBezTo>
                  <a:pt x="6565" y="4995"/>
                  <a:pt x="6565" y="4995"/>
                  <a:pt x="6565" y="4995"/>
                </a:cubicBezTo>
                <a:cubicBezTo>
                  <a:pt x="5821" y="0"/>
                  <a:pt x="5821" y="0"/>
                  <a:pt x="5821" y="0"/>
                </a:cubicBezTo>
                <a:cubicBezTo>
                  <a:pt x="5076" y="0"/>
                  <a:pt x="5076" y="0"/>
                  <a:pt x="5076" y="0"/>
                </a:cubicBezTo>
                <a:cubicBezTo>
                  <a:pt x="4331" y="0"/>
                  <a:pt x="4331" y="0"/>
                  <a:pt x="4331" y="0"/>
                </a:cubicBezTo>
                <a:cubicBezTo>
                  <a:pt x="3586" y="4995"/>
                  <a:pt x="3586" y="4995"/>
                  <a:pt x="3586" y="4995"/>
                </a:cubicBezTo>
                <a:cubicBezTo>
                  <a:pt x="2655" y="4995"/>
                  <a:pt x="2655" y="4995"/>
                  <a:pt x="2655" y="4995"/>
                </a:cubicBezTo>
                <a:cubicBezTo>
                  <a:pt x="3400" y="0"/>
                  <a:pt x="3400" y="0"/>
                  <a:pt x="3400" y="0"/>
                </a:cubicBezTo>
                <a:cubicBezTo>
                  <a:pt x="2096" y="135"/>
                  <a:pt x="1538" y="1755"/>
                  <a:pt x="1165" y="2430"/>
                </a:cubicBezTo>
                <a:cubicBezTo>
                  <a:pt x="607" y="3375"/>
                  <a:pt x="234" y="4185"/>
                  <a:pt x="48" y="5130"/>
                </a:cubicBezTo>
                <a:cubicBezTo>
                  <a:pt x="-138" y="6075"/>
                  <a:pt x="234" y="6615"/>
                  <a:pt x="793" y="7425"/>
                </a:cubicBezTo>
                <a:cubicBezTo>
                  <a:pt x="1352" y="8235"/>
                  <a:pt x="2469" y="9315"/>
                  <a:pt x="3586" y="9855"/>
                </a:cubicBezTo>
                <a:cubicBezTo>
                  <a:pt x="3586" y="21600"/>
                  <a:pt x="3586" y="21600"/>
                  <a:pt x="3586" y="21600"/>
                </a:cubicBezTo>
                <a:cubicBezTo>
                  <a:pt x="6565" y="21600"/>
                  <a:pt x="6565" y="21600"/>
                  <a:pt x="6565" y="21600"/>
                </a:cubicBezTo>
                <a:cubicBezTo>
                  <a:pt x="6565" y="9855"/>
                  <a:pt x="6565" y="9855"/>
                  <a:pt x="6565" y="9855"/>
                </a:cubicBezTo>
                <a:cubicBezTo>
                  <a:pt x="7683" y="9315"/>
                  <a:pt x="8800" y="8235"/>
                  <a:pt x="9359" y="7425"/>
                </a:cubicBezTo>
                <a:cubicBezTo>
                  <a:pt x="9917" y="6615"/>
                  <a:pt x="10290" y="6075"/>
                  <a:pt x="10103" y="5130"/>
                </a:cubicBezTo>
                <a:cubicBezTo>
                  <a:pt x="9917" y="4185"/>
                  <a:pt x="9545" y="3375"/>
                  <a:pt x="8986" y="2430"/>
                </a:cubicBezTo>
                <a:close/>
                <a:moveTo>
                  <a:pt x="18669" y="0"/>
                </a:moveTo>
                <a:cubicBezTo>
                  <a:pt x="18669" y="0"/>
                  <a:pt x="14759" y="0"/>
                  <a:pt x="14759" y="5940"/>
                </a:cubicBezTo>
                <a:cubicBezTo>
                  <a:pt x="14759" y="11340"/>
                  <a:pt x="17924" y="12015"/>
                  <a:pt x="18669" y="12015"/>
                </a:cubicBezTo>
                <a:cubicBezTo>
                  <a:pt x="18669" y="21600"/>
                  <a:pt x="18669" y="21600"/>
                  <a:pt x="18669" y="21600"/>
                </a:cubicBezTo>
                <a:cubicBezTo>
                  <a:pt x="21462" y="21600"/>
                  <a:pt x="21462" y="21600"/>
                  <a:pt x="21462" y="21600"/>
                </a:cubicBezTo>
                <a:cubicBezTo>
                  <a:pt x="21462" y="0"/>
                  <a:pt x="21462" y="0"/>
                  <a:pt x="21462" y="0"/>
                </a:cubicBezTo>
                <a:lnTo>
                  <a:pt x="18669" y="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45" name="Freeform 85"/>
          <p:cNvSpPr/>
          <p:nvPr/>
        </p:nvSpPr>
        <p:spPr>
          <a:xfrm>
            <a:off x="22003632" y="7777471"/>
            <a:ext cx="412644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9440" y="14040"/>
                </a:moveTo>
                <a:lnTo>
                  <a:pt x="19440" y="8505"/>
                </a:lnTo>
                <a:lnTo>
                  <a:pt x="11465" y="8505"/>
                </a:lnTo>
                <a:lnTo>
                  <a:pt x="11465" y="14040"/>
                </a:lnTo>
                <a:lnTo>
                  <a:pt x="9305" y="14040"/>
                </a:lnTo>
                <a:lnTo>
                  <a:pt x="15452" y="21600"/>
                </a:lnTo>
                <a:lnTo>
                  <a:pt x="21600" y="14040"/>
                </a:lnTo>
                <a:lnTo>
                  <a:pt x="19440" y="14040"/>
                </a:lnTo>
                <a:close/>
                <a:moveTo>
                  <a:pt x="10302" y="13095"/>
                </a:moveTo>
                <a:lnTo>
                  <a:pt x="10302" y="7695"/>
                </a:lnTo>
                <a:lnTo>
                  <a:pt x="12462" y="7695"/>
                </a:lnTo>
                <a:lnTo>
                  <a:pt x="6314" y="0"/>
                </a:lnTo>
                <a:lnTo>
                  <a:pt x="0" y="7695"/>
                </a:lnTo>
                <a:lnTo>
                  <a:pt x="2160" y="7695"/>
                </a:lnTo>
                <a:lnTo>
                  <a:pt x="2160" y="13095"/>
                </a:lnTo>
                <a:lnTo>
                  <a:pt x="10302" y="13095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46" name="Freeform 146"/>
          <p:cNvSpPr/>
          <p:nvPr/>
        </p:nvSpPr>
        <p:spPr>
          <a:xfrm>
            <a:off x="8661324" y="11097266"/>
            <a:ext cx="485650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8494" y="3915"/>
                </a:moveTo>
                <a:lnTo>
                  <a:pt x="18494" y="5805"/>
                </a:lnTo>
                <a:lnTo>
                  <a:pt x="17365" y="5130"/>
                </a:lnTo>
                <a:lnTo>
                  <a:pt x="17082" y="4590"/>
                </a:lnTo>
                <a:lnTo>
                  <a:pt x="15106" y="5670"/>
                </a:lnTo>
                <a:lnTo>
                  <a:pt x="16659" y="3240"/>
                </a:lnTo>
                <a:lnTo>
                  <a:pt x="14682" y="4320"/>
                </a:lnTo>
                <a:lnTo>
                  <a:pt x="14682" y="2160"/>
                </a:lnTo>
                <a:lnTo>
                  <a:pt x="13271" y="4590"/>
                </a:lnTo>
                <a:lnTo>
                  <a:pt x="13271" y="2565"/>
                </a:lnTo>
                <a:lnTo>
                  <a:pt x="12565" y="2565"/>
                </a:lnTo>
                <a:lnTo>
                  <a:pt x="11435" y="1890"/>
                </a:lnTo>
                <a:lnTo>
                  <a:pt x="13271" y="945"/>
                </a:lnTo>
                <a:lnTo>
                  <a:pt x="13271" y="270"/>
                </a:lnTo>
                <a:lnTo>
                  <a:pt x="11153" y="1350"/>
                </a:lnTo>
                <a:lnTo>
                  <a:pt x="11153" y="0"/>
                </a:lnTo>
                <a:lnTo>
                  <a:pt x="10447" y="0"/>
                </a:lnTo>
                <a:lnTo>
                  <a:pt x="10447" y="1350"/>
                </a:lnTo>
                <a:lnTo>
                  <a:pt x="8329" y="270"/>
                </a:lnTo>
                <a:lnTo>
                  <a:pt x="8329" y="945"/>
                </a:lnTo>
                <a:lnTo>
                  <a:pt x="10165" y="1890"/>
                </a:lnTo>
                <a:lnTo>
                  <a:pt x="9035" y="2565"/>
                </a:lnTo>
                <a:lnTo>
                  <a:pt x="8329" y="2565"/>
                </a:lnTo>
                <a:lnTo>
                  <a:pt x="8329" y="4590"/>
                </a:lnTo>
                <a:lnTo>
                  <a:pt x="6918" y="2160"/>
                </a:lnTo>
                <a:lnTo>
                  <a:pt x="6918" y="4320"/>
                </a:lnTo>
                <a:lnTo>
                  <a:pt x="4941" y="3240"/>
                </a:lnTo>
                <a:lnTo>
                  <a:pt x="6353" y="5670"/>
                </a:lnTo>
                <a:lnTo>
                  <a:pt x="4518" y="4725"/>
                </a:lnTo>
                <a:lnTo>
                  <a:pt x="4235" y="5265"/>
                </a:lnTo>
                <a:lnTo>
                  <a:pt x="3106" y="5805"/>
                </a:lnTo>
                <a:lnTo>
                  <a:pt x="3106" y="3915"/>
                </a:lnTo>
                <a:lnTo>
                  <a:pt x="2400" y="3510"/>
                </a:lnTo>
                <a:lnTo>
                  <a:pt x="2400" y="5805"/>
                </a:lnTo>
                <a:lnTo>
                  <a:pt x="1129" y="5130"/>
                </a:lnTo>
                <a:lnTo>
                  <a:pt x="847" y="5670"/>
                </a:lnTo>
                <a:lnTo>
                  <a:pt x="2118" y="6345"/>
                </a:lnTo>
                <a:lnTo>
                  <a:pt x="0" y="7560"/>
                </a:lnTo>
                <a:lnTo>
                  <a:pt x="706" y="7830"/>
                </a:lnTo>
                <a:lnTo>
                  <a:pt x="2400" y="6885"/>
                </a:lnTo>
                <a:lnTo>
                  <a:pt x="2400" y="8100"/>
                </a:lnTo>
                <a:lnTo>
                  <a:pt x="2118" y="8640"/>
                </a:lnTo>
                <a:lnTo>
                  <a:pt x="4094" y="9720"/>
                </a:lnTo>
                <a:lnTo>
                  <a:pt x="988" y="9720"/>
                </a:lnTo>
                <a:lnTo>
                  <a:pt x="2965" y="10800"/>
                </a:lnTo>
                <a:lnTo>
                  <a:pt x="988" y="11880"/>
                </a:lnTo>
                <a:lnTo>
                  <a:pt x="3953" y="11880"/>
                </a:lnTo>
                <a:lnTo>
                  <a:pt x="2118" y="12960"/>
                </a:lnTo>
                <a:lnTo>
                  <a:pt x="2400" y="13500"/>
                </a:lnTo>
                <a:lnTo>
                  <a:pt x="2400" y="14715"/>
                </a:lnTo>
                <a:lnTo>
                  <a:pt x="706" y="13770"/>
                </a:lnTo>
                <a:lnTo>
                  <a:pt x="0" y="14040"/>
                </a:lnTo>
                <a:lnTo>
                  <a:pt x="2118" y="15255"/>
                </a:lnTo>
                <a:lnTo>
                  <a:pt x="847" y="15930"/>
                </a:lnTo>
                <a:lnTo>
                  <a:pt x="1129" y="16470"/>
                </a:lnTo>
                <a:lnTo>
                  <a:pt x="2400" y="15795"/>
                </a:lnTo>
                <a:lnTo>
                  <a:pt x="2400" y="18090"/>
                </a:lnTo>
                <a:lnTo>
                  <a:pt x="3106" y="17685"/>
                </a:lnTo>
                <a:lnTo>
                  <a:pt x="3106" y="15795"/>
                </a:lnTo>
                <a:lnTo>
                  <a:pt x="4235" y="16335"/>
                </a:lnTo>
                <a:lnTo>
                  <a:pt x="4518" y="16875"/>
                </a:lnTo>
                <a:lnTo>
                  <a:pt x="6494" y="15795"/>
                </a:lnTo>
                <a:lnTo>
                  <a:pt x="4941" y="18360"/>
                </a:lnTo>
                <a:lnTo>
                  <a:pt x="6918" y="17280"/>
                </a:lnTo>
                <a:lnTo>
                  <a:pt x="6918" y="19440"/>
                </a:lnTo>
                <a:lnTo>
                  <a:pt x="8329" y="17010"/>
                </a:lnTo>
                <a:lnTo>
                  <a:pt x="8329" y="19035"/>
                </a:lnTo>
                <a:lnTo>
                  <a:pt x="9035" y="19035"/>
                </a:lnTo>
                <a:lnTo>
                  <a:pt x="10165" y="19710"/>
                </a:lnTo>
                <a:lnTo>
                  <a:pt x="8329" y="20655"/>
                </a:lnTo>
                <a:lnTo>
                  <a:pt x="8329" y="21330"/>
                </a:lnTo>
                <a:lnTo>
                  <a:pt x="10447" y="20115"/>
                </a:lnTo>
                <a:lnTo>
                  <a:pt x="10447" y="21600"/>
                </a:lnTo>
                <a:lnTo>
                  <a:pt x="11153" y="21600"/>
                </a:lnTo>
                <a:lnTo>
                  <a:pt x="11153" y="20115"/>
                </a:lnTo>
                <a:lnTo>
                  <a:pt x="13271" y="21330"/>
                </a:lnTo>
                <a:lnTo>
                  <a:pt x="13271" y="20655"/>
                </a:lnTo>
                <a:lnTo>
                  <a:pt x="11435" y="19710"/>
                </a:lnTo>
                <a:lnTo>
                  <a:pt x="12565" y="19035"/>
                </a:lnTo>
                <a:lnTo>
                  <a:pt x="13271" y="19035"/>
                </a:lnTo>
                <a:lnTo>
                  <a:pt x="13271" y="16875"/>
                </a:lnTo>
                <a:lnTo>
                  <a:pt x="14682" y="19440"/>
                </a:lnTo>
                <a:lnTo>
                  <a:pt x="14682" y="17280"/>
                </a:lnTo>
                <a:lnTo>
                  <a:pt x="16659" y="18360"/>
                </a:lnTo>
                <a:lnTo>
                  <a:pt x="15247" y="15930"/>
                </a:lnTo>
                <a:lnTo>
                  <a:pt x="17082" y="16875"/>
                </a:lnTo>
                <a:lnTo>
                  <a:pt x="17365" y="16335"/>
                </a:lnTo>
                <a:lnTo>
                  <a:pt x="18494" y="15795"/>
                </a:lnTo>
                <a:lnTo>
                  <a:pt x="18494" y="17685"/>
                </a:lnTo>
                <a:lnTo>
                  <a:pt x="19200" y="18090"/>
                </a:lnTo>
                <a:lnTo>
                  <a:pt x="19200" y="15795"/>
                </a:lnTo>
                <a:lnTo>
                  <a:pt x="20471" y="16470"/>
                </a:lnTo>
                <a:lnTo>
                  <a:pt x="20753" y="15930"/>
                </a:lnTo>
                <a:lnTo>
                  <a:pt x="19482" y="15255"/>
                </a:lnTo>
                <a:lnTo>
                  <a:pt x="21600" y="14040"/>
                </a:lnTo>
                <a:lnTo>
                  <a:pt x="20894" y="13635"/>
                </a:lnTo>
                <a:lnTo>
                  <a:pt x="19200" y="14715"/>
                </a:lnTo>
                <a:lnTo>
                  <a:pt x="19200" y="13365"/>
                </a:lnTo>
                <a:lnTo>
                  <a:pt x="19482" y="12825"/>
                </a:lnTo>
                <a:lnTo>
                  <a:pt x="17506" y="11880"/>
                </a:lnTo>
                <a:lnTo>
                  <a:pt x="20471" y="11880"/>
                </a:lnTo>
                <a:lnTo>
                  <a:pt x="18494" y="10800"/>
                </a:lnTo>
                <a:lnTo>
                  <a:pt x="20471" y="9720"/>
                </a:lnTo>
                <a:lnTo>
                  <a:pt x="17647" y="9720"/>
                </a:lnTo>
                <a:lnTo>
                  <a:pt x="19482" y="8640"/>
                </a:lnTo>
                <a:lnTo>
                  <a:pt x="19200" y="8100"/>
                </a:lnTo>
                <a:lnTo>
                  <a:pt x="19200" y="6885"/>
                </a:lnTo>
                <a:lnTo>
                  <a:pt x="20894" y="7830"/>
                </a:lnTo>
                <a:lnTo>
                  <a:pt x="21600" y="7560"/>
                </a:lnTo>
                <a:lnTo>
                  <a:pt x="19482" y="6345"/>
                </a:lnTo>
                <a:lnTo>
                  <a:pt x="20753" y="5670"/>
                </a:lnTo>
                <a:lnTo>
                  <a:pt x="20471" y="5130"/>
                </a:lnTo>
                <a:lnTo>
                  <a:pt x="19200" y="5805"/>
                </a:lnTo>
                <a:lnTo>
                  <a:pt x="19200" y="3510"/>
                </a:lnTo>
                <a:lnTo>
                  <a:pt x="18494" y="3915"/>
                </a:lnTo>
                <a:close/>
                <a:moveTo>
                  <a:pt x="9600" y="4185"/>
                </a:moveTo>
                <a:lnTo>
                  <a:pt x="10729" y="3510"/>
                </a:lnTo>
                <a:lnTo>
                  <a:pt x="11859" y="4185"/>
                </a:lnTo>
                <a:lnTo>
                  <a:pt x="11859" y="6615"/>
                </a:lnTo>
                <a:lnTo>
                  <a:pt x="10729" y="6075"/>
                </a:lnTo>
                <a:lnTo>
                  <a:pt x="9600" y="6615"/>
                </a:lnTo>
                <a:lnTo>
                  <a:pt x="9600" y="4185"/>
                </a:lnTo>
                <a:close/>
                <a:moveTo>
                  <a:pt x="5365" y="6480"/>
                </a:moveTo>
                <a:lnTo>
                  <a:pt x="7624" y="7830"/>
                </a:lnTo>
                <a:lnTo>
                  <a:pt x="6494" y="8370"/>
                </a:lnTo>
                <a:lnTo>
                  <a:pt x="6494" y="9720"/>
                </a:lnTo>
                <a:lnTo>
                  <a:pt x="4235" y="8370"/>
                </a:lnTo>
                <a:lnTo>
                  <a:pt x="4235" y="7155"/>
                </a:lnTo>
                <a:lnTo>
                  <a:pt x="5365" y="6480"/>
                </a:lnTo>
                <a:close/>
                <a:moveTo>
                  <a:pt x="5365" y="14985"/>
                </a:moveTo>
                <a:lnTo>
                  <a:pt x="4235" y="14445"/>
                </a:lnTo>
                <a:lnTo>
                  <a:pt x="4235" y="13230"/>
                </a:lnTo>
                <a:lnTo>
                  <a:pt x="6494" y="11880"/>
                </a:lnTo>
                <a:lnTo>
                  <a:pt x="6494" y="13230"/>
                </a:lnTo>
                <a:lnTo>
                  <a:pt x="7624" y="13770"/>
                </a:lnTo>
                <a:lnTo>
                  <a:pt x="5365" y="14985"/>
                </a:lnTo>
                <a:close/>
                <a:moveTo>
                  <a:pt x="11859" y="17415"/>
                </a:moveTo>
                <a:lnTo>
                  <a:pt x="10729" y="18090"/>
                </a:lnTo>
                <a:lnTo>
                  <a:pt x="9741" y="17415"/>
                </a:lnTo>
                <a:lnTo>
                  <a:pt x="9741" y="14985"/>
                </a:lnTo>
                <a:lnTo>
                  <a:pt x="10729" y="15525"/>
                </a:lnTo>
                <a:lnTo>
                  <a:pt x="11859" y="14985"/>
                </a:lnTo>
                <a:lnTo>
                  <a:pt x="11859" y="17415"/>
                </a:lnTo>
                <a:close/>
                <a:moveTo>
                  <a:pt x="13271" y="11475"/>
                </a:moveTo>
                <a:lnTo>
                  <a:pt x="13412" y="12285"/>
                </a:lnTo>
                <a:lnTo>
                  <a:pt x="12706" y="12555"/>
                </a:lnTo>
                <a:lnTo>
                  <a:pt x="11435" y="11880"/>
                </a:lnTo>
                <a:lnTo>
                  <a:pt x="11435" y="13230"/>
                </a:lnTo>
                <a:lnTo>
                  <a:pt x="10729" y="13770"/>
                </a:lnTo>
                <a:lnTo>
                  <a:pt x="10165" y="13230"/>
                </a:lnTo>
                <a:lnTo>
                  <a:pt x="10165" y="11880"/>
                </a:lnTo>
                <a:lnTo>
                  <a:pt x="8894" y="12555"/>
                </a:lnTo>
                <a:lnTo>
                  <a:pt x="8188" y="12285"/>
                </a:lnTo>
                <a:lnTo>
                  <a:pt x="8188" y="11475"/>
                </a:lnTo>
                <a:lnTo>
                  <a:pt x="9459" y="10800"/>
                </a:lnTo>
                <a:lnTo>
                  <a:pt x="8329" y="10125"/>
                </a:lnTo>
                <a:lnTo>
                  <a:pt x="8188" y="9315"/>
                </a:lnTo>
                <a:lnTo>
                  <a:pt x="8894" y="9045"/>
                </a:lnTo>
                <a:lnTo>
                  <a:pt x="10165" y="9720"/>
                </a:lnTo>
                <a:lnTo>
                  <a:pt x="10165" y="8370"/>
                </a:lnTo>
                <a:lnTo>
                  <a:pt x="10729" y="7830"/>
                </a:lnTo>
                <a:lnTo>
                  <a:pt x="11435" y="8370"/>
                </a:lnTo>
                <a:lnTo>
                  <a:pt x="11435" y="9720"/>
                </a:lnTo>
                <a:lnTo>
                  <a:pt x="12706" y="9045"/>
                </a:lnTo>
                <a:lnTo>
                  <a:pt x="13412" y="9315"/>
                </a:lnTo>
                <a:lnTo>
                  <a:pt x="13271" y="10125"/>
                </a:lnTo>
                <a:lnTo>
                  <a:pt x="12000" y="10800"/>
                </a:lnTo>
                <a:lnTo>
                  <a:pt x="13271" y="11475"/>
                </a:lnTo>
                <a:close/>
                <a:moveTo>
                  <a:pt x="16235" y="6480"/>
                </a:moveTo>
                <a:lnTo>
                  <a:pt x="17365" y="7155"/>
                </a:lnTo>
                <a:lnTo>
                  <a:pt x="17365" y="8370"/>
                </a:lnTo>
                <a:lnTo>
                  <a:pt x="15106" y="9585"/>
                </a:lnTo>
                <a:lnTo>
                  <a:pt x="15106" y="8370"/>
                </a:lnTo>
                <a:lnTo>
                  <a:pt x="13976" y="7830"/>
                </a:lnTo>
                <a:lnTo>
                  <a:pt x="16235" y="6480"/>
                </a:lnTo>
                <a:close/>
                <a:moveTo>
                  <a:pt x="16235" y="14985"/>
                </a:moveTo>
                <a:lnTo>
                  <a:pt x="13976" y="13770"/>
                </a:lnTo>
                <a:lnTo>
                  <a:pt x="15106" y="13230"/>
                </a:lnTo>
                <a:lnTo>
                  <a:pt x="15106" y="11880"/>
                </a:lnTo>
                <a:lnTo>
                  <a:pt x="17365" y="13230"/>
                </a:lnTo>
                <a:lnTo>
                  <a:pt x="17365" y="14445"/>
                </a:lnTo>
                <a:lnTo>
                  <a:pt x="16235" y="14985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47" name="Freeform 24"/>
          <p:cNvSpPr/>
          <p:nvPr/>
        </p:nvSpPr>
        <p:spPr>
          <a:xfrm>
            <a:off x="13062777" y="12248539"/>
            <a:ext cx="508001" cy="3827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3" h="21368" fill="norm" stroke="1" extrusionOk="0">
                <a:moveTo>
                  <a:pt x="21593" y="6522"/>
                </a:moveTo>
                <a:cubicBezTo>
                  <a:pt x="21595" y="6112"/>
                  <a:pt x="21472" y="5718"/>
                  <a:pt x="21250" y="5429"/>
                </a:cubicBezTo>
                <a:cubicBezTo>
                  <a:pt x="21030" y="5135"/>
                  <a:pt x="20728" y="4969"/>
                  <a:pt x="20413" y="4971"/>
                </a:cubicBezTo>
                <a:lnTo>
                  <a:pt x="19252" y="4971"/>
                </a:lnTo>
                <a:cubicBezTo>
                  <a:pt x="19061" y="4971"/>
                  <a:pt x="18880" y="5090"/>
                  <a:pt x="18764" y="5290"/>
                </a:cubicBezTo>
                <a:lnTo>
                  <a:pt x="18613" y="5557"/>
                </a:lnTo>
                <a:lnTo>
                  <a:pt x="16854" y="1644"/>
                </a:lnTo>
                <a:cubicBezTo>
                  <a:pt x="16577" y="1049"/>
                  <a:pt x="16128" y="629"/>
                  <a:pt x="15612" y="481"/>
                </a:cubicBezTo>
                <a:cubicBezTo>
                  <a:pt x="13096" y="-231"/>
                  <a:pt x="8408" y="-85"/>
                  <a:pt x="6049" y="481"/>
                </a:cubicBezTo>
                <a:cubicBezTo>
                  <a:pt x="5515" y="624"/>
                  <a:pt x="5050" y="1053"/>
                  <a:pt x="4767" y="1666"/>
                </a:cubicBezTo>
                <a:lnTo>
                  <a:pt x="3007" y="5579"/>
                </a:lnTo>
                <a:lnTo>
                  <a:pt x="2829" y="5269"/>
                </a:lnTo>
                <a:cubicBezTo>
                  <a:pt x="2713" y="5068"/>
                  <a:pt x="2532" y="4950"/>
                  <a:pt x="2341" y="4950"/>
                </a:cubicBezTo>
                <a:lnTo>
                  <a:pt x="1180" y="4950"/>
                </a:lnTo>
                <a:cubicBezTo>
                  <a:pt x="865" y="4950"/>
                  <a:pt x="562" y="5115"/>
                  <a:pt x="341" y="5411"/>
                </a:cubicBezTo>
                <a:cubicBezTo>
                  <a:pt x="119" y="5706"/>
                  <a:pt x="-3" y="6106"/>
                  <a:pt x="0" y="6522"/>
                </a:cubicBezTo>
                <a:cubicBezTo>
                  <a:pt x="-2" y="7225"/>
                  <a:pt x="406" y="7811"/>
                  <a:pt x="936" y="7870"/>
                </a:cubicBezTo>
                <a:lnTo>
                  <a:pt x="1852" y="7979"/>
                </a:lnTo>
                <a:lnTo>
                  <a:pt x="1852" y="8002"/>
                </a:lnTo>
                <a:cubicBezTo>
                  <a:pt x="1706" y="8328"/>
                  <a:pt x="1517" y="8619"/>
                  <a:pt x="1296" y="8859"/>
                </a:cubicBezTo>
                <a:cubicBezTo>
                  <a:pt x="781" y="9390"/>
                  <a:pt x="467" y="10190"/>
                  <a:pt x="438" y="11051"/>
                </a:cubicBezTo>
                <a:cubicBezTo>
                  <a:pt x="436" y="11070"/>
                  <a:pt x="436" y="11091"/>
                  <a:pt x="438" y="11112"/>
                </a:cubicBezTo>
                <a:lnTo>
                  <a:pt x="438" y="18269"/>
                </a:lnTo>
                <a:cubicBezTo>
                  <a:pt x="438" y="18458"/>
                  <a:pt x="495" y="18638"/>
                  <a:pt x="596" y="18772"/>
                </a:cubicBezTo>
                <a:cubicBezTo>
                  <a:pt x="697" y="18905"/>
                  <a:pt x="834" y="18980"/>
                  <a:pt x="978" y="18980"/>
                </a:cubicBezTo>
                <a:lnTo>
                  <a:pt x="978" y="20368"/>
                </a:lnTo>
                <a:cubicBezTo>
                  <a:pt x="985" y="20920"/>
                  <a:pt x="1324" y="21363"/>
                  <a:pt x="1744" y="21368"/>
                </a:cubicBezTo>
                <a:lnTo>
                  <a:pt x="4173" y="21368"/>
                </a:lnTo>
                <a:cubicBezTo>
                  <a:pt x="4598" y="21368"/>
                  <a:pt x="4944" y="20915"/>
                  <a:pt x="4945" y="20353"/>
                </a:cubicBezTo>
                <a:lnTo>
                  <a:pt x="4945" y="18966"/>
                </a:lnTo>
                <a:lnTo>
                  <a:pt x="16651" y="18966"/>
                </a:lnTo>
                <a:lnTo>
                  <a:pt x="16651" y="20353"/>
                </a:lnTo>
                <a:cubicBezTo>
                  <a:pt x="16652" y="20915"/>
                  <a:pt x="16997" y="21368"/>
                  <a:pt x="17423" y="21368"/>
                </a:cubicBezTo>
                <a:lnTo>
                  <a:pt x="19852" y="21368"/>
                </a:lnTo>
                <a:cubicBezTo>
                  <a:pt x="20057" y="21369"/>
                  <a:pt x="20253" y="21262"/>
                  <a:pt x="20398" y="21072"/>
                </a:cubicBezTo>
                <a:cubicBezTo>
                  <a:pt x="20544" y="20883"/>
                  <a:pt x="20626" y="20624"/>
                  <a:pt x="20627" y="20353"/>
                </a:cubicBezTo>
                <a:lnTo>
                  <a:pt x="20627" y="18966"/>
                </a:lnTo>
                <a:cubicBezTo>
                  <a:pt x="20769" y="18966"/>
                  <a:pt x="20907" y="18891"/>
                  <a:pt x="21009" y="18758"/>
                </a:cubicBezTo>
                <a:cubicBezTo>
                  <a:pt x="21110" y="18624"/>
                  <a:pt x="21167" y="18444"/>
                  <a:pt x="21167" y="18255"/>
                </a:cubicBezTo>
                <a:lnTo>
                  <a:pt x="21167" y="11101"/>
                </a:lnTo>
                <a:cubicBezTo>
                  <a:pt x="21169" y="11073"/>
                  <a:pt x="21169" y="11045"/>
                  <a:pt x="21167" y="11019"/>
                </a:cubicBezTo>
                <a:cubicBezTo>
                  <a:pt x="21133" y="10171"/>
                  <a:pt x="20823" y="9383"/>
                  <a:pt x="20316" y="8859"/>
                </a:cubicBezTo>
                <a:cubicBezTo>
                  <a:pt x="20101" y="8617"/>
                  <a:pt x="19919" y="8328"/>
                  <a:pt x="19776" y="8006"/>
                </a:cubicBezTo>
                <a:lnTo>
                  <a:pt x="19776" y="7985"/>
                </a:lnTo>
                <a:lnTo>
                  <a:pt x="20693" y="7871"/>
                </a:lnTo>
                <a:lnTo>
                  <a:pt x="20694" y="7870"/>
                </a:lnTo>
                <a:cubicBezTo>
                  <a:pt x="21210" y="7788"/>
                  <a:pt x="21597" y="7207"/>
                  <a:pt x="21593" y="6522"/>
                </a:cubicBezTo>
                <a:close/>
                <a:moveTo>
                  <a:pt x="18354" y="10278"/>
                </a:moveTo>
                <a:cubicBezTo>
                  <a:pt x="18603" y="10275"/>
                  <a:pt x="18841" y="10404"/>
                  <a:pt x="19018" y="10634"/>
                </a:cubicBezTo>
                <a:cubicBezTo>
                  <a:pt x="19194" y="10871"/>
                  <a:pt x="19291" y="11192"/>
                  <a:pt x="19288" y="11523"/>
                </a:cubicBezTo>
                <a:cubicBezTo>
                  <a:pt x="19288" y="12383"/>
                  <a:pt x="18761" y="13082"/>
                  <a:pt x="18108" y="13085"/>
                </a:cubicBezTo>
                <a:lnTo>
                  <a:pt x="17579" y="13085"/>
                </a:lnTo>
                <a:cubicBezTo>
                  <a:pt x="17173" y="13084"/>
                  <a:pt x="16842" y="12654"/>
                  <a:pt x="16835" y="12118"/>
                </a:cubicBezTo>
                <a:cubicBezTo>
                  <a:pt x="16834" y="11634"/>
                  <a:pt x="16978" y="11172"/>
                  <a:pt x="17237" y="10828"/>
                </a:cubicBezTo>
                <a:cubicBezTo>
                  <a:pt x="17496" y="10486"/>
                  <a:pt x="17847" y="10293"/>
                  <a:pt x="18214" y="10293"/>
                </a:cubicBezTo>
                <a:close/>
                <a:moveTo>
                  <a:pt x="5693" y="2416"/>
                </a:moveTo>
                <a:cubicBezTo>
                  <a:pt x="5815" y="2144"/>
                  <a:pt x="6018" y="1951"/>
                  <a:pt x="6255" y="1886"/>
                </a:cubicBezTo>
                <a:cubicBezTo>
                  <a:pt x="8462" y="1341"/>
                  <a:pt x="13030" y="1210"/>
                  <a:pt x="15388" y="1865"/>
                </a:cubicBezTo>
                <a:cubicBezTo>
                  <a:pt x="15612" y="1933"/>
                  <a:pt x="15807" y="2115"/>
                  <a:pt x="15928" y="2373"/>
                </a:cubicBezTo>
                <a:lnTo>
                  <a:pt x="17920" y="6782"/>
                </a:lnTo>
                <a:cubicBezTo>
                  <a:pt x="13194" y="5934"/>
                  <a:pt x="8401" y="5962"/>
                  <a:pt x="3682" y="6866"/>
                </a:cubicBezTo>
                <a:close/>
                <a:moveTo>
                  <a:pt x="4537" y="12804"/>
                </a:moveTo>
                <a:cubicBezTo>
                  <a:pt x="4401" y="12989"/>
                  <a:pt x="4214" y="13093"/>
                  <a:pt x="4019" y="13092"/>
                </a:cubicBezTo>
                <a:lnTo>
                  <a:pt x="3490" y="13092"/>
                </a:lnTo>
                <a:cubicBezTo>
                  <a:pt x="2837" y="13089"/>
                  <a:pt x="2310" y="12390"/>
                  <a:pt x="2310" y="11531"/>
                </a:cubicBezTo>
                <a:cubicBezTo>
                  <a:pt x="2307" y="11199"/>
                  <a:pt x="2404" y="10878"/>
                  <a:pt x="2580" y="10642"/>
                </a:cubicBezTo>
                <a:cubicBezTo>
                  <a:pt x="2758" y="10411"/>
                  <a:pt x="2998" y="10282"/>
                  <a:pt x="3248" y="10286"/>
                </a:cubicBezTo>
                <a:lnTo>
                  <a:pt x="3374" y="10286"/>
                </a:lnTo>
                <a:cubicBezTo>
                  <a:pt x="3742" y="10285"/>
                  <a:pt x="4096" y="10478"/>
                  <a:pt x="4356" y="10821"/>
                </a:cubicBezTo>
                <a:cubicBezTo>
                  <a:pt x="4616" y="11166"/>
                  <a:pt x="4761" y="11633"/>
                  <a:pt x="4759" y="12118"/>
                </a:cubicBezTo>
                <a:cubicBezTo>
                  <a:pt x="4755" y="12376"/>
                  <a:pt x="4675" y="12622"/>
                  <a:pt x="4537" y="12804"/>
                </a:cubicBezTo>
                <a:close/>
                <a:moveTo>
                  <a:pt x="13828" y="15953"/>
                </a:moveTo>
                <a:cubicBezTo>
                  <a:pt x="13828" y="15988"/>
                  <a:pt x="13806" y="16017"/>
                  <a:pt x="13779" y="16017"/>
                </a:cubicBezTo>
                <a:lnTo>
                  <a:pt x="7807" y="16017"/>
                </a:lnTo>
                <a:cubicBezTo>
                  <a:pt x="7781" y="16013"/>
                  <a:pt x="7764" y="15985"/>
                  <a:pt x="7765" y="15953"/>
                </a:cubicBezTo>
                <a:lnTo>
                  <a:pt x="7765" y="13691"/>
                </a:lnTo>
                <a:cubicBezTo>
                  <a:pt x="7762" y="13658"/>
                  <a:pt x="7781" y="13630"/>
                  <a:pt x="7807" y="13630"/>
                </a:cubicBezTo>
                <a:lnTo>
                  <a:pt x="13784" y="13630"/>
                </a:lnTo>
                <a:cubicBezTo>
                  <a:pt x="13809" y="13631"/>
                  <a:pt x="13828" y="13658"/>
                  <a:pt x="13828" y="13691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48" name="Freeform 50"/>
          <p:cNvSpPr/>
          <p:nvPr/>
        </p:nvSpPr>
        <p:spPr>
          <a:xfrm>
            <a:off x="20805064" y="12235686"/>
            <a:ext cx="508001" cy="4499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796" y="19917"/>
                </a:moveTo>
                <a:lnTo>
                  <a:pt x="17200" y="19917"/>
                </a:lnTo>
                <a:cubicBezTo>
                  <a:pt x="17226" y="19978"/>
                  <a:pt x="17254" y="20070"/>
                  <a:pt x="17254" y="20162"/>
                </a:cubicBezTo>
                <a:cubicBezTo>
                  <a:pt x="17254" y="20988"/>
                  <a:pt x="16687" y="21600"/>
                  <a:pt x="15985" y="21600"/>
                </a:cubicBezTo>
                <a:cubicBezTo>
                  <a:pt x="15282" y="21600"/>
                  <a:pt x="14742" y="20958"/>
                  <a:pt x="14742" y="20162"/>
                </a:cubicBezTo>
                <a:cubicBezTo>
                  <a:pt x="14742" y="20101"/>
                  <a:pt x="14769" y="20009"/>
                  <a:pt x="14796" y="19917"/>
                </a:cubicBezTo>
                <a:close/>
                <a:moveTo>
                  <a:pt x="4374" y="19917"/>
                </a:moveTo>
                <a:lnTo>
                  <a:pt x="6804" y="19917"/>
                </a:lnTo>
                <a:cubicBezTo>
                  <a:pt x="6830" y="19978"/>
                  <a:pt x="6857" y="20070"/>
                  <a:pt x="6857" y="20162"/>
                </a:cubicBezTo>
                <a:cubicBezTo>
                  <a:pt x="6857" y="20988"/>
                  <a:pt x="6291" y="21600"/>
                  <a:pt x="5589" y="21600"/>
                </a:cubicBezTo>
                <a:cubicBezTo>
                  <a:pt x="4887" y="21600"/>
                  <a:pt x="4320" y="20958"/>
                  <a:pt x="4320" y="20162"/>
                </a:cubicBezTo>
                <a:cubicBezTo>
                  <a:pt x="4320" y="20101"/>
                  <a:pt x="4346" y="20009"/>
                  <a:pt x="4374" y="19917"/>
                </a:cubicBezTo>
                <a:close/>
                <a:moveTo>
                  <a:pt x="17659" y="3916"/>
                </a:moveTo>
                <a:lnTo>
                  <a:pt x="19872" y="3916"/>
                </a:lnTo>
                <a:lnTo>
                  <a:pt x="19872" y="3916"/>
                </a:lnTo>
                <a:cubicBezTo>
                  <a:pt x="20817" y="3916"/>
                  <a:pt x="21600" y="4773"/>
                  <a:pt x="21600" y="5874"/>
                </a:cubicBezTo>
                <a:lnTo>
                  <a:pt x="21600" y="17164"/>
                </a:lnTo>
                <a:cubicBezTo>
                  <a:pt x="21600" y="18235"/>
                  <a:pt x="20817" y="19121"/>
                  <a:pt x="19872" y="19121"/>
                </a:cubicBezTo>
                <a:lnTo>
                  <a:pt x="17659" y="19121"/>
                </a:lnTo>
                <a:close/>
                <a:moveTo>
                  <a:pt x="16362" y="3916"/>
                </a:moveTo>
                <a:lnTo>
                  <a:pt x="16956" y="3916"/>
                </a:lnTo>
                <a:lnTo>
                  <a:pt x="16956" y="19121"/>
                </a:lnTo>
                <a:lnTo>
                  <a:pt x="16362" y="19121"/>
                </a:lnTo>
                <a:close/>
                <a:moveTo>
                  <a:pt x="15039" y="3916"/>
                </a:moveTo>
                <a:lnTo>
                  <a:pt x="15632" y="3916"/>
                </a:lnTo>
                <a:lnTo>
                  <a:pt x="15632" y="19121"/>
                </a:lnTo>
                <a:lnTo>
                  <a:pt x="15039" y="19121"/>
                </a:lnTo>
                <a:close/>
                <a:moveTo>
                  <a:pt x="7236" y="3916"/>
                </a:moveTo>
                <a:lnTo>
                  <a:pt x="14338" y="3916"/>
                </a:lnTo>
                <a:lnTo>
                  <a:pt x="14338" y="19121"/>
                </a:lnTo>
                <a:lnTo>
                  <a:pt x="7236" y="19121"/>
                </a:lnTo>
                <a:close/>
                <a:moveTo>
                  <a:pt x="5940" y="3916"/>
                </a:moveTo>
                <a:lnTo>
                  <a:pt x="6534" y="3916"/>
                </a:lnTo>
                <a:lnTo>
                  <a:pt x="6534" y="19121"/>
                </a:lnTo>
                <a:lnTo>
                  <a:pt x="5940" y="19121"/>
                </a:lnTo>
                <a:close/>
                <a:moveTo>
                  <a:pt x="4644" y="3916"/>
                </a:moveTo>
                <a:lnTo>
                  <a:pt x="5237" y="3916"/>
                </a:lnTo>
                <a:lnTo>
                  <a:pt x="5237" y="19121"/>
                </a:lnTo>
                <a:lnTo>
                  <a:pt x="4644" y="19121"/>
                </a:lnTo>
                <a:close/>
                <a:moveTo>
                  <a:pt x="1729" y="3916"/>
                </a:moveTo>
                <a:lnTo>
                  <a:pt x="3942" y="3916"/>
                </a:lnTo>
                <a:lnTo>
                  <a:pt x="3941" y="19120"/>
                </a:lnTo>
                <a:lnTo>
                  <a:pt x="1728" y="19120"/>
                </a:lnTo>
                <a:cubicBezTo>
                  <a:pt x="756" y="19120"/>
                  <a:pt x="0" y="18233"/>
                  <a:pt x="0" y="17162"/>
                </a:cubicBezTo>
                <a:lnTo>
                  <a:pt x="0" y="5874"/>
                </a:lnTo>
                <a:cubicBezTo>
                  <a:pt x="0" y="4773"/>
                  <a:pt x="756" y="3916"/>
                  <a:pt x="1729" y="3916"/>
                </a:cubicBezTo>
                <a:close/>
                <a:moveTo>
                  <a:pt x="8612" y="0"/>
                </a:moveTo>
                <a:lnTo>
                  <a:pt x="12985" y="0"/>
                </a:lnTo>
                <a:cubicBezTo>
                  <a:pt x="13525" y="0"/>
                  <a:pt x="13957" y="490"/>
                  <a:pt x="13957" y="1102"/>
                </a:cubicBezTo>
                <a:lnTo>
                  <a:pt x="13957" y="3091"/>
                </a:lnTo>
                <a:lnTo>
                  <a:pt x="13364" y="3091"/>
                </a:lnTo>
                <a:lnTo>
                  <a:pt x="13364" y="1561"/>
                </a:lnTo>
                <a:cubicBezTo>
                  <a:pt x="13364" y="1041"/>
                  <a:pt x="13014" y="643"/>
                  <a:pt x="12581" y="643"/>
                </a:cubicBezTo>
                <a:lnTo>
                  <a:pt x="9017" y="643"/>
                </a:lnTo>
                <a:cubicBezTo>
                  <a:pt x="8559" y="643"/>
                  <a:pt x="8207" y="1041"/>
                  <a:pt x="8207" y="1561"/>
                </a:cubicBezTo>
                <a:lnTo>
                  <a:pt x="8235" y="1561"/>
                </a:lnTo>
                <a:lnTo>
                  <a:pt x="8234" y="3091"/>
                </a:lnTo>
                <a:lnTo>
                  <a:pt x="7640" y="3091"/>
                </a:lnTo>
                <a:lnTo>
                  <a:pt x="7640" y="1102"/>
                </a:lnTo>
                <a:cubicBezTo>
                  <a:pt x="7640" y="490"/>
                  <a:pt x="8072" y="0"/>
                  <a:pt x="8612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49" name="Freeform 55"/>
          <p:cNvSpPr/>
          <p:nvPr/>
        </p:nvSpPr>
        <p:spPr>
          <a:xfrm flipH="1" rot="10800000">
            <a:off x="14100576" y="12184957"/>
            <a:ext cx="508001" cy="5099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023" y="20023"/>
                </a:moveTo>
                <a:cubicBezTo>
                  <a:pt x="21074" y="18971"/>
                  <a:pt x="21600" y="17585"/>
                  <a:pt x="21600" y="16200"/>
                </a:cubicBezTo>
                <a:cubicBezTo>
                  <a:pt x="21600" y="14815"/>
                  <a:pt x="21074" y="13430"/>
                  <a:pt x="20023" y="12378"/>
                </a:cubicBezTo>
                <a:lnTo>
                  <a:pt x="18226" y="10581"/>
                </a:lnTo>
                <a:cubicBezTo>
                  <a:pt x="18862" y="10313"/>
                  <a:pt x="19458" y="9920"/>
                  <a:pt x="19976" y="9402"/>
                </a:cubicBezTo>
                <a:lnTo>
                  <a:pt x="19995" y="9381"/>
                </a:lnTo>
                <a:cubicBezTo>
                  <a:pt x="21056" y="8309"/>
                  <a:pt x="21587" y="6911"/>
                  <a:pt x="21587" y="5513"/>
                </a:cubicBezTo>
                <a:cubicBezTo>
                  <a:pt x="21587" y="4106"/>
                  <a:pt x="21050" y="2699"/>
                  <a:pt x="19975" y="1624"/>
                </a:cubicBezTo>
                <a:cubicBezTo>
                  <a:pt x="18902" y="550"/>
                  <a:pt x="17494" y="13"/>
                  <a:pt x="16087" y="13"/>
                </a:cubicBezTo>
                <a:cubicBezTo>
                  <a:pt x="14681" y="13"/>
                  <a:pt x="13274" y="550"/>
                  <a:pt x="12199" y="1624"/>
                </a:cubicBezTo>
                <a:cubicBezTo>
                  <a:pt x="11680" y="2142"/>
                  <a:pt x="11287" y="2738"/>
                  <a:pt x="11019" y="3374"/>
                </a:cubicBezTo>
                <a:lnTo>
                  <a:pt x="9222" y="1577"/>
                </a:lnTo>
                <a:cubicBezTo>
                  <a:pt x="8171" y="526"/>
                  <a:pt x="6785" y="0"/>
                  <a:pt x="5400" y="0"/>
                </a:cubicBezTo>
                <a:cubicBezTo>
                  <a:pt x="4014" y="0"/>
                  <a:pt x="2629" y="526"/>
                  <a:pt x="1577" y="1577"/>
                </a:cubicBezTo>
                <a:cubicBezTo>
                  <a:pt x="526" y="2629"/>
                  <a:pt x="0" y="4015"/>
                  <a:pt x="0" y="5400"/>
                </a:cubicBezTo>
                <a:cubicBezTo>
                  <a:pt x="0" y="6785"/>
                  <a:pt x="526" y="8171"/>
                  <a:pt x="1577" y="9222"/>
                </a:cubicBezTo>
                <a:lnTo>
                  <a:pt x="12378" y="20023"/>
                </a:lnTo>
                <a:cubicBezTo>
                  <a:pt x="13429" y="21074"/>
                  <a:pt x="14815" y="21600"/>
                  <a:pt x="16200" y="21600"/>
                </a:cubicBezTo>
                <a:cubicBezTo>
                  <a:pt x="17585" y="21600"/>
                  <a:pt x="18971" y="21074"/>
                  <a:pt x="20023" y="20023"/>
                </a:cubicBezTo>
                <a:close/>
                <a:moveTo>
                  <a:pt x="12848" y="9090"/>
                </a:moveTo>
                <a:lnTo>
                  <a:pt x="12799" y="9045"/>
                </a:lnTo>
                <a:lnTo>
                  <a:pt x="12721" y="8971"/>
                </a:lnTo>
                <a:lnTo>
                  <a:pt x="12675" y="8925"/>
                </a:lnTo>
                <a:lnTo>
                  <a:pt x="12595" y="8844"/>
                </a:lnTo>
                <a:lnTo>
                  <a:pt x="12571" y="8819"/>
                </a:lnTo>
                <a:lnTo>
                  <a:pt x="12554" y="8800"/>
                </a:lnTo>
                <a:lnTo>
                  <a:pt x="12538" y="8783"/>
                </a:lnTo>
                <a:lnTo>
                  <a:pt x="12463" y="8700"/>
                </a:lnTo>
                <a:cubicBezTo>
                  <a:pt x="11662" y="7786"/>
                  <a:pt x="11263" y="6649"/>
                  <a:pt x="11263" y="5513"/>
                </a:cubicBezTo>
                <a:cubicBezTo>
                  <a:pt x="11263" y="4482"/>
                  <a:pt x="11591" y="3452"/>
                  <a:pt x="12247" y="2591"/>
                </a:cubicBezTo>
                <a:lnTo>
                  <a:pt x="19009" y="9353"/>
                </a:lnTo>
                <a:cubicBezTo>
                  <a:pt x="18149" y="10009"/>
                  <a:pt x="17118" y="10337"/>
                  <a:pt x="16087" y="10337"/>
                </a:cubicBezTo>
                <a:cubicBezTo>
                  <a:pt x="15045" y="10337"/>
                  <a:pt x="14002" y="10002"/>
                  <a:pt x="13136" y="9332"/>
                </a:cubicBezTo>
                <a:cubicBezTo>
                  <a:pt x="13038" y="9256"/>
                  <a:pt x="12942" y="9175"/>
                  <a:pt x="12848" y="9090"/>
                </a:cubicBezTo>
                <a:close/>
                <a:moveTo>
                  <a:pt x="11631" y="8736"/>
                </a:moveTo>
                <a:lnTo>
                  <a:pt x="11653" y="8766"/>
                </a:lnTo>
                <a:lnTo>
                  <a:pt x="11674" y="8793"/>
                </a:lnTo>
                <a:cubicBezTo>
                  <a:pt x="11709" y="8841"/>
                  <a:pt x="11745" y="8889"/>
                  <a:pt x="11783" y="8936"/>
                </a:cubicBezTo>
                <a:lnTo>
                  <a:pt x="11830" y="8994"/>
                </a:lnTo>
                <a:lnTo>
                  <a:pt x="11911" y="9090"/>
                </a:lnTo>
                <a:lnTo>
                  <a:pt x="11967" y="9156"/>
                </a:lnTo>
                <a:lnTo>
                  <a:pt x="7216" y="13907"/>
                </a:lnTo>
                <a:lnTo>
                  <a:pt x="2055" y="8745"/>
                </a:lnTo>
                <a:cubicBezTo>
                  <a:pt x="1135" y="7826"/>
                  <a:pt x="675" y="6613"/>
                  <a:pt x="675" y="5400"/>
                </a:cubicBezTo>
                <a:cubicBezTo>
                  <a:pt x="675" y="4187"/>
                  <a:pt x="1135" y="2974"/>
                  <a:pt x="2055" y="2055"/>
                </a:cubicBezTo>
                <a:cubicBezTo>
                  <a:pt x="2974" y="1135"/>
                  <a:pt x="4187" y="675"/>
                  <a:pt x="5400" y="675"/>
                </a:cubicBezTo>
                <a:cubicBezTo>
                  <a:pt x="6612" y="675"/>
                  <a:pt x="7825" y="1135"/>
                  <a:pt x="8745" y="2055"/>
                </a:cubicBezTo>
                <a:lnTo>
                  <a:pt x="10775" y="4085"/>
                </a:lnTo>
                <a:cubicBezTo>
                  <a:pt x="10650" y="4552"/>
                  <a:pt x="10588" y="5033"/>
                  <a:pt x="10588" y="5513"/>
                </a:cubicBezTo>
                <a:cubicBezTo>
                  <a:pt x="10588" y="6645"/>
                  <a:pt x="10935" y="7777"/>
                  <a:pt x="11631" y="8736"/>
                </a:cubicBezTo>
                <a:close/>
                <a:moveTo>
                  <a:pt x="20912" y="5513"/>
                </a:moveTo>
                <a:cubicBezTo>
                  <a:pt x="20912" y="6740"/>
                  <a:pt x="20447" y="7968"/>
                  <a:pt x="19518" y="8907"/>
                </a:cubicBezTo>
                <a:lnTo>
                  <a:pt x="12693" y="2083"/>
                </a:lnTo>
                <a:cubicBezTo>
                  <a:pt x="13633" y="1154"/>
                  <a:pt x="14860" y="688"/>
                  <a:pt x="16087" y="688"/>
                </a:cubicBezTo>
                <a:cubicBezTo>
                  <a:pt x="17322" y="688"/>
                  <a:pt x="18556" y="1159"/>
                  <a:pt x="19499" y="2102"/>
                </a:cubicBezTo>
                <a:cubicBezTo>
                  <a:pt x="20441" y="3044"/>
                  <a:pt x="20912" y="4279"/>
                  <a:pt x="20912" y="5513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50" name="Freeform 581"/>
          <p:cNvSpPr/>
          <p:nvPr/>
        </p:nvSpPr>
        <p:spPr>
          <a:xfrm>
            <a:off x="19727319" y="11127019"/>
            <a:ext cx="508001" cy="5086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28" h="21540" fill="norm" stroke="1" extrusionOk="0">
                <a:moveTo>
                  <a:pt x="21411" y="16160"/>
                </a:moveTo>
                <a:cubicBezTo>
                  <a:pt x="21540" y="19009"/>
                  <a:pt x="20865" y="20953"/>
                  <a:pt x="20865" y="20953"/>
                </a:cubicBezTo>
                <a:cubicBezTo>
                  <a:pt x="20865" y="20953"/>
                  <a:pt x="18968" y="21600"/>
                  <a:pt x="16268" y="21535"/>
                </a:cubicBezTo>
                <a:cubicBezTo>
                  <a:pt x="16975" y="20953"/>
                  <a:pt x="17682" y="20272"/>
                  <a:pt x="18389" y="19560"/>
                </a:cubicBezTo>
                <a:lnTo>
                  <a:pt x="18389" y="19560"/>
                </a:lnTo>
                <a:cubicBezTo>
                  <a:pt x="19514" y="18427"/>
                  <a:pt x="20510" y="17260"/>
                  <a:pt x="21411" y="16160"/>
                </a:cubicBezTo>
                <a:close/>
                <a:moveTo>
                  <a:pt x="6927" y="4363"/>
                </a:moveTo>
                <a:cubicBezTo>
                  <a:pt x="6823" y="4259"/>
                  <a:pt x="6656" y="4261"/>
                  <a:pt x="6553" y="4365"/>
                </a:cubicBezTo>
                <a:lnTo>
                  <a:pt x="4523" y="6433"/>
                </a:lnTo>
                <a:cubicBezTo>
                  <a:pt x="4421" y="6537"/>
                  <a:pt x="4422" y="6706"/>
                  <a:pt x="4526" y="6810"/>
                </a:cubicBezTo>
                <a:cubicBezTo>
                  <a:pt x="4578" y="6861"/>
                  <a:pt x="4644" y="6887"/>
                  <a:pt x="4712" y="6887"/>
                </a:cubicBezTo>
                <a:cubicBezTo>
                  <a:pt x="4781" y="6887"/>
                  <a:pt x="4848" y="6860"/>
                  <a:pt x="4901" y="6807"/>
                </a:cubicBezTo>
                <a:lnTo>
                  <a:pt x="5692" y="6002"/>
                </a:lnTo>
                <a:lnTo>
                  <a:pt x="7014" y="7314"/>
                </a:lnTo>
                <a:lnTo>
                  <a:pt x="6217" y="8128"/>
                </a:lnTo>
                <a:cubicBezTo>
                  <a:pt x="6114" y="8232"/>
                  <a:pt x="6115" y="8401"/>
                  <a:pt x="6219" y="8505"/>
                </a:cubicBezTo>
                <a:cubicBezTo>
                  <a:pt x="6271" y="8556"/>
                  <a:pt x="6338" y="8582"/>
                  <a:pt x="6405" y="8582"/>
                </a:cubicBezTo>
                <a:cubicBezTo>
                  <a:pt x="6474" y="8582"/>
                  <a:pt x="6542" y="8555"/>
                  <a:pt x="6594" y="8502"/>
                </a:cubicBezTo>
                <a:lnTo>
                  <a:pt x="7393" y="7689"/>
                </a:lnTo>
                <a:lnTo>
                  <a:pt x="8715" y="9002"/>
                </a:lnTo>
                <a:lnTo>
                  <a:pt x="7910" y="9823"/>
                </a:lnTo>
                <a:cubicBezTo>
                  <a:pt x="7807" y="9927"/>
                  <a:pt x="7808" y="10096"/>
                  <a:pt x="7912" y="10200"/>
                </a:cubicBezTo>
                <a:cubicBezTo>
                  <a:pt x="7964" y="10251"/>
                  <a:pt x="8031" y="10277"/>
                  <a:pt x="8099" y="10277"/>
                </a:cubicBezTo>
                <a:cubicBezTo>
                  <a:pt x="8167" y="10277"/>
                  <a:pt x="8235" y="10250"/>
                  <a:pt x="8287" y="10197"/>
                </a:cubicBezTo>
                <a:lnTo>
                  <a:pt x="9094" y="9375"/>
                </a:lnTo>
                <a:lnTo>
                  <a:pt x="10416" y="10688"/>
                </a:lnTo>
                <a:lnTo>
                  <a:pt x="9603" y="11517"/>
                </a:lnTo>
                <a:cubicBezTo>
                  <a:pt x="9501" y="11621"/>
                  <a:pt x="9502" y="11790"/>
                  <a:pt x="9605" y="11894"/>
                </a:cubicBezTo>
                <a:cubicBezTo>
                  <a:pt x="9658" y="11945"/>
                  <a:pt x="9724" y="11971"/>
                  <a:pt x="9792" y="11971"/>
                </a:cubicBezTo>
                <a:cubicBezTo>
                  <a:pt x="9861" y="11971"/>
                  <a:pt x="9928" y="11944"/>
                  <a:pt x="9981" y="11891"/>
                </a:cubicBezTo>
                <a:lnTo>
                  <a:pt x="10794" y="11063"/>
                </a:lnTo>
                <a:lnTo>
                  <a:pt x="12117" y="12375"/>
                </a:lnTo>
                <a:lnTo>
                  <a:pt x="11296" y="13212"/>
                </a:lnTo>
                <a:cubicBezTo>
                  <a:pt x="11194" y="13316"/>
                  <a:pt x="11195" y="13485"/>
                  <a:pt x="11299" y="13589"/>
                </a:cubicBezTo>
                <a:cubicBezTo>
                  <a:pt x="11351" y="13640"/>
                  <a:pt x="11417" y="13666"/>
                  <a:pt x="11485" y="13666"/>
                </a:cubicBezTo>
                <a:cubicBezTo>
                  <a:pt x="11554" y="13666"/>
                  <a:pt x="11621" y="13639"/>
                  <a:pt x="11674" y="13586"/>
                </a:cubicBezTo>
                <a:lnTo>
                  <a:pt x="12495" y="12750"/>
                </a:lnTo>
                <a:lnTo>
                  <a:pt x="13819" y="14062"/>
                </a:lnTo>
                <a:lnTo>
                  <a:pt x="12987" y="14910"/>
                </a:lnTo>
                <a:cubicBezTo>
                  <a:pt x="12885" y="15014"/>
                  <a:pt x="12886" y="15184"/>
                  <a:pt x="12990" y="15287"/>
                </a:cubicBezTo>
                <a:cubicBezTo>
                  <a:pt x="13042" y="15339"/>
                  <a:pt x="13109" y="15364"/>
                  <a:pt x="13176" y="15364"/>
                </a:cubicBezTo>
                <a:cubicBezTo>
                  <a:pt x="13245" y="15364"/>
                  <a:pt x="13313" y="15337"/>
                  <a:pt x="13365" y="15285"/>
                </a:cubicBezTo>
                <a:lnTo>
                  <a:pt x="14197" y="14436"/>
                </a:lnTo>
                <a:lnTo>
                  <a:pt x="15520" y="15749"/>
                </a:lnTo>
                <a:lnTo>
                  <a:pt x="14682" y="16603"/>
                </a:lnTo>
                <a:cubicBezTo>
                  <a:pt x="14579" y="16707"/>
                  <a:pt x="14580" y="16876"/>
                  <a:pt x="14684" y="16980"/>
                </a:cubicBezTo>
                <a:lnTo>
                  <a:pt x="14870" y="17057"/>
                </a:lnTo>
                <a:lnTo>
                  <a:pt x="14870" y="17057"/>
                </a:lnTo>
                <a:lnTo>
                  <a:pt x="14870" y="17057"/>
                </a:lnTo>
                <a:lnTo>
                  <a:pt x="15050" y="16974"/>
                </a:lnTo>
                <a:lnTo>
                  <a:pt x="17080" y="14907"/>
                </a:lnTo>
                <a:cubicBezTo>
                  <a:pt x="17182" y="14802"/>
                  <a:pt x="17181" y="14633"/>
                  <a:pt x="17078" y="14530"/>
                </a:cubicBezTo>
                <a:cubicBezTo>
                  <a:pt x="16974" y="14426"/>
                  <a:pt x="16807" y="14426"/>
                  <a:pt x="16703" y="14532"/>
                </a:cubicBezTo>
                <a:lnTo>
                  <a:pt x="15912" y="15339"/>
                </a:lnTo>
                <a:lnTo>
                  <a:pt x="14590" y="14026"/>
                </a:lnTo>
                <a:lnTo>
                  <a:pt x="15387" y="13214"/>
                </a:lnTo>
                <a:cubicBezTo>
                  <a:pt x="15489" y="13109"/>
                  <a:pt x="15488" y="12940"/>
                  <a:pt x="15384" y="12837"/>
                </a:cubicBezTo>
                <a:cubicBezTo>
                  <a:pt x="15281" y="12733"/>
                  <a:pt x="15114" y="12735"/>
                  <a:pt x="15010" y="12839"/>
                </a:cubicBezTo>
                <a:lnTo>
                  <a:pt x="14213" y="13651"/>
                </a:lnTo>
                <a:lnTo>
                  <a:pt x="12889" y="12339"/>
                </a:lnTo>
                <a:lnTo>
                  <a:pt x="13698" y="11515"/>
                </a:lnTo>
                <a:cubicBezTo>
                  <a:pt x="13800" y="11411"/>
                  <a:pt x="13799" y="11242"/>
                  <a:pt x="13695" y="11138"/>
                </a:cubicBezTo>
                <a:cubicBezTo>
                  <a:pt x="13592" y="11035"/>
                  <a:pt x="13425" y="11035"/>
                  <a:pt x="13321" y="11141"/>
                </a:cubicBezTo>
                <a:lnTo>
                  <a:pt x="12513" y="11965"/>
                </a:lnTo>
                <a:lnTo>
                  <a:pt x="11190" y="10653"/>
                </a:lnTo>
                <a:lnTo>
                  <a:pt x="12005" y="9822"/>
                </a:lnTo>
                <a:cubicBezTo>
                  <a:pt x="12108" y="9717"/>
                  <a:pt x="12107" y="9548"/>
                  <a:pt x="12003" y="9445"/>
                </a:cubicBezTo>
                <a:cubicBezTo>
                  <a:pt x="11900" y="9341"/>
                  <a:pt x="11733" y="9342"/>
                  <a:pt x="11629" y="9447"/>
                </a:cubicBezTo>
                <a:lnTo>
                  <a:pt x="10813" y="10279"/>
                </a:lnTo>
                <a:lnTo>
                  <a:pt x="9491" y="8966"/>
                </a:lnTo>
                <a:lnTo>
                  <a:pt x="10313" y="8128"/>
                </a:lnTo>
                <a:cubicBezTo>
                  <a:pt x="10416" y="8023"/>
                  <a:pt x="10415" y="7854"/>
                  <a:pt x="10311" y="7751"/>
                </a:cubicBezTo>
                <a:cubicBezTo>
                  <a:pt x="10207" y="7647"/>
                  <a:pt x="10041" y="7648"/>
                  <a:pt x="9937" y="7753"/>
                </a:cubicBezTo>
                <a:lnTo>
                  <a:pt x="9113" y="8593"/>
                </a:lnTo>
                <a:lnTo>
                  <a:pt x="7791" y="7280"/>
                </a:lnTo>
                <a:lnTo>
                  <a:pt x="8621" y="6434"/>
                </a:lnTo>
                <a:cubicBezTo>
                  <a:pt x="8724" y="6329"/>
                  <a:pt x="8723" y="6160"/>
                  <a:pt x="8619" y="6057"/>
                </a:cubicBezTo>
                <a:cubicBezTo>
                  <a:pt x="8515" y="5953"/>
                  <a:pt x="8348" y="5953"/>
                  <a:pt x="8245" y="6059"/>
                </a:cubicBezTo>
                <a:lnTo>
                  <a:pt x="7413" y="6906"/>
                </a:lnTo>
                <a:lnTo>
                  <a:pt x="6091" y="5594"/>
                </a:lnTo>
                <a:lnTo>
                  <a:pt x="6929" y="4740"/>
                </a:lnTo>
                <a:cubicBezTo>
                  <a:pt x="7032" y="4635"/>
                  <a:pt x="7030" y="4466"/>
                  <a:pt x="6927" y="4363"/>
                </a:cubicBezTo>
                <a:close/>
                <a:moveTo>
                  <a:pt x="8200" y="389"/>
                </a:moveTo>
                <a:cubicBezTo>
                  <a:pt x="13857" y="1522"/>
                  <a:pt x="19835" y="7513"/>
                  <a:pt x="20960" y="13213"/>
                </a:cubicBezTo>
                <a:lnTo>
                  <a:pt x="20959" y="13212"/>
                </a:lnTo>
                <a:cubicBezTo>
                  <a:pt x="19867" y="14832"/>
                  <a:pt x="18516" y="16515"/>
                  <a:pt x="16909" y="18102"/>
                </a:cubicBezTo>
                <a:cubicBezTo>
                  <a:pt x="15785" y="19268"/>
                  <a:pt x="14628" y="20305"/>
                  <a:pt x="13471" y="21179"/>
                </a:cubicBezTo>
                <a:cubicBezTo>
                  <a:pt x="7557" y="20142"/>
                  <a:pt x="1387" y="13860"/>
                  <a:pt x="358" y="7934"/>
                </a:cubicBezTo>
                <a:cubicBezTo>
                  <a:pt x="2383" y="5214"/>
                  <a:pt x="5468" y="2203"/>
                  <a:pt x="8200" y="389"/>
                </a:cubicBezTo>
                <a:close/>
                <a:moveTo>
                  <a:pt x="5275" y="0"/>
                </a:moveTo>
                <a:lnTo>
                  <a:pt x="1933" y="2979"/>
                </a:lnTo>
                <a:cubicBezTo>
                  <a:pt x="1225" y="3691"/>
                  <a:pt x="583" y="4371"/>
                  <a:pt x="4" y="5051"/>
                </a:cubicBezTo>
                <a:cubicBezTo>
                  <a:pt x="-60" y="2396"/>
                  <a:pt x="583" y="583"/>
                  <a:pt x="583" y="583"/>
                </a:cubicBezTo>
                <a:cubicBezTo>
                  <a:pt x="583" y="583"/>
                  <a:pt x="1649" y="182"/>
                  <a:pt x="3362" y="36"/>
                </a:cubicBezTo>
                <a:close/>
                <a:moveTo>
                  <a:pt x="5275" y="0"/>
                </a:moveTo>
                <a:lnTo>
                  <a:pt x="5275" y="0"/>
                </a:lnTo>
                <a:lnTo>
                  <a:pt x="5275" y="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51" name="Freeform 591"/>
          <p:cNvSpPr/>
          <p:nvPr/>
        </p:nvSpPr>
        <p:spPr>
          <a:xfrm>
            <a:off x="20854198" y="11111828"/>
            <a:ext cx="508001" cy="5096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8186" y="4592"/>
                </a:moveTo>
                <a:lnTo>
                  <a:pt x="18191" y="4604"/>
                </a:lnTo>
                <a:lnTo>
                  <a:pt x="18179" y="4599"/>
                </a:lnTo>
                <a:close/>
                <a:moveTo>
                  <a:pt x="19364" y="4230"/>
                </a:moveTo>
                <a:cubicBezTo>
                  <a:pt x="20763" y="6049"/>
                  <a:pt x="21600" y="8328"/>
                  <a:pt x="21600" y="10797"/>
                </a:cubicBezTo>
                <a:cubicBezTo>
                  <a:pt x="21600" y="13266"/>
                  <a:pt x="20764" y="15542"/>
                  <a:pt x="19364" y="17364"/>
                </a:cubicBezTo>
                <a:cubicBezTo>
                  <a:pt x="19290" y="17299"/>
                  <a:pt x="19222" y="17237"/>
                  <a:pt x="19158" y="17175"/>
                </a:cubicBezTo>
                <a:cubicBezTo>
                  <a:pt x="19155" y="17172"/>
                  <a:pt x="19150" y="17167"/>
                  <a:pt x="19150" y="17167"/>
                </a:cubicBezTo>
                <a:lnTo>
                  <a:pt x="19255" y="16640"/>
                </a:lnTo>
                <a:cubicBezTo>
                  <a:pt x="19291" y="16627"/>
                  <a:pt x="19322" y="16608"/>
                  <a:pt x="19350" y="16578"/>
                </a:cubicBezTo>
                <a:cubicBezTo>
                  <a:pt x="19450" y="16473"/>
                  <a:pt x="19445" y="16306"/>
                  <a:pt x="19339" y="16206"/>
                </a:cubicBezTo>
                <a:cubicBezTo>
                  <a:pt x="19289" y="16160"/>
                  <a:pt x="19221" y="16135"/>
                  <a:pt x="19151" y="16135"/>
                </a:cubicBezTo>
                <a:cubicBezTo>
                  <a:pt x="19081" y="16137"/>
                  <a:pt x="19016" y="16167"/>
                  <a:pt x="18967" y="16219"/>
                </a:cubicBezTo>
                <a:cubicBezTo>
                  <a:pt x="18870" y="16324"/>
                  <a:pt x="18876" y="16489"/>
                  <a:pt x="18978" y="16589"/>
                </a:cubicBezTo>
                <a:lnTo>
                  <a:pt x="18910" y="16929"/>
                </a:lnTo>
                <a:cubicBezTo>
                  <a:pt x="18740" y="16756"/>
                  <a:pt x="18570" y="16576"/>
                  <a:pt x="18406" y="16379"/>
                </a:cubicBezTo>
                <a:cubicBezTo>
                  <a:pt x="18406" y="16376"/>
                  <a:pt x="18400" y="16370"/>
                  <a:pt x="18400" y="16370"/>
                </a:cubicBezTo>
                <a:lnTo>
                  <a:pt x="18570" y="15858"/>
                </a:lnTo>
                <a:cubicBezTo>
                  <a:pt x="18608" y="15850"/>
                  <a:pt x="18643" y="15834"/>
                  <a:pt x="18672" y="15810"/>
                </a:cubicBezTo>
                <a:cubicBezTo>
                  <a:pt x="18727" y="15763"/>
                  <a:pt x="18762" y="15702"/>
                  <a:pt x="18767" y="15631"/>
                </a:cubicBezTo>
                <a:cubicBezTo>
                  <a:pt x="18772" y="15561"/>
                  <a:pt x="18754" y="15493"/>
                  <a:pt x="18708" y="15439"/>
                </a:cubicBezTo>
                <a:cubicBezTo>
                  <a:pt x="18662" y="15385"/>
                  <a:pt x="18601" y="15350"/>
                  <a:pt x="18530" y="15345"/>
                </a:cubicBezTo>
                <a:cubicBezTo>
                  <a:pt x="18459" y="15336"/>
                  <a:pt x="18392" y="15357"/>
                  <a:pt x="18338" y="15404"/>
                </a:cubicBezTo>
                <a:cubicBezTo>
                  <a:pt x="18283" y="15450"/>
                  <a:pt x="18249" y="15511"/>
                  <a:pt x="18243" y="15582"/>
                </a:cubicBezTo>
                <a:cubicBezTo>
                  <a:pt x="18236" y="15649"/>
                  <a:pt x="18257" y="15717"/>
                  <a:pt x="18300" y="15771"/>
                </a:cubicBezTo>
                <a:lnTo>
                  <a:pt x="18190" y="16100"/>
                </a:lnTo>
                <a:cubicBezTo>
                  <a:pt x="18036" y="15897"/>
                  <a:pt x="17887" y="15693"/>
                  <a:pt x="17761" y="15487"/>
                </a:cubicBezTo>
                <a:cubicBezTo>
                  <a:pt x="17758" y="15484"/>
                  <a:pt x="17755" y="15478"/>
                  <a:pt x="17755" y="15478"/>
                </a:cubicBezTo>
                <a:lnTo>
                  <a:pt x="17987" y="14992"/>
                </a:lnTo>
                <a:cubicBezTo>
                  <a:pt x="18024" y="14990"/>
                  <a:pt x="18062" y="14979"/>
                  <a:pt x="18095" y="14958"/>
                </a:cubicBezTo>
                <a:cubicBezTo>
                  <a:pt x="18154" y="14920"/>
                  <a:pt x="18197" y="14861"/>
                  <a:pt x="18211" y="14793"/>
                </a:cubicBezTo>
                <a:cubicBezTo>
                  <a:pt x="18224" y="14726"/>
                  <a:pt x="18214" y="14655"/>
                  <a:pt x="18176" y="14596"/>
                </a:cubicBezTo>
                <a:cubicBezTo>
                  <a:pt x="18138" y="14537"/>
                  <a:pt x="18079" y="14496"/>
                  <a:pt x="18011" y="14480"/>
                </a:cubicBezTo>
                <a:cubicBezTo>
                  <a:pt x="17942" y="14466"/>
                  <a:pt x="17871" y="14477"/>
                  <a:pt x="17812" y="14515"/>
                </a:cubicBezTo>
                <a:cubicBezTo>
                  <a:pt x="17693" y="14590"/>
                  <a:pt x="17655" y="14752"/>
                  <a:pt x="17731" y="14873"/>
                </a:cubicBezTo>
                <a:lnTo>
                  <a:pt x="17580" y="15186"/>
                </a:lnTo>
                <a:cubicBezTo>
                  <a:pt x="17454" y="14970"/>
                  <a:pt x="17333" y="14749"/>
                  <a:pt x="17227" y="14522"/>
                </a:cubicBezTo>
                <a:lnTo>
                  <a:pt x="17227" y="14517"/>
                </a:lnTo>
                <a:lnTo>
                  <a:pt x="17518" y="14064"/>
                </a:lnTo>
                <a:cubicBezTo>
                  <a:pt x="17556" y="14064"/>
                  <a:pt x="17594" y="14055"/>
                  <a:pt x="17629" y="14039"/>
                </a:cubicBezTo>
                <a:cubicBezTo>
                  <a:pt x="17691" y="14010"/>
                  <a:pt x="17740" y="13958"/>
                  <a:pt x="17764" y="13891"/>
                </a:cubicBezTo>
                <a:cubicBezTo>
                  <a:pt x="17788" y="13826"/>
                  <a:pt x="17785" y="13754"/>
                  <a:pt x="17755" y="13691"/>
                </a:cubicBezTo>
                <a:cubicBezTo>
                  <a:pt x="17726" y="13629"/>
                  <a:pt x="17671" y="13581"/>
                  <a:pt x="17607" y="13556"/>
                </a:cubicBezTo>
                <a:cubicBezTo>
                  <a:pt x="17539" y="13532"/>
                  <a:pt x="17469" y="13535"/>
                  <a:pt x="17404" y="13565"/>
                </a:cubicBezTo>
                <a:cubicBezTo>
                  <a:pt x="17342" y="13594"/>
                  <a:pt x="17294" y="13649"/>
                  <a:pt x="17269" y="13713"/>
                </a:cubicBezTo>
                <a:cubicBezTo>
                  <a:pt x="17245" y="13779"/>
                  <a:pt x="17248" y="13848"/>
                  <a:pt x="17278" y="13911"/>
                </a:cubicBezTo>
                <a:lnTo>
                  <a:pt x="17089" y="14205"/>
                </a:lnTo>
                <a:cubicBezTo>
                  <a:pt x="16992" y="13978"/>
                  <a:pt x="16901" y="13745"/>
                  <a:pt x="16823" y="13503"/>
                </a:cubicBezTo>
                <a:lnTo>
                  <a:pt x="16823" y="13497"/>
                </a:lnTo>
                <a:lnTo>
                  <a:pt x="17174" y="13079"/>
                </a:lnTo>
                <a:cubicBezTo>
                  <a:pt x="17184" y="13082"/>
                  <a:pt x="17193" y="13087"/>
                  <a:pt x="17203" y="13087"/>
                </a:cubicBezTo>
                <a:cubicBezTo>
                  <a:pt x="17230" y="13087"/>
                  <a:pt x="17257" y="13082"/>
                  <a:pt x="17284" y="13073"/>
                </a:cubicBezTo>
                <a:cubicBezTo>
                  <a:pt x="17419" y="13027"/>
                  <a:pt x="17495" y="12879"/>
                  <a:pt x="17452" y="12741"/>
                </a:cubicBezTo>
                <a:cubicBezTo>
                  <a:pt x="17405" y="12606"/>
                  <a:pt x="17258" y="12527"/>
                  <a:pt x="17120" y="12574"/>
                </a:cubicBezTo>
                <a:cubicBezTo>
                  <a:pt x="17052" y="12596"/>
                  <a:pt x="16999" y="12641"/>
                  <a:pt x="16966" y="12703"/>
                </a:cubicBezTo>
                <a:cubicBezTo>
                  <a:pt x="16934" y="12766"/>
                  <a:pt x="16929" y="12836"/>
                  <a:pt x="16950" y="12900"/>
                </a:cubicBezTo>
                <a:lnTo>
                  <a:pt x="16727" y="13170"/>
                </a:lnTo>
                <a:cubicBezTo>
                  <a:pt x="16656" y="12925"/>
                  <a:pt x="16597" y="12681"/>
                  <a:pt x="16554" y="12439"/>
                </a:cubicBezTo>
                <a:lnTo>
                  <a:pt x="16554" y="12430"/>
                </a:lnTo>
                <a:lnTo>
                  <a:pt x="16948" y="12065"/>
                </a:lnTo>
                <a:cubicBezTo>
                  <a:pt x="16969" y="12071"/>
                  <a:pt x="16991" y="12076"/>
                  <a:pt x="17012" y="12076"/>
                </a:cubicBezTo>
                <a:cubicBezTo>
                  <a:pt x="17028" y="12076"/>
                  <a:pt x="17045" y="12074"/>
                  <a:pt x="17061" y="12071"/>
                </a:cubicBezTo>
                <a:cubicBezTo>
                  <a:pt x="17128" y="12057"/>
                  <a:pt x="17188" y="12019"/>
                  <a:pt x="17228" y="11960"/>
                </a:cubicBezTo>
                <a:cubicBezTo>
                  <a:pt x="17268" y="11903"/>
                  <a:pt x="17282" y="11833"/>
                  <a:pt x="17268" y="11763"/>
                </a:cubicBezTo>
                <a:cubicBezTo>
                  <a:pt x="17241" y="11623"/>
                  <a:pt x="17104" y="11531"/>
                  <a:pt x="16961" y="11555"/>
                </a:cubicBezTo>
                <a:cubicBezTo>
                  <a:pt x="16893" y="11569"/>
                  <a:pt x="16833" y="11609"/>
                  <a:pt x="16793" y="11666"/>
                </a:cubicBezTo>
                <a:cubicBezTo>
                  <a:pt x="16753" y="11722"/>
                  <a:pt x="16743" y="11792"/>
                  <a:pt x="16753" y="11860"/>
                </a:cubicBezTo>
                <a:lnTo>
                  <a:pt x="16499" y="12095"/>
                </a:lnTo>
                <a:cubicBezTo>
                  <a:pt x="16461" y="11849"/>
                  <a:pt x="16432" y="11600"/>
                  <a:pt x="16418" y="11350"/>
                </a:cubicBezTo>
                <a:lnTo>
                  <a:pt x="16418" y="11341"/>
                </a:lnTo>
                <a:lnTo>
                  <a:pt x="16852" y="11028"/>
                </a:lnTo>
                <a:cubicBezTo>
                  <a:pt x="16883" y="11038"/>
                  <a:pt x="16914" y="11047"/>
                  <a:pt x="16947" y="11047"/>
                </a:cubicBezTo>
                <a:lnTo>
                  <a:pt x="16963" y="11047"/>
                </a:lnTo>
                <a:cubicBezTo>
                  <a:pt x="17033" y="11042"/>
                  <a:pt x="17098" y="11012"/>
                  <a:pt x="17144" y="10958"/>
                </a:cubicBezTo>
                <a:cubicBezTo>
                  <a:pt x="17189" y="10905"/>
                  <a:pt x="17214" y="10837"/>
                  <a:pt x="17208" y="10766"/>
                </a:cubicBezTo>
                <a:cubicBezTo>
                  <a:pt x="17203" y="10696"/>
                  <a:pt x="17174" y="10631"/>
                  <a:pt x="17120" y="10585"/>
                </a:cubicBezTo>
                <a:cubicBezTo>
                  <a:pt x="17066" y="10540"/>
                  <a:pt x="16992" y="10515"/>
                  <a:pt x="16928" y="10521"/>
                </a:cubicBezTo>
                <a:cubicBezTo>
                  <a:pt x="16857" y="10526"/>
                  <a:pt x="16793" y="10556"/>
                  <a:pt x="16747" y="10609"/>
                </a:cubicBezTo>
                <a:cubicBezTo>
                  <a:pt x="16701" y="10661"/>
                  <a:pt x="16679" y="10728"/>
                  <a:pt x="16682" y="10796"/>
                </a:cubicBezTo>
                <a:lnTo>
                  <a:pt x="16402" y="10998"/>
                </a:lnTo>
                <a:cubicBezTo>
                  <a:pt x="16402" y="10933"/>
                  <a:pt x="16397" y="10869"/>
                  <a:pt x="16397" y="10801"/>
                </a:cubicBezTo>
                <a:cubicBezTo>
                  <a:pt x="16397" y="10618"/>
                  <a:pt x="16402" y="10434"/>
                  <a:pt x="16416" y="10251"/>
                </a:cubicBezTo>
                <a:lnTo>
                  <a:pt x="16416" y="10240"/>
                </a:lnTo>
                <a:lnTo>
                  <a:pt x="16888" y="9984"/>
                </a:lnTo>
                <a:cubicBezTo>
                  <a:pt x="16920" y="10001"/>
                  <a:pt x="16958" y="10017"/>
                  <a:pt x="16995" y="10017"/>
                </a:cubicBezTo>
                <a:lnTo>
                  <a:pt x="17011" y="10017"/>
                </a:lnTo>
                <a:cubicBezTo>
                  <a:pt x="17148" y="10017"/>
                  <a:pt x="17264" y="9911"/>
                  <a:pt x="17273" y="9771"/>
                </a:cubicBezTo>
                <a:cubicBezTo>
                  <a:pt x="17279" y="9700"/>
                  <a:pt x="17255" y="9633"/>
                  <a:pt x="17208" y="9579"/>
                </a:cubicBezTo>
                <a:cubicBezTo>
                  <a:pt x="17162" y="9525"/>
                  <a:pt x="17098" y="9496"/>
                  <a:pt x="17027" y="9491"/>
                </a:cubicBezTo>
                <a:cubicBezTo>
                  <a:pt x="16960" y="9484"/>
                  <a:pt x="16889" y="9509"/>
                  <a:pt x="16835" y="9555"/>
                </a:cubicBezTo>
                <a:cubicBezTo>
                  <a:pt x="16784" y="9601"/>
                  <a:pt x="16754" y="9662"/>
                  <a:pt x="16749" y="9733"/>
                </a:cubicBezTo>
                <a:lnTo>
                  <a:pt x="16444" y="9898"/>
                </a:lnTo>
                <a:cubicBezTo>
                  <a:pt x="16469" y="9647"/>
                  <a:pt x="16501" y="9398"/>
                  <a:pt x="16550" y="9155"/>
                </a:cubicBezTo>
                <a:lnTo>
                  <a:pt x="16550" y="9147"/>
                </a:lnTo>
                <a:lnTo>
                  <a:pt x="17051" y="8953"/>
                </a:lnTo>
                <a:cubicBezTo>
                  <a:pt x="17081" y="8975"/>
                  <a:pt x="17116" y="8991"/>
                  <a:pt x="17154" y="8999"/>
                </a:cubicBezTo>
                <a:cubicBezTo>
                  <a:pt x="17169" y="9005"/>
                  <a:pt x="17186" y="9005"/>
                  <a:pt x="17202" y="9005"/>
                </a:cubicBezTo>
                <a:cubicBezTo>
                  <a:pt x="17256" y="9005"/>
                  <a:pt x="17307" y="8988"/>
                  <a:pt x="17351" y="8958"/>
                </a:cubicBezTo>
                <a:cubicBezTo>
                  <a:pt x="17410" y="8920"/>
                  <a:pt x="17448" y="8858"/>
                  <a:pt x="17461" y="8791"/>
                </a:cubicBezTo>
                <a:cubicBezTo>
                  <a:pt x="17475" y="8720"/>
                  <a:pt x="17461" y="8650"/>
                  <a:pt x="17421" y="8593"/>
                </a:cubicBezTo>
                <a:cubicBezTo>
                  <a:pt x="17383" y="8534"/>
                  <a:pt x="17321" y="8496"/>
                  <a:pt x="17254" y="8483"/>
                </a:cubicBezTo>
                <a:cubicBezTo>
                  <a:pt x="17183" y="8469"/>
                  <a:pt x="17114" y="8483"/>
                  <a:pt x="17057" y="8523"/>
                </a:cubicBezTo>
                <a:cubicBezTo>
                  <a:pt x="16998" y="8561"/>
                  <a:pt x="16960" y="8620"/>
                  <a:pt x="16946" y="8687"/>
                </a:cubicBezTo>
                <a:lnTo>
                  <a:pt x="16622" y="8814"/>
                </a:lnTo>
                <a:cubicBezTo>
                  <a:pt x="16678" y="8566"/>
                  <a:pt x="16740" y="8322"/>
                  <a:pt x="16816" y="8090"/>
                </a:cubicBezTo>
                <a:lnTo>
                  <a:pt x="16816" y="8085"/>
                </a:lnTo>
                <a:lnTo>
                  <a:pt x="17342" y="7953"/>
                </a:lnTo>
                <a:cubicBezTo>
                  <a:pt x="17372" y="7980"/>
                  <a:pt x="17401" y="8002"/>
                  <a:pt x="17439" y="8012"/>
                </a:cubicBezTo>
                <a:cubicBezTo>
                  <a:pt x="17467" y="8021"/>
                  <a:pt x="17493" y="8026"/>
                  <a:pt x="17520" y="8026"/>
                </a:cubicBezTo>
                <a:cubicBezTo>
                  <a:pt x="17561" y="8026"/>
                  <a:pt x="17601" y="8015"/>
                  <a:pt x="17639" y="7997"/>
                </a:cubicBezTo>
                <a:cubicBezTo>
                  <a:pt x="17704" y="7964"/>
                  <a:pt x="17750" y="7910"/>
                  <a:pt x="17771" y="7843"/>
                </a:cubicBezTo>
                <a:cubicBezTo>
                  <a:pt x="17793" y="7778"/>
                  <a:pt x="17788" y="7706"/>
                  <a:pt x="17755" y="7643"/>
                </a:cubicBezTo>
                <a:cubicBezTo>
                  <a:pt x="17723" y="7581"/>
                  <a:pt x="17669" y="7535"/>
                  <a:pt x="17601" y="7514"/>
                </a:cubicBezTo>
                <a:cubicBezTo>
                  <a:pt x="17534" y="7491"/>
                  <a:pt x="17464" y="7497"/>
                  <a:pt x="17402" y="7529"/>
                </a:cubicBezTo>
                <a:cubicBezTo>
                  <a:pt x="17340" y="7559"/>
                  <a:pt x="17294" y="7614"/>
                  <a:pt x="17273" y="7678"/>
                </a:cubicBezTo>
                <a:lnTo>
                  <a:pt x="16932" y="7765"/>
                </a:lnTo>
                <a:cubicBezTo>
                  <a:pt x="17019" y="7524"/>
                  <a:pt x="17112" y="7292"/>
                  <a:pt x="17218" y="7071"/>
                </a:cubicBezTo>
                <a:cubicBezTo>
                  <a:pt x="17221" y="7071"/>
                  <a:pt x="17221" y="7066"/>
                  <a:pt x="17221" y="7066"/>
                </a:cubicBezTo>
                <a:lnTo>
                  <a:pt x="17761" y="7001"/>
                </a:lnTo>
                <a:cubicBezTo>
                  <a:pt x="17785" y="7032"/>
                  <a:pt x="17814" y="7056"/>
                  <a:pt x="17849" y="7072"/>
                </a:cubicBezTo>
                <a:cubicBezTo>
                  <a:pt x="17887" y="7088"/>
                  <a:pt x="17925" y="7096"/>
                  <a:pt x="17963" y="7096"/>
                </a:cubicBezTo>
                <a:cubicBezTo>
                  <a:pt x="17992" y="7096"/>
                  <a:pt x="18022" y="7091"/>
                  <a:pt x="18052" y="7080"/>
                </a:cubicBezTo>
                <a:cubicBezTo>
                  <a:pt x="18117" y="7056"/>
                  <a:pt x="18171" y="7010"/>
                  <a:pt x="18200" y="6945"/>
                </a:cubicBezTo>
                <a:cubicBezTo>
                  <a:pt x="18230" y="6881"/>
                  <a:pt x="18233" y="6807"/>
                  <a:pt x="18209" y="6743"/>
                </a:cubicBezTo>
                <a:cubicBezTo>
                  <a:pt x="18184" y="6677"/>
                  <a:pt x="18136" y="6624"/>
                  <a:pt x="18074" y="6594"/>
                </a:cubicBezTo>
                <a:cubicBezTo>
                  <a:pt x="18009" y="6563"/>
                  <a:pt x="17939" y="6559"/>
                  <a:pt x="17871" y="6584"/>
                </a:cubicBezTo>
                <a:cubicBezTo>
                  <a:pt x="17807" y="6605"/>
                  <a:pt x="17755" y="6653"/>
                  <a:pt x="17726" y="6715"/>
                </a:cubicBezTo>
                <a:lnTo>
                  <a:pt x="17378" y="6756"/>
                </a:lnTo>
                <a:cubicBezTo>
                  <a:pt x="17492" y="6536"/>
                  <a:pt x="17613" y="6320"/>
                  <a:pt x="17753" y="6102"/>
                </a:cubicBezTo>
                <a:lnTo>
                  <a:pt x="18293" y="6102"/>
                </a:lnTo>
                <a:cubicBezTo>
                  <a:pt x="18312" y="6134"/>
                  <a:pt x="18338" y="6162"/>
                  <a:pt x="18371" y="6183"/>
                </a:cubicBezTo>
                <a:cubicBezTo>
                  <a:pt x="18414" y="6209"/>
                  <a:pt x="18463" y="6223"/>
                  <a:pt x="18511" y="6223"/>
                </a:cubicBezTo>
                <a:cubicBezTo>
                  <a:pt x="18530" y="6223"/>
                  <a:pt x="18549" y="6223"/>
                  <a:pt x="18568" y="6218"/>
                </a:cubicBezTo>
                <a:cubicBezTo>
                  <a:pt x="18635" y="6202"/>
                  <a:pt x="18694" y="6161"/>
                  <a:pt x="18732" y="6102"/>
                </a:cubicBezTo>
                <a:cubicBezTo>
                  <a:pt x="18770" y="6043"/>
                  <a:pt x="18783" y="5972"/>
                  <a:pt x="18767" y="5905"/>
                </a:cubicBezTo>
                <a:cubicBezTo>
                  <a:pt x="18751" y="5837"/>
                  <a:pt x="18710" y="5778"/>
                  <a:pt x="18651" y="5740"/>
                </a:cubicBezTo>
                <a:cubicBezTo>
                  <a:pt x="18594" y="5702"/>
                  <a:pt x="18522" y="5690"/>
                  <a:pt x="18454" y="5705"/>
                </a:cubicBezTo>
                <a:cubicBezTo>
                  <a:pt x="18387" y="5719"/>
                  <a:pt x="18330" y="5759"/>
                  <a:pt x="18292" y="5816"/>
                </a:cubicBezTo>
                <a:lnTo>
                  <a:pt x="17944" y="5816"/>
                </a:lnTo>
                <a:cubicBezTo>
                  <a:pt x="18082" y="5616"/>
                  <a:pt x="18230" y="5416"/>
                  <a:pt x="18392" y="5219"/>
                </a:cubicBezTo>
                <a:lnTo>
                  <a:pt x="18400" y="5211"/>
                </a:lnTo>
                <a:lnTo>
                  <a:pt x="18937" y="5282"/>
                </a:lnTo>
                <a:cubicBezTo>
                  <a:pt x="18953" y="5313"/>
                  <a:pt x="18975" y="5346"/>
                  <a:pt x="19004" y="5370"/>
                </a:cubicBezTo>
                <a:cubicBezTo>
                  <a:pt x="19053" y="5411"/>
                  <a:pt x="19110" y="5432"/>
                  <a:pt x="19172" y="5432"/>
                </a:cubicBezTo>
                <a:lnTo>
                  <a:pt x="19196" y="5432"/>
                </a:lnTo>
                <a:cubicBezTo>
                  <a:pt x="19267" y="5424"/>
                  <a:pt x="19328" y="5391"/>
                  <a:pt x="19374" y="5337"/>
                </a:cubicBezTo>
                <a:cubicBezTo>
                  <a:pt x="19419" y="5284"/>
                  <a:pt x="19438" y="5216"/>
                  <a:pt x="19433" y="5146"/>
                </a:cubicBezTo>
                <a:cubicBezTo>
                  <a:pt x="19425" y="5075"/>
                  <a:pt x="19392" y="5014"/>
                  <a:pt x="19338" y="4967"/>
                </a:cubicBezTo>
                <a:cubicBezTo>
                  <a:pt x="19228" y="4876"/>
                  <a:pt x="19066" y="4892"/>
                  <a:pt x="18972" y="5000"/>
                </a:cubicBezTo>
                <a:lnTo>
                  <a:pt x="18626" y="4954"/>
                </a:lnTo>
                <a:cubicBezTo>
                  <a:pt x="18799" y="4762"/>
                  <a:pt x="18975" y="4578"/>
                  <a:pt x="19150" y="4414"/>
                </a:cubicBezTo>
                <a:lnTo>
                  <a:pt x="19161" y="4417"/>
                </a:lnTo>
                <a:cubicBezTo>
                  <a:pt x="19223" y="4357"/>
                  <a:pt x="19291" y="4295"/>
                  <a:pt x="19364" y="4230"/>
                </a:cubicBezTo>
                <a:close/>
                <a:moveTo>
                  <a:pt x="2236" y="4227"/>
                </a:moveTo>
                <a:cubicBezTo>
                  <a:pt x="2310" y="4291"/>
                  <a:pt x="2378" y="4353"/>
                  <a:pt x="2442" y="4416"/>
                </a:cubicBezTo>
                <a:lnTo>
                  <a:pt x="2450" y="4424"/>
                </a:lnTo>
                <a:lnTo>
                  <a:pt x="2345" y="4953"/>
                </a:lnTo>
                <a:cubicBezTo>
                  <a:pt x="2309" y="4967"/>
                  <a:pt x="2278" y="4986"/>
                  <a:pt x="2250" y="5016"/>
                </a:cubicBezTo>
                <a:cubicBezTo>
                  <a:pt x="2150" y="5123"/>
                  <a:pt x="2155" y="5288"/>
                  <a:pt x="2261" y="5388"/>
                </a:cubicBezTo>
                <a:cubicBezTo>
                  <a:pt x="2312" y="5434"/>
                  <a:pt x="2374" y="5458"/>
                  <a:pt x="2442" y="5458"/>
                </a:cubicBezTo>
                <a:lnTo>
                  <a:pt x="2450" y="5458"/>
                </a:lnTo>
                <a:cubicBezTo>
                  <a:pt x="2520" y="5456"/>
                  <a:pt x="2585" y="5427"/>
                  <a:pt x="2634" y="5375"/>
                </a:cubicBezTo>
                <a:cubicBezTo>
                  <a:pt x="2731" y="5270"/>
                  <a:pt x="2725" y="5105"/>
                  <a:pt x="2623" y="5005"/>
                </a:cubicBezTo>
                <a:lnTo>
                  <a:pt x="2691" y="4664"/>
                </a:lnTo>
                <a:cubicBezTo>
                  <a:pt x="2861" y="4837"/>
                  <a:pt x="3031" y="5018"/>
                  <a:pt x="3195" y="5215"/>
                </a:cubicBezTo>
                <a:cubicBezTo>
                  <a:pt x="3198" y="5218"/>
                  <a:pt x="3201" y="5223"/>
                  <a:pt x="3201" y="5223"/>
                </a:cubicBezTo>
                <a:lnTo>
                  <a:pt x="3031" y="5736"/>
                </a:lnTo>
                <a:cubicBezTo>
                  <a:pt x="2993" y="5744"/>
                  <a:pt x="2958" y="5760"/>
                  <a:pt x="2929" y="5784"/>
                </a:cubicBezTo>
                <a:cubicBezTo>
                  <a:pt x="2874" y="5831"/>
                  <a:pt x="2839" y="5892"/>
                  <a:pt x="2834" y="5962"/>
                </a:cubicBezTo>
                <a:cubicBezTo>
                  <a:pt x="2829" y="6033"/>
                  <a:pt x="2847" y="6101"/>
                  <a:pt x="2893" y="6154"/>
                </a:cubicBezTo>
                <a:cubicBezTo>
                  <a:pt x="2939" y="6209"/>
                  <a:pt x="3001" y="6244"/>
                  <a:pt x="3071" y="6249"/>
                </a:cubicBezTo>
                <a:lnTo>
                  <a:pt x="3095" y="6249"/>
                </a:lnTo>
                <a:cubicBezTo>
                  <a:pt x="3158" y="6249"/>
                  <a:pt x="3214" y="6230"/>
                  <a:pt x="3263" y="6190"/>
                </a:cubicBezTo>
                <a:cubicBezTo>
                  <a:pt x="3318" y="6144"/>
                  <a:pt x="3353" y="6083"/>
                  <a:pt x="3358" y="6012"/>
                </a:cubicBezTo>
                <a:cubicBezTo>
                  <a:pt x="3365" y="5944"/>
                  <a:pt x="3344" y="5877"/>
                  <a:pt x="3301" y="5823"/>
                </a:cubicBezTo>
                <a:lnTo>
                  <a:pt x="3412" y="5494"/>
                </a:lnTo>
                <a:cubicBezTo>
                  <a:pt x="3565" y="5697"/>
                  <a:pt x="3711" y="5901"/>
                  <a:pt x="3840" y="6107"/>
                </a:cubicBezTo>
                <a:cubicBezTo>
                  <a:pt x="3843" y="6110"/>
                  <a:pt x="3846" y="6115"/>
                  <a:pt x="3846" y="6115"/>
                </a:cubicBezTo>
                <a:lnTo>
                  <a:pt x="3614" y="6601"/>
                </a:lnTo>
                <a:cubicBezTo>
                  <a:pt x="3577" y="6607"/>
                  <a:pt x="3539" y="6618"/>
                  <a:pt x="3506" y="6639"/>
                </a:cubicBezTo>
                <a:cubicBezTo>
                  <a:pt x="3447" y="6677"/>
                  <a:pt x="3406" y="6736"/>
                  <a:pt x="3390" y="6804"/>
                </a:cubicBezTo>
                <a:cubicBezTo>
                  <a:pt x="3374" y="6871"/>
                  <a:pt x="3387" y="6942"/>
                  <a:pt x="3425" y="7001"/>
                </a:cubicBezTo>
                <a:cubicBezTo>
                  <a:pt x="3474" y="7079"/>
                  <a:pt x="3560" y="7122"/>
                  <a:pt x="3647" y="7122"/>
                </a:cubicBezTo>
                <a:cubicBezTo>
                  <a:pt x="3695" y="7122"/>
                  <a:pt x="3744" y="7110"/>
                  <a:pt x="3787" y="7082"/>
                </a:cubicBezTo>
                <a:cubicBezTo>
                  <a:pt x="3906" y="7007"/>
                  <a:pt x="3944" y="6845"/>
                  <a:pt x="3868" y="6724"/>
                </a:cubicBezTo>
                <a:lnTo>
                  <a:pt x="4019" y="6411"/>
                </a:lnTo>
                <a:cubicBezTo>
                  <a:pt x="4145" y="6627"/>
                  <a:pt x="4266" y="6848"/>
                  <a:pt x="4372" y="7075"/>
                </a:cubicBezTo>
                <a:lnTo>
                  <a:pt x="4372" y="7080"/>
                </a:lnTo>
                <a:lnTo>
                  <a:pt x="4081" y="7537"/>
                </a:lnTo>
                <a:cubicBezTo>
                  <a:pt x="4043" y="7537"/>
                  <a:pt x="4005" y="7545"/>
                  <a:pt x="3970" y="7561"/>
                </a:cubicBezTo>
                <a:cubicBezTo>
                  <a:pt x="3908" y="7590"/>
                  <a:pt x="3859" y="7645"/>
                  <a:pt x="3835" y="7709"/>
                </a:cubicBezTo>
                <a:cubicBezTo>
                  <a:pt x="3811" y="7774"/>
                  <a:pt x="3814" y="7847"/>
                  <a:pt x="3844" y="7909"/>
                </a:cubicBezTo>
                <a:cubicBezTo>
                  <a:pt x="3873" y="7971"/>
                  <a:pt x="3925" y="8019"/>
                  <a:pt x="3992" y="8044"/>
                </a:cubicBezTo>
                <a:cubicBezTo>
                  <a:pt x="4022" y="8054"/>
                  <a:pt x="4051" y="8060"/>
                  <a:pt x="4081" y="8060"/>
                </a:cubicBezTo>
                <a:cubicBezTo>
                  <a:pt x="4119" y="8060"/>
                  <a:pt x="4157" y="8051"/>
                  <a:pt x="4191" y="8035"/>
                </a:cubicBezTo>
                <a:cubicBezTo>
                  <a:pt x="4254" y="8006"/>
                  <a:pt x="4302" y="7951"/>
                  <a:pt x="4326" y="7887"/>
                </a:cubicBezTo>
                <a:cubicBezTo>
                  <a:pt x="4351" y="7821"/>
                  <a:pt x="4347" y="7752"/>
                  <a:pt x="4318" y="7689"/>
                </a:cubicBezTo>
                <a:lnTo>
                  <a:pt x="4507" y="7395"/>
                </a:lnTo>
                <a:cubicBezTo>
                  <a:pt x="4604" y="7622"/>
                  <a:pt x="4695" y="7855"/>
                  <a:pt x="4773" y="8098"/>
                </a:cubicBezTo>
                <a:lnTo>
                  <a:pt x="4773" y="8103"/>
                </a:lnTo>
                <a:lnTo>
                  <a:pt x="4425" y="8518"/>
                </a:lnTo>
                <a:cubicBezTo>
                  <a:pt x="4387" y="8513"/>
                  <a:pt x="4349" y="8516"/>
                  <a:pt x="4312" y="8527"/>
                </a:cubicBezTo>
                <a:cubicBezTo>
                  <a:pt x="4173" y="8573"/>
                  <a:pt x="4098" y="8721"/>
                  <a:pt x="4144" y="8859"/>
                </a:cubicBezTo>
                <a:cubicBezTo>
                  <a:pt x="4166" y="8926"/>
                  <a:pt x="4211" y="8980"/>
                  <a:pt x="4274" y="9013"/>
                </a:cubicBezTo>
                <a:cubicBezTo>
                  <a:pt x="4312" y="9032"/>
                  <a:pt x="4353" y="9042"/>
                  <a:pt x="4393" y="9042"/>
                </a:cubicBezTo>
                <a:cubicBezTo>
                  <a:pt x="4420" y="9042"/>
                  <a:pt x="4446" y="9037"/>
                  <a:pt x="4474" y="9029"/>
                </a:cubicBezTo>
                <a:cubicBezTo>
                  <a:pt x="4541" y="9006"/>
                  <a:pt x="4595" y="8961"/>
                  <a:pt x="4628" y="8899"/>
                </a:cubicBezTo>
                <a:cubicBezTo>
                  <a:pt x="4659" y="8837"/>
                  <a:pt x="4665" y="8766"/>
                  <a:pt x="4644" y="8702"/>
                </a:cubicBezTo>
                <a:lnTo>
                  <a:pt x="4867" y="8432"/>
                </a:lnTo>
                <a:cubicBezTo>
                  <a:pt x="4938" y="8677"/>
                  <a:pt x="4997" y="8921"/>
                  <a:pt x="5040" y="9164"/>
                </a:cubicBezTo>
                <a:lnTo>
                  <a:pt x="5040" y="9174"/>
                </a:lnTo>
                <a:lnTo>
                  <a:pt x="4646" y="9539"/>
                </a:lnTo>
                <a:cubicBezTo>
                  <a:pt x="4610" y="9528"/>
                  <a:pt x="4572" y="9525"/>
                  <a:pt x="4532" y="9534"/>
                </a:cubicBezTo>
                <a:cubicBezTo>
                  <a:pt x="4464" y="9547"/>
                  <a:pt x="4404" y="9585"/>
                  <a:pt x="4364" y="9644"/>
                </a:cubicBezTo>
                <a:cubicBezTo>
                  <a:pt x="4324" y="9701"/>
                  <a:pt x="4310" y="9771"/>
                  <a:pt x="4324" y="9841"/>
                </a:cubicBezTo>
                <a:cubicBezTo>
                  <a:pt x="4348" y="9966"/>
                  <a:pt x="4459" y="10054"/>
                  <a:pt x="4583" y="10054"/>
                </a:cubicBezTo>
                <a:cubicBezTo>
                  <a:pt x="4599" y="10054"/>
                  <a:pt x="4616" y="10052"/>
                  <a:pt x="4632" y="10049"/>
                </a:cubicBezTo>
                <a:cubicBezTo>
                  <a:pt x="4699" y="10036"/>
                  <a:pt x="4759" y="9995"/>
                  <a:pt x="4800" y="9938"/>
                </a:cubicBezTo>
                <a:cubicBezTo>
                  <a:pt x="4840" y="9883"/>
                  <a:pt x="4850" y="9812"/>
                  <a:pt x="4840" y="9744"/>
                </a:cubicBezTo>
                <a:lnTo>
                  <a:pt x="5094" y="9509"/>
                </a:lnTo>
                <a:cubicBezTo>
                  <a:pt x="5128" y="9755"/>
                  <a:pt x="5161" y="10001"/>
                  <a:pt x="5175" y="10255"/>
                </a:cubicBezTo>
                <a:lnTo>
                  <a:pt x="5175" y="10263"/>
                </a:lnTo>
                <a:lnTo>
                  <a:pt x="4737" y="10576"/>
                </a:lnTo>
                <a:cubicBezTo>
                  <a:pt x="4703" y="10563"/>
                  <a:pt x="4665" y="10557"/>
                  <a:pt x="4627" y="10557"/>
                </a:cubicBezTo>
                <a:cubicBezTo>
                  <a:pt x="4483" y="10566"/>
                  <a:pt x="4373" y="10690"/>
                  <a:pt x="4381" y="10836"/>
                </a:cubicBezTo>
                <a:cubicBezTo>
                  <a:pt x="4388" y="10974"/>
                  <a:pt x="4504" y="11081"/>
                  <a:pt x="4642" y="11081"/>
                </a:cubicBezTo>
                <a:lnTo>
                  <a:pt x="4658" y="11081"/>
                </a:lnTo>
                <a:cubicBezTo>
                  <a:pt x="4729" y="11076"/>
                  <a:pt x="4793" y="11047"/>
                  <a:pt x="4840" y="10993"/>
                </a:cubicBezTo>
                <a:cubicBezTo>
                  <a:pt x="4885" y="10941"/>
                  <a:pt x="4907" y="10874"/>
                  <a:pt x="4904" y="10806"/>
                </a:cubicBezTo>
                <a:lnTo>
                  <a:pt x="5187" y="10604"/>
                </a:lnTo>
                <a:cubicBezTo>
                  <a:pt x="5187" y="10669"/>
                  <a:pt x="5193" y="10737"/>
                  <a:pt x="5193" y="10801"/>
                </a:cubicBezTo>
                <a:cubicBezTo>
                  <a:pt x="5193" y="10984"/>
                  <a:pt x="5187" y="11168"/>
                  <a:pt x="5174" y="11351"/>
                </a:cubicBezTo>
                <a:lnTo>
                  <a:pt x="5174" y="11362"/>
                </a:lnTo>
                <a:lnTo>
                  <a:pt x="4702" y="11618"/>
                </a:lnTo>
                <a:cubicBezTo>
                  <a:pt x="4670" y="11601"/>
                  <a:pt x="4632" y="11585"/>
                  <a:pt x="4594" y="11585"/>
                </a:cubicBezTo>
                <a:cubicBezTo>
                  <a:pt x="4451" y="11575"/>
                  <a:pt x="4324" y="11686"/>
                  <a:pt x="4316" y="11831"/>
                </a:cubicBezTo>
                <a:cubicBezTo>
                  <a:pt x="4309" y="11902"/>
                  <a:pt x="4334" y="11969"/>
                  <a:pt x="4380" y="12023"/>
                </a:cubicBezTo>
                <a:cubicBezTo>
                  <a:pt x="4426" y="12077"/>
                  <a:pt x="4491" y="12106"/>
                  <a:pt x="4561" y="12112"/>
                </a:cubicBezTo>
                <a:lnTo>
                  <a:pt x="4577" y="12112"/>
                </a:lnTo>
                <a:cubicBezTo>
                  <a:pt x="4639" y="12112"/>
                  <a:pt x="4702" y="12091"/>
                  <a:pt x="4750" y="12047"/>
                </a:cubicBezTo>
                <a:cubicBezTo>
                  <a:pt x="4804" y="12001"/>
                  <a:pt x="4833" y="11940"/>
                  <a:pt x="4839" y="11869"/>
                </a:cubicBezTo>
                <a:lnTo>
                  <a:pt x="5143" y="11705"/>
                </a:lnTo>
                <a:cubicBezTo>
                  <a:pt x="5119" y="11956"/>
                  <a:pt x="5086" y="12204"/>
                  <a:pt x="5038" y="12447"/>
                </a:cubicBezTo>
                <a:lnTo>
                  <a:pt x="5038" y="12455"/>
                </a:lnTo>
                <a:lnTo>
                  <a:pt x="4536" y="12649"/>
                </a:lnTo>
                <a:cubicBezTo>
                  <a:pt x="4507" y="12627"/>
                  <a:pt x="4472" y="12611"/>
                  <a:pt x="4434" y="12603"/>
                </a:cubicBezTo>
                <a:cubicBezTo>
                  <a:pt x="4366" y="12589"/>
                  <a:pt x="4296" y="12603"/>
                  <a:pt x="4237" y="12643"/>
                </a:cubicBezTo>
                <a:cubicBezTo>
                  <a:pt x="4178" y="12681"/>
                  <a:pt x="4140" y="12740"/>
                  <a:pt x="4126" y="12811"/>
                </a:cubicBezTo>
                <a:cubicBezTo>
                  <a:pt x="4112" y="12881"/>
                  <a:pt x="4128" y="12949"/>
                  <a:pt x="4166" y="13008"/>
                </a:cubicBezTo>
                <a:cubicBezTo>
                  <a:pt x="4204" y="13067"/>
                  <a:pt x="4263" y="13105"/>
                  <a:pt x="4334" y="13119"/>
                </a:cubicBezTo>
                <a:cubicBezTo>
                  <a:pt x="4350" y="13124"/>
                  <a:pt x="4366" y="13124"/>
                  <a:pt x="4382" y="13124"/>
                </a:cubicBezTo>
                <a:cubicBezTo>
                  <a:pt x="4503" y="13124"/>
                  <a:pt x="4614" y="13037"/>
                  <a:pt x="4638" y="12913"/>
                </a:cubicBezTo>
                <a:lnTo>
                  <a:pt x="4962" y="12786"/>
                </a:lnTo>
                <a:cubicBezTo>
                  <a:pt x="4906" y="13034"/>
                  <a:pt x="4844" y="13278"/>
                  <a:pt x="4768" y="13510"/>
                </a:cubicBezTo>
                <a:lnTo>
                  <a:pt x="4768" y="13515"/>
                </a:lnTo>
                <a:lnTo>
                  <a:pt x="4242" y="13647"/>
                </a:lnTo>
                <a:cubicBezTo>
                  <a:pt x="4213" y="13620"/>
                  <a:pt x="4183" y="13598"/>
                  <a:pt x="4145" y="13588"/>
                </a:cubicBezTo>
                <a:cubicBezTo>
                  <a:pt x="4081" y="13566"/>
                  <a:pt x="4008" y="13571"/>
                  <a:pt x="3946" y="13604"/>
                </a:cubicBezTo>
                <a:cubicBezTo>
                  <a:pt x="3882" y="13636"/>
                  <a:pt x="3835" y="13690"/>
                  <a:pt x="3814" y="13757"/>
                </a:cubicBezTo>
                <a:cubicBezTo>
                  <a:pt x="3792" y="13822"/>
                  <a:pt x="3797" y="13895"/>
                  <a:pt x="3830" y="13957"/>
                </a:cubicBezTo>
                <a:cubicBezTo>
                  <a:pt x="3863" y="14019"/>
                  <a:pt x="3916" y="14065"/>
                  <a:pt x="3984" y="14086"/>
                </a:cubicBezTo>
                <a:cubicBezTo>
                  <a:pt x="4011" y="14095"/>
                  <a:pt x="4038" y="14100"/>
                  <a:pt x="4065" y="14100"/>
                </a:cubicBezTo>
                <a:cubicBezTo>
                  <a:pt x="4106" y="14100"/>
                  <a:pt x="4146" y="14090"/>
                  <a:pt x="4184" y="14071"/>
                </a:cubicBezTo>
                <a:cubicBezTo>
                  <a:pt x="4246" y="14039"/>
                  <a:pt x="4293" y="13984"/>
                  <a:pt x="4314" y="13920"/>
                </a:cubicBezTo>
                <a:lnTo>
                  <a:pt x="4654" y="13833"/>
                </a:lnTo>
                <a:cubicBezTo>
                  <a:pt x="4568" y="14074"/>
                  <a:pt x="4474" y="14306"/>
                  <a:pt x="4368" y="14527"/>
                </a:cubicBezTo>
                <a:cubicBezTo>
                  <a:pt x="4365" y="14527"/>
                  <a:pt x="4365" y="14532"/>
                  <a:pt x="4365" y="14532"/>
                </a:cubicBezTo>
                <a:lnTo>
                  <a:pt x="3826" y="14597"/>
                </a:lnTo>
                <a:cubicBezTo>
                  <a:pt x="3801" y="14566"/>
                  <a:pt x="3772" y="14542"/>
                  <a:pt x="3737" y="14526"/>
                </a:cubicBezTo>
                <a:cubicBezTo>
                  <a:pt x="3676" y="14494"/>
                  <a:pt x="3602" y="14491"/>
                  <a:pt x="3538" y="14516"/>
                </a:cubicBezTo>
                <a:cubicBezTo>
                  <a:pt x="3473" y="14540"/>
                  <a:pt x="3419" y="14588"/>
                  <a:pt x="3389" y="14651"/>
                </a:cubicBezTo>
                <a:cubicBezTo>
                  <a:pt x="3358" y="14715"/>
                  <a:pt x="3355" y="14789"/>
                  <a:pt x="3379" y="14853"/>
                </a:cubicBezTo>
                <a:cubicBezTo>
                  <a:pt x="3403" y="14918"/>
                  <a:pt x="3452" y="14972"/>
                  <a:pt x="3514" y="15002"/>
                </a:cubicBezTo>
                <a:cubicBezTo>
                  <a:pt x="3552" y="15017"/>
                  <a:pt x="3590" y="15026"/>
                  <a:pt x="3628" y="15026"/>
                </a:cubicBezTo>
                <a:cubicBezTo>
                  <a:pt x="3657" y="15026"/>
                  <a:pt x="3687" y="15021"/>
                  <a:pt x="3716" y="15010"/>
                </a:cubicBezTo>
                <a:cubicBezTo>
                  <a:pt x="3784" y="14986"/>
                  <a:pt x="3835" y="14940"/>
                  <a:pt x="3865" y="14878"/>
                </a:cubicBezTo>
                <a:lnTo>
                  <a:pt x="4213" y="14838"/>
                </a:lnTo>
                <a:cubicBezTo>
                  <a:pt x="4099" y="15058"/>
                  <a:pt x="3977" y="15274"/>
                  <a:pt x="3837" y="15492"/>
                </a:cubicBezTo>
                <a:lnTo>
                  <a:pt x="3295" y="15492"/>
                </a:lnTo>
                <a:cubicBezTo>
                  <a:pt x="3276" y="15459"/>
                  <a:pt x="3249" y="15432"/>
                  <a:pt x="3217" y="15411"/>
                </a:cubicBezTo>
                <a:cubicBezTo>
                  <a:pt x="3160" y="15373"/>
                  <a:pt x="3090" y="15360"/>
                  <a:pt x="3019" y="15376"/>
                </a:cubicBezTo>
                <a:cubicBezTo>
                  <a:pt x="2952" y="15392"/>
                  <a:pt x="2893" y="15433"/>
                  <a:pt x="2855" y="15492"/>
                </a:cubicBezTo>
                <a:cubicBezTo>
                  <a:pt x="2777" y="15613"/>
                  <a:pt x="2815" y="15776"/>
                  <a:pt x="2936" y="15854"/>
                </a:cubicBezTo>
                <a:cubicBezTo>
                  <a:pt x="2979" y="15880"/>
                  <a:pt x="3028" y="15894"/>
                  <a:pt x="3076" y="15894"/>
                </a:cubicBezTo>
                <a:cubicBezTo>
                  <a:pt x="3095" y="15894"/>
                  <a:pt x="3114" y="15894"/>
                  <a:pt x="3133" y="15888"/>
                </a:cubicBezTo>
                <a:cubicBezTo>
                  <a:pt x="3201" y="15875"/>
                  <a:pt x="3258" y="15835"/>
                  <a:pt x="3296" y="15778"/>
                </a:cubicBezTo>
                <a:lnTo>
                  <a:pt x="3643" y="15778"/>
                </a:lnTo>
                <a:cubicBezTo>
                  <a:pt x="3503" y="15978"/>
                  <a:pt x="3358" y="16177"/>
                  <a:pt x="3195" y="16374"/>
                </a:cubicBezTo>
                <a:lnTo>
                  <a:pt x="3187" y="16383"/>
                </a:lnTo>
                <a:lnTo>
                  <a:pt x="2651" y="16312"/>
                </a:lnTo>
                <a:cubicBezTo>
                  <a:pt x="2635" y="16281"/>
                  <a:pt x="2613" y="16248"/>
                  <a:pt x="2583" y="16224"/>
                </a:cubicBezTo>
                <a:cubicBezTo>
                  <a:pt x="2529" y="16178"/>
                  <a:pt x="2462" y="16156"/>
                  <a:pt x="2391" y="16165"/>
                </a:cubicBezTo>
                <a:cubicBezTo>
                  <a:pt x="2321" y="16173"/>
                  <a:pt x="2260" y="16206"/>
                  <a:pt x="2213" y="16260"/>
                </a:cubicBezTo>
                <a:cubicBezTo>
                  <a:pt x="2168" y="16313"/>
                  <a:pt x="2149" y="16381"/>
                  <a:pt x="2154" y="16451"/>
                </a:cubicBezTo>
                <a:cubicBezTo>
                  <a:pt x="2163" y="16522"/>
                  <a:pt x="2195" y="16583"/>
                  <a:pt x="2249" y="16630"/>
                </a:cubicBezTo>
                <a:cubicBezTo>
                  <a:pt x="2298" y="16670"/>
                  <a:pt x="2358" y="16689"/>
                  <a:pt x="2417" y="16689"/>
                </a:cubicBezTo>
                <a:cubicBezTo>
                  <a:pt x="2491" y="16689"/>
                  <a:pt x="2564" y="16659"/>
                  <a:pt x="2616" y="16597"/>
                </a:cubicBezTo>
                <a:lnTo>
                  <a:pt x="2961" y="16643"/>
                </a:lnTo>
                <a:cubicBezTo>
                  <a:pt x="2789" y="16834"/>
                  <a:pt x="2616" y="17018"/>
                  <a:pt x="2441" y="17180"/>
                </a:cubicBezTo>
                <a:lnTo>
                  <a:pt x="2439" y="17177"/>
                </a:lnTo>
                <a:cubicBezTo>
                  <a:pt x="2377" y="17239"/>
                  <a:pt x="2309" y="17299"/>
                  <a:pt x="2236" y="17363"/>
                </a:cubicBezTo>
                <a:cubicBezTo>
                  <a:pt x="837" y="15545"/>
                  <a:pt x="0" y="13269"/>
                  <a:pt x="0" y="10797"/>
                </a:cubicBezTo>
                <a:cubicBezTo>
                  <a:pt x="0" y="8324"/>
                  <a:pt x="836" y="6049"/>
                  <a:pt x="2236" y="4227"/>
                </a:cubicBezTo>
                <a:close/>
                <a:moveTo>
                  <a:pt x="10794" y="0"/>
                </a:moveTo>
                <a:cubicBezTo>
                  <a:pt x="14073" y="0"/>
                  <a:pt x="17013" y="1472"/>
                  <a:pt x="18994" y="3787"/>
                </a:cubicBezTo>
                <a:cubicBezTo>
                  <a:pt x="18907" y="3860"/>
                  <a:pt x="18829" y="3933"/>
                  <a:pt x="18759" y="4000"/>
                </a:cubicBezTo>
                <a:lnTo>
                  <a:pt x="18186" y="4592"/>
                </a:lnTo>
                <a:lnTo>
                  <a:pt x="18075" y="4251"/>
                </a:lnTo>
                <a:cubicBezTo>
                  <a:pt x="18166" y="4140"/>
                  <a:pt x="18151" y="3976"/>
                  <a:pt x="18040" y="3884"/>
                </a:cubicBezTo>
                <a:cubicBezTo>
                  <a:pt x="17986" y="3839"/>
                  <a:pt x="17921" y="3820"/>
                  <a:pt x="17848" y="3825"/>
                </a:cubicBezTo>
                <a:cubicBezTo>
                  <a:pt x="17777" y="3834"/>
                  <a:pt x="17716" y="3866"/>
                  <a:pt x="17670" y="3920"/>
                </a:cubicBezTo>
                <a:cubicBezTo>
                  <a:pt x="17625" y="3974"/>
                  <a:pt x="17602" y="4041"/>
                  <a:pt x="17611" y="4112"/>
                </a:cubicBezTo>
                <a:cubicBezTo>
                  <a:pt x="17619" y="4183"/>
                  <a:pt x="17652" y="4244"/>
                  <a:pt x="17706" y="4290"/>
                </a:cubicBezTo>
                <a:cubicBezTo>
                  <a:pt x="17735" y="4315"/>
                  <a:pt x="17768" y="4328"/>
                  <a:pt x="17806" y="4339"/>
                </a:cubicBezTo>
                <a:lnTo>
                  <a:pt x="17976" y="4851"/>
                </a:lnTo>
                <a:cubicBezTo>
                  <a:pt x="17972" y="4854"/>
                  <a:pt x="17967" y="4856"/>
                  <a:pt x="17967" y="4860"/>
                </a:cubicBezTo>
                <a:cubicBezTo>
                  <a:pt x="17787" y="5081"/>
                  <a:pt x="17621" y="5305"/>
                  <a:pt x="17471" y="5526"/>
                </a:cubicBezTo>
                <a:lnTo>
                  <a:pt x="17312" y="5192"/>
                </a:lnTo>
                <a:cubicBezTo>
                  <a:pt x="17347" y="5133"/>
                  <a:pt x="17360" y="5065"/>
                  <a:pt x="17344" y="4998"/>
                </a:cubicBezTo>
                <a:cubicBezTo>
                  <a:pt x="17328" y="4930"/>
                  <a:pt x="17287" y="4871"/>
                  <a:pt x="17228" y="4833"/>
                </a:cubicBezTo>
                <a:cubicBezTo>
                  <a:pt x="17107" y="4755"/>
                  <a:pt x="16945" y="4793"/>
                  <a:pt x="16867" y="4914"/>
                </a:cubicBezTo>
                <a:cubicBezTo>
                  <a:pt x="16829" y="4973"/>
                  <a:pt x="16816" y="5046"/>
                  <a:pt x="16832" y="5114"/>
                </a:cubicBezTo>
                <a:cubicBezTo>
                  <a:pt x="16848" y="5181"/>
                  <a:pt x="16889" y="5240"/>
                  <a:pt x="16948" y="5278"/>
                </a:cubicBezTo>
                <a:cubicBezTo>
                  <a:pt x="16983" y="5297"/>
                  <a:pt x="17018" y="5308"/>
                  <a:pt x="17056" y="5313"/>
                </a:cubicBezTo>
                <a:lnTo>
                  <a:pt x="17287" y="5801"/>
                </a:lnTo>
                <a:cubicBezTo>
                  <a:pt x="17284" y="5803"/>
                  <a:pt x="17284" y="5806"/>
                  <a:pt x="17284" y="5806"/>
                </a:cubicBezTo>
                <a:cubicBezTo>
                  <a:pt x="17128" y="6047"/>
                  <a:pt x="16995" y="6287"/>
                  <a:pt x="16869" y="6530"/>
                </a:cubicBezTo>
                <a:lnTo>
                  <a:pt x="16670" y="6220"/>
                </a:lnTo>
                <a:cubicBezTo>
                  <a:pt x="16730" y="6090"/>
                  <a:pt x="16673" y="5936"/>
                  <a:pt x="16543" y="5874"/>
                </a:cubicBezTo>
                <a:cubicBezTo>
                  <a:pt x="16410" y="5814"/>
                  <a:pt x="16255" y="5869"/>
                  <a:pt x="16192" y="6000"/>
                </a:cubicBezTo>
                <a:cubicBezTo>
                  <a:pt x="16130" y="6133"/>
                  <a:pt x="16187" y="6289"/>
                  <a:pt x="16319" y="6352"/>
                </a:cubicBezTo>
                <a:cubicBezTo>
                  <a:pt x="16354" y="6367"/>
                  <a:pt x="16392" y="6376"/>
                  <a:pt x="16429" y="6376"/>
                </a:cubicBezTo>
                <a:lnTo>
                  <a:pt x="16718" y="6824"/>
                </a:lnTo>
                <a:cubicBezTo>
                  <a:pt x="16716" y="6827"/>
                  <a:pt x="16713" y="6829"/>
                  <a:pt x="16713" y="6832"/>
                </a:cubicBezTo>
                <a:cubicBezTo>
                  <a:pt x="16596" y="7076"/>
                  <a:pt x="16494" y="7337"/>
                  <a:pt x="16397" y="7602"/>
                </a:cubicBezTo>
                <a:lnTo>
                  <a:pt x="16160" y="7318"/>
                </a:lnTo>
                <a:cubicBezTo>
                  <a:pt x="16182" y="7253"/>
                  <a:pt x="16177" y="7183"/>
                  <a:pt x="16144" y="7121"/>
                </a:cubicBezTo>
                <a:cubicBezTo>
                  <a:pt x="16111" y="7059"/>
                  <a:pt x="16057" y="7013"/>
                  <a:pt x="15990" y="6992"/>
                </a:cubicBezTo>
                <a:cubicBezTo>
                  <a:pt x="15852" y="6948"/>
                  <a:pt x="15704" y="7023"/>
                  <a:pt x="15658" y="7161"/>
                </a:cubicBezTo>
                <a:cubicBezTo>
                  <a:pt x="15615" y="7300"/>
                  <a:pt x="15690" y="7447"/>
                  <a:pt x="15828" y="7493"/>
                </a:cubicBezTo>
                <a:cubicBezTo>
                  <a:pt x="15855" y="7502"/>
                  <a:pt x="15881" y="7507"/>
                  <a:pt x="15909" y="7507"/>
                </a:cubicBezTo>
                <a:cubicBezTo>
                  <a:pt x="15919" y="7507"/>
                  <a:pt x="15938" y="7499"/>
                  <a:pt x="15938" y="7499"/>
                </a:cubicBezTo>
                <a:lnTo>
                  <a:pt x="16284" y="7912"/>
                </a:lnTo>
                <a:cubicBezTo>
                  <a:pt x="16281" y="7915"/>
                  <a:pt x="16281" y="7917"/>
                  <a:pt x="16281" y="7921"/>
                </a:cubicBezTo>
                <a:cubicBezTo>
                  <a:pt x="16194" y="8177"/>
                  <a:pt x="16127" y="8450"/>
                  <a:pt x="16065" y="8725"/>
                </a:cubicBezTo>
                <a:lnTo>
                  <a:pt x="15792" y="8471"/>
                </a:lnTo>
                <a:cubicBezTo>
                  <a:pt x="15806" y="8403"/>
                  <a:pt x="15790" y="8334"/>
                  <a:pt x="15752" y="8277"/>
                </a:cubicBezTo>
                <a:cubicBezTo>
                  <a:pt x="15714" y="8218"/>
                  <a:pt x="15655" y="8180"/>
                  <a:pt x="15584" y="8166"/>
                </a:cubicBezTo>
                <a:cubicBezTo>
                  <a:pt x="15514" y="8152"/>
                  <a:pt x="15444" y="8166"/>
                  <a:pt x="15387" y="8206"/>
                </a:cubicBezTo>
                <a:cubicBezTo>
                  <a:pt x="15328" y="8244"/>
                  <a:pt x="15290" y="8306"/>
                  <a:pt x="15276" y="8374"/>
                </a:cubicBezTo>
                <a:cubicBezTo>
                  <a:pt x="15249" y="8517"/>
                  <a:pt x="15341" y="8654"/>
                  <a:pt x="15484" y="8682"/>
                </a:cubicBezTo>
                <a:cubicBezTo>
                  <a:pt x="15500" y="8687"/>
                  <a:pt x="15517" y="8687"/>
                  <a:pt x="15533" y="8687"/>
                </a:cubicBezTo>
                <a:cubicBezTo>
                  <a:pt x="15554" y="8687"/>
                  <a:pt x="15576" y="8682"/>
                  <a:pt x="15597" y="8676"/>
                </a:cubicBezTo>
                <a:lnTo>
                  <a:pt x="15993" y="9043"/>
                </a:lnTo>
                <a:lnTo>
                  <a:pt x="15993" y="9052"/>
                </a:lnTo>
                <a:cubicBezTo>
                  <a:pt x="15939" y="9322"/>
                  <a:pt x="15905" y="9599"/>
                  <a:pt x="15877" y="9877"/>
                </a:cubicBezTo>
                <a:lnTo>
                  <a:pt x="15575" y="9661"/>
                </a:lnTo>
                <a:cubicBezTo>
                  <a:pt x="15578" y="9594"/>
                  <a:pt x="15557" y="9526"/>
                  <a:pt x="15510" y="9475"/>
                </a:cubicBezTo>
                <a:cubicBezTo>
                  <a:pt x="15464" y="9421"/>
                  <a:pt x="15400" y="9391"/>
                  <a:pt x="15329" y="9386"/>
                </a:cubicBezTo>
                <a:cubicBezTo>
                  <a:pt x="15256" y="9383"/>
                  <a:pt x="15189" y="9404"/>
                  <a:pt x="15137" y="9450"/>
                </a:cubicBezTo>
                <a:cubicBezTo>
                  <a:pt x="15084" y="9497"/>
                  <a:pt x="15054" y="9561"/>
                  <a:pt x="15049" y="9632"/>
                </a:cubicBezTo>
                <a:cubicBezTo>
                  <a:pt x="15043" y="9702"/>
                  <a:pt x="15067" y="9770"/>
                  <a:pt x="15113" y="9824"/>
                </a:cubicBezTo>
                <a:cubicBezTo>
                  <a:pt x="15159" y="9877"/>
                  <a:pt x="15224" y="9907"/>
                  <a:pt x="15294" y="9912"/>
                </a:cubicBezTo>
                <a:lnTo>
                  <a:pt x="15310" y="9912"/>
                </a:lnTo>
                <a:cubicBezTo>
                  <a:pt x="15345" y="9912"/>
                  <a:pt x="15378" y="9907"/>
                  <a:pt x="15407" y="9893"/>
                </a:cubicBezTo>
                <a:lnTo>
                  <a:pt x="15845" y="10206"/>
                </a:lnTo>
                <a:lnTo>
                  <a:pt x="15845" y="10215"/>
                </a:lnTo>
                <a:cubicBezTo>
                  <a:pt x="15831" y="10407"/>
                  <a:pt x="15826" y="10604"/>
                  <a:pt x="15826" y="10801"/>
                </a:cubicBezTo>
                <a:cubicBezTo>
                  <a:pt x="15826" y="10882"/>
                  <a:pt x="15834" y="10963"/>
                  <a:pt x="15834" y="11047"/>
                </a:cubicBezTo>
                <a:lnTo>
                  <a:pt x="15507" y="10869"/>
                </a:lnTo>
                <a:cubicBezTo>
                  <a:pt x="15502" y="10798"/>
                  <a:pt x="15473" y="10737"/>
                  <a:pt x="15421" y="10690"/>
                </a:cubicBezTo>
                <a:cubicBezTo>
                  <a:pt x="15367" y="10645"/>
                  <a:pt x="15300" y="10621"/>
                  <a:pt x="15229" y="10626"/>
                </a:cubicBezTo>
                <a:cubicBezTo>
                  <a:pt x="15158" y="10631"/>
                  <a:pt x="15094" y="10661"/>
                  <a:pt x="15048" y="10715"/>
                </a:cubicBezTo>
                <a:cubicBezTo>
                  <a:pt x="15002" y="10765"/>
                  <a:pt x="14978" y="10833"/>
                  <a:pt x="14984" y="10903"/>
                </a:cubicBezTo>
                <a:cubicBezTo>
                  <a:pt x="14989" y="10974"/>
                  <a:pt x="15018" y="11038"/>
                  <a:pt x="15072" y="11085"/>
                </a:cubicBezTo>
                <a:cubicBezTo>
                  <a:pt x="15121" y="11125"/>
                  <a:pt x="15181" y="11149"/>
                  <a:pt x="15245" y="11149"/>
                </a:cubicBezTo>
                <a:lnTo>
                  <a:pt x="15261" y="11149"/>
                </a:lnTo>
                <a:cubicBezTo>
                  <a:pt x="15298" y="11146"/>
                  <a:pt x="15336" y="11135"/>
                  <a:pt x="15368" y="11116"/>
                </a:cubicBezTo>
                <a:lnTo>
                  <a:pt x="15843" y="11373"/>
                </a:lnTo>
                <a:lnTo>
                  <a:pt x="15843" y="11381"/>
                </a:lnTo>
                <a:cubicBezTo>
                  <a:pt x="15859" y="11661"/>
                  <a:pt x="15892" y="11937"/>
                  <a:pt x="15935" y="12210"/>
                </a:cubicBezTo>
                <a:lnTo>
                  <a:pt x="15587" y="12075"/>
                </a:lnTo>
                <a:cubicBezTo>
                  <a:pt x="15558" y="11934"/>
                  <a:pt x="15420" y="11842"/>
                  <a:pt x="15280" y="11869"/>
                </a:cubicBezTo>
                <a:cubicBezTo>
                  <a:pt x="15139" y="11897"/>
                  <a:pt x="15045" y="12034"/>
                  <a:pt x="15072" y="12177"/>
                </a:cubicBezTo>
                <a:cubicBezTo>
                  <a:pt x="15096" y="12301"/>
                  <a:pt x="15207" y="12390"/>
                  <a:pt x="15331" y="12390"/>
                </a:cubicBezTo>
                <a:cubicBezTo>
                  <a:pt x="15347" y="12390"/>
                  <a:pt x="15364" y="12388"/>
                  <a:pt x="15380" y="12385"/>
                </a:cubicBezTo>
                <a:cubicBezTo>
                  <a:pt x="15418" y="12376"/>
                  <a:pt x="15452" y="12359"/>
                  <a:pt x="15482" y="12338"/>
                </a:cubicBezTo>
                <a:lnTo>
                  <a:pt x="15987" y="12536"/>
                </a:lnTo>
                <a:lnTo>
                  <a:pt x="15987" y="12541"/>
                </a:lnTo>
                <a:cubicBezTo>
                  <a:pt x="16035" y="12808"/>
                  <a:pt x="16103" y="13078"/>
                  <a:pt x="16181" y="13351"/>
                </a:cubicBezTo>
                <a:lnTo>
                  <a:pt x="15822" y="13262"/>
                </a:lnTo>
                <a:cubicBezTo>
                  <a:pt x="15777" y="13127"/>
                  <a:pt x="15628" y="13054"/>
                  <a:pt x="15494" y="13098"/>
                </a:cubicBezTo>
                <a:cubicBezTo>
                  <a:pt x="15426" y="13120"/>
                  <a:pt x="15372" y="13165"/>
                  <a:pt x="15340" y="13227"/>
                </a:cubicBezTo>
                <a:cubicBezTo>
                  <a:pt x="15308" y="13288"/>
                  <a:pt x="15303" y="13359"/>
                  <a:pt x="15324" y="13427"/>
                </a:cubicBezTo>
                <a:cubicBezTo>
                  <a:pt x="15362" y="13537"/>
                  <a:pt x="15464" y="13608"/>
                  <a:pt x="15575" y="13608"/>
                </a:cubicBezTo>
                <a:cubicBezTo>
                  <a:pt x="15602" y="13608"/>
                  <a:pt x="15628" y="13603"/>
                  <a:pt x="15656" y="13594"/>
                </a:cubicBezTo>
                <a:cubicBezTo>
                  <a:pt x="15694" y="13581"/>
                  <a:pt x="15725" y="13559"/>
                  <a:pt x="15753" y="13535"/>
                </a:cubicBezTo>
                <a:lnTo>
                  <a:pt x="16273" y="13665"/>
                </a:lnTo>
                <a:cubicBezTo>
                  <a:pt x="16277" y="13670"/>
                  <a:pt x="16277" y="13672"/>
                  <a:pt x="16277" y="13675"/>
                </a:cubicBezTo>
                <a:cubicBezTo>
                  <a:pt x="16366" y="13945"/>
                  <a:pt x="16466" y="14201"/>
                  <a:pt x="16574" y="14452"/>
                </a:cubicBezTo>
                <a:lnTo>
                  <a:pt x="16207" y="14409"/>
                </a:lnTo>
                <a:cubicBezTo>
                  <a:pt x="16178" y="14348"/>
                  <a:pt x="16126" y="14302"/>
                  <a:pt x="16062" y="14277"/>
                </a:cubicBezTo>
                <a:cubicBezTo>
                  <a:pt x="15994" y="14255"/>
                  <a:pt x="15924" y="14258"/>
                  <a:pt x="15859" y="14288"/>
                </a:cubicBezTo>
                <a:cubicBezTo>
                  <a:pt x="15797" y="14317"/>
                  <a:pt x="15749" y="14372"/>
                  <a:pt x="15724" y="14437"/>
                </a:cubicBezTo>
                <a:cubicBezTo>
                  <a:pt x="15700" y="14501"/>
                  <a:pt x="15703" y="14574"/>
                  <a:pt x="15733" y="14636"/>
                </a:cubicBezTo>
                <a:cubicBezTo>
                  <a:pt x="15762" y="14698"/>
                  <a:pt x="15817" y="14747"/>
                  <a:pt x="15881" y="14771"/>
                </a:cubicBezTo>
                <a:cubicBezTo>
                  <a:pt x="15911" y="14781"/>
                  <a:pt x="15940" y="14787"/>
                  <a:pt x="15970" y="14787"/>
                </a:cubicBezTo>
                <a:cubicBezTo>
                  <a:pt x="16011" y="14787"/>
                  <a:pt x="16049" y="14778"/>
                  <a:pt x="16084" y="14762"/>
                </a:cubicBezTo>
                <a:cubicBezTo>
                  <a:pt x="16119" y="14746"/>
                  <a:pt x="16148" y="14721"/>
                  <a:pt x="16172" y="14692"/>
                </a:cubicBezTo>
                <a:lnTo>
                  <a:pt x="16707" y="14756"/>
                </a:lnTo>
                <a:cubicBezTo>
                  <a:pt x="16710" y="14759"/>
                  <a:pt x="16710" y="14765"/>
                  <a:pt x="16710" y="14765"/>
                </a:cubicBezTo>
                <a:cubicBezTo>
                  <a:pt x="16829" y="15018"/>
                  <a:pt x="16964" y="15261"/>
                  <a:pt x="17104" y="15504"/>
                </a:cubicBezTo>
                <a:lnTo>
                  <a:pt x="16732" y="15504"/>
                </a:lnTo>
                <a:cubicBezTo>
                  <a:pt x="16654" y="15386"/>
                  <a:pt x="16495" y="15348"/>
                  <a:pt x="16374" y="15426"/>
                </a:cubicBezTo>
                <a:cubicBezTo>
                  <a:pt x="16315" y="15464"/>
                  <a:pt x="16273" y="15523"/>
                  <a:pt x="16258" y="15590"/>
                </a:cubicBezTo>
                <a:cubicBezTo>
                  <a:pt x="16241" y="15658"/>
                  <a:pt x="16255" y="15728"/>
                  <a:pt x="16292" y="15787"/>
                </a:cubicBezTo>
                <a:cubicBezTo>
                  <a:pt x="16330" y="15846"/>
                  <a:pt x="16389" y="15887"/>
                  <a:pt x="16457" y="15903"/>
                </a:cubicBezTo>
                <a:cubicBezTo>
                  <a:pt x="16476" y="15909"/>
                  <a:pt x="16495" y="15909"/>
                  <a:pt x="16514" y="15909"/>
                </a:cubicBezTo>
                <a:cubicBezTo>
                  <a:pt x="16562" y="15909"/>
                  <a:pt x="16611" y="15896"/>
                  <a:pt x="16654" y="15868"/>
                </a:cubicBezTo>
                <a:cubicBezTo>
                  <a:pt x="16686" y="15850"/>
                  <a:pt x="16711" y="15820"/>
                  <a:pt x="16732" y="15785"/>
                </a:cubicBezTo>
                <a:lnTo>
                  <a:pt x="17272" y="15785"/>
                </a:lnTo>
                <a:cubicBezTo>
                  <a:pt x="17274" y="15788"/>
                  <a:pt x="17277" y="15794"/>
                  <a:pt x="17277" y="15794"/>
                </a:cubicBezTo>
                <a:cubicBezTo>
                  <a:pt x="17417" y="16020"/>
                  <a:pt x="17581" y="16247"/>
                  <a:pt x="17754" y="16474"/>
                </a:cubicBezTo>
                <a:lnTo>
                  <a:pt x="17384" y="16522"/>
                </a:lnTo>
                <a:cubicBezTo>
                  <a:pt x="17339" y="16471"/>
                  <a:pt x="17277" y="16436"/>
                  <a:pt x="17209" y="16430"/>
                </a:cubicBezTo>
                <a:cubicBezTo>
                  <a:pt x="17139" y="16422"/>
                  <a:pt x="17071" y="16443"/>
                  <a:pt x="17018" y="16489"/>
                </a:cubicBezTo>
                <a:cubicBezTo>
                  <a:pt x="16907" y="16581"/>
                  <a:pt x="16891" y="16749"/>
                  <a:pt x="16983" y="16860"/>
                </a:cubicBezTo>
                <a:cubicBezTo>
                  <a:pt x="17029" y="16914"/>
                  <a:pt x="17090" y="16949"/>
                  <a:pt x="17161" y="16954"/>
                </a:cubicBezTo>
                <a:lnTo>
                  <a:pt x="17185" y="16954"/>
                </a:lnTo>
                <a:cubicBezTo>
                  <a:pt x="17247" y="16954"/>
                  <a:pt x="17304" y="16936"/>
                  <a:pt x="17353" y="16895"/>
                </a:cubicBezTo>
                <a:cubicBezTo>
                  <a:pt x="17382" y="16871"/>
                  <a:pt x="17404" y="16842"/>
                  <a:pt x="17420" y="16807"/>
                </a:cubicBezTo>
                <a:lnTo>
                  <a:pt x="17954" y="16736"/>
                </a:lnTo>
                <a:cubicBezTo>
                  <a:pt x="17958" y="16741"/>
                  <a:pt x="17960" y="16744"/>
                  <a:pt x="17963" y="16747"/>
                </a:cubicBezTo>
                <a:cubicBezTo>
                  <a:pt x="18146" y="16968"/>
                  <a:pt x="18335" y="17171"/>
                  <a:pt x="18524" y="17359"/>
                </a:cubicBezTo>
                <a:lnTo>
                  <a:pt x="18162" y="17454"/>
                </a:lnTo>
                <a:cubicBezTo>
                  <a:pt x="18110" y="17408"/>
                  <a:pt x="18046" y="17389"/>
                  <a:pt x="17976" y="17384"/>
                </a:cubicBezTo>
                <a:cubicBezTo>
                  <a:pt x="17906" y="17386"/>
                  <a:pt x="17841" y="17415"/>
                  <a:pt x="17792" y="17467"/>
                </a:cubicBezTo>
                <a:cubicBezTo>
                  <a:pt x="17695" y="17572"/>
                  <a:pt x="17700" y="17739"/>
                  <a:pt x="17806" y="17839"/>
                </a:cubicBezTo>
                <a:cubicBezTo>
                  <a:pt x="17858" y="17885"/>
                  <a:pt x="17920" y="17910"/>
                  <a:pt x="17987" y="17910"/>
                </a:cubicBezTo>
                <a:lnTo>
                  <a:pt x="17996" y="17910"/>
                </a:lnTo>
                <a:cubicBezTo>
                  <a:pt x="18065" y="17908"/>
                  <a:pt x="18130" y="17878"/>
                  <a:pt x="18179" y="17826"/>
                </a:cubicBezTo>
                <a:cubicBezTo>
                  <a:pt x="18206" y="17800"/>
                  <a:pt x="18225" y="17764"/>
                  <a:pt x="18236" y="17729"/>
                </a:cubicBezTo>
                <a:lnTo>
                  <a:pt x="18760" y="17591"/>
                </a:lnTo>
                <a:cubicBezTo>
                  <a:pt x="18762" y="17593"/>
                  <a:pt x="18765" y="17597"/>
                  <a:pt x="18765" y="17597"/>
                </a:cubicBezTo>
                <a:cubicBezTo>
                  <a:pt x="18836" y="17667"/>
                  <a:pt x="18917" y="17740"/>
                  <a:pt x="19000" y="17813"/>
                </a:cubicBezTo>
                <a:cubicBezTo>
                  <a:pt x="17016" y="20129"/>
                  <a:pt x="14078" y="21600"/>
                  <a:pt x="10800" y="21600"/>
                </a:cubicBezTo>
                <a:cubicBezTo>
                  <a:pt x="7522" y="21600"/>
                  <a:pt x="4581" y="20128"/>
                  <a:pt x="2601" y="17813"/>
                </a:cubicBezTo>
                <a:cubicBezTo>
                  <a:pt x="2687" y="17740"/>
                  <a:pt x="2765" y="17667"/>
                  <a:pt x="2836" y="17600"/>
                </a:cubicBezTo>
                <a:cubicBezTo>
                  <a:pt x="3030" y="17419"/>
                  <a:pt x="3224" y="17217"/>
                  <a:pt x="3416" y="17001"/>
                </a:cubicBezTo>
                <a:lnTo>
                  <a:pt x="3531" y="17354"/>
                </a:lnTo>
                <a:cubicBezTo>
                  <a:pt x="3443" y="17465"/>
                  <a:pt x="3459" y="17629"/>
                  <a:pt x="3569" y="17721"/>
                </a:cubicBezTo>
                <a:cubicBezTo>
                  <a:pt x="3618" y="17761"/>
                  <a:pt x="3678" y="17780"/>
                  <a:pt x="3737" y="17780"/>
                </a:cubicBezTo>
                <a:cubicBezTo>
                  <a:pt x="3813" y="17780"/>
                  <a:pt x="3888" y="17747"/>
                  <a:pt x="3939" y="17685"/>
                </a:cubicBezTo>
                <a:cubicBezTo>
                  <a:pt x="4031" y="17574"/>
                  <a:pt x="4015" y="17407"/>
                  <a:pt x="3905" y="17315"/>
                </a:cubicBezTo>
                <a:cubicBezTo>
                  <a:pt x="3873" y="17291"/>
                  <a:pt x="3837" y="17275"/>
                  <a:pt x="3802" y="17267"/>
                </a:cubicBezTo>
                <a:lnTo>
                  <a:pt x="3633" y="16756"/>
                </a:lnTo>
                <a:cubicBezTo>
                  <a:pt x="3636" y="16753"/>
                  <a:pt x="3641" y="16751"/>
                  <a:pt x="3641" y="16748"/>
                </a:cubicBezTo>
                <a:cubicBezTo>
                  <a:pt x="3821" y="16530"/>
                  <a:pt x="3984" y="16305"/>
                  <a:pt x="4137" y="16081"/>
                </a:cubicBezTo>
                <a:lnTo>
                  <a:pt x="4297" y="16416"/>
                </a:lnTo>
                <a:cubicBezTo>
                  <a:pt x="4261" y="16472"/>
                  <a:pt x="4248" y="16542"/>
                  <a:pt x="4264" y="16610"/>
                </a:cubicBezTo>
                <a:cubicBezTo>
                  <a:pt x="4280" y="16677"/>
                  <a:pt x="4321" y="16736"/>
                  <a:pt x="4380" y="16774"/>
                </a:cubicBezTo>
                <a:cubicBezTo>
                  <a:pt x="4423" y="16801"/>
                  <a:pt x="4472" y="16814"/>
                  <a:pt x="4520" y="16814"/>
                </a:cubicBezTo>
                <a:cubicBezTo>
                  <a:pt x="4606" y="16814"/>
                  <a:pt x="4690" y="16771"/>
                  <a:pt x="4741" y="16693"/>
                </a:cubicBezTo>
                <a:cubicBezTo>
                  <a:pt x="4779" y="16634"/>
                  <a:pt x="4792" y="16561"/>
                  <a:pt x="4776" y="16494"/>
                </a:cubicBezTo>
                <a:cubicBezTo>
                  <a:pt x="4760" y="16426"/>
                  <a:pt x="4719" y="16367"/>
                  <a:pt x="4660" y="16329"/>
                </a:cubicBezTo>
                <a:cubicBezTo>
                  <a:pt x="4629" y="16307"/>
                  <a:pt x="4591" y="16297"/>
                  <a:pt x="4553" y="16291"/>
                </a:cubicBezTo>
                <a:lnTo>
                  <a:pt x="4321" y="15803"/>
                </a:lnTo>
                <a:cubicBezTo>
                  <a:pt x="4324" y="15801"/>
                  <a:pt x="4324" y="15798"/>
                  <a:pt x="4324" y="15798"/>
                </a:cubicBezTo>
                <a:cubicBezTo>
                  <a:pt x="4478" y="15557"/>
                  <a:pt x="4611" y="15317"/>
                  <a:pt x="4737" y="15075"/>
                </a:cubicBezTo>
                <a:lnTo>
                  <a:pt x="4936" y="15384"/>
                </a:lnTo>
                <a:cubicBezTo>
                  <a:pt x="4876" y="15514"/>
                  <a:pt x="4933" y="15668"/>
                  <a:pt x="5063" y="15730"/>
                </a:cubicBezTo>
                <a:cubicBezTo>
                  <a:pt x="5098" y="15746"/>
                  <a:pt x="5136" y="15755"/>
                  <a:pt x="5173" y="15755"/>
                </a:cubicBezTo>
                <a:cubicBezTo>
                  <a:pt x="5270" y="15755"/>
                  <a:pt x="5364" y="15699"/>
                  <a:pt x="5411" y="15604"/>
                </a:cubicBezTo>
                <a:cubicBezTo>
                  <a:pt x="5471" y="15471"/>
                  <a:pt x="5416" y="15315"/>
                  <a:pt x="5284" y="15253"/>
                </a:cubicBezTo>
                <a:cubicBezTo>
                  <a:pt x="5249" y="15237"/>
                  <a:pt x="5211" y="15232"/>
                  <a:pt x="5173" y="15232"/>
                </a:cubicBezTo>
                <a:lnTo>
                  <a:pt x="4885" y="14780"/>
                </a:lnTo>
                <a:cubicBezTo>
                  <a:pt x="4887" y="14777"/>
                  <a:pt x="4890" y="14775"/>
                  <a:pt x="4890" y="14772"/>
                </a:cubicBezTo>
                <a:cubicBezTo>
                  <a:pt x="5007" y="14528"/>
                  <a:pt x="5109" y="14267"/>
                  <a:pt x="5206" y="14002"/>
                </a:cubicBezTo>
                <a:lnTo>
                  <a:pt x="5443" y="14286"/>
                </a:lnTo>
                <a:cubicBezTo>
                  <a:pt x="5421" y="14351"/>
                  <a:pt x="5426" y="14421"/>
                  <a:pt x="5459" y="14483"/>
                </a:cubicBezTo>
                <a:cubicBezTo>
                  <a:pt x="5492" y="14545"/>
                  <a:pt x="5545" y="14592"/>
                  <a:pt x="5613" y="14613"/>
                </a:cubicBezTo>
                <a:cubicBezTo>
                  <a:pt x="5640" y="14621"/>
                  <a:pt x="5667" y="14626"/>
                  <a:pt x="5694" y="14626"/>
                </a:cubicBezTo>
                <a:cubicBezTo>
                  <a:pt x="5805" y="14626"/>
                  <a:pt x="5910" y="14556"/>
                  <a:pt x="5945" y="14445"/>
                </a:cubicBezTo>
                <a:cubicBezTo>
                  <a:pt x="5988" y="14307"/>
                  <a:pt x="5913" y="14159"/>
                  <a:pt x="5775" y="14113"/>
                </a:cubicBezTo>
                <a:cubicBezTo>
                  <a:pt x="5737" y="14101"/>
                  <a:pt x="5699" y="14099"/>
                  <a:pt x="5661" y="14104"/>
                </a:cubicBezTo>
                <a:lnTo>
                  <a:pt x="5319" y="13694"/>
                </a:lnTo>
                <a:cubicBezTo>
                  <a:pt x="5322" y="13691"/>
                  <a:pt x="5322" y="13689"/>
                  <a:pt x="5322" y="13686"/>
                </a:cubicBezTo>
                <a:cubicBezTo>
                  <a:pt x="5408" y="13427"/>
                  <a:pt x="5476" y="13154"/>
                  <a:pt x="5538" y="12879"/>
                </a:cubicBezTo>
                <a:lnTo>
                  <a:pt x="5811" y="13133"/>
                </a:lnTo>
                <a:cubicBezTo>
                  <a:pt x="5799" y="13203"/>
                  <a:pt x="5813" y="13270"/>
                  <a:pt x="5851" y="13327"/>
                </a:cubicBezTo>
                <a:cubicBezTo>
                  <a:pt x="5889" y="13386"/>
                  <a:pt x="5948" y="13424"/>
                  <a:pt x="6019" y="13438"/>
                </a:cubicBezTo>
                <a:cubicBezTo>
                  <a:pt x="6035" y="13443"/>
                  <a:pt x="6051" y="13443"/>
                  <a:pt x="6067" y="13443"/>
                </a:cubicBezTo>
                <a:cubicBezTo>
                  <a:pt x="6192" y="13443"/>
                  <a:pt x="6302" y="13357"/>
                  <a:pt x="6326" y="13230"/>
                </a:cubicBezTo>
                <a:cubicBezTo>
                  <a:pt x="6354" y="13087"/>
                  <a:pt x="6262" y="12950"/>
                  <a:pt x="6119" y="12922"/>
                </a:cubicBezTo>
                <a:cubicBezTo>
                  <a:pt x="6081" y="12914"/>
                  <a:pt x="6043" y="12919"/>
                  <a:pt x="6005" y="12928"/>
                </a:cubicBezTo>
                <a:lnTo>
                  <a:pt x="5609" y="12561"/>
                </a:lnTo>
                <a:lnTo>
                  <a:pt x="5609" y="12552"/>
                </a:lnTo>
                <a:cubicBezTo>
                  <a:pt x="5662" y="12282"/>
                  <a:pt x="5697" y="12007"/>
                  <a:pt x="5725" y="11727"/>
                </a:cubicBezTo>
                <a:lnTo>
                  <a:pt x="6027" y="11943"/>
                </a:lnTo>
                <a:cubicBezTo>
                  <a:pt x="6024" y="12010"/>
                  <a:pt x="6045" y="12078"/>
                  <a:pt x="6091" y="12130"/>
                </a:cubicBezTo>
                <a:cubicBezTo>
                  <a:pt x="6138" y="12183"/>
                  <a:pt x="6202" y="12213"/>
                  <a:pt x="6273" y="12218"/>
                </a:cubicBezTo>
                <a:lnTo>
                  <a:pt x="6288" y="12218"/>
                </a:lnTo>
                <a:cubicBezTo>
                  <a:pt x="6425" y="12218"/>
                  <a:pt x="6541" y="12113"/>
                  <a:pt x="6550" y="11972"/>
                </a:cubicBezTo>
                <a:cubicBezTo>
                  <a:pt x="6556" y="11902"/>
                  <a:pt x="6532" y="11834"/>
                  <a:pt x="6486" y="11781"/>
                </a:cubicBezTo>
                <a:cubicBezTo>
                  <a:pt x="6439" y="11727"/>
                  <a:pt x="6375" y="11697"/>
                  <a:pt x="6304" y="11692"/>
                </a:cubicBezTo>
                <a:cubicBezTo>
                  <a:pt x="6266" y="11690"/>
                  <a:pt x="6228" y="11697"/>
                  <a:pt x="6194" y="11711"/>
                </a:cubicBezTo>
                <a:lnTo>
                  <a:pt x="5754" y="11395"/>
                </a:lnTo>
                <a:lnTo>
                  <a:pt x="5754" y="11386"/>
                </a:lnTo>
                <a:cubicBezTo>
                  <a:pt x="5768" y="11194"/>
                  <a:pt x="5773" y="10997"/>
                  <a:pt x="5773" y="10800"/>
                </a:cubicBezTo>
                <a:cubicBezTo>
                  <a:pt x="5773" y="10719"/>
                  <a:pt x="5765" y="10638"/>
                  <a:pt x="5765" y="10554"/>
                </a:cubicBezTo>
                <a:lnTo>
                  <a:pt x="6091" y="10732"/>
                </a:lnTo>
                <a:cubicBezTo>
                  <a:pt x="6097" y="10803"/>
                  <a:pt x="6126" y="10864"/>
                  <a:pt x="6178" y="10911"/>
                </a:cubicBezTo>
                <a:cubicBezTo>
                  <a:pt x="6226" y="10951"/>
                  <a:pt x="6286" y="10975"/>
                  <a:pt x="6351" y="10975"/>
                </a:cubicBezTo>
                <a:lnTo>
                  <a:pt x="6366" y="10975"/>
                </a:lnTo>
                <a:cubicBezTo>
                  <a:pt x="6437" y="10970"/>
                  <a:pt x="6501" y="10940"/>
                  <a:pt x="6548" y="10886"/>
                </a:cubicBezTo>
                <a:cubicBezTo>
                  <a:pt x="6593" y="10833"/>
                  <a:pt x="6617" y="10765"/>
                  <a:pt x="6612" y="10695"/>
                </a:cubicBezTo>
                <a:cubicBezTo>
                  <a:pt x="6607" y="10624"/>
                  <a:pt x="6577" y="10560"/>
                  <a:pt x="6523" y="10513"/>
                </a:cubicBezTo>
                <a:cubicBezTo>
                  <a:pt x="6470" y="10468"/>
                  <a:pt x="6404" y="10444"/>
                  <a:pt x="6332" y="10449"/>
                </a:cubicBezTo>
                <a:cubicBezTo>
                  <a:pt x="6295" y="10452"/>
                  <a:pt x="6257" y="10463"/>
                  <a:pt x="6224" y="10482"/>
                </a:cubicBezTo>
                <a:lnTo>
                  <a:pt x="5749" y="10225"/>
                </a:lnTo>
                <a:lnTo>
                  <a:pt x="5749" y="10217"/>
                </a:lnTo>
                <a:cubicBezTo>
                  <a:pt x="5733" y="9936"/>
                  <a:pt x="5700" y="9661"/>
                  <a:pt x="5657" y="9388"/>
                </a:cubicBezTo>
                <a:lnTo>
                  <a:pt x="6005" y="9523"/>
                </a:lnTo>
                <a:cubicBezTo>
                  <a:pt x="6021" y="9591"/>
                  <a:pt x="6059" y="9650"/>
                  <a:pt x="6116" y="9688"/>
                </a:cubicBezTo>
                <a:cubicBezTo>
                  <a:pt x="6162" y="9718"/>
                  <a:pt x="6213" y="9734"/>
                  <a:pt x="6264" y="9734"/>
                </a:cubicBezTo>
                <a:cubicBezTo>
                  <a:pt x="6280" y="9734"/>
                  <a:pt x="6297" y="9732"/>
                  <a:pt x="6313" y="9729"/>
                </a:cubicBezTo>
                <a:cubicBezTo>
                  <a:pt x="6456" y="9701"/>
                  <a:pt x="6551" y="9564"/>
                  <a:pt x="6523" y="9421"/>
                </a:cubicBezTo>
                <a:cubicBezTo>
                  <a:pt x="6510" y="9353"/>
                  <a:pt x="6472" y="9293"/>
                  <a:pt x="6413" y="9253"/>
                </a:cubicBezTo>
                <a:cubicBezTo>
                  <a:pt x="6354" y="9213"/>
                  <a:pt x="6283" y="9199"/>
                  <a:pt x="6216" y="9213"/>
                </a:cubicBezTo>
                <a:cubicBezTo>
                  <a:pt x="6178" y="9222"/>
                  <a:pt x="6143" y="9238"/>
                  <a:pt x="6114" y="9260"/>
                </a:cubicBezTo>
                <a:lnTo>
                  <a:pt x="5609" y="9062"/>
                </a:lnTo>
                <a:lnTo>
                  <a:pt x="5609" y="9057"/>
                </a:lnTo>
                <a:cubicBezTo>
                  <a:pt x="5560" y="8790"/>
                  <a:pt x="5493" y="8520"/>
                  <a:pt x="5415" y="8247"/>
                </a:cubicBezTo>
                <a:lnTo>
                  <a:pt x="5773" y="8336"/>
                </a:lnTo>
                <a:cubicBezTo>
                  <a:pt x="5811" y="8443"/>
                  <a:pt x="5911" y="8514"/>
                  <a:pt x="6022" y="8514"/>
                </a:cubicBezTo>
                <a:cubicBezTo>
                  <a:pt x="6049" y="8514"/>
                  <a:pt x="6076" y="8509"/>
                  <a:pt x="6103" y="8500"/>
                </a:cubicBezTo>
                <a:cubicBezTo>
                  <a:pt x="6170" y="8478"/>
                  <a:pt x="6224" y="8433"/>
                  <a:pt x="6257" y="8371"/>
                </a:cubicBezTo>
                <a:cubicBezTo>
                  <a:pt x="6288" y="8310"/>
                  <a:pt x="6294" y="8239"/>
                  <a:pt x="6273" y="8171"/>
                </a:cubicBezTo>
                <a:cubicBezTo>
                  <a:pt x="6226" y="8034"/>
                  <a:pt x="6079" y="7958"/>
                  <a:pt x="5941" y="8002"/>
                </a:cubicBezTo>
                <a:cubicBezTo>
                  <a:pt x="5903" y="8014"/>
                  <a:pt x="5871" y="8036"/>
                  <a:pt x="5844" y="8061"/>
                </a:cubicBezTo>
                <a:lnTo>
                  <a:pt x="5323" y="7931"/>
                </a:lnTo>
                <a:cubicBezTo>
                  <a:pt x="5320" y="7926"/>
                  <a:pt x="5320" y="7924"/>
                  <a:pt x="5320" y="7920"/>
                </a:cubicBezTo>
                <a:cubicBezTo>
                  <a:pt x="5230" y="7651"/>
                  <a:pt x="5130" y="7394"/>
                  <a:pt x="5023" y="7143"/>
                </a:cubicBezTo>
                <a:lnTo>
                  <a:pt x="5389" y="7187"/>
                </a:lnTo>
                <a:cubicBezTo>
                  <a:pt x="5419" y="7248"/>
                  <a:pt x="5471" y="7294"/>
                  <a:pt x="5535" y="7318"/>
                </a:cubicBezTo>
                <a:cubicBezTo>
                  <a:pt x="5564" y="7329"/>
                  <a:pt x="5594" y="7334"/>
                  <a:pt x="5623" y="7334"/>
                </a:cubicBezTo>
                <a:cubicBezTo>
                  <a:pt x="5665" y="7334"/>
                  <a:pt x="5702" y="7326"/>
                  <a:pt x="5737" y="7310"/>
                </a:cubicBezTo>
                <a:cubicBezTo>
                  <a:pt x="5799" y="7280"/>
                  <a:pt x="5848" y="7226"/>
                  <a:pt x="5872" y="7161"/>
                </a:cubicBezTo>
                <a:cubicBezTo>
                  <a:pt x="5896" y="7097"/>
                  <a:pt x="5893" y="7024"/>
                  <a:pt x="5864" y="6962"/>
                </a:cubicBezTo>
                <a:cubicBezTo>
                  <a:pt x="5834" y="6900"/>
                  <a:pt x="5783" y="6851"/>
                  <a:pt x="5715" y="6827"/>
                </a:cubicBezTo>
                <a:cubicBezTo>
                  <a:pt x="5648" y="6805"/>
                  <a:pt x="5577" y="6808"/>
                  <a:pt x="5513" y="6838"/>
                </a:cubicBezTo>
                <a:cubicBezTo>
                  <a:pt x="5476" y="6854"/>
                  <a:pt x="5449" y="6879"/>
                  <a:pt x="5424" y="6908"/>
                </a:cubicBezTo>
                <a:lnTo>
                  <a:pt x="4890" y="6844"/>
                </a:lnTo>
                <a:cubicBezTo>
                  <a:pt x="4887" y="6841"/>
                  <a:pt x="4887" y="6836"/>
                  <a:pt x="4887" y="6836"/>
                </a:cubicBezTo>
                <a:cubicBezTo>
                  <a:pt x="4768" y="6582"/>
                  <a:pt x="4633" y="6339"/>
                  <a:pt x="4493" y="6096"/>
                </a:cubicBezTo>
                <a:lnTo>
                  <a:pt x="4865" y="6096"/>
                </a:lnTo>
                <a:cubicBezTo>
                  <a:pt x="4916" y="6172"/>
                  <a:pt x="5000" y="6216"/>
                  <a:pt x="5086" y="6216"/>
                </a:cubicBezTo>
                <a:cubicBezTo>
                  <a:pt x="5134" y="6216"/>
                  <a:pt x="5183" y="6203"/>
                  <a:pt x="5226" y="6175"/>
                </a:cubicBezTo>
                <a:cubicBezTo>
                  <a:pt x="5285" y="6137"/>
                  <a:pt x="5326" y="6078"/>
                  <a:pt x="5342" y="6011"/>
                </a:cubicBezTo>
                <a:cubicBezTo>
                  <a:pt x="5359" y="5943"/>
                  <a:pt x="5345" y="5873"/>
                  <a:pt x="5307" y="5814"/>
                </a:cubicBezTo>
                <a:cubicBezTo>
                  <a:pt x="5231" y="5693"/>
                  <a:pt x="5067" y="5655"/>
                  <a:pt x="4946" y="5733"/>
                </a:cubicBezTo>
                <a:cubicBezTo>
                  <a:pt x="4914" y="5752"/>
                  <a:pt x="4889" y="5781"/>
                  <a:pt x="4868" y="5816"/>
                </a:cubicBezTo>
                <a:lnTo>
                  <a:pt x="4328" y="5816"/>
                </a:lnTo>
                <a:cubicBezTo>
                  <a:pt x="4326" y="5813"/>
                  <a:pt x="4323" y="5807"/>
                  <a:pt x="4323" y="5807"/>
                </a:cubicBezTo>
                <a:cubicBezTo>
                  <a:pt x="4183" y="5581"/>
                  <a:pt x="4018" y="5354"/>
                  <a:pt x="3846" y="5127"/>
                </a:cubicBezTo>
                <a:lnTo>
                  <a:pt x="4212" y="5079"/>
                </a:lnTo>
                <a:cubicBezTo>
                  <a:pt x="4258" y="5131"/>
                  <a:pt x="4320" y="5165"/>
                  <a:pt x="4387" y="5171"/>
                </a:cubicBezTo>
                <a:lnTo>
                  <a:pt x="4411" y="5171"/>
                </a:lnTo>
                <a:cubicBezTo>
                  <a:pt x="4474" y="5171"/>
                  <a:pt x="4531" y="5152"/>
                  <a:pt x="4579" y="5112"/>
                </a:cubicBezTo>
                <a:cubicBezTo>
                  <a:pt x="4634" y="5065"/>
                  <a:pt x="4669" y="5004"/>
                  <a:pt x="4674" y="4933"/>
                </a:cubicBezTo>
                <a:cubicBezTo>
                  <a:pt x="4679" y="4866"/>
                  <a:pt x="4661" y="4795"/>
                  <a:pt x="4615" y="4742"/>
                </a:cubicBezTo>
                <a:cubicBezTo>
                  <a:pt x="4523" y="4631"/>
                  <a:pt x="4356" y="4615"/>
                  <a:pt x="4245" y="4707"/>
                </a:cubicBezTo>
                <a:cubicBezTo>
                  <a:pt x="4215" y="4731"/>
                  <a:pt x="4193" y="4763"/>
                  <a:pt x="4177" y="4795"/>
                </a:cubicBezTo>
                <a:lnTo>
                  <a:pt x="3643" y="4866"/>
                </a:lnTo>
                <a:cubicBezTo>
                  <a:pt x="3640" y="4861"/>
                  <a:pt x="3638" y="4859"/>
                  <a:pt x="3635" y="4855"/>
                </a:cubicBezTo>
                <a:cubicBezTo>
                  <a:pt x="3451" y="4634"/>
                  <a:pt x="3263" y="4431"/>
                  <a:pt x="3074" y="4243"/>
                </a:cubicBezTo>
                <a:lnTo>
                  <a:pt x="3436" y="4148"/>
                </a:lnTo>
                <a:cubicBezTo>
                  <a:pt x="3484" y="4194"/>
                  <a:pt x="3546" y="4219"/>
                  <a:pt x="3610" y="4219"/>
                </a:cubicBezTo>
                <a:lnTo>
                  <a:pt x="3619" y="4219"/>
                </a:lnTo>
                <a:cubicBezTo>
                  <a:pt x="3688" y="4216"/>
                  <a:pt x="3754" y="4187"/>
                  <a:pt x="3802" y="4135"/>
                </a:cubicBezTo>
                <a:cubicBezTo>
                  <a:pt x="3849" y="4085"/>
                  <a:pt x="3873" y="4017"/>
                  <a:pt x="3873" y="3946"/>
                </a:cubicBezTo>
                <a:cubicBezTo>
                  <a:pt x="3871" y="3877"/>
                  <a:pt x="3841" y="3812"/>
                  <a:pt x="3790" y="3763"/>
                </a:cubicBezTo>
                <a:cubicBezTo>
                  <a:pt x="3682" y="3663"/>
                  <a:pt x="3518" y="3668"/>
                  <a:pt x="3418" y="3774"/>
                </a:cubicBezTo>
                <a:cubicBezTo>
                  <a:pt x="3390" y="3800"/>
                  <a:pt x="3371" y="3836"/>
                  <a:pt x="3361" y="3871"/>
                </a:cubicBezTo>
                <a:lnTo>
                  <a:pt x="2837" y="4009"/>
                </a:lnTo>
                <a:lnTo>
                  <a:pt x="2832" y="4003"/>
                </a:lnTo>
                <a:cubicBezTo>
                  <a:pt x="2759" y="3933"/>
                  <a:pt x="2678" y="3863"/>
                  <a:pt x="2595" y="3787"/>
                </a:cubicBezTo>
                <a:cubicBezTo>
                  <a:pt x="4578" y="1471"/>
                  <a:pt x="7516" y="0"/>
                  <a:pt x="10794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52" name="Freeform 596"/>
          <p:cNvSpPr/>
          <p:nvPr/>
        </p:nvSpPr>
        <p:spPr>
          <a:xfrm>
            <a:off x="21923762" y="11099857"/>
            <a:ext cx="508001" cy="5100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00"/>
                </a:moveTo>
                <a:cubicBezTo>
                  <a:pt x="21600" y="10925"/>
                  <a:pt x="21597" y="11049"/>
                  <a:pt x="21593" y="11173"/>
                </a:cubicBezTo>
                <a:cubicBezTo>
                  <a:pt x="18164" y="12536"/>
                  <a:pt x="14123" y="13256"/>
                  <a:pt x="9894" y="13256"/>
                </a:cubicBezTo>
                <a:cubicBezTo>
                  <a:pt x="7765" y="13256"/>
                  <a:pt x="5656" y="13068"/>
                  <a:pt x="3649" y="12705"/>
                </a:cubicBezTo>
                <a:cubicBezTo>
                  <a:pt x="3644" y="12519"/>
                  <a:pt x="3641" y="12331"/>
                  <a:pt x="3641" y="12144"/>
                </a:cubicBezTo>
                <a:cubicBezTo>
                  <a:pt x="3641" y="11578"/>
                  <a:pt x="3667" y="11016"/>
                  <a:pt x="3716" y="10461"/>
                </a:cubicBezTo>
                <a:cubicBezTo>
                  <a:pt x="6096" y="10210"/>
                  <a:pt x="8455" y="8471"/>
                  <a:pt x="10740" y="6786"/>
                </a:cubicBezTo>
                <a:cubicBezTo>
                  <a:pt x="13631" y="4653"/>
                  <a:pt x="16363" y="2638"/>
                  <a:pt x="18884" y="3646"/>
                </a:cubicBezTo>
                <a:cubicBezTo>
                  <a:pt x="20573" y="5553"/>
                  <a:pt x="21600" y="8058"/>
                  <a:pt x="21600" y="10800"/>
                </a:cubicBezTo>
                <a:close/>
                <a:moveTo>
                  <a:pt x="3686" y="13468"/>
                </a:moveTo>
                <a:cubicBezTo>
                  <a:pt x="3746" y="14345"/>
                  <a:pt x="3866" y="15208"/>
                  <a:pt x="4042" y="16047"/>
                </a:cubicBezTo>
                <a:cubicBezTo>
                  <a:pt x="5699" y="16296"/>
                  <a:pt x="7133" y="17045"/>
                  <a:pt x="8640" y="17832"/>
                </a:cubicBezTo>
                <a:cubicBezTo>
                  <a:pt x="11039" y="19084"/>
                  <a:pt x="13519" y="20378"/>
                  <a:pt x="17106" y="19562"/>
                </a:cubicBezTo>
                <a:cubicBezTo>
                  <a:pt x="19521" y="17819"/>
                  <a:pt x="21189" y="15104"/>
                  <a:pt x="21533" y="11996"/>
                </a:cubicBezTo>
                <a:cubicBezTo>
                  <a:pt x="18091" y="13308"/>
                  <a:pt x="14080" y="14001"/>
                  <a:pt x="9894" y="14001"/>
                </a:cubicBezTo>
                <a:cubicBezTo>
                  <a:pt x="7781" y="14001"/>
                  <a:pt x="5686" y="13819"/>
                  <a:pt x="3686" y="13468"/>
                </a:cubicBezTo>
                <a:close/>
                <a:moveTo>
                  <a:pt x="12285" y="20209"/>
                </a:moveTo>
                <a:cubicBezTo>
                  <a:pt x="10823" y="19812"/>
                  <a:pt x="9539" y="19141"/>
                  <a:pt x="8296" y="18492"/>
                </a:cubicBezTo>
                <a:cubicBezTo>
                  <a:pt x="6942" y="17785"/>
                  <a:pt x="5649" y="17110"/>
                  <a:pt x="4226" y="16835"/>
                </a:cubicBezTo>
                <a:cubicBezTo>
                  <a:pt x="4531" y="18017"/>
                  <a:pt x="4952" y="19146"/>
                  <a:pt x="5483" y="20198"/>
                </a:cubicBezTo>
                <a:cubicBezTo>
                  <a:pt x="7054" y="21090"/>
                  <a:pt x="8868" y="21600"/>
                  <a:pt x="10800" y="21600"/>
                </a:cubicBezTo>
                <a:cubicBezTo>
                  <a:pt x="12463" y="21600"/>
                  <a:pt x="14039" y="21222"/>
                  <a:pt x="15448" y="20548"/>
                </a:cubicBezTo>
                <a:cubicBezTo>
                  <a:pt x="15267" y="20558"/>
                  <a:pt x="15087" y="20563"/>
                  <a:pt x="14908" y="20563"/>
                </a:cubicBezTo>
                <a:cubicBezTo>
                  <a:pt x="14026" y="20563"/>
                  <a:pt x="13157" y="20445"/>
                  <a:pt x="12285" y="20209"/>
                </a:cubicBezTo>
                <a:close/>
                <a:moveTo>
                  <a:pt x="3217" y="16712"/>
                </a:moveTo>
                <a:cubicBezTo>
                  <a:pt x="2699" y="16698"/>
                  <a:pt x="2262" y="16770"/>
                  <a:pt x="1911" y="16926"/>
                </a:cubicBezTo>
                <a:cubicBezTo>
                  <a:pt x="2572" y="17882"/>
                  <a:pt x="3382" y="18727"/>
                  <a:pt x="4309" y="19426"/>
                </a:cubicBezTo>
                <a:cubicBezTo>
                  <a:pt x="3950" y="18562"/>
                  <a:pt x="3656" y="17659"/>
                  <a:pt x="3432" y="16726"/>
                </a:cubicBezTo>
                <a:cubicBezTo>
                  <a:pt x="3361" y="16721"/>
                  <a:pt x="3290" y="16716"/>
                  <a:pt x="3217" y="16712"/>
                </a:cubicBezTo>
                <a:close/>
                <a:moveTo>
                  <a:pt x="3241" y="15968"/>
                </a:moveTo>
                <a:lnTo>
                  <a:pt x="3249" y="15968"/>
                </a:lnTo>
                <a:cubicBezTo>
                  <a:pt x="3255" y="15969"/>
                  <a:pt x="3260" y="15969"/>
                  <a:pt x="3266" y="15970"/>
                </a:cubicBezTo>
                <a:cubicBezTo>
                  <a:pt x="3096" y="15107"/>
                  <a:pt x="2984" y="14223"/>
                  <a:pt x="2932" y="13327"/>
                </a:cubicBezTo>
                <a:cubicBezTo>
                  <a:pt x="1979" y="13137"/>
                  <a:pt x="1052" y="12908"/>
                  <a:pt x="158" y="12640"/>
                </a:cubicBezTo>
                <a:cubicBezTo>
                  <a:pt x="384" y="13954"/>
                  <a:pt x="849" y="15188"/>
                  <a:pt x="1506" y="16294"/>
                </a:cubicBezTo>
                <a:cubicBezTo>
                  <a:pt x="1980" y="16059"/>
                  <a:pt x="2561" y="15949"/>
                  <a:pt x="3241" y="15968"/>
                </a:cubicBezTo>
                <a:close/>
                <a:moveTo>
                  <a:pt x="2896" y="12143"/>
                </a:moveTo>
                <a:cubicBezTo>
                  <a:pt x="2896" y="11585"/>
                  <a:pt x="2920" y="11030"/>
                  <a:pt x="2966" y="10481"/>
                </a:cubicBezTo>
                <a:cubicBezTo>
                  <a:pt x="2103" y="10433"/>
                  <a:pt x="1425" y="10154"/>
                  <a:pt x="949" y="9645"/>
                </a:cubicBezTo>
                <a:cubicBezTo>
                  <a:pt x="634" y="9309"/>
                  <a:pt x="413" y="8872"/>
                  <a:pt x="282" y="8341"/>
                </a:cubicBezTo>
                <a:cubicBezTo>
                  <a:pt x="98" y="9131"/>
                  <a:pt x="0" y="9954"/>
                  <a:pt x="0" y="10800"/>
                </a:cubicBezTo>
                <a:cubicBezTo>
                  <a:pt x="0" y="11147"/>
                  <a:pt x="17" y="11490"/>
                  <a:pt x="49" y="11828"/>
                </a:cubicBezTo>
                <a:cubicBezTo>
                  <a:pt x="965" y="12114"/>
                  <a:pt x="1919" y="12359"/>
                  <a:pt x="2901" y="12561"/>
                </a:cubicBezTo>
                <a:cubicBezTo>
                  <a:pt x="2898" y="12422"/>
                  <a:pt x="2896" y="12283"/>
                  <a:pt x="2896" y="12143"/>
                </a:cubicBezTo>
                <a:close/>
                <a:moveTo>
                  <a:pt x="3042" y="9740"/>
                </a:moveTo>
                <a:cubicBezTo>
                  <a:pt x="3465" y="6276"/>
                  <a:pt x="4790" y="3101"/>
                  <a:pt x="6796" y="770"/>
                </a:cubicBezTo>
                <a:cubicBezTo>
                  <a:pt x="4176" y="1820"/>
                  <a:pt x="2060" y="3868"/>
                  <a:pt x="920" y="6441"/>
                </a:cubicBezTo>
                <a:cubicBezTo>
                  <a:pt x="809" y="7703"/>
                  <a:pt x="1002" y="8610"/>
                  <a:pt x="1493" y="9137"/>
                </a:cubicBezTo>
                <a:cubicBezTo>
                  <a:pt x="1839" y="9506"/>
                  <a:pt x="2359" y="9708"/>
                  <a:pt x="3042" y="9740"/>
                </a:cubicBezTo>
                <a:close/>
                <a:moveTo>
                  <a:pt x="10297" y="6186"/>
                </a:moveTo>
                <a:cubicBezTo>
                  <a:pt x="11759" y="5108"/>
                  <a:pt x="13270" y="3994"/>
                  <a:pt x="14742" y="3317"/>
                </a:cubicBezTo>
                <a:cubicBezTo>
                  <a:pt x="15883" y="2792"/>
                  <a:pt x="16921" y="2572"/>
                  <a:pt x="17881" y="2652"/>
                </a:cubicBezTo>
                <a:cubicBezTo>
                  <a:pt x="15984" y="1001"/>
                  <a:pt x="13507" y="0"/>
                  <a:pt x="10800" y="0"/>
                </a:cubicBezTo>
                <a:cubicBezTo>
                  <a:pt x="9934" y="0"/>
                  <a:pt x="9091" y="103"/>
                  <a:pt x="8283" y="297"/>
                </a:cubicBezTo>
                <a:cubicBezTo>
                  <a:pt x="5883" y="2528"/>
                  <a:pt x="4284" y="5926"/>
                  <a:pt x="3798" y="9701"/>
                </a:cubicBezTo>
                <a:cubicBezTo>
                  <a:pt x="5930" y="9408"/>
                  <a:pt x="8148" y="7772"/>
                  <a:pt x="10297" y="6186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53" name="Freeform 607"/>
          <p:cNvSpPr/>
          <p:nvPr/>
        </p:nvSpPr>
        <p:spPr>
          <a:xfrm>
            <a:off x="23057960" y="11106362"/>
            <a:ext cx="508001" cy="5035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01" h="21600" fill="norm" stroke="1" extrusionOk="0">
                <a:moveTo>
                  <a:pt x="7559" y="16019"/>
                </a:moveTo>
                <a:cubicBezTo>
                  <a:pt x="7636" y="16411"/>
                  <a:pt x="7653" y="16812"/>
                  <a:pt x="7607" y="17216"/>
                </a:cubicBezTo>
                <a:cubicBezTo>
                  <a:pt x="7598" y="17301"/>
                  <a:pt x="7585" y="17387"/>
                  <a:pt x="7570" y="17470"/>
                </a:cubicBezTo>
                <a:cubicBezTo>
                  <a:pt x="7559" y="17528"/>
                  <a:pt x="7547" y="17587"/>
                  <a:pt x="7534" y="17645"/>
                </a:cubicBezTo>
                <a:lnTo>
                  <a:pt x="8718" y="20532"/>
                </a:lnTo>
                <a:cubicBezTo>
                  <a:pt x="8979" y="20631"/>
                  <a:pt x="9246" y="20717"/>
                  <a:pt x="9515" y="20790"/>
                </a:cubicBezTo>
                <a:close/>
                <a:moveTo>
                  <a:pt x="6605" y="14981"/>
                </a:moveTo>
                <a:cubicBezTo>
                  <a:pt x="6518" y="15117"/>
                  <a:pt x="6420" y="15286"/>
                  <a:pt x="6312" y="15504"/>
                </a:cubicBezTo>
                <a:lnTo>
                  <a:pt x="6620" y="15814"/>
                </a:lnTo>
                <a:cubicBezTo>
                  <a:pt x="6862" y="16056"/>
                  <a:pt x="6497" y="16416"/>
                  <a:pt x="6260" y="16179"/>
                </a:cubicBezTo>
                <a:lnTo>
                  <a:pt x="6088" y="16006"/>
                </a:lnTo>
                <a:cubicBezTo>
                  <a:pt x="5999" y="16227"/>
                  <a:pt x="5914" y="16475"/>
                  <a:pt x="5838" y="16750"/>
                </a:cubicBezTo>
                <a:lnTo>
                  <a:pt x="6201" y="16792"/>
                </a:lnTo>
                <a:cubicBezTo>
                  <a:pt x="6537" y="16832"/>
                  <a:pt x="6478" y="17344"/>
                  <a:pt x="6143" y="17305"/>
                </a:cubicBezTo>
                <a:lnTo>
                  <a:pt x="5716" y="17255"/>
                </a:lnTo>
                <a:cubicBezTo>
                  <a:pt x="5655" y="17554"/>
                  <a:pt x="5607" y="17879"/>
                  <a:pt x="5579" y="18228"/>
                </a:cubicBezTo>
                <a:lnTo>
                  <a:pt x="5949" y="18115"/>
                </a:lnTo>
                <a:cubicBezTo>
                  <a:pt x="6271" y="18016"/>
                  <a:pt x="6420" y="18509"/>
                  <a:pt x="6096" y="18608"/>
                </a:cubicBezTo>
                <a:lnTo>
                  <a:pt x="5552" y="18774"/>
                </a:lnTo>
                <a:cubicBezTo>
                  <a:pt x="5546" y="19101"/>
                  <a:pt x="5559" y="19370"/>
                  <a:pt x="5576" y="19601"/>
                </a:cubicBezTo>
                <a:cubicBezTo>
                  <a:pt x="5795" y="19462"/>
                  <a:pt x="5998" y="19297"/>
                  <a:pt x="6181" y="19108"/>
                </a:cubicBezTo>
                <a:cubicBezTo>
                  <a:pt x="6644" y="18631"/>
                  <a:pt x="6950" y="18032"/>
                  <a:pt x="7068" y="17377"/>
                </a:cubicBezTo>
                <a:cubicBezTo>
                  <a:pt x="7081" y="17304"/>
                  <a:pt x="7092" y="17230"/>
                  <a:pt x="7101" y="17156"/>
                </a:cubicBezTo>
                <a:cubicBezTo>
                  <a:pt x="7152" y="16710"/>
                  <a:pt x="7115" y="16267"/>
                  <a:pt x="6991" y="15840"/>
                </a:cubicBezTo>
                <a:cubicBezTo>
                  <a:pt x="6991" y="15840"/>
                  <a:pt x="6991" y="15840"/>
                  <a:pt x="6991" y="15840"/>
                </a:cubicBezTo>
                <a:cubicBezTo>
                  <a:pt x="6904" y="15537"/>
                  <a:pt x="6774" y="15249"/>
                  <a:pt x="6605" y="14981"/>
                </a:cubicBezTo>
                <a:close/>
                <a:moveTo>
                  <a:pt x="1505" y="14387"/>
                </a:moveTo>
                <a:cubicBezTo>
                  <a:pt x="967" y="14920"/>
                  <a:pt x="619" y="15627"/>
                  <a:pt x="532" y="16392"/>
                </a:cubicBezTo>
                <a:cubicBezTo>
                  <a:pt x="416" y="17407"/>
                  <a:pt x="769" y="18410"/>
                  <a:pt x="1467" y="19124"/>
                </a:cubicBezTo>
                <a:cubicBezTo>
                  <a:pt x="1536" y="18901"/>
                  <a:pt x="1610" y="18641"/>
                  <a:pt x="1677" y="18324"/>
                </a:cubicBezTo>
                <a:lnTo>
                  <a:pt x="1183" y="18037"/>
                </a:lnTo>
                <a:cubicBezTo>
                  <a:pt x="892" y="17867"/>
                  <a:pt x="1146" y="17420"/>
                  <a:pt x="1438" y="17590"/>
                </a:cubicBezTo>
                <a:lnTo>
                  <a:pt x="1775" y="17786"/>
                </a:lnTo>
                <a:cubicBezTo>
                  <a:pt x="1826" y="17439"/>
                  <a:pt x="1853" y="17112"/>
                  <a:pt x="1860" y="16806"/>
                </a:cubicBezTo>
                <a:lnTo>
                  <a:pt x="1431" y="16756"/>
                </a:lnTo>
                <a:cubicBezTo>
                  <a:pt x="1096" y="16717"/>
                  <a:pt x="1155" y="16206"/>
                  <a:pt x="1490" y="16244"/>
                </a:cubicBezTo>
                <a:lnTo>
                  <a:pt x="1856" y="16287"/>
                </a:lnTo>
                <a:cubicBezTo>
                  <a:pt x="1844" y="16001"/>
                  <a:pt x="1816" y="15739"/>
                  <a:pt x="1780" y="15503"/>
                </a:cubicBezTo>
                <a:lnTo>
                  <a:pt x="1571" y="15633"/>
                </a:lnTo>
                <a:cubicBezTo>
                  <a:pt x="1286" y="15810"/>
                  <a:pt x="1013" y="15376"/>
                  <a:pt x="1303" y="15195"/>
                </a:cubicBezTo>
                <a:lnTo>
                  <a:pt x="1675" y="14963"/>
                </a:lnTo>
                <a:cubicBezTo>
                  <a:pt x="1618" y="14727"/>
                  <a:pt x="1560" y="14539"/>
                  <a:pt x="1505" y="14387"/>
                </a:cubicBezTo>
                <a:close/>
                <a:moveTo>
                  <a:pt x="3809" y="13435"/>
                </a:moveTo>
                <a:cubicBezTo>
                  <a:pt x="3432" y="13435"/>
                  <a:pt x="3062" y="13500"/>
                  <a:pt x="2704" y="13629"/>
                </a:cubicBezTo>
                <a:cubicBezTo>
                  <a:pt x="2428" y="13729"/>
                  <a:pt x="2164" y="13867"/>
                  <a:pt x="1920" y="14040"/>
                </a:cubicBezTo>
                <a:cubicBezTo>
                  <a:pt x="1986" y="14199"/>
                  <a:pt x="2059" y="14404"/>
                  <a:pt x="2133" y="14678"/>
                </a:cubicBezTo>
                <a:lnTo>
                  <a:pt x="2479" y="14462"/>
                </a:lnTo>
                <a:cubicBezTo>
                  <a:pt x="2767" y="14283"/>
                  <a:pt x="3034" y="14722"/>
                  <a:pt x="2747" y="14901"/>
                </a:cubicBezTo>
                <a:lnTo>
                  <a:pt x="2253" y="15208"/>
                </a:lnTo>
                <a:cubicBezTo>
                  <a:pt x="2314" y="15537"/>
                  <a:pt x="2360" y="15918"/>
                  <a:pt x="2373" y="16347"/>
                </a:cubicBezTo>
                <a:lnTo>
                  <a:pt x="2812" y="16398"/>
                </a:lnTo>
                <a:cubicBezTo>
                  <a:pt x="3147" y="16438"/>
                  <a:pt x="3088" y="16949"/>
                  <a:pt x="2753" y="16910"/>
                </a:cubicBezTo>
                <a:lnTo>
                  <a:pt x="2373" y="16866"/>
                </a:lnTo>
                <a:cubicBezTo>
                  <a:pt x="2361" y="17237"/>
                  <a:pt x="2323" y="17637"/>
                  <a:pt x="2249" y="18062"/>
                </a:cubicBezTo>
                <a:lnTo>
                  <a:pt x="2607" y="18270"/>
                </a:lnTo>
                <a:cubicBezTo>
                  <a:pt x="2902" y="18442"/>
                  <a:pt x="2642" y="18885"/>
                  <a:pt x="2353" y="18717"/>
                </a:cubicBezTo>
                <a:lnTo>
                  <a:pt x="2141" y="18593"/>
                </a:lnTo>
                <a:cubicBezTo>
                  <a:pt x="2055" y="18962"/>
                  <a:pt x="1962" y="19259"/>
                  <a:pt x="1887" y="19487"/>
                </a:cubicBezTo>
                <a:cubicBezTo>
                  <a:pt x="1888" y="19487"/>
                  <a:pt x="1889" y="19488"/>
                  <a:pt x="1890" y="19489"/>
                </a:cubicBezTo>
                <a:cubicBezTo>
                  <a:pt x="2344" y="19818"/>
                  <a:pt x="2879" y="20027"/>
                  <a:pt x="3438" y="20092"/>
                </a:cubicBezTo>
                <a:cubicBezTo>
                  <a:pt x="4004" y="20157"/>
                  <a:pt x="4567" y="20077"/>
                  <a:pt x="5085" y="19858"/>
                </a:cubicBezTo>
                <a:cubicBezTo>
                  <a:pt x="5062" y="19609"/>
                  <a:pt x="5040" y="19310"/>
                  <a:pt x="5039" y="18930"/>
                </a:cubicBezTo>
                <a:lnTo>
                  <a:pt x="4805" y="19002"/>
                </a:lnTo>
                <a:cubicBezTo>
                  <a:pt x="4483" y="19100"/>
                  <a:pt x="4333" y="18607"/>
                  <a:pt x="4657" y="18508"/>
                </a:cubicBezTo>
                <a:lnTo>
                  <a:pt x="5053" y="18388"/>
                </a:lnTo>
                <a:cubicBezTo>
                  <a:pt x="5077" y="17957"/>
                  <a:pt x="5131" y="17560"/>
                  <a:pt x="5203" y="17195"/>
                </a:cubicBezTo>
                <a:lnTo>
                  <a:pt x="4821" y="17151"/>
                </a:lnTo>
                <a:cubicBezTo>
                  <a:pt x="4486" y="17112"/>
                  <a:pt x="4545" y="16599"/>
                  <a:pt x="4879" y="16639"/>
                </a:cubicBezTo>
                <a:lnTo>
                  <a:pt x="5318" y="16690"/>
                </a:lnTo>
                <a:cubicBezTo>
                  <a:pt x="5428" y="16275"/>
                  <a:pt x="5559" y="15915"/>
                  <a:pt x="5692" y="15609"/>
                </a:cubicBezTo>
                <a:lnTo>
                  <a:pt x="5280" y="15195"/>
                </a:lnTo>
                <a:cubicBezTo>
                  <a:pt x="5040" y="14955"/>
                  <a:pt x="5400" y="14589"/>
                  <a:pt x="5639" y="14830"/>
                </a:cubicBezTo>
                <a:lnTo>
                  <a:pt x="5928" y="15119"/>
                </a:lnTo>
                <a:cubicBezTo>
                  <a:pt x="6062" y="14868"/>
                  <a:pt x="6178" y="14687"/>
                  <a:pt x="6279" y="14547"/>
                </a:cubicBezTo>
                <a:cubicBezTo>
                  <a:pt x="6266" y="14533"/>
                  <a:pt x="6254" y="14519"/>
                  <a:pt x="6241" y="14505"/>
                </a:cubicBezTo>
                <a:cubicBezTo>
                  <a:pt x="5706" y="13920"/>
                  <a:pt x="4979" y="13548"/>
                  <a:pt x="4195" y="13457"/>
                </a:cubicBezTo>
                <a:cubicBezTo>
                  <a:pt x="4066" y="13442"/>
                  <a:pt x="3937" y="13435"/>
                  <a:pt x="3809" y="13435"/>
                </a:cubicBezTo>
                <a:close/>
                <a:moveTo>
                  <a:pt x="14774" y="12495"/>
                </a:moveTo>
                <a:cubicBezTo>
                  <a:pt x="14656" y="12545"/>
                  <a:pt x="14571" y="12673"/>
                  <a:pt x="14635" y="12830"/>
                </a:cubicBezTo>
                <a:lnTo>
                  <a:pt x="14780" y="13182"/>
                </a:lnTo>
                <a:cubicBezTo>
                  <a:pt x="14181" y="13362"/>
                  <a:pt x="13577" y="13574"/>
                  <a:pt x="12971" y="13820"/>
                </a:cubicBezTo>
                <a:lnTo>
                  <a:pt x="12832" y="13481"/>
                </a:lnTo>
                <a:cubicBezTo>
                  <a:pt x="12703" y="13165"/>
                  <a:pt x="12232" y="13363"/>
                  <a:pt x="12361" y="13678"/>
                </a:cubicBezTo>
                <a:lnTo>
                  <a:pt x="12500" y="14017"/>
                </a:lnTo>
                <a:cubicBezTo>
                  <a:pt x="11900" y="14276"/>
                  <a:pt x="11324" y="14557"/>
                  <a:pt x="10775" y="14857"/>
                </a:cubicBezTo>
                <a:lnTo>
                  <a:pt x="10631" y="14505"/>
                </a:lnTo>
                <a:cubicBezTo>
                  <a:pt x="10501" y="14190"/>
                  <a:pt x="10030" y="14388"/>
                  <a:pt x="10159" y="14703"/>
                </a:cubicBezTo>
                <a:lnTo>
                  <a:pt x="10326" y="15110"/>
                </a:lnTo>
                <a:cubicBezTo>
                  <a:pt x="9985" y="15308"/>
                  <a:pt x="9656" y="15514"/>
                  <a:pt x="9340" y="15728"/>
                </a:cubicBezTo>
                <a:cubicBezTo>
                  <a:pt x="9056" y="15919"/>
                  <a:pt x="9346" y="16343"/>
                  <a:pt x="9623" y="16156"/>
                </a:cubicBezTo>
                <a:cubicBezTo>
                  <a:pt x="9912" y="15961"/>
                  <a:pt x="10213" y="15772"/>
                  <a:pt x="10524" y="15590"/>
                </a:cubicBezTo>
                <a:lnTo>
                  <a:pt x="10715" y="16058"/>
                </a:lnTo>
                <a:cubicBezTo>
                  <a:pt x="10844" y="16372"/>
                  <a:pt x="11316" y="16177"/>
                  <a:pt x="11186" y="15861"/>
                </a:cubicBezTo>
                <a:lnTo>
                  <a:pt x="10971" y="15336"/>
                </a:lnTo>
                <a:cubicBezTo>
                  <a:pt x="11519" y="15034"/>
                  <a:pt x="12095" y="14753"/>
                  <a:pt x="12695" y="14493"/>
                </a:cubicBezTo>
                <a:lnTo>
                  <a:pt x="12917" y="15033"/>
                </a:lnTo>
                <a:cubicBezTo>
                  <a:pt x="13046" y="15347"/>
                  <a:pt x="13518" y="15152"/>
                  <a:pt x="13388" y="14835"/>
                </a:cubicBezTo>
                <a:lnTo>
                  <a:pt x="13167" y="14296"/>
                </a:lnTo>
                <a:cubicBezTo>
                  <a:pt x="13774" y="14050"/>
                  <a:pt x="14378" y="13838"/>
                  <a:pt x="14976" y="13660"/>
                </a:cubicBezTo>
                <a:lnTo>
                  <a:pt x="15191" y="14185"/>
                </a:lnTo>
                <a:cubicBezTo>
                  <a:pt x="15320" y="14500"/>
                  <a:pt x="15792" y="14304"/>
                  <a:pt x="15662" y="13988"/>
                </a:cubicBezTo>
                <a:lnTo>
                  <a:pt x="15471" y="13521"/>
                </a:lnTo>
                <a:cubicBezTo>
                  <a:pt x="16003" y="13378"/>
                  <a:pt x="16530" y="13263"/>
                  <a:pt x="17049" y="13177"/>
                </a:cubicBezTo>
                <a:cubicBezTo>
                  <a:pt x="17382" y="13122"/>
                  <a:pt x="17300" y="12614"/>
                  <a:pt x="16967" y="12669"/>
                </a:cubicBezTo>
                <a:cubicBezTo>
                  <a:pt x="16410" y="12761"/>
                  <a:pt x="15845" y="12886"/>
                  <a:pt x="15274" y="13041"/>
                </a:cubicBezTo>
                <a:lnTo>
                  <a:pt x="15106" y="12633"/>
                </a:lnTo>
                <a:cubicBezTo>
                  <a:pt x="15042" y="12476"/>
                  <a:pt x="14892" y="12446"/>
                  <a:pt x="14774" y="12495"/>
                </a:cubicBezTo>
                <a:close/>
                <a:moveTo>
                  <a:pt x="18425" y="11615"/>
                </a:moveTo>
                <a:lnTo>
                  <a:pt x="20147" y="15813"/>
                </a:lnTo>
                <a:cubicBezTo>
                  <a:pt x="20277" y="15538"/>
                  <a:pt x="20393" y="15256"/>
                  <a:pt x="20494" y="14970"/>
                </a:cubicBezTo>
                <a:lnTo>
                  <a:pt x="19260" y="11963"/>
                </a:lnTo>
                <a:cubicBezTo>
                  <a:pt x="18988" y="11833"/>
                  <a:pt x="18709" y="11717"/>
                  <a:pt x="18425" y="11615"/>
                </a:cubicBezTo>
                <a:close/>
                <a:moveTo>
                  <a:pt x="11965" y="2678"/>
                </a:moveTo>
                <a:cubicBezTo>
                  <a:pt x="12243" y="3378"/>
                  <a:pt x="12776" y="4026"/>
                  <a:pt x="13388" y="4769"/>
                </a:cubicBezTo>
                <a:cubicBezTo>
                  <a:pt x="14557" y="6189"/>
                  <a:pt x="15938" y="7868"/>
                  <a:pt x="16012" y="10603"/>
                </a:cubicBezTo>
                <a:cubicBezTo>
                  <a:pt x="14839" y="10536"/>
                  <a:pt x="13657" y="10695"/>
                  <a:pt x="12489" y="11076"/>
                </a:cubicBezTo>
                <a:cubicBezTo>
                  <a:pt x="12437" y="9042"/>
                  <a:pt x="12005" y="5952"/>
                  <a:pt x="9835" y="3002"/>
                </a:cubicBezTo>
                <a:cubicBezTo>
                  <a:pt x="10620" y="2794"/>
                  <a:pt x="11325" y="2694"/>
                  <a:pt x="11965" y="2678"/>
                </a:cubicBezTo>
                <a:close/>
                <a:moveTo>
                  <a:pt x="7640" y="694"/>
                </a:moveTo>
                <a:cubicBezTo>
                  <a:pt x="7451" y="735"/>
                  <a:pt x="7262" y="783"/>
                  <a:pt x="7076" y="837"/>
                </a:cubicBezTo>
                <a:cubicBezTo>
                  <a:pt x="7052" y="844"/>
                  <a:pt x="7028" y="852"/>
                  <a:pt x="7004" y="859"/>
                </a:cubicBezTo>
                <a:cubicBezTo>
                  <a:pt x="7271" y="1047"/>
                  <a:pt x="8079" y="1656"/>
                  <a:pt x="8966" y="2723"/>
                </a:cubicBezTo>
                <a:cubicBezTo>
                  <a:pt x="8439" y="2899"/>
                  <a:pt x="7657" y="3156"/>
                  <a:pt x="6480" y="3936"/>
                </a:cubicBezTo>
                <a:cubicBezTo>
                  <a:pt x="5515" y="3051"/>
                  <a:pt x="4412" y="2886"/>
                  <a:pt x="3628" y="2912"/>
                </a:cubicBezTo>
                <a:cubicBezTo>
                  <a:pt x="3450" y="3093"/>
                  <a:pt x="3281" y="3283"/>
                  <a:pt x="3121" y="3480"/>
                </a:cubicBezTo>
                <a:cubicBezTo>
                  <a:pt x="3729" y="3383"/>
                  <a:pt x="4983" y="3331"/>
                  <a:pt x="6047" y="4238"/>
                </a:cubicBezTo>
                <a:cubicBezTo>
                  <a:pt x="3346" y="6217"/>
                  <a:pt x="2112" y="8969"/>
                  <a:pt x="1609" y="10984"/>
                </a:cubicBezTo>
                <a:cubicBezTo>
                  <a:pt x="1634" y="11069"/>
                  <a:pt x="1660" y="11154"/>
                  <a:pt x="1688" y="11238"/>
                </a:cubicBezTo>
                <a:cubicBezTo>
                  <a:pt x="1761" y="11460"/>
                  <a:pt x="1845" y="11677"/>
                  <a:pt x="1938" y="11892"/>
                </a:cubicBezTo>
                <a:cubicBezTo>
                  <a:pt x="2165" y="10570"/>
                  <a:pt x="3071" y="7016"/>
                  <a:pt x="6416" y="4605"/>
                </a:cubicBezTo>
                <a:cubicBezTo>
                  <a:pt x="7103" y="5428"/>
                  <a:pt x="6890" y="6296"/>
                  <a:pt x="6552" y="7677"/>
                </a:cubicBezTo>
                <a:cubicBezTo>
                  <a:pt x="6191" y="9153"/>
                  <a:pt x="5732" y="11035"/>
                  <a:pt x="6169" y="13741"/>
                </a:cubicBezTo>
                <a:cubicBezTo>
                  <a:pt x="6328" y="13866"/>
                  <a:pt x="6477" y="14004"/>
                  <a:pt x="6615" y="14155"/>
                </a:cubicBezTo>
                <a:cubicBezTo>
                  <a:pt x="6685" y="14230"/>
                  <a:pt x="6752" y="14310"/>
                  <a:pt x="6817" y="14393"/>
                </a:cubicBezTo>
                <a:cubicBezTo>
                  <a:pt x="6197" y="11500"/>
                  <a:pt x="6611" y="9584"/>
                  <a:pt x="7048" y="7801"/>
                </a:cubicBezTo>
                <a:cubicBezTo>
                  <a:pt x="7383" y="6431"/>
                  <a:pt x="7652" y="5329"/>
                  <a:pt x="6839" y="4315"/>
                </a:cubicBezTo>
                <a:cubicBezTo>
                  <a:pt x="7980" y="3573"/>
                  <a:pt x="8772" y="3324"/>
                  <a:pt x="9310" y="3155"/>
                </a:cubicBezTo>
                <a:cubicBezTo>
                  <a:pt x="11502" y="6040"/>
                  <a:pt x="11942" y="9110"/>
                  <a:pt x="11980" y="11256"/>
                </a:cubicBezTo>
                <a:cubicBezTo>
                  <a:pt x="11952" y="11266"/>
                  <a:pt x="11924" y="11276"/>
                  <a:pt x="11896" y="11287"/>
                </a:cubicBezTo>
                <a:cubicBezTo>
                  <a:pt x="11821" y="11316"/>
                  <a:pt x="11743" y="11348"/>
                  <a:pt x="11657" y="11384"/>
                </a:cubicBezTo>
                <a:lnTo>
                  <a:pt x="11645" y="11389"/>
                </a:lnTo>
                <a:cubicBezTo>
                  <a:pt x="9593" y="12246"/>
                  <a:pt x="8329" y="13521"/>
                  <a:pt x="7628" y="14444"/>
                </a:cubicBezTo>
                <a:cubicBezTo>
                  <a:pt x="7543" y="14556"/>
                  <a:pt x="7554" y="14720"/>
                  <a:pt x="7662" y="14809"/>
                </a:cubicBezTo>
                <a:cubicBezTo>
                  <a:pt x="7710" y="14848"/>
                  <a:pt x="7767" y="14867"/>
                  <a:pt x="7823" y="14867"/>
                </a:cubicBezTo>
                <a:cubicBezTo>
                  <a:pt x="7900" y="14867"/>
                  <a:pt x="7976" y="14832"/>
                  <a:pt x="8026" y="14766"/>
                </a:cubicBezTo>
                <a:cubicBezTo>
                  <a:pt x="8687" y="13893"/>
                  <a:pt x="9886" y="12681"/>
                  <a:pt x="11840" y="11865"/>
                </a:cubicBezTo>
                <a:lnTo>
                  <a:pt x="11852" y="11860"/>
                </a:lnTo>
                <a:cubicBezTo>
                  <a:pt x="11934" y="11826"/>
                  <a:pt x="12008" y="11796"/>
                  <a:pt x="12079" y="11768"/>
                </a:cubicBezTo>
                <a:cubicBezTo>
                  <a:pt x="13377" y="11260"/>
                  <a:pt x="14696" y="11041"/>
                  <a:pt x="15999" y="11118"/>
                </a:cubicBezTo>
                <a:cubicBezTo>
                  <a:pt x="16335" y="11138"/>
                  <a:pt x="16672" y="11177"/>
                  <a:pt x="17007" y="11237"/>
                </a:cubicBezTo>
                <a:cubicBezTo>
                  <a:pt x="17143" y="11261"/>
                  <a:pt x="17273" y="11172"/>
                  <a:pt x="17300" y="11036"/>
                </a:cubicBezTo>
                <a:cubicBezTo>
                  <a:pt x="17329" y="10893"/>
                  <a:pt x="17237" y="10755"/>
                  <a:pt x="17095" y="10730"/>
                </a:cubicBezTo>
                <a:cubicBezTo>
                  <a:pt x="16904" y="10696"/>
                  <a:pt x="16713" y="10668"/>
                  <a:pt x="16521" y="10646"/>
                </a:cubicBezTo>
                <a:cubicBezTo>
                  <a:pt x="16456" y="7601"/>
                  <a:pt x="14880" y="5776"/>
                  <a:pt x="13780" y="4440"/>
                </a:cubicBezTo>
                <a:cubicBezTo>
                  <a:pt x="13258" y="3806"/>
                  <a:pt x="12795" y="3243"/>
                  <a:pt x="12526" y="2685"/>
                </a:cubicBezTo>
                <a:cubicBezTo>
                  <a:pt x="13800" y="2749"/>
                  <a:pt x="14800" y="3149"/>
                  <a:pt x="15666" y="3629"/>
                </a:cubicBezTo>
                <a:cubicBezTo>
                  <a:pt x="15512" y="3431"/>
                  <a:pt x="15348" y="3239"/>
                  <a:pt x="15174" y="3054"/>
                </a:cubicBezTo>
                <a:cubicBezTo>
                  <a:pt x="15040" y="2911"/>
                  <a:pt x="14900" y="2774"/>
                  <a:pt x="14757" y="2641"/>
                </a:cubicBezTo>
                <a:cubicBezTo>
                  <a:pt x="14005" y="2352"/>
                  <a:pt x="13212" y="2175"/>
                  <a:pt x="12332" y="2153"/>
                </a:cubicBezTo>
                <a:cubicBezTo>
                  <a:pt x="12229" y="1721"/>
                  <a:pt x="12269" y="1333"/>
                  <a:pt x="12316" y="1093"/>
                </a:cubicBezTo>
                <a:cubicBezTo>
                  <a:pt x="12157" y="1029"/>
                  <a:pt x="11995" y="969"/>
                  <a:pt x="11832" y="916"/>
                </a:cubicBezTo>
                <a:cubicBezTo>
                  <a:pt x="11770" y="1183"/>
                  <a:pt x="11709" y="1636"/>
                  <a:pt x="11810" y="2158"/>
                </a:cubicBezTo>
                <a:cubicBezTo>
                  <a:pt x="11103" y="2188"/>
                  <a:pt x="10338" y="2316"/>
                  <a:pt x="9494" y="2559"/>
                </a:cubicBezTo>
                <a:cubicBezTo>
                  <a:pt x="8763" y="1649"/>
                  <a:pt x="8073" y="1037"/>
                  <a:pt x="7640" y="694"/>
                </a:cubicBezTo>
                <a:close/>
                <a:moveTo>
                  <a:pt x="9329" y="0"/>
                </a:moveTo>
                <a:cubicBezTo>
                  <a:pt x="10234" y="0"/>
                  <a:pt x="11124" y="142"/>
                  <a:pt x="11976" y="421"/>
                </a:cubicBezTo>
                <a:cubicBezTo>
                  <a:pt x="13328" y="864"/>
                  <a:pt x="14562" y="1652"/>
                  <a:pt x="15545" y="2699"/>
                </a:cubicBezTo>
                <a:cubicBezTo>
                  <a:pt x="17060" y="4313"/>
                  <a:pt x="17895" y="6427"/>
                  <a:pt x="17895" y="8652"/>
                </a:cubicBezTo>
                <a:cubicBezTo>
                  <a:pt x="17895" y="9393"/>
                  <a:pt x="17802" y="10128"/>
                  <a:pt x="17618" y="10839"/>
                </a:cubicBezTo>
                <a:cubicBezTo>
                  <a:pt x="17762" y="10873"/>
                  <a:pt x="17907" y="10911"/>
                  <a:pt x="18050" y="10952"/>
                </a:cubicBezTo>
                <a:cubicBezTo>
                  <a:pt x="18571" y="11104"/>
                  <a:pt x="19083" y="11302"/>
                  <a:pt x="19572" y="11542"/>
                </a:cubicBezTo>
                <a:cubicBezTo>
                  <a:pt x="20024" y="11763"/>
                  <a:pt x="20458" y="12021"/>
                  <a:pt x="20862" y="12308"/>
                </a:cubicBezTo>
                <a:cubicBezTo>
                  <a:pt x="21263" y="12592"/>
                  <a:pt x="21467" y="13091"/>
                  <a:pt x="21383" y="13578"/>
                </a:cubicBezTo>
                <a:cubicBezTo>
                  <a:pt x="21296" y="14077"/>
                  <a:pt x="21171" y="14570"/>
                  <a:pt x="21010" y="15042"/>
                </a:cubicBezTo>
                <a:cubicBezTo>
                  <a:pt x="20834" y="15559"/>
                  <a:pt x="20611" y="16065"/>
                  <a:pt x="20347" y="16545"/>
                </a:cubicBezTo>
                <a:cubicBezTo>
                  <a:pt x="19302" y="18448"/>
                  <a:pt x="17632" y="19921"/>
                  <a:pt x="15520" y="20804"/>
                </a:cubicBezTo>
                <a:cubicBezTo>
                  <a:pt x="14254" y="21334"/>
                  <a:pt x="12983" y="21600"/>
                  <a:pt x="11725" y="21600"/>
                </a:cubicBezTo>
                <a:cubicBezTo>
                  <a:pt x="11110" y="21600"/>
                  <a:pt x="10498" y="21536"/>
                  <a:pt x="9890" y="21409"/>
                </a:cubicBezTo>
                <a:cubicBezTo>
                  <a:pt x="9398" y="21306"/>
                  <a:pt x="8910" y="21161"/>
                  <a:pt x="8438" y="20976"/>
                </a:cubicBezTo>
                <a:lnTo>
                  <a:pt x="8438" y="20975"/>
                </a:lnTo>
                <a:cubicBezTo>
                  <a:pt x="8432" y="20973"/>
                  <a:pt x="8424" y="20971"/>
                  <a:pt x="8418" y="20968"/>
                </a:cubicBezTo>
                <a:cubicBezTo>
                  <a:pt x="7491" y="20605"/>
                  <a:pt x="6790" y="20159"/>
                  <a:pt x="6363" y="19848"/>
                </a:cubicBezTo>
                <a:cubicBezTo>
                  <a:pt x="6321" y="19817"/>
                  <a:pt x="6282" y="19784"/>
                  <a:pt x="6244" y="19748"/>
                </a:cubicBezTo>
                <a:cubicBezTo>
                  <a:pt x="6057" y="19904"/>
                  <a:pt x="5855" y="20042"/>
                  <a:pt x="5642" y="20160"/>
                </a:cubicBezTo>
                <a:cubicBezTo>
                  <a:pt x="5079" y="20470"/>
                  <a:pt x="4457" y="20629"/>
                  <a:pt x="3822" y="20629"/>
                </a:cubicBezTo>
                <a:cubicBezTo>
                  <a:pt x="3675" y="20629"/>
                  <a:pt x="3527" y="20621"/>
                  <a:pt x="3380" y="20603"/>
                </a:cubicBezTo>
                <a:cubicBezTo>
                  <a:pt x="2734" y="20528"/>
                  <a:pt x="2116" y="20288"/>
                  <a:pt x="1592" y="19907"/>
                </a:cubicBezTo>
                <a:cubicBezTo>
                  <a:pt x="467" y="19091"/>
                  <a:pt x="-133" y="17722"/>
                  <a:pt x="25" y="16333"/>
                </a:cubicBezTo>
                <a:cubicBezTo>
                  <a:pt x="149" y="15243"/>
                  <a:pt x="730" y="14256"/>
                  <a:pt x="1619" y="13623"/>
                </a:cubicBezTo>
                <a:cubicBezTo>
                  <a:pt x="1779" y="13510"/>
                  <a:pt x="1946" y="13410"/>
                  <a:pt x="2118" y="13323"/>
                </a:cubicBezTo>
                <a:cubicBezTo>
                  <a:pt x="1735" y="12722"/>
                  <a:pt x="1428" y="12077"/>
                  <a:pt x="1204" y="11402"/>
                </a:cubicBezTo>
                <a:cubicBezTo>
                  <a:pt x="911" y="10518"/>
                  <a:pt x="763" y="9593"/>
                  <a:pt x="763" y="8652"/>
                </a:cubicBezTo>
                <a:cubicBezTo>
                  <a:pt x="763" y="6741"/>
                  <a:pt x="1367" y="4929"/>
                  <a:pt x="2511" y="3413"/>
                </a:cubicBezTo>
                <a:cubicBezTo>
                  <a:pt x="3619" y="1945"/>
                  <a:pt x="5189" y="855"/>
                  <a:pt x="6934" y="343"/>
                </a:cubicBezTo>
                <a:cubicBezTo>
                  <a:pt x="7709" y="115"/>
                  <a:pt x="8514" y="0"/>
                  <a:pt x="9329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54" name="Freeform 617"/>
          <p:cNvSpPr/>
          <p:nvPr/>
        </p:nvSpPr>
        <p:spPr>
          <a:xfrm>
            <a:off x="9695073" y="12224937"/>
            <a:ext cx="508001" cy="4996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7056" y="8838"/>
                </a:moveTo>
                <a:cubicBezTo>
                  <a:pt x="17203" y="10455"/>
                  <a:pt x="17823" y="12642"/>
                  <a:pt x="19446" y="12972"/>
                </a:cubicBezTo>
                <a:cubicBezTo>
                  <a:pt x="19269" y="11324"/>
                  <a:pt x="18118" y="9677"/>
                  <a:pt x="17056" y="8838"/>
                </a:cubicBezTo>
                <a:close/>
                <a:moveTo>
                  <a:pt x="16318" y="7490"/>
                </a:moveTo>
                <a:lnTo>
                  <a:pt x="16849" y="7759"/>
                </a:lnTo>
                <a:cubicBezTo>
                  <a:pt x="18266" y="8508"/>
                  <a:pt x="20243" y="10965"/>
                  <a:pt x="20243" y="13361"/>
                </a:cubicBezTo>
                <a:lnTo>
                  <a:pt x="20243" y="13751"/>
                </a:lnTo>
                <a:lnTo>
                  <a:pt x="19889" y="13751"/>
                </a:lnTo>
                <a:cubicBezTo>
                  <a:pt x="17439" y="13751"/>
                  <a:pt x="16318" y="10845"/>
                  <a:pt x="16318" y="8119"/>
                </a:cubicBezTo>
                <a:close/>
                <a:moveTo>
                  <a:pt x="11744" y="4404"/>
                </a:moveTo>
                <a:lnTo>
                  <a:pt x="11744" y="5452"/>
                </a:lnTo>
                <a:lnTo>
                  <a:pt x="16111" y="5452"/>
                </a:lnTo>
                <a:lnTo>
                  <a:pt x="16111" y="4404"/>
                </a:lnTo>
                <a:lnTo>
                  <a:pt x="12010" y="4404"/>
                </a:lnTo>
                <a:close/>
                <a:moveTo>
                  <a:pt x="1475" y="3026"/>
                </a:moveTo>
                <a:lnTo>
                  <a:pt x="1475" y="4074"/>
                </a:lnTo>
                <a:lnTo>
                  <a:pt x="2833" y="4404"/>
                </a:lnTo>
                <a:lnTo>
                  <a:pt x="3836" y="4674"/>
                </a:lnTo>
                <a:cubicBezTo>
                  <a:pt x="4426" y="4823"/>
                  <a:pt x="5843" y="5243"/>
                  <a:pt x="6020" y="6082"/>
                </a:cubicBezTo>
                <a:cubicBezTo>
                  <a:pt x="6020" y="6112"/>
                  <a:pt x="6403" y="8149"/>
                  <a:pt x="6403" y="8838"/>
                </a:cubicBezTo>
                <a:lnTo>
                  <a:pt x="8233" y="8628"/>
                </a:lnTo>
                <a:cubicBezTo>
                  <a:pt x="8203" y="8478"/>
                  <a:pt x="8174" y="8269"/>
                  <a:pt x="8115" y="8089"/>
                </a:cubicBezTo>
                <a:cubicBezTo>
                  <a:pt x="7790" y="6741"/>
                  <a:pt x="7584" y="5752"/>
                  <a:pt x="7820" y="5243"/>
                </a:cubicBezTo>
                <a:lnTo>
                  <a:pt x="7908" y="5063"/>
                </a:lnTo>
                <a:lnTo>
                  <a:pt x="8085" y="5033"/>
                </a:lnTo>
                <a:cubicBezTo>
                  <a:pt x="8321" y="5003"/>
                  <a:pt x="8557" y="4943"/>
                  <a:pt x="8764" y="4913"/>
                </a:cubicBezTo>
                <a:lnTo>
                  <a:pt x="7672" y="3026"/>
                </a:lnTo>
                <a:close/>
                <a:moveTo>
                  <a:pt x="472" y="2337"/>
                </a:moveTo>
                <a:lnTo>
                  <a:pt x="8026" y="2337"/>
                </a:lnTo>
                <a:lnTo>
                  <a:pt x="9856" y="5482"/>
                </a:lnTo>
                <a:lnTo>
                  <a:pt x="9354" y="5572"/>
                </a:lnTo>
                <a:cubicBezTo>
                  <a:pt x="9354" y="5572"/>
                  <a:pt x="8882" y="5632"/>
                  <a:pt x="8380" y="5722"/>
                </a:cubicBezTo>
                <a:cubicBezTo>
                  <a:pt x="8351" y="6171"/>
                  <a:pt x="8616" y="7280"/>
                  <a:pt x="8764" y="7909"/>
                </a:cubicBezTo>
                <a:cubicBezTo>
                  <a:pt x="8823" y="8119"/>
                  <a:pt x="8882" y="8328"/>
                  <a:pt x="8911" y="8508"/>
                </a:cubicBezTo>
                <a:cubicBezTo>
                  <a:pt x="8971" y="8688"/>
                  <a:pt x="8823" y="8868"/>
                  <a:pt x="8646" y="8928"/>
                </a:cubicBezTo>
                <a:cubicBezTo>
                  <a:pt x="8911" y="10036"/>
                  <a:pt x="9148" y="10665"/>
                  <a:pt x="9325" y="12343"/>
                </a:cubicBezTo>
                <a:cubicBezTo>
                  <a:pt x="9502" y="14110"/>
                  <a:pt x="9620" y="19113"/>
                  <a:pt x="9649" y="20941"/>
                </a:cubicBezTo>
                <a:cubicBezTo>
                  <a:pt x="9649" y="21300"/>
                  <a:pt x="9354" y="21600"/>
                  <a:pt x="9000" y="21600"/>
                </a:cubicBezTo>
                <a:lnTo>
                  <a:pt x="1948" y="21600"/>
                </a:lnTo>
                <a:cubicBezTo>
                  <a:pt x="1564" y="21600"/>
                  <a:pt x="1269" y="21300"/>
                  <a:pt x="1298" y="20911"/>
                </a:cubicBezTo>
                <a:cubicBezTo>
                  <a:pt x="1416" y="19113"/>
                  <a:pt x="1771" y="14350"/>
                  <a:pt x="2243" y="13451"/>
                </a:cubicBezTo>
                <a:cubicBezTo>
                  <a:pt x="2685" y="12612"/>
                  <a:pt x="3836" y="11804"/>
                  <a:pt x="4633" y="11115"/>
                </a:cubicBezTo>
                <a:cubicBezTo>
                  <a:pt x="5282" y="10545"/>
                  <a:pt x="5843" y="10246"/>
                  <a:pt x="5990" y="9317"/>
                </a:cubicBezTo>
                <a:cubicBezTo>
                  <a:pt x="5813" y="9317"/>
                  <a:pt x="5666" y="9137"/>
                  <a:pt x="5666" y="8958"/>
                </a:cubicBezTo>
                <a:cubicBezTo>
                  <a:pt x="5666" y="8508"/>
                  <a:pt x="5371" y="6741"/>
                  <a:pt x="5282" y="6321"/>
                </a:cubicBezTo>
                <a:cubicBezTo>
                  <a:pt x="5252" y="6141"/>
                  <a:pt x="4810" y="5812"/>
                  <a:pt x="3984" y="5572"/>
                </a:cubicBezTo>
                <a:cubicBezTo>
                  <a:pt x="3571" y="7490"/>
                  <a:pt x="2508" y="8358"/>
                  <a:pt x="2036" y="8628"/>
                </a:cubicBezTo>
                <a:cubicBezTo>
                  <a:pt x="1859" y="8748"/>
                  <a:pt x="1593" y="8688"/>
                  <a:pt x="1446" y="8538"/>
                </a:cubicBezTo>
                <a:cubicBezTo>
                  <a:pt x="1298" y="8358"/>
                  <a:pt x="1269" y="8119"/>
                  <a:pt x="1387" y="7909"/>
                </a:cubicBezTo>
                <a:cubicBezTo>
                  <a:pt x="2007" y="6920"/>
                  <a:pt x="2095" y="5602"/>
                  <a:pt x="2125" y="5033"/>
                </a:cubicBezTo>
                <a:lnTo>
                  <a:pt x="561" y="4644"/>
                </a:lnTo>
                <a:lnTo>
                  <a:pt x="531" y="4134"/>
                </a:lnTo>
                <a:lnTo>
                  <a:pt x="0" y="4134"/>
                </a:lnTo>
                <a:lnTo>
                  <a:pt x="0" y="2996"/>
                </a:lnTo>
                <a:lnTo>
                  <a:pt x="502" y="2996"/>
                </a:lnTo>
                <a:close/>
                <a:moveTo>
                  <a:pt x="13957" y="719"/>
                </a:moveTo>
                <a:cubicBezTo>
                  <a:pt x="13308" y="719"/>
                  <a:pt x="12777" y="1258"/>
                  <a:pt x="12777" y="1917"/>
                </a:cubicBezTo>
                <a:lnTo>
                  <a:pt x="12777" y="3625"/>
                </a:lnTo>
                <a:lnTo>
                  <a:pt x="15138" y="3625"/>
                </a:lnTo>
                <a:lnTo>
                  <a:pt x="15138" y="1917"/>
                </a:lnTo>
                <a:cubicBezTo>
                  <a:pt x="15138" y="1258"/>
                  <a:pt x="14607" y="719"/>
                  <a:pt x="13957" y="719"/>
                </a:cubicBezTo>
                <a:close/>
                <a:moveTo>
                  <a:pt x="13957" y="0"/>
                </a:moveTo>
                <a:cubicBezTo>
                  <a:pt x="15020" y="0"/>
                  <a:pt x="15875" y="869"/>
                  <a:pt x="15875" y="1947"/>
                </a:cubicBezTo>
                <a:lnTo>
                  <a:pt x="15875" y="3655"/>
                </a:lnTo>
                <a:lnTo>
                  <a:pt x="16879" y="3655"/>
                </a:lnTo>
                <a:lnTo>
                  <a:pt x="16879" y="6141"/>
                </a:lnTo>
                <a:cubicBezTo>
                  <a:pt x="19623" y="7520"/>
                  <a:pt x="21600" y="11115"/>
                  <a:pt x="21600" y="14170"/>
                </a:cubicBezTo>
                <a:lnTo>
                  <a:pt x="21600" y="20192"/>
                </a:lnTo>
                <a:cubicBezTo>
                  <a:pt x="21600" y="20911"/>
                  <a:pt x="21039" y="21480"/>
                  <a:pt x="20331" y="21480"/>
                </a:cubicBezTo>
                <a:lnTo>
                  <a:pt x="10210" y="21480"/>
                </a:lnTo>
                <a:cubicBezTo>
                  <a:pt x="10269" y="21390"/>
                  <a:pt x="10298" y="21270"/>
                  <a:pt x="10298" y="21121"/>
                </a:cubicBezTo>
                <a:cubicBezTo>
                  <a:pt x="10298" y="21001"/>
                  <a:pt x="10298" y="20881"/>
                  <a:pt x="10298" y="20731"/>
                </a:cubicBezTo>
                <a:lnTo>
                  <a:pt x="20331" y="20731"/>
                </a:lnTo>
                <a:cubicBezTo>
                  <a:pt x="20626" y="20731"/>
                  <a:pt x="20862" y="20491"/>
                  <a:pt x="20862" y="20192"/>
                </a:cubicBezTo>
                <a:lnTo>
                  <a:pt x="20862" y="14170"/>
                </a:lnTo>
                <a:cubicBezTo>
                  <a:pt x="20862" y="10605"/>
                  <a:pt x="18000" y="6291"/>
                  <a:pt x="14459" y="6291"/>
                </a:cubicBezTo>
                <a:lnTo>
                  <a:pt x="12984" y="6291"/>
                </a:lnTo>
                <a:cubicBezTo>
                  <a:pt x="11626" y="6291"/>
                  <a:pt x="10328" y="8269"/>
                  <a:pt x="9679" y="10545"/>
                </a:cubicBezTo>
                <a:cubicBezTo>
                  <a:pt x="9590" y="10096"/>
                  <a:pt x="9472" y="9707"/>
                  <a:pt x="9354" y="9227"/>
                </a:cubicBezTo>
                <a:cubicBezTo>
                  <a:pt x="9856" y="7999"/>
                  <a:pt x="10534" y="6890"/>
                  <a:pt x="11331" y="6231"/>
                </a:cubicBezTo>
                <a:lnTo>
                  <a:pt x="11036" y="6231"/>
                </a:lnTo>
                <a:lnTo>
                  <a:pt x="11036" y="3655"/>
                </a:lnTo>
                <a:lnTo>
                  <a:pt x="12039" y="3655"/>
                </a:lnTo>
                <a:lnTo>
                  <a:pt x="12039" y="1947"/>
                </a:lnTo>
                <a:cubicBezTo>
                  <a:pt x="12039" y="869"/>
                  <a:pt x="12895" y="0"/>
                  <a:pt x="13957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55" name="Freeform 621"/>
          <p:cNvSpPr/>
          <p:nvPr/>
        </p:nvSpPr>
        <p:spPr>
          <a:xfrm>
            <a:off x="23054887" y="12269330"/>
            <a:ext cx="508001" cy="3862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9702" y="16207"/>
                </a:moveTo>
                <a:lnTo>
                  <a:pt x="8064" y="16207"/>
                </a:lnTo>
                <a:lnTo>
                  <a:pt x="7888" y="15328"/>
                </a:lnTo>
                <a:lnTo>
                  <a:pt x="19342" y="15328"/>
                </a:lnTo>
                <a:lnTo>
                  <a:pt x="21600" y="4413"/>
                </a:lnTo>
                <a:lnTo>
                  <a:pt x="5714" y="4413"/>
                </a:lnTo>
                <a:lnTo>
                  <a:pt x="5007" y="861"/>
                </a:lnTo>
                <a:cubicBezTo>
                  <a:pt x="4943" y="399"/>
                  <a:pt x="4646" y="43"/>
                  <a:pt x="4280" y="4"/>
                </a:cubicBezTo>
                <a:cubicBezTo>
                  <a:pt x="4274" y="2"/>
                  <a:pt x="4268" y="0"/>
                  <a:pt x="4263" y="0"/>
                </a:cubicBezTo>
                <a:lnTo>
                  <a:pt x="4218" y="0"/>
                </a:lnTo>
                <a:cubicBezTo>
                  <a:pt x="4217" y="0"/>
                  <a:pt x="4216" y="0"/>
                  <a:pt x="4215" y="0"/>
                </a:cubicBezTo>
                <a:cubicBezTo>
                  <a:pt x="4214" y="0"/>
                  <a:pt x="4212" y="0"/>
                  <a:pt x="4212" y="0"/>
                </a:cubicBezTo>
                <a:lnTo>
                  <a:pt x="784" y="0"/>
                </a:lnTo>
                <a:cubicBezTo>
                  <a:pt x="781" y="0"/>
                  <a:pt x="779" y="2"/>
                  <a:pt x="776" y="2"/>
                </a:cubicBezTo>
                <a:cubicBezTo>
                  <a:pt x="344" y="23"/>
                  <a:pt x="0" y="484"/>
                  <a:pt x="0" y="1052"/>
                </a:cubicBezTo>
                <a:cubicBezTo>
                  <a:pt x="0" y="1621"/>
                  <a:pt x="346" y="2084"/>
                  <a:pt x="779" y="2102"/>
                </a:cubicBezTo>
                <a:cubicBezTo>
                  <a:pt x="781" y="2103"/>
                  <a:pt x="783" y="2104"/>
                  <a:pt x="784" y="2104"/>
                </a:cubicBezTo>
                <a:lnTo>
                  <a:pt x="799" y="2104"/>
                </a:lnTo>
                <a:cubicBezTo>
                  <a:pt x="802" y="2104"/>
                  <a:pt x="804" y="2104"/>
                  <a:pt x="806" y="2104"/>
                </a:cubicBezTo>
                <a:cubicBezTo>
                  <a:pt x="809" y="2104"/>
                  <a:pt x="811" y="2104"/>
                  <a:pt x="814" y="2104"/>
                </a:cubicBezTo>
                <a:lnTo>
                  <a:pt x="3588" y="2104"/>
                </a:lnTo>
                <a:lnTo>
                  <a:pt x="6637" y="17412"/>
                </a:lnTo>
                <a:cubicBezTo>
                  <a:pt x="6660" y="17525"/>
                  <a:pt x="6695" y="17628"/>
                  <a:pt x="6740" y="17721"/>
                </a:cubicBezTo>
                <a:cubicBezTo>
                  <a:pt x="6869" y="18070"/>
                  <a:pt x="7137" y="18311"/>
                  <a:pt x="7449" y="18311"/>
                </a:cubicBezTo>
                <a:lnTo>
                  <a:pt x="8437" y="18311"/>
                </a:lnTo>
                <a:cubicBezTo>
                  <a:pt x="8030" y="18613"/>
                  <a:pt x="7755" y="19184"/>
                  <a:pt x="7755" y="19840"/>
                </a:cubicBezTo>
                <a:cubicBezTo>
                  <a:pt x="7755" y="20812"/>
                  <a:pt x="8359" y="21600"/>
                  <a:pt x="9104" y="21600"/>
                </a:cubicBezTo>
                <a:cubicBezTo>
                  <a:pt x="9849" y="21600"/>
                  <a:pt x="10453" y="20812"/>
                  <a:pt x="10453" y="19840"/>
                </a:cubicBezTo>
                <a:cubicBezTo>
                  <a:pt x="10453" y="19184"/>
                  <a:pt x="10178" y="18613"/>
                  <a:pt x="9770" y="18311"/>
                </a:cubicBezTo>
                <a:lnTo>
                  <a:pt x="16645" y="18311"/>
                </a:lnTo>
                <a:cubicBezTo>
                  <a:pt x="16237" y="18613"/>
                  <a:pt x="15961" y="19184"/>
                  <a:pt x="15961" y="19840"/>
                </a:cubicBezTo>
                <a:cubicBezTo>
                  <a:pt x="15961" y="20812"/>
                  <a:pt x="16565" y="21600"/>
                  <a:pt x="17311" y="21600"/>
                </a:cubicBezTo>
                <a:cubicBezTo>
                  <a:pt x="18056" y="21600"/>
                  <a:pt x="18660" y="20812"/>
                  <a:pt x="18660" y="19840"/>
                </a:cubicBezTo>
                <a:cubicBezTo>
                  <a:pt x="18660" y="19184"/>
                  <a:pt x="18384" y="18613"/>
                  <a:pt x="17976" y="18311"/>
                </a:cubicBezTo>
                <a:lnTo>
                  <a:pt x="19702" y="18311"/>
                </a:lnTo>
                <a:cubicBezTo>
                  <a:pt x="20138" y="18311"/>
                  <a:pt x="20492" y="17839"/>
                  <a:pt x="20492" y="17259"/>
                </a:cubicBezTo>
                <a:cubicBezTo>
                  <a:pt x="20491" y="16678"/>
                  <a:pt x="20138" y="16207"/>
                  <a:pt x="19702" y="16207"/>
                </a:cubicBezTo>
                <a:close/>
                <a:moveTo>
                  <a:pt x="17004" y="5804"/>
                </a:moveTo>
                <a:lnTo>
                  <a:pt x="19849" y="5804"/>
                </a:lnTo>
                <a:lnTo>
                  <a:pt x="19476" y="7454"/>
                </a:lnTo>
                <a:lnTo>
                  <a:pt x="16817" y="7454"/>
                </a:lnTo>
                <a:lnTo>
                  <a:pt x="17004" y="5804"/>
                </a:lnTo>
                <a:close/>
                <a:moveTo>
                  <a:pt x="16647" y="8958"/>
                </a:moveTo>
                <a:lnTo>
                  <a:pt x="19136" y="8958"/>
                </a:lnTo>
                <a:lnTo>
                  <a:pt x="18748" y="10676"/>
                </a:lnTo>
                <a:lnTo>
                  <a:pt x="16452" y="10676"/>
                </a:lnTo>
                <a:lnTo>
                  <a:pt x="16647" y="8958"/>
                </a:lnTo>
                <a:close/>
                <a:moveTo>
                  <a:pt x="16282" y="12180"/>
                </a:moveTo>
                <a:lnTo>
                  <a:pt x="18408" y="12180"/>
                </a:lnTo>
                <a:lnTo>
                  <a:pt x="18044" y="13793"/>
                </a:lnTo>
                <a:lnTo>
                  <a:pt x="16098" y="13793"/>
                </a:lnTo>
                <a:lnTo>
                  <a:pt x="16282" y="12180"/>
                </a:lnTo>
                <a:close/>
                <a:moveTo>
                  <a:pt x="13335" y="5804"/>
                </a:moveTo>
                <a:lnTo>
                  <a:pt x="15839" y="5804"/>
                </a:lnTo>
                <a:lnTo>
                  <a:pt x="15652" y="7454"/>
                </a:lnTo>
                <a:lnTo>
                  <a:pt x="13335" y="7454"/>
                </a:lnTo>
                <a:lnTo>
                  <a:pt x="13335" y="5804"/>
                </a:lnTo>
                <a:close/>
                <a:moveTo>
                  <a:pt x="13335" y="8958"/>
                </a:moveTo>
                <a:lnTo>
                  <a:pt x="15482" y="8958"/>
                </a:lnTo>
                <a:lnTo>
                  <a:pt x="15287" y="10676"/>
                </a:lnTo>
                <a:lnTo>
                  <a:pt x="13335" y="10676"/>
                </a:lnTo>
                <a:lnTo>
                  <a:pt x="13335" y="8958"/>
                </a:lnTo>
                <a:close/>
                <a:moveTo>
                  <a:pt x="13335" y="12180"/>
                </a:moveTo>
                <a:lnTo>
                  <a:pt x="15116" y="12180"/>
                </a:lnTo>
                <a:lnTo>
                  <a:pt x="14934" y="13793"/>
                </a:lnTo>
                <a:lnTo>
                  <a:pt x="13335" y="13793"/>
                </a:lnTo>
                <a:lnTo>
                  <a:pt x="13335" y="12180"/>
                </a:lnTo>
                <a:close/>
                <a:moveTo>
                  <a:pt x="12183" y="13793"/>
                </a:moveTo>
                <a:lnTo>
                  <a:pt x="10714" y="13793"/>
                </a:lnTo>
                <a:lnTo>
                  <a:pt x="10531" y="12180"/>
                </a:lnTo>
                <a:lnTo>
                  <a:pt x="12183" y="12180"/>
                </a:lnTo>
                <a:lnTo>
                  <a:pt x="12183" y="13793"/>
                </a:lnTo>
                <a:close/>
                <a:moveTo>
                  <a:pt x="12183" y="10676"/>
                </a:moveTo>
                <a:lnTo>
                  <a:pt x="10361" y="10676"/>
                </a:lnTo>
                <a:lnTo>
                  <a:pt x="10166" y="8958"/>
                </a:lnTo>
                <a:lnTo>
                  <a:pt x="12183" y="8958"/>
                </a:lnTo>
                <a:lnTo>
                  <a:pt x="12183" y="10676"/>
                </a:lnTo>
                <a:close/>
                <a:moveTo>
                  <a:pt x="12183" y="5804"/>
                </a:moveTo>
                <a:lnTo>
                  <a:pt x="12183" y="7454"/>
                </a:lnTo>
                <a:lnTo>
                  <a:pt x="9996" y="7454"/>
                </a:lnTo>
                <a:lnTo>
                  <a:pt x="9808" y="5804"/>
                </a:lnTo>
                <a:lnTo>
                  <a:pt x="12183" y="5804"/>
                </a:lnTo>
                <a:close/>
                <a:moveTo>
                  <a:pt x="5992" y="5804"/>
                </a:moveTo>
                <a:lnTo>
                  <a:pt x="8643" y="5804"/>
                </a:lnTo>
                <a:lnTo>
                  <a:pt x="8830" y="7454"/>
                </a:lnTo>
                <a:lnTo>
                  <a:pt x="6320" y="7454"/>
                </a:lnTo>
                <a:lnTo>
                  <a:pt x="5992" y="5804"/>
                </a:lnTo>
                <a:close/>
                <a:moveTo>
                  <a:pt x="6767" y="9699"/>
                </a:moveTo>
                <a:lnTo>
                  <a:pt x="6620" y="8958"/>
                </a:lnTo>
                <a:lnTo>
                  <a:pt x="9001" y="8958"/>
                </a:lnTo>
                <a:lnTo>
                  <a:pt x="9196" y="10676"/>
                </a:lnTo>
                <a:lnTo>
                  <a:pt x="6988" y="10676"/>
                </a:lnTo>
                <a:lnTo>
                  <a:pt x="6767" y="9699"/>
                </a:lnTo>
                <a:close/>
                <a:moveTo>
                  <a:pt x="7328" y="12180"/>
                </a:moveTo>
                <a:lnTo>
                  <a:pt x="9366" y="12180"/>
                </a:lnTo>
                <a:lnTo>
                  <a:pt x="9549" y="13793"/>
                </a:lnTo>
                <a:lnTo>
                  <a:pt x="7692" y="13793"/>
                </a:lnTo>
                <a:lnTo>
                  <a:pt x="7328" y="1218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56" name="Freeform 631"/>
          <p:cNvSpPr/>
          <p:nvPr/>
        </p:nvSpPr>
        <p:spPr>
          <a:xfrm>
            <a:off x="10810996" y="12155483"/>
            <a:ext cx="508001" cy="542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24" h="21599" fill="norm" stroke="1" extrusionOk="0">
                <a:moveTo>
                  <a:pt x="7817" y="3867"/>
                </a:moveTo>
                <a:cubicBezTo>
                  <a:pt x="8000" y="3872"/>
                  <a:pt x="8089" y="3993"/>
                  <a:pt x="8131" y="4204"/>
                </a:cubicBezTo>
                <a:cubicBezTo>
                  <a:pt x="8404" y="5556"/>
                  <a:pt x="9671" y="6712"/>
                  <a:pt x="10762" y="6730"/>
                </a:cubicBezTo>
                <a:cubicBezTo>
                  <a:pt x="11852" y="6712"/>
                  <a:pt x="13119" y="5555"/>
                  <a:pt x="13392" y="4204"/>
                </a:cubicBezTo>
                <a:cubicBezTo>
                  <a:pt x="13435" y="3993"/>
                  <a:pt x="13526" y="3872"/>
                  <a:pt x="13707" y="3867"/>
                </a:cubicBezTo>
                <a:cubicBezTo>
                  <a:pt x="13769" y="3865"/>
                  <a:pt x="13838" y="3875"/>
                  <a:pt x="13921" y="3901"/>
                </a:cubicBezTo>
                <a:lnTo>
                  <a:pt x="15410" y="4344"/>
                </a:lnTo>
                <a:cubicBezTo>
                  <a:pt x="16602" y="4700"/>
                  <a:pt x="17207" y="5254"/>
                  <a:pt x="18028" y="5963"/>
                </a:cubicBezTo>
                <a:lnTo>
                  <a:pt x="21413" y="8889"/>
                </a:lnTo>
                <a:cubicBezTo>
                  <a:pt x="21546" y="9004"/>
                  <a:pt x="21562" y="9196"/>
                  <a:pt x="21448" y="9328"/>
                </a:cubicBezTo>
                <a:lnTo>
                  <a:pt x="18758" y="12409"/>
                </a:lnTo>
                <a:cubicBezTo>
                  <a:pt x="18634" y="12553"/>
                  <a:pt x="18405" y="12568"/>
                  <a:pt x="18261" y="12443"/>
                </a:cubicBezTo>
                <a:lnTo>
                  <a:pt x="16990" y="11345"/>
                </a:lnTo>
                <a:lnTo>
                  <a:pt x="16990" y="21277"/>
                </a:lnTo>
                <a:cubicBezTo>
                  <a:pt x="16990" y="21456"/>
                  <a:pt x="16836" y="21600"/>
                  <a:pt x="16647" y="21599"/>
                </a:cubicBezTo>
                <a:lnTo>
                  <a:pt x="4878" y="21599"/>
                </a:lnTo>
                <a:cubicBezTo>
                  <a:pt x="4688" y="21600"/>
                  <a:pt x="4534" y="21456"/>
                  <a:pt x="4534" y="21277"/>
                </a:cubicBezTo>
                <a:lnTo>
                  <a:pt x="4534" y="11345"/>
                </a:lnTo>
                <a:lnTo>
                  <a:pt x="3262" y="12443"/>
                </a:lnTo>
                <a:cubicBezTo>
                  <a:pt x="3118" y="12568"/>
                  <a:pt x="2889" y="12553"/>
                  <a:pt x="2765" y="12409"/>
                </a:cubicBezTo>
                <a:lnTo>
                  <a:pt x="76" y="9328"/>
                </a:lnTo>
                <a:cubicBezTo>
                  <a:pt x="-38" y="9196"/>
                  <a:pt x="-22" y="9004"/>
                  <a:pt x="111" y="8889"/>
                </a:cubicBezTo>
                <a:lnTo>
                  <a:pt x="3496" y="5963"/>
                </a:lnTo>
                <a:cubicBezTo>
                  <a:pt x="4316" y="5254"/>
                  <a:pt x="4923" y="4700"/>
                  <a:pt x="6113" y="4344"/>
                </a:cubicBezTo>
                <a:lnTo>
                  <a:pt x="7602" y="3901"/>
                </a:lnTo>
                <a:cubicBezTo>
                  <a:pt x="7685" y="3875"/>
                  <a:pt x="7756" y="3865"/>
                  <a:pt x="7817" y="3867"/>
                </a:cubicBezTo>
                <a:close/>
                <a:moveTo>
                  <a:pt x="10766" y="0"/>
                </a:moveTo>
                <a:cubicBezTo>
                  <a:pt x="11298" y="2"/>
                  <a:pt x="11789" y="314"/>
                  <a:pt x="11976" y="794"/>
                </a:cubicBezTo>
                <a:cubicBezTo>
                  <a:pt x="12191" y="1343"/>
                  <a:pt x="11941" y="1951"/>
                  <a:pt x="11408" y="2253"/>
                </a:cubicBezTo>
                <a:cubicBezTo>
                  <a:pt x="11130" y="2411"/>
                  <a:pt x="11056" y="2721"/>
                  <a:pt x="11313" y="2851"/>
                </a:cubicBezTo>
                <a:lnTo>
                  <a:pt x="12997" y="3706"/>
                </a:lnTo>
                <a:cubicBezTo>
                  <a:pt x="13059" y="3926"/>
                  <a:pt x="12975" y="4249"/>
                  <a:pt x="12810" y="4404"/>
                </a:cubicBezTo>
                <a:lnTo>
                  <a:pt x="10762" y="3364"/>
                </a:lnTo>
                <a:lnTo>
                  <a:pt x="8714" y="4404"/>
                </a:lnTo>
                <a:cubicBezTo>
                  <a:pt x="8549" y="4249"/>
                  <a:pt x="8465" y="3926"/>
                  <a:pt x="8528" y="3706"/>
                </a:cubicBezTo>
                <a:lnTo>
                  <a:pt x="10396" y="2756"/>
                </a:lnTo>
                <a:cubicBezTo>
                  <a:pt x="10277" y="2343"/>
                  <a:pt x="10566" y="1921"/>
                  <a:pt x="11037" y="1649"/>
                </a:cubicBezTo>
                <a:cubicBezTo>
                  <a:pt x="11265" y="1517"/>
                  <a:pt x="11368" y="1268"/>
                  <a:pt x="11278" y="1033"/>
                </a:cubicBezTo>
                <a:cubicBezTo>
                  <a:pt x="11186" y="800"/>
                  <a:pt x="10932" y="662"/>
                  <a:pt x="10668" y="706"/>
                </a:cubicBezTo>
                <a:cubicBezTo>
                  <a:pt x="10403" y="749"/>
                  <a:pt x="10214" y="959"/>
                  <a:pt x="10214" y="1209"/>
                </a:cubicBezTo>
                <a:cubicBezTo>
                  <a:pt x="10238" y="1694"/>
                  <a:pt x="9447" y="1694"/>
                  <a:pt x="9470" y="1209"/>
                </a:cubicBezTo>
                <a:cubicBezTo>
                  <a:pt x="9470" y="624"/>
                  <a:pt x="9923" y="119"/>
                  <a:pt x="10538" y="18"/>
                </a:cubicBezTo>
                <a:cubicBezTo>
                  <a:pt x="10614" y="6"/>
                  <a:pt x="10692" y="0"/>
                  <a:pt x="10766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57" name="Freeform 709"/>
          <p:cNvSpPr/>
          <p:nvPr/>
        </p:nvSpPr>
        <p:spPr>
          <a:xfrm>
            <a:off x="16360894" y="12165734"/>
            <a:ext cx="508001" cy="5279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29" fill="norm" stroke="1" extrusionOk="0">
                <a:moveTo>
                  <a:pt x="13880" y="18443"/>
                </a:moveTo>
                <a:lnTo>
                  <a:pt x="13881" y="18443"/>
                </a:lnTo>
                <a:cubicBezTo>
                  <a:pt x="13982" y="18589"/>
                  <a:pt x="14041" y="18764"/>
                  <a:pt x="14041" y="18952"/>
                </a:cubicBezTo>
                <a:cubicBezTo>
                  <a:pt x="14041" y="20232"/>
                  <a:pt x="12973" y="21261"/>
                  <a:pt x="11659" y="21261"/>
                </a:cubicBezTo>
                <a:lnTo>
                  <a:pt x="2383" y="21261"/>
                </a:lnTo>
                <a:cubicBezTo>
                  <a:pt x="1070" y="21261"/>
                  <a:pt x="0" y="20233"/>
                  <a:pt x="0" y="18968"/>
                </a:cubicBezTo>
                <a:cubicBezTo>
                  <a:pt x="0" y="18774"/>
                  <a:pt x="59" y="18595"/>
                  <a:pt x="162" y="18447"/>
                </a:cubicBezTo>
                <a:cubicBezTo>
                  <a:pt x="518" y="19280"/>
                  <a:pt x="1369" y="19868"/>
                  <a:pt x="2362" y="19868"/>
                </a:cubicBezTo>
                <a:lnTo>
                  <a:pt x="11680" y="19868"/>
                </a:lnTo>
                <a:cubicBezTo>
                  <a:pt x="12673" y="19868"/>
                  <a:pt x="13525" y="19277"/>
                  <a:pt x="13880" y="18443"/>
                </a:cubicBezTo>
                <a:close/>
                <a:moveTo>
                  <a:pt x="950" y="17735"/>
                </a:moveTo>
                <a:cubicBezTo>
                  <a:pt x="962" y="17735"/>
                  <a:pt x="974" y="17738"/>
                  <a:pt x="986" y="17738"/>
                </a:cubicBezTo>
                <a:lnTo>
                  <a:pt x="13057" y="17738"/>
                </a:lnTo>
                <a:cubicBezTo>
                  <a:pt x="13068" y="17738"/>
                  <a:pt x="13080" y="17735"/>
                  <a:pt x="13092" y="17735"/>
                </a:cubicBezTo>
                <a:cubicBezTo>
                  <a:pt x="13009" y="18419"/>
                  <a:pt x="12411" y="18952"/>
                  <a:pt x="11680" y="18952"/>
                </a:cubicBezTo>
                <a:lnTo>
                  <a:pt x="2362" y="18952"/>
                </a:lnTo>
                <a:cubicBezTo>
                  <a:pt x="1630" y="18952"/>
                  <a:pt x="1031" y="18419"/>
                  <a:pt x="950" y="17735"/>
                </a:cubicBezTo>
                <a:close/>
                <a:moveTo>
                  <a:pt x="7021" y="10577"/>
                </a:moveTo>
                <a:cubicBezTo>
                  <a:pt x="10652" y="10577"/>
                  <a:pt x="13656" y="12820"/>
                  <a:pt x="14008" y="15795"/>
                </a:cubicBezTo>
                <a:cubicBezTo>
                  <a:pt x="14039" y="16056"/>
                  <a:pt x="13952" y="16317"/>
                  <a:pt x="13770" y="16514"/>
                </a:cubicBezTo>
                <a:cubicBezTo>
                  <a:pt x="13588" y="16710"/>
                  <a:pt x="13328" y="16822"/>
                  <a:pt x="13056" y="16822"/>
                </a:cubicBezTo>
                <a:lnTo>
                  <a:pt x="987" y="16822"/>
                </a:lnTo>
                <a:cubicBezTo>
                  <a:pt x="714" y="16822"/>
                  <a:pt x="453" y="16710"/>
                  <a:pt x="271" y="16514"/>
                </a:cubicBezTo>
                <a:cubicBezTo>
                  <a:pt x="90" y="16317"/>
                  <a:pt x="2" y="16055"/>
                  <a:pt x="34" y="15795"/>
                </a:cubicBezTo>
                <a:cubicBezTo>
                  <a:pt x="385" y="12820"/>
                  <a:pt x="3389" y="10577"/>
                  <a:pt x="7021" y="10577"/>
                </a:cubicBezTo>
                <a:close/>
                <a:moveTo>
                  <a:pt x="20747" y="9580"/>
                </a:moveTo>
                <a:lnTo>
                  <a:pt x="19574" y="20293"/>
                </a:lnTo>
                <a:cubicBezTo>
                  <a:pt x="19497" y="20997"/>
                  <a:pt x="18885" y="21529"/>
                  <a:pt x="18148" y="21529"/>
                </a:cubicBezTo>
                <a:lnTo>
                  <a:pt x="13651" y="21529"/>
                </a:lnTo>
                <a:cubicBezTo>
                  <a:pt x="14464" y="20941"/>
                  <a:pt x="14993" y="20005"/>
                  <a:pt x="14993" y="18950"/>
                </a:cubicBezTo>
                <a:cubicBezTo>
                  <a:pt x="14993" y="18309"/>
                  <a:pt x="14651" y="17743"/>
                  <a:pt x="14131" y="17416"/>
                </a:cubicBezTo>
                <a:cubicBezTo>
                  <a:pt x="14259" y="17332"/>
                  <a:pt x="14376" y="17233"/>
                  <a:pt x="14481" y="17121"/>
                </a:cubicBezTo>
                <a:cubicBezTo>
                  <a:pt x="14843" y="16731"/>
                  <a:pt x="15015" y="16208"/>
                  <a:pt x="14954" y="15688"/>
                </a:cubicBezTo>
                <a:cubicBezTo>
                  <a:pt x="14670" y="13287"/>
                  <a:pt x="12919" y="11303"/>
                  <a:pt x="10487" y="10321"/>
                </a:cubicBezTo>
                <a:lnTo>
                  <a:pt x="10405" y="9581"/>
                </a:lnTo>
                <a:cubicBezTo>
                  <a:pt x="10439" y="9584"/>
                  <a:pt x="10472" y="9592"/>
                  <a:pt x="10507" y="9592"/>
                </a:cubicBezTo>
                <a:lnTo>
                  <a:pt x="10507" y="9593"/>
                </a:lnTo>
                <a:lnTo>
                  <a:pt x="20646" y="9590"/>
                </a:lnTo>
                <a:cubicBezTo>
                  <a:pt x="20681" y="9590"/>
                  <a:pt x="20714" y="9583"/>
                  <a:pt x="20747" y="9580"/>
                </a:cubicBezTo>
                <a:close/>
                <a:moveTo>
                  <a:pt x="11320" y="4687"/>
                </a:moveTo>
                <a:lnTo>
                  <a:pt x="19835" y="4687"/>
                </a:lnTo>
                <a:cubicBezTo>
                  <a:pt x="20362" y="4687"/>
                  <a:pt x="20790" y="5100"/>
                  <a:pt x="20790" y="5606"/>
                </a:cubicBezTo>
                <a:lnTo>
                  <a:pt x="20790" y="6138"/>
                </a:lnTo>
                <a:cubicBezTo>
                  <a:pt x="21247" y="6204"/>
                  <a:pt x="21600" y="6582"/>
                  <a:pt x="21600" y="7041"/>
                </a:cubicBezTo>
                <a:lnTo>
                  <a:pt x="21600" y="7759"/>
                </a:lnTo>
                <a:cubicBezTo>
                  <a:pt x="21600" y="8265"/>
                  <a:pt x="21172" y="8675"/>
                  <a:pt x="20648" y="8675"/>
                </a:cubicBezTo>
                <a:lnTo>
                  <a:pt x="10506" y="8675"/>
                </a:lnTo>
                <a:cubicBezTo>
                  <a:pt x="9982" y="8675"/>
                  <a:pt x="9555" y="8265"/>
                  <a:pt x="9555" y="7759"/>
                </a:cubicBezTo>
                <a:lnTo>
                  <a:pt x="9555" y="7041"/>
                </a:lnTo>
                <a:cubicBezTo>
                  <a:pt x="9555" y="6582"/>
                  <a:pt x="9908" y="6205"/>
                  <a:pt x="10364" y="6138"/>
                </a:cubicBezTo>
                <a:lnTo>
                  <a:pt x="10364" y="5606"/>
                </a:lnTo>
                <a:cubicBezTo>
                  <a:pt x="10364" y="5100"/>
                  <a:pt x="10793" y="4687"/>
                  <a:pt x="11320" y="4687"/>
                </a:cubicBezTo>
                <a:close/>
                <a:moveTo>
                  <a:pt x="18750" y="28"/>
                </a:moveTo>
                <a:cubicBezTo>
                  <a:pt x="19086" y="-71"/>
                  <a:pt x="19440" y="105"/>
                  <a:pt x="19552" y="425"/>
                </a:cubicBezTo>
                <a:cubicBezTo>
                  <a:pt x="19668" y="758"/>
                  <a:pt x="19476" y="1116"/>
                  <a:pt x="19128" y="1219"/>
                </a:cubicBezTo>
                <a:lnTo>
                  <a:pt x="16484" y="1994"/>
                </a:lnTo>
                <a:lnTo>
                  <a:pt x="16144" y="2436"/>
                </a:lnTo>
                <a:lnTo>
                  <a:pt x="16144" y="2435"/>
                </a:lnTo>
                <a:lnTo>
                  <a:pt x="16144" y="2436"/>
                </a:lnTo>
                <a:lnTo>
                  <a:pt x="16144" y="2436"/>
                </a:lnTo>
                <a:lnTo>
                  <a:pt x="16144" y="3770"/>
                </a:lnTo>
                <a:lnTo>
                  <a:pt x="14793" y="3770"/>
                </a:lnTo>
                <a:lnTo>
                  <a:pt x="14793" y="2162"/>
                </a:lnTo>
                <a:cubicBezTo>
                  <a:pt x="14793" y="1584"/>
                  <a:pt x="15185" y="1074"/>
                  <a:pt x="15760" y="906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58" name="Freeform 726"/>
          <p:cNvSpPr/>
          <p:nvPr/>
        </p:nvSpPr>
        <p:spPr>
          <a:xfrm>
            <a:off x="10823910" y="11093782"/>
            <a:ext cx="508001" cy="5098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860" y="18949"/>
                </a:moveTo>
                <a:lnTo>
                  <a:pt x="9861" y="20829"/>
                </a:lnTo>
                <a:lnTo>
                  <a:pt x="11740" y="20829"/>
                </a:lnTo>
                <a:lnTo>
                  <a:pt x="11740" y="18949"/>
                </a:lnTo>
                <a:close/>
                <a:moveTo>
                  <a:pt x="10800" y="16852"/>
                </a:moveTo>
                <a:cubicBezTo>
                  <a:pt x="11013" y="16852"/>
                  <a:pt x="11186" y="17024"/>
                  <a:pt x="11186" y="17238"/>
                </a:cubicBezTo>
                <a:lnTo>
                  <a:pt x="11186" y="18178"/>
                </a:lnTo>
                <a:lnTo>
                  <a:pt x="11740" y="18178"/>
                </a:lnTo>
                <a:cubicBezTo>
                  <a:pt x="12166" y="18178"/>
                  <a:pt x="12511" y="18523"/>
                  <a:pt x="12512" y="18949"/>
                </a:cubicBezTo>
                <a:lnTo>
                  <a:pt x="12512" y="20829"/>
                </a:lnTo>
                <a:cubicBezTo>
                  <a:pt x="12511" y="21255"/>
                  <a:pt x="12166" y="21600"/>
                  <a:pt x="11740" y="21600"/>
                </a:cubicBezTo>
                <a:lnTo>
                  <a:pt x="9860" y="21600"/>
                </a:lnTo>
                <a:cubicBezTo>
                  <a:pt x="9435" y="21600"/>
                  <a:pt x="9090" y="21255"/>
                  <a:pt x="9089" y="20829"/>
                </a:cubicBezTo>
                <a:lnTo>
                  <a:pt x="9089" y="18949"/>
                </a:lnTo>
                <a:cubicBezTo>
                  <a:pt x="9090" y="18523"/>
                  <a:pt x="9435" y="18178"/>
                  <a:pt x="9860" y="18178"/>
                </a:cubicBezTo>
                <a:lnTo>
                  <a:pt x="10414" y="18178"/>
                </a:lnTo>
                <a:lnTo>
                  <a:pt x="10414" y="17238"/>
                </a:lnTo>
                <a:cubicBezTo>
                  <a:pt x="10414" y="17024"/>
                  <a:pt x="10587" y="16852"/>
                  <a:pt x="10800" y="16852"/>
                </a:cubicBezTo>
                <a:close/>
                <a:moveTo>
                  <a:pt x="4373" y="16447"/>
                </a:moveTo>
                <a:lnTo>
                  <a:pt x="3593" y="17227"/>
                </a:lnTo>
                <a:lnTo>
                  <a:pt x="4373" y="18007"/>
                </a:lnTo>
                <a:lnTo>
                  <a:pt x="5153" y="17227"/>
                </a:lnTo>
                <a:close/>
                <a:moveTo>
                  <a:pt x="17226" y="16446"/>
                </a:moveTo>
                <a:lnTo>
                  <a:pt x="16446" y="17226"/>
                </a:lnTo>
                <a:lnTo>
                  <a:pt x="17226" y="18006"/>
                </a:lnTo>
                <a:lnTo>
                  <a:pt x="18006" y="17226"/>
                </a:lnTo>
                <a:close/>
                <a:moveTo>
                  <a:pt x="15353" y="14972"/>
                </a:moveTo>
                <a:cubicBezTo>
                  <a:pt x="15451" y="14971"/>
                  <a:pt x="15549" y="15007"/>
                  <a:pt x="15624" y="15079"/>
                </a:cubicBezTo>
                <a:lnTo>
                  <a:pt x="16565" y="16019"/>
                </a:lnTo>
                <a:cubicBezTo>
                  <a:pt x="16701" y="15832"/>
                  <a:pt x="16912" y="15712"/>
                  <a:pt x="17142" y="15690"/>
                </a:cubicBezTo>
                <a:cubicBezTo>
                  <a:pt x="17373" y="15668"/>
                  <a:pt x="17602" y="15744"/>
                  <a:pt x="17772" y="15901"/>
                </a:cubicBezTo>
                <a:lnTo>
                  <a:pt x="18552" y="16681"/>
                </a:lnTo>
                <a:cubicBezTo>
                  <a:pt x="18852" y="16983"/>
                  <a:pt x="18852" y="17470"/>
                  <a:pt x="18552" y="17772"/>
                </a:cubicBezTo>
                <a:lnTo>
                  <a:pt x="17772" y="18552"/>
                </a:lnTo>
                <a:cubicBezTo>
                  <a:pt x="17470" y="18852"/>
                  <a:pt x="16983" y="18852"/>
                  <a:pt x="16681" y="18552"/>
                </a:cubicBezTo>
                <a:lnTo>
                  <a:pt x="15901" y="17772"/>
                </a:lnTo>
                <a:cubicBezTo>
                  <a:pt x="15741" y="17603"/>
                  <a:pt x="15662" y="17373"/>
                  <a:pt x="15684" y="17141"/>
                </a:cubicBezTo>
                <a:cubicBezTo>
                  <a:pt x="15707" y="16910"/>
                  <a:pt x="15829" y="16699"/>
                  <a:pt x="16019" y="16564"/>
                </a:cubicBezTo>
                <a:lnTo>
                  <a:pt x="16019" y="16564"/>
                </a:lnTo>
                <a:lnTo>
                  <a:pt x="15079" y="15624"/>
                </a:lnTo>
                <a:cubicBezTo>
                  <a:pt x="14934" y="15473"/>
                  <a:pt x="14936" y="15233"/>
                  <a:pt x="15084" y="15084"/>
                </a:cubicBezTo>
                <a:cubicBezTo>
                  <a:pt x="15159" y="15010"/>
                  <a:pt x="15256" y="14972"/>
                  <a:pt x="15353" y="14972"/>
                </a:cubicBezTo>
                <a:close/>
                <a:moveTo>
                  <a:pt x="6247" y="14971"/>
                </a:moveTo>
                <a:cubicBezTo>
                  <a:pt x="6344" y="14972"/>
                  <a:pt x="6441" y="15010"/>
                  <a:pt x="6516" y="15084"/>
                </a:cubicBezTo>
                <a:cubicBezTo>
                  <a:pt x="6664" y="15233"/>
                  <a:pt x="6667" y="15473"/>
                  <a:pt x="6521" y="15624"/>
                </a:cubicBezTo>
                <a:lnTo>
                  <a:pt x="6521" y="15625"/>
                </a:lnTo>
                <a:lnTo>
                  <a:pt x="5581" y="16565"/>
                </a:lnTo>
                <a:cubicBezTo>
                  <a:pt x="5771" y="16700"/>
                  <a:pt x="5893" y="16910"/>
                  <a:pt x="5916" y="17141"/>
                </a:cubicBezTo>
                <a:cubicBezTo>
                  <a:pt x="5938" y="17374"/>
                  <a:pt x="5859" y="17603"/>
                  <a:pt x="5699" y="17772"/>
                </a:cubicBezTo>
                <a:lnTo>
                  <a:pt x="4919" y="18552"/>
                </a:lnTo>
                <a:cubicBezTo>
                  <a:pt x="4617" y="18852"/>
                  <a:pt x="4130" y="18852"/>
                  <a:pt x="3828" y="18552"/>
                </a:cubicBezTo>
                <a:lnTo>
                  <a:pt x="3048" y="17772"/>
                </a:lnTo>
                <a:cubicBezTo>
                  <a:pt x="2748" y="17470"/>
                  <a:pt x="2748" y="16983"/>
                  <a:pt x="3048" y="16681"/>
                </a:cubicBezTo>
                <a:lnTo>
                  <a:pt x="3828" y="15901"/>
                </a:lnTo>
                <a:cubicBezTo>
                  <a:pt x="3998" y="15744"/>
                  <a:pt x="4227" y="15668"/>
                  <a:pt x="4458" y="15690"/>
                </a:cubicBezTo>
                <a:cubicBezTo>
                  <a:pt x="4688" y="15712"/>
                  <a:pt x="4899" y="15832"/>
                  <a:pt x="5036" y="16019"/>
                </a:cubicBezTo>
                <a:lnTo>
                  <a:pt x="5037" y="16019"/>
                </a:lnTo>
                <a:lnTo>
                  <a:pt x="5976" y="15080"/>
                </a:lnTo>
                <a:lnTo>
                  <a:pt x="5976" y="15080"/>
                </a:lnTo>
                <a:cubicBezTo>
                  <a:pt x="6051" y="15006"/>
                  <a:pt x="6149" y="14970"/>
                  <a:pt x="6247" y="14971"/>
                </a:cubicBezTo>
                <a:close/>
                <a:moveTo>
                  <a:pt x="9836" y="11186"/>
                </a:moveTo>
                <a:lnTo>
                  <a:pt x="9836" y="13114"/>
                </a:lnTo>
                <a:lnTo>
                  <a:pt x="11475" y="13114"/>
                </a:lnTo>
                <a:lnTo>
                  <a:pt x="11475" y="13114"/>
                </a:lnTo>
                <a:cubicBezTo>
                  <a:pt x="12004" y="13108"/>
                  <a:pt x="12429" y="12678"/>
                  <a:pt x="12429" y="12150"/>
                </a:cubicBezTo>
                <a:cubicBezTo>
                  <a:pt x="12429" y="11622"/>
                  <a:pt x="12004" y="11191"/>
                  <a:pt x="11475" y="11186"/>
                </a:cubicBezTo>
                <a:close/>
                <a:moveTo>
                  <a:pt x="2651" y="9860"/>
                </a:moveTo>
                <a:lnTo>
                  <a:pt x="771" y="9861"/>
                </a:lnTo>
                <a:lnTo>
                  <a:pt x="771" y="11740"/>
                </a:lnTo>
                <a:lnTo>
                  <a:pt x="2651" y="11740"/>
                </a:lnTo>
                <a:close/>
                <a:moveTo>
                  <a:pt x="18949" y="9860"/>
                </a:moveTo>
                <a:lnTo>
                  <a:pt x="18949" y="11740"/>
                </a:lnTo>
                <a:lnTo>
                  <a:pt x="20829" y="11739"/>
                </a:lnTo>
                <a:lnTo>
                  <a:pt x="20829" y="9860"/>
                </a:lnTo>
                <a:close/>
                <a:moveTo>
                  <a:pt x="771" y="9089"/>
                </a:moveTo>
                <a:lnTo>
                  <a:pt x="2651" y="9089"/>
                </a:lnTo>
                <a:cubicBezTo>
                  <a:pt x="3077" y="9089"/>
                  <a:pt x="3422" y="9435"/>
                  <a:pt x="3422" y="9860"/>
                </a:cubicBezTo>
                <a:lnTo>
                  <a:pt x="3422" y="10414"/>
                </a:lnTo>
                <a:lnTo>
                  <a:pt x="4362" y="10414"/>
                </a:lnTo>
                <a:cubicBezTo>
                  <a:pt x="4573" y="10418"/>
                  <a:pt x="4740" y="10590"/>
                  <a:pt x="4740" y="10800"/>
                </a:cubicBezTo>
                <a:cubicBezTo>
                  <a:pt x="4740" y="11010"/>
                  <a:pt x="4573" y="11182"/>
                  <a:pt x="4362" y="11186"/>
                </a:cubicBezTo>
                <a:lnTo>
                  <a:pt x="3422" y="11186"/>
                </a:lnTo>
                <a:lnTo>
                  <a:pt x="3422" y="11740"/>
                </a:lnTo>
                <a:cubicBezTo>
                  <a:pt x="3422" y="12166"/>
                  <a:pt x="3077" y="12511"/>
                  <a:pt x="2651" y="12512"/>
                </a:cubicBezTo>
                <a:lnTo>
                  <a:pt x="771" y="12512"/>
                </a:lnTo>
                <a:cubicBezTo>
                  <a:pt x="345" y="12511"/>
                  <a:pt x="0" y="12166"/>
                  <a:pt x="0" y="11740"/>
                </a:cubicBezTo>
                <a:lnTo>
                  <a:pt x="0" y="9860"/>
                </a:lnTo>
                <a:cubicBezTo>
                  <a:pt x="0" y="9435"/>
                  <a:pt x="345" y="9089"/>
                  <a:pt x="771" y="9089"/>
                </a:cubicBezTo>
                <a:close/>
                <a:moveTo>
                  <a:pt x="18949" y="9088"/>
                </a:moveTo>
                <a:lnTo>
                  <a:pt x="20829" y="9088"/>
                </a:lnTo>
                <a:cubicBezTo>
                  <a:pt x="21255" y="9089"/>
                  <a:pt x="21600" y="9434"/>
                  <a:pt x="21600" y="9860"/>
                </a:cubicBezTo>
                <a:lnTo>
                  <a:pt x="21600" y="11740"/>
                </a:lnTo>
                <a:cubicBezTo>
                  <a:pt x="21600" y="12165"/>
                  <a:pt x="21255" y="12511"/>
                  <a:pt x="20829" y="12511"/>
                </a:cubicBezTo>
                <a:lnTo>
                  <a:pt x="18949" y="12511"/>
                </a:lnTo>
                <a:cubicBezTo>
                  <a:pt x="18523" y="12511"/>
                  <a:pt x="18178" y="12165"/>
                  <a:pt x="18178" y="11740"/>
                </a:cubicBezTo>
                <a:lnTo>
                  <a:pt x="18178" y="11186"/>
                </a:lnTo>
                <a:lnTo>
                  <a:pt x="17238" y="11186"/>
                </a:lnTo>
                <a:cubicBezTo>
                  <a:pt x="17028" y="11182"/>
                  <a:pt x="16860" y="11010"/>
                  <a:pt x="16860" y="10800"/>
                </a:cubicBezTo>
                <a:cubicBezTo>
                  <a:pt x="16860" y="10590"/>
                  <a:pt x="17027" y="10418"/>
                  <a:pt x="17238" y="10414"/>
                </a:cubicBezTo>
                <a:lnTo>
                  <a:pt x="18178" y="10414"/>
                </a:lnTo>
                <a:lnTo>
                  <a:pt x="18178" y="9860"/>
                </a:lnTo>
                <a:cubicBezTo>
                  <a:pt x="18178" y="9434"/>
                  <a:pt x="18523" y="9089"/>
                  <a:pt x="18949" y="9088"/>
                </a:cubicBezTo>
                <a:close/>
                <a:moveTo>
                  <a:pt x="9836" y="8486"/>
                </a:moveTo>
                <a:lnTo>
                  <a:pt x="9836" y="10414"/>
                </a:lnTo>
                <a:lnTo>
                  <a:pt x="11475" y="10414"/>
                </a:lnTo>
                <a:cubicBezTo>
                  <a:pt x="12007" y="10414"/>
                  <a:pt x="12439" y="9982"/>
                  <a:pt x="12439" y="9450"/>
                </a:cubicBezTo>
                <a:cubicBezTo>
                  <a:pt x="12439" y="8918"/>
                  <a:pt x="12007" y="8486"/>
                  <a:pt x="11475" y="8486"/>
                </a:cubicBezTo>
                <a:close/>
                <a:moveTo>
                  <a:pt x="10800" y="6951"/>
                </a:moveTo>
                <a:cubicBezTo>
                  <a:pt x="11010" y="6951"/>
                  <a:pt x="11182" y="7118"/>
                  <a:pt x="11186" y="7329"/>
                </a:cubicBezTo>
                <a:lnTo>
                  <a:pt x="11186" y="7714"/>
                </a:lnTo>
                <a:lnTo>
                  <a:pt x="11475" y="7714"/>
                </a:lnTo>
                <a:cubicBezTo>
                  <a:pt x="12208" y="7720"/>
                  <a:pt x="12859" y="8186"/>
                  <a:pt x="13100" y="8878"/>
                </a:cubicBezTo>
                <a:cubicBezTo>
                  <a:pt x="13342" y="9570"/>
                  <a:pt x="13123" y="10339"/>
                  <a:pt x="12552" y="10800"/>
                </a:cubicBezTo>
                <a:lnTo>
                  <a:pt x="12552" y="10800"/>
                </a:lnTo>
                <a:cubicBezTo>
                  <a:pt x="13166" y="11298"/>
                  <a:pt x="13368" y="12144"/>
                  <a:pt x="13049" y="12866"/>
                </a:cubicBezTo>
                <a:cubicBezTo>
                  <a:pt x="12730" y="13587"/>
                  <a:pt x="11966" y="14005"/>
                  <a:pt x="11186" y="13886"/>
                </a:cubicBezTo>
                <a:lnTo>
                  <a:pt x="11186" y="14271"/>
                </a:lnTo>
                <a:cubicBezTo>
                  <a:pt x="11182" y="14482"/>
                  <a:pt x="11010" y="14649"/>
                  <a:pt x="10800" y="14649"/>
                </a:cubicBezTo>
                <a:cubicBezTo>
                  <a:pt x="10590" y="14649"/>
                  <a:pt x="10418" y="14482"/>
                  <a:pt x="10414" y="14271"/>
                </a:cubicBezTo>
                <a:lnTo>
                  <a:pt x="10414" y="13886"/>
                </a:lnTo>
                <a:lnTo>
                  <a:pt x="8775" y="13886"/>
                </a:lnTo>
                <a:cubicBezTo>
                  <a:pt x="8564" y="13883"/>
                  <a:pt x="8395" y="13711"/>
                  <a:pt x="8395" y="13500"/>
                </a:cubicBezTo>
                <a:cubicBezTo>
                  <a:pt x="8395" y="13289"/>
                  <a:pt x="8564" y="13117"/>
                  <a:pt x="8775" y="13114"/>
                </a:cubicBezTo>
                <a:lnTo>
                  <a:pt x="9064" y="13114"/>
                </a:lnTo>
                <a:cubicBezTo>
                  <a:pt x="9064" y="11960"/>
                  <a:pt x="9065" y="9637"/>
                  <a:pt x="9064" y="8483"/>
                </a:cubicBezTo>
                <a:cubicBezTo>
                  <a:pt x="8866" y="8454"/>
                  <a:pt x="8722" y="8277"/>
                  <a:pt x="8735" y="8076"/>
                </a:cubicBezTo>
                <a:cubicBezTo>
                  <a:pt x="8747" y="7875"/>
                  <a:pt x="8911" y="7718"/>
                  <a:pt x="9113" y="7714"/>
                </a:cubicBezTo>
                <a:lnTo>
                  <a:pt x="10414" y="7714"/>
                </a:lnTo>
                <a:lnTo>
                  <a:pt x="10414" y="7329"/>
                </a:lnTo>
                <a:cubicBezTo>
                  <a:pt x="10418" y="7118"/>
                  <a:pt x="10590" y="6951"/>
                  <a:pt x="10800" y="6951"/>
                </a:cubicBezTo>
                <a:close/>
                <a:moveTo>
                  <a:pt x="10800" y="6172"/>
                </a:moveTo>
                <a:cubicBezTo>
                  <a:pt x="10001" y="6172"/>
                  <a:pt x="9202" y="6378"/>
                  <a:pt x="8486" y="6792"/>
                </a:cubicBezTo>
                <a:cubicBezTo>
                  <a:pt x="7054" y="7619"/>
                  <a:pt x="6171" y="9146"/>
                  <a:pt x="6171" y="10800"/>
                </a:cubicBezTo>
                <a:cubicBezTo>
                  <a:pt x="6426" y="16941"/>
                  <a:pt x="15175" y="16939"/>
                  <a:pt x="15429" y="10800"/>
                </a:cubicBezTo>
                <a:cubicBezTo>
                  <a:pt x="15429" y="9146"/>
                  <a:pt x="14546" y="7618"/>
                  <a:pt x="13114" y="6792"/>
                </a:cubicBezTo>
                <a:cubicBezTo>
                  <a:pt x="12398" y="6378"/>
                  <a:pt x="11599" y="6172"/>
                  <a:pt x="10800" y="6172"/>
                </a:cubicBezTo>
                <a:close/>
                <a:moveTo>
                  <a:pt x="10801" y="5428"/>
                </a:moveTo>
                <a:cubicBezTo>
                  <a:pt x="13427" y="5428"/>
                  <a:pt x="16053" y="7219"/>
                  <a:pt x="16200" y="10800"/>
                </a:cubicBezTo>
                <a:cubicBezTo>
                  <a:pt x="16200" y="12729"/>
                  <a:pt x="15171" y="14511"/>
                  <a:pt x="13500" y="15477"/>
                </a:cubicBezTo>
                <a:cubicBezTo>
                  <a:pt x="11829" y="16441"/>
                  <a:pt x="9771" y="16441"/>
                  <a:pt x="8100" y="15477"/>
                </a:cubicBezTo>
                <a:cubicBezTo>
                  <a:pt x="6429" y="14511"/>
                  <a:pt x="5400" y="12730"/>
                  <a:pt x="5400" y="10800"/>
                </a:cubicBezTo>
                <a:lnTo>
                  <a:pt x="5400" y="10800"/>
                </a:lnTo>
                <a:cubicBezTo>
                  <a:pt x="5549" y="7218"/>
                  <a:pt x="8175" y="5428"/>
                  <a:pt x="10801" y="5428"/>
                </a:cubicBezTo>
                <a:close/>
                <a:moveTo>
                  <a:pt x="4374" y="3594"/>
                </a:moveTo>
                <a:lnTo>
                  <a:pt x="3594" y="4374"/>
                </a:lnTo>
                <a:lnTo>
                  <a:pt x="4374" y="5154"/>
                </a:lnTo>
                <a:lnTo>
                  <a:pt x="5154" y="4374"/>
                </a:lnTo>
                <a:close/>
                <a:moveTo>
                  <a:pt x="17226" y="3593"/>
                </a:moveTo>
                <a:lnTo>
                  <a:pt x="16446" y="4373"/>
                </a:lnTo>
                <a:lnTo>
                  <a:pt x="17227" y="5153"/>
                </a:lnTo>
                <a:lnTo>
                  <a:pt x="18006" y="4373"/>
                </a:lnTo>
                <a:close/>
                <a:moveTo>
                  <a:pt x="4374" y="2829"/>
                </a:moveTo>
                <a:cubicBezTo>
                  <a:pt x="4570" y="2829"/>
                  <a:pt x="4767" y="2902"/>
                  <a:pt x="4919" y="3048"/>
                </a:cubicBezTo>
                <a:lnTo>
                  <a:pt x="5699" y="3828"/>
                </a:lnTo>
                <a:cubicBezTo>
                  <a:pt x="5859" y="3997"/>
                  <a:pt x="5938" y="4227"/>
                  <a:pt x="5916" y="4459"/>
                </a:cubicBezTo>
                <a:cubicBezTo>
                  <a:pt x="5893" y="4690"/>
                  <a:pt x="5771" y="4901"/>
                  <a:pt x="5581" y="5036"/>
                </a:cubicBezTo>
                <a:lnTo>
                  <a:pt x="5581" y="5037"/>
                </a:lnTo>
                <a:lnTo>
                  <a:pt x="6521" y="5976"/>
                </a:lnTo>
                <a:cubicBezTo>
                  <a:pt x="6671" y="6126"/>
                  <a:pt x="6671" y="6370"/>
                  <a:pt x="6521" y="6521"/>
                </a:cubicBezTo>
                <a:cubicBezTo>
                  <a:pt x="6370" y="6671"/>
                  <a:pt x="6126" y="6671"/>
                  <a:pt x="5976" y="6521"/>
                </a:cubicBezTo>
                <a:lnTo>
                  <a:pt x="5975" y="6521"/>
                </a:lnTo>
                <a:lnTo>
                  <a:pt x="5036" y="5581"/>
                </a:lnTo>
                <a:cubicBezTo>
                  <a:pt x="4901" y="5771"/>
                  <a:pt x="4690" y="5893"/>
                  <a:pt x="4459" y="5916"/>
                </a:cubicBezTo>
                <a:cubicBezTo>
                  <a:pt x="4227" y="5938"/>
                  <a:pt x="3997" y="5859"/>
                  <a:pt x="3828" y="5699"/>
                </a:cubicBezTo>
                <a:lnTo>
                  <a:pt x="3048" y="4919"/>
                </a:lnTo>
                <a:cubicBezTo>
                  <a:pt x="2748" y="4617"/>
                  <a:pt x="2748" y="4130"/>
                  <a:pt x="3048" y="3828"/>
                </a:cubicBezTo>
                <a:lnTo>
                  <a:pt x="3828" y="3048"/>
                </a:lnTo>
                <a:cubicBezTo>
                  <a:pt x="3981" y="2902"/>
                  <a:pt x="4177" y="2829"/>
                  <a:pt x="4374" y="2829"/>
                </a:cubicBezTo>
                <a:close/>
                <a:moveTo>
                  <a:pt x="17227" y="2829"/>
                </a:moveTo>
                <a:cubicBezTo>
                  <a:pt x="17423" y="2829"/>
                  <a:pt x="17619" y="2902"/>
                  <a:pt x="17772" y="3048"/>
                </a:cubicBezTo>
                <a:lnTo>
                  <a:pt x="18552" y="3828"/>
                </a:lnTo>
                <a:cubicBezTo>
                  <a:pt x="18852" y="4130"/>
                  <a:pt x="18852" y="4617"/>
                  <a:pt x="18552" y="4919"/>
                </a:cubicBezTo>
                <a:lnTo>
                  <a:pt x="17772" y="5699"/>
                </a:lnTo>
                <a:cubicBezTo>
                  <a:pt x="17603" y="5859"/>
                  <a:pt x="17374" y="5938"/>
                  <a:pt x="17141" y="5916"/>
                </a:cubicBezTo>
                <a:cubicBezTo>
                  <a:pt x="16910" y="5893"/>
                  <a:pt x="16699" y="5771"/>
                  <a:pt x="16565" y="5581"/>
                </a:cubicBezTo>
                <a:lnTo>
                  <a:pt x="16564" y="5581"/>
                </a:lnTo>
                <a:lnTo>
                  <a:pt x="15624" y="6521"/>
                </a:lnTo>
                <a:lnTo>
                  <a:pt x="15624" y="6521"/>
                </a:lnTo>
                <a:cubicBezTo>
                  <a:pt x="15473" y="6666"/>
                  <a:pt x="15233" y="6664"/>
                  <a:pt x="15084" y="6516"/>
                </a:cubicBezTo>
                <a:cubicBezTo>
                  <a:pt x="14936" y="6367"/>
                  <a:pt x="14934" y="6127"/>
                  <a:pt x="15079" y="5976"/>
                </a:cubicBezTo>
                <a:lnTo>
                  <a:pt x="16019" y="5036"/>
                </a:lnTo>
                <a:lnTo>
                  <a:pt x="15901" y="4919"/>
                </a:lnTo>
                <a:cubicBezTo>
                  <a:pt x="15602" y="4617"/>
                  <a:pt x="15602" y="4130"/>
                  <a:pt x="15901" y="3828"/>
                </a:cubicBezTo>
                <a:lnTo>
                  <a:pt x="16681" y="3048"/>
                </a:lnTo>
                <a:cubicBezTo>
                  <a:pt x="16834" y="2902"/>
                  <a:pt x="17030" y="2829"/>
                  <a:pt x="17227" y="2829"/>
                </a:cubicBezTo>
                <a:close/>
                <a:moveTo>
                  <a:pt x="9860" y="771"/>
                </a:moveTo>
                <a:lnTo>
                  <a:pt x="9860" y="2651"/>
                </a:lnTo>
                <a:lnTo>
                  <a:pt x="11740" y="2651"/>
                </a:lnTo>
                <a:lnTo>
                  <a:pt x="11739" y="771"/>
                </a:lnTo>
                <a:close/>
                <a:moveTo>
                  <a:pt x="9860" y="0"/>
                </a:moveTo>
                <a:lnTo>
                  <a:pt x="11740" y="0"/>
                </a:lnTo>
                <a:cubicBezTo>
                  <a:pt x="12165" y="0"/>
                  <a:pt x="12511" y="345"/>
                  <a:pt x="12512" y="771"/>
                </a:cubicBezTo>
                <a:lnTo>
                  <a:pt x="12512" y="2651"/>
                </a:lnTo>
                <a:cubicBezTo>
                  <a:pt x="12511" y="3077"/>
                  <a:pt x="12165" y="3422"/>
                  <a:pt x="11740" y="3422"/>
                </a:cubicBezTo>
                <a:lnTo>
                  <a:pt x="11186" y="3422"/>
                </a:lnTo>
                <a:lnTo>
                  <a:pt x="11186" y="4362"/>
                </a:lnTo>
                <a:cubicBezTo>
                  <a:pt x="11182" y="4572"/>
                  <a:pt x="11010" y="4740"/>
                  <a:pt x="10800" y="4740"/>
                </a:cubicBezTo>
                <a:cubicBezTo>
                  <a:pt x="10590" y="4740"/>
                  <a:pt x="10418" y="4573"/>
                  <a:pt x="10414" y="4362"/>
                </a:cubicBezTo>
                <a:lnTo>
                  <a:pt x="10414" y="3422"/>
                </a:lnTo>
                <a:lnTo>
                  <a:pt x="9860" y="3422"/>
                </a:lnTo>
                <a:cubicBezTo>
                  <a:pt x="9435" y="3422"/>
                  <a:pt x="9089" y="3077"/>
                  <a:pt x="9088" y="2651"/>
                </a:cubicBezTo>
                <a:lnTo>
                  <a:pt x="9088" y="771"/>
                </a:lnTo>
                <a:cubicBezTo>
                  <a:pt x="9089" y="345"/>
                  <a:pt x="9435" y="0"/>
                  <a:pt x="9860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59" name="Freeform 730"/>
          <p:cNvSpPr/>
          <p:nvPr/>
        </p:nvSpPr>
        <p:spPr>
          <a:xfrm>
            <a:off x="8605667" y="12283626"/>
            <a:ext cx="508001" cy="394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50" h="21397" fill="norm" stroke="1" extrusionOk="0">
                <a:moveTo>
                  <a:pt x="1471" y="7072"/>
                </a:moveTo>
                <a:lnTo>
                  <a:pt x="19979" y="7072"/>
                </a:lnTo>
                <a:cubicBezTo>
                  <a:pt x="20358" y="7072"/>
                  <a:pt x="20668" y="7471"/>
                  <a:pt x="20668" y="7958"/>
                </a:cubicBezTo>
                <a:lnTo>
                  <a:pt x="20668" y="9562"/>
                </a:lnTo>
                <a:cubicBezTo>
                  <a:pt x="20668" y="10050"/>
                  <a:pt x="20358" y="10449"/>
                  <a:pt x="19979" y="10449"/>
                </a:cubicBezTo>
                <a:lnTo>
                  <a:pt x="18944" y="10449"/>
                </a:lnTo>
                <a:lnTo>
                  <a:pt x="17962" y="8455"/>
                </a:lnTo>
                <a:cubicBezTo>
                  <a:pt x="17572" y="7666"/>
                  <a:pt x="16748" y="7428"/>
                  <a:pt x="16133" y="7928"/>
                </a:cubicBezTo>
                <a:lnTo>
                  <a:pt x="15745" y="8245"/>
                </a:lnTo>
                <a:cubicBezTo>
                  <a:pt x="15168" y="8715"/>
                  <a:pt x="14970" y="9679"/>
                  <a:pt x="15270" y="10449"/>
                </a:cubicBezTo>
                <a:lnTo>
                  <a:pt x="6180" y="10449"/>
                </a:lnTo>
                <a:cubicBezTo>
                  <a:pt x="6480" y="9679"/>
                  <a:pt x="6282" y="8715"/>
                  <a:pt x="5705" y="8245"/>
                </a:cubicBezTo>
                <a:lnTo>
                  <a:pt x="5317" y="7928"/>
                </a:lnTo>
                <a:cubicBezTo>
                  <a:pt x="4702" y="7428"/>
                  <a:pt x="3878" y="7666"/>
                  <a:pt x="3488" y="8455"/>
                </a:cubicBezTo>
                <a:lnTo>
                  <a:pt x="2505" y="10449"/>
                </a:lnTo>
                <a:lnTo>
                  <a:pt x="1471" y="10449"/>
                </a:lnTo>
                <a:cubicBezTo>
                  <a:pt x="1092" y="10449"/>
                  <a:pt x="782" y="10050"/>
                  <a:pt x="782" y="9562"/>
                </a:cubicBezTo>
                <a:lnTo>
                  <a:pt x="782" y="7958"/>
                </a:lnTo>
                <a:cubicBezTo>
                  <a:pt x="782" y="7471"/>
                  <a:pt x="1092" y="7072"/>
                  <a:pt x="1471" y="7072"/>
                </a:cubicBezTo>
                <a:close/>
                <a:moveTo>
                  <a:pt x="5871" y="21397"/>
                </a:moveTo>
                <a:lnTo>
                  <a:pt x="15579" y="21397"/>
                </a:lnTo>
                <a:cubicBezTo>
                  <a:pt x="16346" y="21397"/>
                  <a:pt x="17018" y="20842"/>
                  <a:pt x="17201" y="19626"/>
                </a:cubicBezTo>
                <a:lnTo>
                  <a:pt x="17799" y="15669"/>
                </a:lnTo>
                <a:lnTo>
                  <a:pt x="15599" y="11207"/>
                </a:lnTo>
                <a:lnTo>
                  <a:pt x="5851" y="11207"/>
                </a:lnTo>
                <a:lnTo>
                  <a:pt x="3651" y="15669"/>
                </a:lnTo>
                <a:lnTo>
                  <a:pt x="4249" y="19626"/>
                </a:lnTo>
                <a:cubicBezTo>
                  <a:pt x="4432" y="20842"/>
                  <a:pt x="5104" y="21397"/>
                  <a:pt x="5871" y="21397"/>
                </a:cubicBezTo>
                <a:close/>
                <a:moveTo>
                  <a:pt x="8533" y="18327"/>
                </a:moveTo>
                <a:cubicBezTo>
                  <a:pt x="8630" y="19127"/>
                  <a:pt x="7690" y="19316"/>
                  <a:pt x="7592" y="18516"/>
                </a:cubicBezTo>
                <a:lnTo>
                  <a:pt x="7075" y="14276"/>
                </a:lnTo>
                <a:cubicBezTo>
                  <a:pt x="6978" y="13476"/>
                  <a:pt x="7918" y="13287"/>
                  <a:pt x="8016" y="14087"/>
                </a:cubicBezTo>
                <a:lnTo>
                  <a:pt x="8533" y="18327"/>
                </a:lnTo>
                <a:close/>
                <a:moveTo>
                  <a:pt x="10190" y="18447"/>
                </a:moveTo>
                <a:lnTo>
                  <a:pt x="10190" y="14156"/>
                </a:lnTo>
                <a:cubicBezTo>
                  <a:pt x="10190" y="13346"/>
                  <a:pt x="11142" y="13346"/>
                  <a:pt x="11142" y="14156"/>
                </a:cubicBezTo>
                <a:lnTo>
                  <a:pt x="11142" y="18447"/>
                </a:lnTo>
                <a:cubicBezTo>
                  <a:pt x="11142" y="19257"/>
                  <a:pt x="10190" y="19257"/>
                  <a:pt x="10190" y="18447"/>
                </a:cubicBezTo>
                <a:close/>
                <a:moveTo>
                  <a:pt x="12917" y="18327"/>
                </a:moveTo>
                <a:lnTo>
                  <a:pt x="13434" y="14087"/>
                </a:lnTo>
                <a:cubicBezTo>
                  <a:pt x="13532" y="13287"/>
                  <a:pt x="14472" y="13476"/>
                  <a:pt x="14375" y="14276"/>
                </a:cubicBezTo>
                <a:lnTo>
                  <a:pt x="13858" y="18516"/>
                </a:lnTo>
                <a:cubicBezTo>
                  <a:pt x="13760" y="19316"/>
                  <a:pt x="12819" y="19127"/>
                  <a:pt x="12917" y="18327"/>
                </a:cubicBezTo>
                <a:close/>
                <a:moveTo>
                  <a:pt x="10935" y="2066"/>
                </a:moveTo>
                <a:lnTo>
                  <a:pt x="12090" y="2569"/>
                </a:lnTo>
                <a:cubicBezTo>
                  <a:pt x="12114" y="2579"/>
                  <a:pt x="12131" y="2599"/>
                  <a:pt x="12142" y="2628"/>
                </a:cubicBezTo>
                <a:cubicBezTo>
                  <a:pt x="12153" y="2657"/>
                  <a:pt x="12155" y="2687"/>
                  <a:pt x="12147" y="2718"/>
                </a:cubicBezTo>
                <a:lnTo>
                  <a:pt x="12059" y="3050"/>
                </a:lnTo>
                <a:cubicBezTo>
                  <a:pt x="12043" y="3111"/>
                  <a:pt x="11991" y="3144"/>
                  <a:pt x="11944" y="3124"/>
                </a:cubicBezTo>
                <a:lnTo>
                  <a:pt x="10789" y="2621"/>
                </a:lnTo>
                <a:cubicBezTo>
                  <a:pt x="10765" y="2611"/>
                  <a:pt x="10747" y="2591"/>
                  <a:pt x="10736" y="2562"/>
                </a:cubicBezTo>
                <a:cubicBezTo>
                  <a:pt x="10725" y="2533"/>
                  <a:pt x="10723" y="2503"/>
                  <a:pt x="10731" y="2472"/>
                </a:cubicBezTo>
                <a:lnTo>
                  <a:pt x="10819" y="2140"/>
                </a:lnTo>
                <a:cubicBezTo>
                  <a:pt x="10835" y="2079"/>
                  <a:pt x="10887" y="2046"/>
                  <a:pt x="10935" y="2066"/>
                </a:cubicBezTo>
                <a:close/>
                <a:moveTo>
                  <a:pt x="10525" y="2776"/>
                </a:moveTo>
                <a:lnTo>
                  <a:pt x="12056" y="3424"/>
                </a:lnTo>
                <a:cubicBezTo>
                  <a:pt x="12149" y="3463"/>
                  <a:pt x="12217" y="3540"/>
                  <a:pt x="12261" y="3653"/>
                </a:cubicBezTo>
                <a:cubicBezTo>
                  <a:pt x="12303" y="3765"/>
                  <a:pt x="12309" y="3882"/>
                  <a:pt x="12276" y="4000"/>
                </a:cubicBezTo>
                <a:cubicBezTo>
                  <a:pt x="12116" y="4586"/>
                  <a:pt x="12076" y="5318"/>
                  <a:pt x="12139" y="6065"/>
                </a:cubicBezTo>
                <a:cubicBezTo>
                  <a:pt x="12139" y="6065"/>
                  <a:pt x="12214" y="6434"/>
                  <a:pt x="11907" y="6507"/>
                </a:cubicBezTo>
                <a:lnTo>
                  <a:pt x="9189" y="6518"/>
                </a:lnTo>
                <a:cubicBezTo>
                  <a:pt x="9165" y="6518"/>
                  <a:pt x="9144" y="6503"/>
                  <a:pt x="9131" y="6477"/>
                </a:cubicBezTo>
                <a:cubicBezTo>
                  <a:pt x="9117" y="6451"/>
                  <a:pt x="9115" y="6420"/>
                  <a:pt x="9125" y="6391"/>
                </a:cubicBezTo>
                <a:cubicBezTo>
                  <a:pt x="9151" y="6315"/>
                  <a:pt x="9177" y="6206"/>
                  <a:pt x="9177" y="6073"/>
                </a:cubicBezTo>
                <a:lnTo>
                  <a:pt x="9177" y="4533"/>
                </a:lnTo>
                <a:lnTo>
                  <a:pt x="10138" y="2929"/>
                </a:lnTo>
                <a:cubicBezTo>
                  <a:pt x="10231" y="2775"/>
                  <a:pt x="10382" y="2716"/>
                  <a:pt x="10525" y="2776"/>
                </a:cubicBezTo>
                <a:close/>
                <a:moveTo>
                  <a:pt x="5264" y="606"/>
                </a:moveTo>
                <a:lnTo>
                  <a:pt x="7823" y="606"/>
                </a:lnTo>
                <a:cubicBezTo>
                  <a:pt x="7941" y="606"/>
                  <a:pt x="8037" y="730"/>
                  <a:pt x="8037" y="881"/>
                </a:cubicBezTo>
                <a:lnTo>
                  <a:pt x="8037" y="3169"/>
                </a:lnTo>
                <a:lnTo>
                  <a:pt x="8422" y="4674"/>
                </a:lnTo>
                <a:lnTo>
                  <a:pt x="8422" y="6232"/>
                </a:lnTo>
                <a:cubicBezTo>
                  <a:pt x="8422" y="6384"/>
                  <a:pt x="8326" y="6507"/>
                  <a:pt x="8208" y="6507"/>
                </a:cubicBezTo>
                <a:lnTo>
                  <a:pt x="2320" y="6507"/>
                </a:lnTo>
                <a:cubicBezTo>
                  <a:pt x="2202" y="6507"/>
                  <a:pt x="2106" y="6384"/>
                  <a:pt x="2106" y="6232"/>
                </a:cubicBezTo>
                <a:lnTo>
                  <a:pt x="2106" y="4674"/>
                </a:lnTo>
                <a:lnTo>
                  <a:pt x="2491" y="3169"/>
                </a:lnTo>
                <a:lnTo>
                  <a:pt x="2491" y="881"/>
                </a:lnTo>
                <a:cubicBezTo>
                  <a:pt x="2491" y="730"/>
                  <a:pt x="2587" y="606"/>
                  <a:pt x="2706" y="606"/>
                </a:cubicBezTo>
                <a:lnTo>
                  <a:pt x="5264" y="606"/>
                </a:lnTo>
                <a:close/>
                <a:moveTo>
                  <a:pt x="5264" y="2579"/>
                </a:moveTo>
                <a:lnTo>
                  <a:pt x="6606" y="2579"/>
                </a:lnTo>
                <a:cubicBezTo>
                  <a:pt x="6752" y="2579"/>
                  <a:pt x="6872" y="2425"/>
                  <a:pt x="6872" y="2237"/>
                </a:cubicBezTo>
                <a:lnTo>
                  <a:pt x="6872" y="1916"/>
                </a:lnTo>
                <a:cubicBezTo>
                  <a:pt x="6872" y="1728"/>
                  <a:pt x="6752" y="1574"/>
                  <a:pt x="6606" y="1574"/>
                </a:cubicBezTo>
                <a:lnTo>
                  <a:pt x="3922" y="1574"/>
                </a:lnTo>
                <a:cubicBezTo>
                  <a:pt x="3776" y="1574"/>
                  <a:pt x="3656" y="1728"/>
                  <a:pt x="3656" y="1916"/>
                </a:cubicBezTo>
                <a:lnTo>
                  <a:pt x="3656" y="2237"/>
                </a:lnTo>
                <a:cubicBezTo>
                  <a:pt x="3656" y="2425"/>
                  <a:pt x="3776" y="2579"/>
                  <a:pt x="3922" y="2579"/>
                </a:cubicBezTo>
                <a:lnTo>
                  <a:pt x="5264" y="2579"/>
                </a:lnTo>
                <a:close/>
                <a:moveTo>
                  <a:pt x="12832" y="6130"/>
                </a:moveTo>
                <a:cubicBezTo>
                  <a:pt x="12642" y="4632"/>
                  <a:pt x="12914" y="3074"/>
                  <a:pt x="14190" y="2453"/>
                </a:cubicBezTo>
                <a:cubicBezTo>
                  <a:pt x="14881" y="2117"/>
                  <a:pt x="15427" y="2573"/>
                  <a:pt x="15790" y="2867"/>
                </a:cubicBezTo>
                <a:cubicBezTo>
                  <a:pt x="15940" y="2987"/>
                  <a:pt x="16030" y="3069"/>
                  <a:pt x="16144" y="3079"/>
                </a:cubicBezTo>
                <a:cubicBezTo>
                  <a:pt x="16258" y="3069"/>
                  <a:pt x="16348" y="2987"/>
                  <a:pt x="16497" y="2867"/>
                </a:cubicBezTo>
                <a:cubicBezTo>
                  <a:pt x="16861" y="2573"/>
                  <a:pt x="17407" y="2117"/>
                  <a:pt x="18098" y="2453"/>
                </a:cubicBezTo>
                <a:cubicBezTo>
                  <a:pt x="19375" y="3074"/>
                  <a:pt x="19646" y="4632"/>
                  <a:pt x="19456" y="6130"/>
                </a:cubicBezTo>
                <a:cubicBezTo>
                  <a:pt x="19428" y="6350"/>
                  <a:pt x="19284" y="6507"/>
                  <a:pt x="19111" y="6507"/>
                </a:cubicBezTo>
                <a:lnTo>
                  <a:pt x="13177" y="6507"/>
                </a:lnTo>
                <a:cubicBezTo>
                  <a:pt x="13005" y="6507"/>
                  <a:pt x="12860" y="6350"/>
                  <a:pt x="12832" y="6130"/>
                </a:cubicBezTo>
                <a:close/>
                <a:moveTo>
                  <a:pt x="16638" y="417"/>
                </a:moveTo>
                <a:cubicBezTo>
                  <a:pt x="16307" y="797"/>
                  <a:pt x="16071" y="1847"/>
                  <a:pt x="16179" y="2367"/>
                </a:cubicBezTo>
                <a:cubicBezTo>
                  <a:pt x="16220" y="2610"/>
                  <a:pt x="16453" y="2396"/>
                  <a:pt x="16506" y="2246"/>
                </a:cubicBezTo>
                <a:cubicBezTo>
                  <a:pt x="16617" y="1932"/>
                  <a:pt x="16636" y="1424"/>
                  <a:pt x="16972" y="969"/>
                </a:cubicBezTo>
                <a:cubicBezTo>
                  <a:pt x="17089" y="811"/>
                  <a:pt x="17243" y="749"/>
                  <a:pt x="17270" y="612"/>
                </a:cubicBezTo>
                <a:cubicBezTo>
                  <a:pt x="17319" y="364"/>
                  <a:pt x="17003" y="-3"/>
                  <a:pt x="16638" y="417"/>
                </a:cubicBezTo>
                <a:close/>
                <a:moveTo>
                  <a:pt x="13448" y="118"/>
                </a:moveTo>
                <a:cubicBezTo>
                  <a:pt x="14548" y="-203"/>
                  <a:pt x="15811" y="96"/>
                  <a:pt x="15912" y="1476"/>
                </a:cubicBezTo>
                <a:cubicBezTo>
                  <a:pt x="15915" y="1520"/>
                  <a:pt x="15893" y="1560"/>
                  <a:pt x="15859" y="1574"/>
                </a:cubicBezTo>
                <a:cubicBezTo>
                  <a:pt x="14460" y="2121"/>
                  <a:pt x="13668" y="1415"/>
                  <a:pt x="13392" y="235"/>
                </a:cubicBezTo>
                <a:cubicBezTo>
                  <a:pt x="13386" y="210"/>
                  <a:pt x="13389" y="185"/>
                  <a:pt x="13400" y="162"/>
                </a:cubicBezTo>
                <a:cubicBezTo>
                  <a:pt x="13410" y="139"/>
                  <a:pt x="13427" y="124"/>
                  <a:pt x="13448" y="118"/>
                </a:cubicBezTo>
                <a:close/>
                <a:moveTo>
                  <a:pt x="5283" y="9101"/>
                </a:moveTo>
                <a:lnTo>
                  <a:pt x="4895" y="8785"/>
                </a:lnTo>
                <a:cubicBezTo>
                  <a:pt x="4645" y="8582"/>
                  <a:pt x="4312" y="8677"/>
                  <a:pt x="4154" y="8998"/>
                </a:cubicBezTo>
                <a:lnTo>
                  <a:pt x="83" y="17255"/>
                </a:lnTo>
                <a:cubicBezTo>
                  <a:pt x="-75" y="17576"/>
                  <a:pt x="0" y="18004"/>
                  <a:pt x="249" y="18207"/>
                </a:cubicBezTo>
                <a:lnTo>
                  <a:pt x="637" y="18523"/>
                </a:lnTo>
                <a:cubicBezTo>
                  <a:pt x="886" y="18726"/>
                  <a:pt x="1220" y="18630"/>
                  <a:pt x="1378" y="18310"/>
                </a:cubicBezTo>
                <a:lnTo>
                  <a:pt x="5449" y="10053"/>
                </a:lnTo>
                <a:cubicBezTo>
                  <a:pt x="5607" y="9732"/>
                  <a:pt x="5532" y="9304"/>
                  <a:pt x="5283" y="9101"/>
                </a:cubicBezTo>
                <a:close/>
                <a:moveTo>
                  <a:pt x="16167" y="9101"/>
                </a:moveTo>
                <a:lnTo>
                  <a:pt x="16555" y="8785"/>
                </a:lnTo>
                <a:cubicBezTo>
                  <a:pt x="16805" y="8582"/>
                  <a:pt x="17138" y="8677"/>
                  <a:pt x="17296" y="8998"/>
                </a:cubicBezTo>
                <a:lnTo>
                  <a:pt x="21367" y="17255"/>
                </a:lnTo>
                <a:cubicBezTo>
                  <a:pt x="21525" y="17576"/>
                  <a:pt x="21450" y="18004"/>
                  <a:pt x="21201" y="18207"/>
                </a:cubicBezTo>
                <a:lnTo>
                  <a:pt x="20813" y="18523"/>
                </a:lnTo>
                <a:cubicBezTo>
                  <a:pt x="20564" y="18726"/>
                  <a:pt x="20230" y="18630"/>
                  <a:pt x="20072" y="18310"/>
                </a:cubicBezTo>
                <a:lnTo>
                  <a:pt x="16001" y="10053"/>
                </a:lnTo>
                <a:cubicBezTo>
                  <a:pt x="15843" y="9732"/>
                  <a:pt x="15918" y="9304"/>
                  <a:pt x="16167" y="9101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60" name="Freeform 736"/>
          <p:cNvSpPr/>
          <p:nvPr/>
        </p:nvSpPr>
        <p:spPr>
          <a:xfrm>
            <a:off x="7539098" y="12216710"/>
            <a:ext cx="508001" cy="508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223" fill="norm" stroke="1" extrusionOk="0">
                <a:moveTo>
                  <a:pt x="708" y="4156"/>
                </a:moveTo>
                <a:lnTo>
                  <a:pt x="7921" y="4156"/>
                </a:lnTo>
                <a:cubicBezTo>
                  <a:pt x="8293" y="4156"/>
                  <a:pt x="8596" y="4454"/>
                  <a:pt x="8596" y="4819"/>
                </a:cubicBezTo>
                <a:lnTo>
                  <a:pt x="8596" y="7348"/>
                </a:lnTo>
                <a:cubicBezTo>
                  <a:pt x="8596" y="7713"/>
                  <a:pt x="8293" y="8011"/>
                  <a:pt x="7921" y="8011"/>
                </a:cubicBezTo>
                <a:lnTo>
                  <a:pt x="708" y="8011"/>
                </a:lnTo>
                <a:cubicBezTo>
                  <a:pt x="319" y="8011"/>
                  <a:pt x="0" y="7698"/>
                  <a:pt x="0" y="7315"/>
                </a:cubicBezTo>
                <a:lnTo>
                  <a:pt x="0" y="4852"/>
                </a:lnTo>
                <a:cubicBezTo>
                  <a:pt x="0" y="4469"/>
                  <a:pt x="319" y="4156"/>
                  <a:pt x="708" y="4156"/>
                </a:cubicBezTo>
                <a:close/>
                <a:moveTo>
                  <a:pt x="10034" y="4042"/>
                </a:moveTo>
                <a:lnTo>
                  <a:pt x="11566" y="4042"/>
                </a:lnTo>
                <a:cubicBezTo>
                  <a:pt x="11800" y="4042"/>
                  <a:pt x="11991" y="4230"/>
                  <a:pt x="11991" y="4460"/>
                </a:cubicBezTo>
                <a:lnTo>
                  <a:pt x="11991" y="20805"/>
                </a:lnTo>
                <a:cubicBezTo>
                  <a:pt x="11991" y="21035"/>
                  <a:pt x="11800" y="21223"/>
                  <a:pt x="11566" y="21223"/>
                </a:cubicBezTo>
                <a:lnTo>
                  <a:pt x="10034" y="21223"/>
                </a:lnTo>
                <a:cubicBezTo>
                  <a:pt x="9800" y="21223"/>
                  <a:pt x="9609" y="21035"/>
                  <a:pt x="9609" y="20805"/>
                </a:cubicBezTo>
                <a:lnTo>
                  <a:pt x="9609" y="4460"/>
                </a:lnTo>
                <a:cubicBezTo>
                  <a:pt x="9609" y="4230"/>
                  <a:pt x="9800" y="4042"/>
                  <a:pt x="10034" y="4042"/>
                </a:cubicBezTo>
                <a:close/>
                <a:moveTo>
                  <a:pt x="5464" y="3278"/>
                </a:moveTo>
                <a:lnTo>
                  <a:pt x="4979" y="2605"/>
                </a:lnTo>
                <a:cubicBezTo>
                  <a:pt x="4201" y="1255"/>
                  <a:pt x="5138" y="-377"/>
                  <a:pt x="7109" y="78"/>
                </a:cubicBezTo>
                <a:cubicBezTo>
                  <a:pt x="7544" y="182"/>
                  <a:pt x="8270" y="672"/>
                  <a:pt x="9019" y="1253"/>
                </a:cubicBezTo>
                <a:cubicBezTo>
                  <a:pt x="9159" y="1361"/>
                  <a:pt x="9191" y="1555"/>
                  <a:pt x="9095" y="1701"/>
                </a:cubicBezTo>
                <a:cubicBezTo>
                  <a:pt x="8991" y="1858"/>
                  <a:pt x="8910" y="2030"/>
                  <a:pt x="8854" y="2214"/>
                </a:cubicBezTo>
                <a:cubicBezTo>
                  <a:pt x="8821" y="2326"/>
                  <a:pt x="8739" y="2406"/>
                  <a:pt x="8625" y="2440"/>
                </a:cubicBezTo>
                <a:cubicBezTo>
                  <a:pt x="8511" y="2474"/>
                  <a:pt x="8398" y="2452"/>
                  <a:pt x="8306" y="2378"/>
                </a:cubicBezTo>
                <a:cubicBezTo>
                  <a:pt x="7705" y="1890"/>
                  <a:pt x="7111" y="1464"/>
                  <a:pt x="6787" y="1387"/>
                </a:cubicBezTo>
                <a:cubicBezTo>
                  <a:pt x="6638" y="1351"/>
                  <a:pt x="6501" y="1375"/>
                  <a:pt x="6393" y="1435"/>
                </a:cubicBezTo>
                <a:cubicBezTo>
                  <a:pt x="6226" y="1528"/>
                  <a:pt x="6064" y="1754"/>
                  <a:pt x="6171" y="1940"/>
                </a:cubicBezTo>
                <a:lnTo>
                  <a:pt x="6854" y="2887"/>
                </a:lnTo>
                <a:cubicBezTo>
                  <a:pt x="6931" y="2992"/>
                  <a:pt x="6940" y="3122"/>
                  <a:pt x="6880" y="3237"/>
                </a:cubicBezTo>
                <a:cubicBezTo>
                  <a:pt x="6819" y="3352"/>
                  <a:pt x="6706" y="3420"/>
                  <a:pt x="6575" y="3420"/>
                </a:cubicBezTo>
                <a:lnTo>
                  <a:pt x="5745" y="3421"/>
                </a:lnTo>
                <a:cubicBezTo>
                  <a:pt x="5629" y="3421"/>
                  <a:pt x="5530" y="3371"/>
                  <a:pt x="5464" y="3278"/>
                </a:cubicBezTo>
                <a:close/>
                <a:moveTo>
                  <a:pt x="12581" y="1253"/>
                </a:moveTo>
                <a:cubicBezTo>
                  <a:pt x="13330" y="672"/>
                  <a:pt x="14056" y="182"/>
                  <a:pt x="14491" y="78"/>
                </a:cubicBezTo>
                <a:cubicBezTo>
                  <a:pt x="16462" y="-377"/>
                  <a:pt x="17399" y="1255"/>
                  <a:pt x="16621" y="2605"/>
                </a:cubicBezTo>
                <a:lnTo>
                  <a:pt x="16136" y="3278"/>
                </a:lnTo>
                <a:cubicBezTo>
                  <a:pt x="16070" y="3371"/>
                  <a:pt x="15971" y="3421"/>
                  <a:pt x="15855" y="3421"/>
                </a:cubicBezTo>
                <a:lnTo>
                  <a:pt x="15025" y="3420"/>
                </a:lnTo>
                <a:cubicBezTo>
                  <a:pt x="14894" y="3420"/>
                  <a:pt x="14781" y="3352"/>
                  <a:pt x="14720" y="3237"/>
                </a:cubicBezTo>
                <a:cubicBezTo>
                  <a:pt x="14660" y="3122"/>
                  <a:pt x="14669" y="2992"/>
                  <a:pt x="14746" y="2887"/>
                </a:cubicBezTo>
                <a:lnTo>
                  <a:pt x="15429" y="1940"/>
                </a:lnTo>
                <a:cubicBezTo>
                  <a:pt x="15536" y="1754"/>
                  <a:pt x="15374" y="1528"/>
                  <a:pt x="15207" y="1435"/>
                </a:cubicBezTo>
                <a:cubicBezTo>
                  <a:pt x="15099" y="1375"/>
                  <a:pt x="14962" y="1351"/>
                  <a:pt x="14813" y="1387"/>
                </a:cubicBezTo>
                <a:cubicBezTo>
                  <a:pt x="14489" y="1464"/>
                  <a:pt x="13895" y="1890"/>
                  <a:pt x="13294" y="2378"/>
                </a:cubicBezTo>
                <a:cubicBezTo>
                  <a:pt x="13202" y="2452"/>
                  <a:pt x="13089" y="2474"/>
                  <a:pt x="12975" y="2440"/>
                </a:cubicBezTo>
                <a:cubicBezTo>
                  <a:pt x="12861" y="2406"/>
                  <a:pt x="12780" y="2326"/>
                  <a:pt x="12746" y="2214"/>
                </a:cubicBezTo>
                <a:cubicBezTo>
                  <a:pt x="12690" y="2030"/>
                  <a:pt x="12609" y="1858"/>
                  <a:pt x="12505" y="1701"/>
                </a:cubicBezTo>
                <a:cubicBezTo>
                  <a:pt x="12409" y="1554"/>
                  <a:pt x="12441" y="1361"/>
                  <a:pt x="12581" y="1253"/>
                </a:cubicBezTo>
                <a:close/>
                <a:moveTo>
                  <a:pt x="2869" y="8819"/>
                </a:moveTo>
                <a:lnTo>
                  <a:pt x="8596" y="8819"/>
                </a:lnTo>
                <a:lnTo>
                  <a:pt x="8596" y="20477"/>
                </a:lnTo>
                <a:cubicBezTo>
                  <a:pt x="8596" y="20660"/>
                  <a:pt x="8445" y="20808"/>
                  <a:pt x="8259" y="20808"/>
                </a:cubicBezTo>
                <a:lnTo>
                  <a:pt x="3940" y="20808"/>
                </a:lnTo>
                <a:cubicBezTo>
                  <a:pt x="2979" y="20808"/>
                  <a:pt x="2194" y="20037"/>
                  <a:pt x="2194" y="19093"/>
                </a:cubicBezTo>
                <a:lnTo>
                  <a:pt x="2194" y="9482"/>
                </a:lnTo>
                <a:cubicBezTo>
                  <a:pt x="2194" y="9117"/>
                  <a:pt x="2498" y="8819"/>
                  <a:pt x="2869" y="8819"/>
                </a:cubicBezTo>
                <a:close/>
                <a:moveTo>
                  <a:pt x="10800" y="1333"/>
                </a:moveTo>
                <a:cubicBezTo>
                  <a:pt x="11500" y="1333"/>
                  <a:pt x="12074" y="1863"/>
                  <a:pt x="12129" y="2537"/>
                </a:cubicBezTo>
                <a:cubicBezTo>
                  <a:pt x="12144" y="2728"/>
                  <a:pt x="12084" y="2899"/>
                  <a:pt x="11952" y="3040"/>
                </a:cubicBezTo>
                <a:cubicBezTo>
                  <a:pt x="11819" y="3181"/>
                  <a:pt x="11651" y="3253"/>
                  <a:pt x="11456" y="3253"/>
                </a:cubicBezTo>
                <a:lnTo>
                  <a:pt x="10144" y="3253"/>
                </a:lnTo>
                <a:cubicBezTo>
                  <a:pt x="9949" y="3253"/>
                  <a:pt x="9781" y="3181"/>
                  <a:pt x="9648" y="3040"/>
                </a:cubicBezTo>
                <a:cubicBezTo>
                  <a:pt x="9516" y="2899"/>
                  <a:pt x="9456" y="2728"/>
                  <a:pt x="9471" y="2537"/>
                </a:cubicBezTo>
                <a:cubicBezTo>
                  <a:pt x="9526" y="1863"/>
                  <a:pt x="10100" y="1333"/>
                  <a:pt x="10800" y="1333"/>
                </a:cubicBezTo>
                <a:close/>
                <a:moveTo>
                  <a:pt x="13004" y="8819"/>
                </a:moveTo>
                <a:lnTo>
                  <a:pt x="18731" y="8819"/>
                </a:lnTo>
                <a:cubicBezTo>
                  <a:pt x="19102" y="8819"/>
                  <a:pt x="19406" y="9117"/>
                  <a:pt x="19406" y="9482"/>
                </a:cubicBezTo>
                <a:lnTo>
                  <a:pt x="19406" y="19093"/>
                </a:lnTo>
                <a:cubicBezTo>
                  <a:pt x="19406" y="20037"/>
                  <a:pt x="18621" y="20808"/>
                  <a:pt x="17660" y="20808"/>
                </a:cubicBezTo>
                <a:lnTo>
                  <a:pt x="13341" y="20808"/>
                </a:lnTo>
                <a:cubicBezTo>
                  <a:pt x="13155" y="20808"/>
                  <a:pt x="13004" y="20660"/>
                  <a:pt x="13004" y="20477"/>
                </a:cubicBezTo>
                <a:lnTo>
                  <a:pt x="13004" y="8819"/>
                </a:lnTo>
                <a:close/>
                <a:moveTo>
                  <a:pt x="13679" y="4156"/>
                </a:moveTo>
                <a:lnTo>
                  <a:pt x="20892" y="4156"/>
                </a:lnTo>
                <a:cubicBezTo>
                  <a:pt x="21281" y="4156"/>
                  <a:pt x="21600" y="4469"/>
                  <a:pt x="21600" y="4852"/>
                </a:cubicBezTo>
                <a:lnTo>
                  <a:pt x="21600" y="7315"/>
                </a:lnTo>
                <a:cubicBezTo>
                  <a:pt x="21600" y="7698"/>
                  <a:pt x="21281" y="8011"/>
                  <a:pt x="20892" y="8011"/>
                </a:cubicBezTo>
                <a:lnTo>
                  <a:pt x="13679" y="8011"/>
                </a:lnTo>
                <a:cubicBezTo>
                  <a:pt x="13307" y="8011"/>
                  <a:pt x="13004" y="7713"/>
                  <a:pt x="13004" y="7348"/>
                </a:cubicBezTo>
                <a:lnTo>
                  <a:pt x="13004" y="4819"/>
                </a:lnTo>
                <a:cubicBezTo>
                  <a:pt x="13004" y="4454"/>
                  <a:pt x="13307" y="4156"/>
                  <a:pt x="13679" y="4156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61" name="Freeform 748"/>
          <p:cNvSpPr/>
          <p:nvPr/>
        </p:nvSpPr>
        <p:spPr>
          <a:xfrm>
            <a:off x="11954868" y="11105079"/>
            <a:ext cx="508001" cy="530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782" h="21532" fill="norm" stroke="1" extrusionOk="0">
                <a:moveTo>
                  <a:pt x="7191" y="4499"/>
                </a:moveTo>
                <a:lnTo>
                  <a:pt x="12679" y="4499"/>
                </a:lnTo>
                <a:lnTo>
                  <a:pt x="13180" y="3759"/>
                </a:lnTo>
                <a:cubicBezTo>
                  <a:pt x="13590" y="3120"/>
                  <a:pt x="14041" y="2509"/>
                  <a:pt x="14432" y="1857"/>
                </a:cubicBezTo>
                <a:cubicBezTo>
                  <a:pt x="14617" y="1548"/>
                  <a:pt x="14965" y="1042"/>
                  <a:pt x="14828" y="650"/>
                </a:cubicBezTo>
                <a:cubicBezTo>
                  <a:pt x="14730" y="370"/>
                  <a:pt x="14480" y="274"/>
                  <a:pt x="14212" y="226"/>
                </a:cubicBezTo>
                <a:cubicBezTo>
                  <a:pt x="14019" y="191"/>
                  <a:pt x="13028" y="-68"/>
                  <a:pt x="12629" y="16"/>
                </a:cubicBezTo>
                <a:cubicBezTo>
                  <a:pt x="12274" y="92"/>
                  <a:pt x="11946" y="266"/>
                  <a:pt x="11606" y="388"/>
                </a:cubicBezTo>
                <a:cubicBezTo>
                  <a:pt x="11127" y="560"/>
                  <a:pt x="10596" y="705"/>
                  <a:pt x="10070" y="675"/>
                </a:cubicBezTo>
                <a:cubicBezTo>
                  <a:pt x="9616" y="649"/>
                  <a:pt x="9100" y="589"/>
                  <a:pt x="8672" y="429"/>
                </a:cubicBezTo>
                <a:cubicBezTo>
                  <a:pt x="8317" y="296"/>
                  <a:pt x="7974" y="101"/>
                  <a:pt x="7598" y="34"/>
                </a:cubicBezTo>
                <a:cubicBezTo>
                  <a:pt x="7274" y="-23"/>
                  <a:pt x="6093" y="146"/>
                  <a:pt x="5855" y="188"/>
                </a:cubicBezTo>
                <a:cubicBezTo>
                  <a:pt x="4182" y="486"/>
                  <a:pt x="5399" y="1802"/>
                  <a:pt x="6690" y="3759"/>
                </a:cubicBezTo>
                <a:lnTo>
                  <a:pt x="7191" y="4499"/>
                </a:lnTo>
                <a:close/>
                <a:moveTo>
                  <a:pt x="19281" y="14873"/>
                </a:moveTo>
                <a:cubicBezTo>
                  <a:pt x="17874" y="11522"/>
                  <a:pt x="15327" y="7868"/>
                  <a:pt x="12658" y="6105"/>
                </a:cubicBezTo>
                <a:lnTo>
                  <a:pt x="7122" y="6105"/>
                </a:lnTo>
                <a:cubicBezTo>
                  <a:pt x="4454" y="7869"/>
                  <a:pt x="1908" y="11523"/>
                  <a:pt x="501" y="14873"/>
                </a:cubicBezTo>
                <a:cubicBezTo>
                  <a:pt x="-909" y="18232"/>
                  <a:pt x="783" y="21532"/>
                  <a:pt x="4006" y="21532"/>
                </a:cubicBezTo>
                <a:lnTo>
                  <a:pt x="15776" y="21532"/>
                </a:lnTo>
                <a:cubicBezTo>
                  <a:pt x="18999" y="21532"/>
                  <a:pt x="20691" y="18232"/>
                  <a:pt x="19281" y="14873"/>
                </a:cubicBezTo>
                <a:close/>
                <a:moveTo>
                  <a:pt x="10405" y="17915"/>
                </a:moveTo>
                <a:lnTo>
                  <a:pt x="10405" y="19275"/>
                </a:lnTo>
                <a:lnTo>
                  <a:pt x="9358" y="19275"/>
                </a:lnTo>
                <a:lnTo>
                  <a:pt x="9358" y="17995"/>
                </a:lnTo>
                <a:cubicBezTo>
                  <a:pt x="8553" y="17968"/>
                  <a:pt x="7749" y="17731"/>
                  <a:pt x="7289" y="17414"/>
                </a:cubicBezTo>
                <a:lnTo>
                  <a:pt x="7634" y="16172"/>
                </a:lnTo>
                <a:cubicBezTo>
                  <a:pt x="8132" y="16476"/>
                  <a:pt x="8847" y="16753"/>
                  <a:pt x="9626" y="16753"/>
                </a:cubicBezTo>
                <a:cubicBezTo>
                  <a:pt x="10431" y="16753"/>
                  <a:pt x="10980" y="16344"/>
                  <a:pt x="10980" y="15710"/>
                </a:cubicBezTo>
                <a:cubicBezTo>
                  <a:pt x="10980" y="15116"/>
                  <a:pt x="10533" y="14733"/>
                  <a:pt x="9588" y="14376"/>
                </a:cubicBezTo>
                <a:cubicBezTo>
                  <a:pt x="8246" y="13875"/>
                  <a:pt x="7378" y="13241"/>
                  <a:pt x="7378" y="12013"/>
                </a:cubicBezTo>
                <a:cubicBezTo>
                  <a:pt x="7378" y="10877"/>
                  <a:pt x="8144" y="10006"/>
                  <a:pt x="9434" y="9768"/>
                </a:cubicBezTo>
                <a:lnTo>
                  <a:pt x="9434" y="8474"/>
                </a:lnTo>
                <a:lnTo>
                  <a:pt x="10482" y="8474"/>
                </a:lnTo>
                <a:lnTo>
                  <a:pt x="10482" y="9702"/>
                </a:lnTo>
                <a:cubicBezTo>
                  <a:pt x="11286" y="9728"/>
                  <a:pt x="11836" y="9926"/>
                  <a:pt x="12245" y="10138"/>
                </a:cubicBezTo>
                <a:lnTo>
                  <a:pt x="11900" y="11352"/>
                </a:lnTo>
                <a:cubicBezTo>
                  <a:pt x="11593" y="11207"/>
                  <a:pt x="11031" y="10903"/>
                  <a:pt x="10163" y="10903"/>
                </a:cubicBezTo>
                <a:cubicBezTo>
                  <a:pt x="9269" y="10903"/>
                  <a:pt x="8949" y="11379"/>
                  <a:pt x="8949" y="11828"/>
                </a:cubicBezTo>
                <a:cubicBezTo>
                  <a:pt x="8949" y="12369"/>
                  <a:pt x="9409" y="12673"/>
                  <a:pt x="10495" y="13122"/>
                </a:cubicBezTo>
                <a:cubicBezTo>
                  <a:pt x="11925" y="13676"/>
                  <a:pt x="12564" y="14390"/>
                  <a:pt x="12564" y="15565"/>
                </a:cubicBezTo>
                <a:cubicBezTo>
                  <a:pt x="12564" y="16688"/>
                  <a:pt x="11811" y="17678"/>
                  <a:pt x="10405" y="1791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62" name="Freeform 760"/>
          <p:cNvSpPr/>
          <p:nvPr/>
        </p:nvSpPr>
        <p:spPr>
          <a:xfrm>
            <a:off x="1965933" y="10056717"/>
            <a:ext cx="508001" cy="3865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0" h="21600" fill="norm" stroke="1" extrusionOk="0">
                <a:moveTo>
                  <a:pt x="266" y="3181"/>
                </a:moveTo>
                <a:cubicBezTo>
                  <a:pt x="120" y="3181"/>
                  <a:pt x="0" y="3025"/>
                  <a:pt x="0" y="2830"/>
                </a:cubicBezTo>
                <a:cubicBezTo>
                  <a:pt x="0" y="2635"/>
                  <a:pt x="120" y="2479"/>
                  <a:pt x="266" y="2479"/>
                </a:cubicBezTo>
                <a:lnTo>
                  <a:pt x="2090" y="2479"/>
                </a:lnTo>
                <a:cubicBezTo>
                  <a:pt x="2078" y="2594"/>
                  <a:pt x="2073" y="2711"/>
                  <a:pt x="2073" y="2830"/>
                </a:cubicBezTo>
                <a:cubicBezTo>
                  <a:pt x="2073" y="2950"/>
                  <a:pt x="2079" y="3066"/>
                  <a:pt x="2090" y="3181"/>
                </a:cubicBezTo>
                <a:close/>
                <a:moveTo>
                  <a:pt x="17107" y="0"/>
                </a:moveTo>
                <a:lnTo>
                  <a:pt x="21367" y="0"/>
                </a:lnTo>
                <a:cubicBezTo>
                  <a:pt x="21449" y="0"/>
                  <a:pt x="21519" y="27"/>
                  <a:pt x="21560" y="77"/>
                </a:cubicBezTo>
                <a:cubicBezTo>
                  <a:pt x="21600" y="126"/>
                  <a:pt x="21600" y="183"/>
                  <a:pt x="21560" y="232"/>
                </a:cubicBezTo>
                <a:lnTo>
                  <a:pt x="19429" y="2787"/>
                </a:lnTo>
                <a:lnTo>
                  <a:pt x="18194" y="4200"/>
                </a:lnTo>
                <a:lnTo>
                  <a:pt x="18137" y="8828"/>
                </a:lnTo>
                <a:lnTo>
                  <a:pt x="16077" y="10617"/>
                </a:lnTo>
                <a:lnTo>
                  <a:pt x="16019" y="4200"/>
                </a:lnTo>
                <a:lnTo>
                  <a:pt x="14784" y="2787"/>
                </a:lnTo>
                <a:lnTo>
                  <a:pt x="12654" y="231"/>
                </a:lnTo>
                <a:cubicBezTo>
                  <a:pt x="12613" y="183"/>
                  <a:pt x="12613" y="127"/>
                  <a:pt x="12654" y="77"/>
                </a:cubicBezTo>
                <a:cubicBezTo>
                  <a:pt x="12694" y="28"/>
                  <a:pt x="12764" y="0"/>
                  <a:pt x="12846" y="0"/>
                </a:cubicBezTo>
                <a:close/>
                <a:moveTo>
                  <a:pt x="5997" y="17607"/>
                </a:moveTo>
                <a:cubicBezTo>
                  <a:pt x="6832" y="17607"/>
                  <a:pt x="7510" y="18501"/>
                  <a:pt x="7510" y="19603"/>
                </a:cubicBezTo>
                <a:cubicBezTo>
                  <a:pt x="7510" y="20706"/>
                  <a:pt x="6832" y="21600"/>
                  <a:pt x="5997" y="21600"/>
                </a:cubicBezTo>
                <a:cubicBezTo>
                  <a:pt x="5161" y="21600"/>
                  <a:pt x="4484" y="20706"/>
                  <a:pt x="4484" y="19603"/>
                </a:cubicBezTo>
                <a:cubicBezTo>
                  <a:pt x="4483" y="18501"/>
                  <a:pt x="5161" y="17607"/>
                  <a:pt x="5997" y="17607"/>
                </a:cubicBezTo>
                <a:close/>
                <a:moveTo>
                  <a:pt x="14007" y="12015"/>
                </a:moveTo>
                <a:cubicBezTo>
                  <a:pt x="14842" y="12015"/>
                  <a:pt x="15520" y="12909"/>
                  <a:pt x="15520" y="14012"/>
                </a:cubicBezTo>
                <a:cubicBezTo>
                  <a:pt x="15520" y="15114"/>
                  <a:pt x="14842" y="16008"/>
                  <a:pt x="14007" y="16008"/>
                </a:cubicBezTo>
                <a:cubicBezTo>
                  <a:pt x="13171" y="16008"/>
                  <a:pt x="12493" y="15114"/>
                  <a:pt x="12493" y="14012"/>
                </a:cubicBezTo>
                <a:cubicBezTo>
                  <a:pt x="12493" y="12910"/>
                  <a:pt x="13171" y="12015"/>
                  <a:pt x="14007" y="12015"/>
                </a:cubicBezTo>
                <a:close/>
                <a:moveTo>
                  <a:pt x="9093" y="6424"/>
                </a:moveTo>
                <a:cubicBezTo>
                  <a:pt x="9929" y="6424"/>
                  <a:pt x="10606" y="7318"/>
                  <a:pt x="10606" y="8421"/>
                </a:cubicBezTo>
                <a:cubicBezTo>
                  <a:pt x="10606" y="9524"/>
                  <a:pt x="9929" y="10417"/>
                  <a:pt x="9093" y="10417"/>
                </a:cubicBezTo>
                <a:cubicBezTo>
                  <a:pt x="8257" y="10417"/>
                  <a:pt x="7580" y="9524"/>
                  <a:pt x="7580" y="8421"/>
                </a:cubicBezTo>
                <a:cubicBezTo>
                  <a:pt x="7579" y="7318"/>
                  <a:pt x="8257" y="6424"/>
                  <a:pt x="9093" y="6424"/>
                </a:cubicBezTo>
                <a:close/>
                <a:moveTo>
                  <a:pt x="4119" y="832"/>
                </a:moveTo>
                <a:cubicBezTo>
                  <a:pt x="4955" y="832"/>
                  <a:pt x="5632" y="1726"/>
                  <a:pt x="5632" y="2829"/>
                </a:cubicBezTo>
                <a:cubicBezTo>
                  <a:pt x="5632" y="3932"/>
                  <a:pt x="4955" y="4826"/>
                  <a:pt x="4119" y="4826"/>
                </a:cubicBezTo>
                <a:cubicBezTo>
                  <a:pt x="3283" y="4826"/>
                  <a:pt x="2606" y="3932"/>
                  <a:pt x="2606" y="2829"/>
                </a:cubicBezTo>
                <a:cubicBezTo>
                  <a:pt x="2606" y="1727"/>
                  <a:pt x="3283" y="832"/>
                  <a:pt x="4119" y="832"/>
                </a:cubicBezTo>
                <a:close/>
                <a:moveTo>
                  <a:pt x="266" y="19956"/>
                </a:moveTo>
                <a:cubicBezTo>
                  <a:pt x="120" y="19956"/>
                  <a:pt x="0" y="19799"/>
                  <a:pt x="0" y="19604"/>
                </a:cubicBezTo>
                <a:cubicBezTo>
                  <a:pt x="0" y="19410"/>
                  <a:pt x="120" y="19253"/>
                  <a:pt x="266" y="19253"/>
                </a:cubicBezTo>
                <a:lnTo>
                  <a:pt x="3967" y="19253"/>
                </a:lnTo>
                <a:cubicBezTo>
                  <a:pt x="3955" y="19368"/>
                  <a:pt x="3950" y="19485"/>
                  <a:pt x="3950" y="19604"/>
                </a:cubicBezTo>
                <a:cubicBezTo>
                  <a:pt x="3950" y="19723"/>
                  <a:pt x="3956" y="19840"/>
                  <a:pt x="3967" y="19955"/>
                </a:cubicBezTo>
                <a:close/>
                <a:moveTo>
                  <a:pt x="8025" y="19253"/>
                </a:moveTo>
                <a:lnTo>
                  <a:pt x="17919" y="19253"/>
                </a:lnTo>
                <a:cubicBezTo>
                  <a:pt x="18066" y="19253"/>
                  <a:pt x="18185" y="19410"/>
                  <a:pt x="18185" y="19604"/>
                </a:cubicBezTo>
                <a:cubicBezTo>
                  <a:pt x="18185" y="19799"/>
                  <a:pt x="18065" y="19955"/>
                  <a:pt x="17919" y="19955"/>
                </a:cubicBezTo>
                <a:lnTo>
                  <a:pt x="8025" y="19956"/>
                </a:lnTo>
                <a:cubicBezTo>
                  <a:pt x="8037" y="19841"/>
                  <a:pt x="8042" y="19724"/>
                  <a:pt x="8042" y="19605"/>
                </a:cubicBezTo>
                <a:cubicBezTo>
                  <a:pt x="8043" y="19485"/>
                  <a:pt x="8037" y="19368"/>
                  <a:pt x="8025" y="19253"/>
                </a:cubicBezTo>
                <a:close/>
                <a:moveTo>
                  <a:pt x="266" y="14364"/>
                </a:moveTo>
                <a:cubicBezTo>
                  <a:pt x="120" y="14364"/>
                  <a:pt x="0" y="14207"/>
                  <a:pt x="0" y="14013"/>
                </a:cubicBezTo>
                <a:cubicBezTo>
                  <a:pt x="0" y="13818"/>
                  <a:pt x="120" y="13662"/>
                  <a:pt x="266" y="13662"/>
                </a:cubicBezTo>
                <a:lnTo>
                  <a:pt x="11977" y="13662"/>
                </a:lnTo>
                <a:cubicBezTo>
                  <a:pt x="11966" y="13777"/>
                  <a:pt x="11960" y="13894"/>
                  <a:pt x="11960" y="14013"/>
                </a:cubicBezTo>
                <a:cubicBezTo>
                  <a:pt x="11960" y="14132"/>
                  <a:pt x="11966" y="14249"/>
                  <a:pt x="11977" y="14364"/>
                </a:cubicBezTo>
                <a:close/>
                <a:moveTo>
                  <a:pt x="16036" y="13662"/>
                </a:moveTo>
                <a:lnTo>
                  <a:pt x="17919" y="13662"/>
                </a:lnTo>
                <a:cubicBezTo>
                  <a:pt x="18067" y="13662"/>
                  <a:pt x="18185" y="13820"/>
                  <a:pt x="18185" y="14013"/>
                </a:cubicBezTo>
                <a:cubicBezTo>
                  <a:pt x="18185" y="14207"/>
                  <a:pt x="18066" y="14364"/>
                  <a:pt x="17919" y="14364"/>
                </a:cubicBezTo>
                <a:lnTo>
                  <a:pt x="16036" y="14364"/>
                </a:lnTo>
                <a:cubicBezTo>
                  <a:pt x="16048" y="14249"/>
                  <a:pt x="16053" y="14132"/>
                  <a:pt x="16053" y="14013"/>
                </a:cubicBezTo>
                <a:cubicBezTo>
                  <a:pt x="16053" y="13893"/>
                  <a:pt x="16047" y="13776"/>
                  <a:pt x="16036" y="13662"/>
                </a:cubicBezTo>
                <a:close/>
                <a:moveTo>
                  <a:pt x="266" y="8774"/>
                </a:moveTo>
                <a:cubicBezTo>
                  <a:pt x="120" y="8774"/>
                  <a:pt x="0" y="8616"/>
                  <a:pt x="0" y="8421"/>
                </a:cubicBezTo>
                <a:cubicBezTo>
                  <a:pt x="0" y="8226"/>
                  <a:pt x="120" y="8070"/>
                  <a:pt x="266" y="8070"/>
                </a:cubicBezTo>
                <a:lnTo>
                  <a:pt x="7064" y="8070"/>
                </a:lnTo>
                <a:cubicBezTo>
                  <a:pt x="7052" y="8185"/>
                  <a:pt x="7047" y="8302"/>
                  <a:pt x="7047" y="8421"/>
                </a:cubicBezTo>
                <a:cubicBezTo>
                  <a:pt x="7047" y="8541"/>
                  <a:pt x="7053" y="8657"/>
                  <a:pt x="7064" y="8772"/>
                </a:cubicBezTo>
                <a:lnTo>
                  <a:pt x="266" y="8772"/>
                </a:lnTo>
                <a:close/>
                <a:moveTo>
                  <a:pt x="11122" y="8070"/>
                </a:moveTo>
                <a:cubicBezTo>
                  <a:pt x="11133" y="8185"/>
                  <a:pt x="11139" y="8302"/>
                  <a:pt x="11139" y="8421"/>
                </a:cubicBezTo>
                <a:cubicBezTo>
                  <a:pt x="11139" y="8541"/>
                  <a:pt x="11132" y="8657"/>
                  <a:pt x="11122" y="8772"/>
                </a:cubicBezTo>
                <a:lnTo>
                  <a:pt x="14981" y="8772"/>
                </a:lnTo>
                <a:cubicBezTo>
                  <a:pt x="15128" y="8772"/>
                  <a:pt x="15247" y="8615"/>
                  <a:pt x="15247" y="8421"/>
                </a:cubicBezTo>
                <a:cubicBezTo>
                  <a:pt x="15247" y="8228"/>
                  <a:pt x="15128" y="8070"/>
                  <a:pt x="14981" y="8070"/>
                </a:cubicBezTo>
                <a:close/>
                <a:moveTo>
                  <a:pt x="6148" y="2479"/>
                </a:moveTo>
                <a:cubicBezTo>
                  <a:pt x="6159" y="2594"/>
                  <a:pt x="6165" y="2712"/>
                  <a:pt x="6165" y="2830"/>
                </a:cubicBezTo>
                <a:cubicBezTo>
                  <a:pt x="6165" y="2950"/>
                  <a:pt x="6159" y="3067"/>
                  <a:pt x="6148" y="3182"/>
                </a:cubicBezTo>
                <a:lnTo>
                  <a:pt x="13219" y="3182"/>
                </a:lnTo>
                <a:cubicBezTo>
                  <a:pt x="13367" y="3182"/>
                  <a:pt x="13486" y="3024"/>
                  <a:pt x="13486" y="2830"/>
                </a:cubicBezTo>
                <a:cubicBezTo>
                  <a:pt x="13486" y="2636"/>
                  <a:pt x="13366" y="2479"/>
                  <a:pt x="13219" y="2479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63" name="Freeform 6"/>
          <p:cNvSpPr/>
          <p:nvPr/>
        </p:nvSpPr>
        <p:spPr>
          <a:xfrm>
            <a:off x="21971555" y="6611870"/>
            <a:ext cx="508001" cy="5048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580" y="2581"/>
                </a:moveTo>
                <a:cubicBezTo>
                  <a:pt x="12555" y="2581"/>
                  <a:pt x="12555" y="2581"/>
                  <a:pt x="12555" y="2581"/>
                </a:cubicBezTo>
                <a:cubicBezTo>
                  <a:pt x="12285" y="1902"/>
                  <a:pt x="11610" y="1358"/>
                  <a:pt x="10665" y="1358"/>
                </a:cubicBezTo>
                <a:cubicBezTo>
                  <a:pt x="9990" y="1358"/>
                  <a:pt x="9990" y="1358"/>
                  <a:pt x="9990" y="1358"/>
                </a:cubicBezTo>
                <a:cubicBezTo>
                  <a:pt x="9990" y="1087"/>
                  <a:pt x="9720" y="815"/>
                  <a:pt x="9450" y="543"/>
                </a:cubicBezTo>
                <a:cubicBezTo>
                  <a:pt x="9180" y="272"/>
                  <a:pt x="8640" y="0"/>
                  <a:pt x="8100" y="0"/>
                </a:cubicBezTo>
                <a:cubicBezTo>
                  <a:pt x="7425" y="0"/>
                  <a:pt x="6615" y="543"/>
                  <a:pt x="6345" y="1358"/>
                </a:cubicBezTo>
                <a:cubicBezTo>
                  <a:pt x="5535" y="1358"/>
                  <a:pt x="5535" y="1358"/>
                  <a:pt x="5535" y="1358"/>
                </a:cubicBezTo>
                <a:cubicBezTo>
                  <a:pt x="4860" y="1358"/>
                  <a:pt x="4050" y="1902"/>
                  <a:pt x="3780" y="2581"/>
                </a:cubicBezTo>
                <a:cubicBezTo>
                  <a:pt x="1755" y="2581"/>
                  <a:pt x="1755" y="2581"/>
                  <a:pt x="1755" y="2581"/>
                </a:cubicBezTo>
                <a:cubicBezTo>
                  <a:pt x="675" y="2581"/>
                  <a:pt x="0" y="3396"/>
                  <a:pt x="0" y="4483"/>
                </a:cubicBezTo>
                <a:cubicBezTo>
                  <a:pt x="0" y="19698"/>
                  <a:pt x="0" y="19698"/>
                  <a:pt x="0" y="19698"/>
                </a:cubicBezTo>
                <a:cubicBezTo>
                  <a:pt x="0" y="20785"/>
                  <a:pt x="810" y="21600"/>
                  <a:pt x="1755" y="21600"/>
                </a:cubicBezTo>
                <a:cubicBezTo>
                  <a:pt x="14445" y="21600"/>
                  <a:pt x="14445" y="21600"/>
                  <a:pt x="14445" y="21600"/>
                </a:cubicBezTo>
                <a:cubicBezTo>
                  <a:pt x="15525" y="21600"/>
                  <a:pt x="16335" y="20649"/>
                  <a:pt x="16335" y="19698"/>
                </a:cubicBezTo>
                <a:cubicBezTo>
                  <a:pt x="16335" y="4483"/>
                  <a:pt x="16335" y="4483"/>
                  <a:pt x="16335" y="4483"/>
                </a:cubicBezTo>
                <a:cubicBezTo>
                  <a:pt x="16470" y="3396"/>
                  <a:pt x="15525" y="2581"/>
                  <a:pt x="14580" y="2581"/>
                </a:cubicBezTo>
                <a:close/>
                <a:moveTo>
                  <a:pt x="5670" y="2581"/>
                </a:moveTo>
                <a:cubicBezTo>
                  <a:pt x="6885" y="2581"/>
                  <a:pt x="6885" y="2581"/>
                  <a:pt x="6885" y="2581"/>
                </a:cubicBezTo>
                <a:cubicBezTo>
                  <a:pt x="7290" y="2581"/>
                  <a:pt x="7560" y="2309"/>
                  <a:pt x="7560" y="1902"/>
                </a:cubicBezTo>
                <a:cubicBezTo>
                  <a:pt x="7560" y="1630"/>
                  <a:pt x="7830" y="1358"/>
                  <a:pt x="8235" y="1358"/>
                </a:cubicBezTo>
                <a:cubicBezTo>
                  <a:pt x="8640" y="1358"/>
                  <a:pt x="8910" y="1630"/>
                  <a:pt x="8910" y="1902"/>
                </a:cubicBezTo>
                <a:cubicBezTo>
                  <a:pt x="8910" y="2309"/>
                  <a:pt x="9180" y="2581"/>
                  <a:pt x="9450" y="2581"/>
                </a:cubicBezTo>
                <a:cubicBezTo>
                  <a:pt x="10800" y="2581"/>
                  <a:pt x="10800" y="2581"/>
                  <a:pt x="10800" y="2581"/>
                </a:cubicBezTo>
                <a:cubicBezTo>
                  <a:pt x="11205" y="2581"/>
                  <a:pt x="11475" y="2853"/>
                  <a:pt x="11475" y="3260"/>
                </a:cubicBezTo>
                <a:cubicBezTo>
                  <a:pt x="11475" y="3668"/>
                  <a:pt x="11205" y="3940"/>
                  <a:pt x="10800" y="3940"/>
                </a:cubicBezTo>
                <a:cubicBezTo>
                  <a:pt x="5670" y="3940"/>
                  <a:pt x="5670" y="3940"/>
                  <a:pt x="5670" y="3940"/>
                </a:cubicBezTo>
                <a:cubicBezTo>
                  <a:pt x="5265" y="3940"/>
                  <a:pt x="4995" y="3668"/>
                  <a:pt x="4995" y="3260"/>
                </a:cubicBezTo>
                <a:cubicBezTo>
                  <a:pt x="4995" y="2853"/>
                  <a:pt x="5265" y="2581"/>
                  <a:pt x="5670" y="2581"/>
                </a:cubicBezTo>
                <a:close/>
                <a:moveTo>
                  <a:pt x="15255" y="19698"/>
                </a:moveTo>
                <a:cubicBezTo>
                  <a:pt x="15120" y="19698"/>
                  <a:pt x="15120" y="19698"/>
                  <a:pt x="15120" y="19698"/>
                </a:cubicBezTo>
                <a:cubicBezTo>
                  <a:pt x="15120" y="20106"/>
                  <a:pt x="14850" y="20377"/>
                  <a:pt x="14580" y="20377"/>
                </a:cubicBezTo>
                <a:cubicBezTo>
                  <a:pt x="1890" y="20377"/>
                  <a:pt x="1890" y="20377"/>
                  <a:pt x="1890" y="20377"/>
                </a:cubicBezTo>
                <a:cubicBezTo>
                  <a:pt x="1485" y="20377"/>
                  <a:pt x="1215" y="20106"/>
                  <a:pt x="1215" y="19698"/>
                </a:cubicBezTo>
                <a:cubicBezTo>
                  <a:pt x="1215" y="4483"/>
                  <a:pt x="1215" y="4483"/>
                  <a:pt x="1215" y="4483"/>
                </a:cubicBezTo>
                <a:cubicBezTo>
                  <a:pt x="1215" y="4211"/>
                  <a:pt x="1485" y="3804"/>
                  <a:pt x="1890" y="3804"/>
                </a:cubicBezTo>
                <a:cubicBezTo>
                  <a:pt x="3780" y="3804"/>
                  <a:pt x="3780" y="3804"/>
                  <a:pt x="3780" y="3804"/>
                </a:cubicBezTo>
                <a:cubicBezTo>
                  <a:pt x="4185" y="4483"/>
                  <a:pt x="4725" y="5162"/>
                  <a:pt x="5670" y="5162"/>
                </a:cubicBezTo>
                <a:cubicBezTo>
                  <a:pt x="10800" y="5162"/>
                  <a:pt x="10800" y="5162"/>
                  <a:pt x="10800" y="5162"/>
                </a:cubicBezTo>
                <a:cubicBezTo>
                  <a:pt x="11610" y="5162"/>
                  <a:pt x="12285" y="4619"/>
                  <a:pt x="12555" y="3804"/>
                </a:cubicBezTo>
                <a:cubicBezTo>
                  <a:pt x="14580" y="3804"/>
                  <a:pt x="14580" y="3804"/>
                  <a:pt x="14580" y="3804"/>
                </a:cubicBezTo>
                <a:cubicBezTo>
                  <a:pt x="14985" y="3804"/>
                  <a:pt x="15255" y="4211"/>
                  <a:pt x="15255" y="4483"/>
                </a:cubicBezTo>
                <a:lnTo>
                  <a:pt x="15255" y="19698"/>
                </a:lnTo>
                <a:close/>
                <a:moveTo>
                  <a:pt x="2700" y="10053"/>
                </a:moveTo>
                <a:cubicBezTo>
                  <a:pt x="2835" y="10053"/>
                  <a:pt x="2970" y="10189"/>
                  <a:pt x="3105" y="10189"/>
                </a:cubicBezTo>
                <a:cubicBezTo>
                  <a:pt x="3375" y="10189"/>
                  <a:pt x="3510" y="10053"/>
                  <a:pt x="3510" y="10053"/>
                </a:cubicBezTo>
                <a:cubicBezTo>
                  <a:pt x="4320" y="9238"/>
                  <a:pt x="4320" y="9238"/>
                  <a:pt x="4320" y="9238"/>
                </a:cubicBezTo>
                <a:cubicBezTo>
                  <a:pt x="5130" y="10053"/>
                  <a:pt x="5130" y="10053"/>
                  <a:pt x="5130" y="10053"/>
                </a:cubicBezTo>
                <a:cubicBezTo>
                  <a:pt x="5265" y="10053"/>
                  <a:pt x="5400" y="10189"/>
                  <a:pt x="5535" y="10189"/>
                </a:cubicBezTo>
                <a:cubicBezTo>
                  <a:pt x="5805" y="10189"/>
                  <a:pt x="5940" y="10053"/>
                  <a:pt x="6075" y="10053"/>
                </a:cubicBezTo>
                <a:cubicBezTo>
                  <a:pt x="6210" y="9781"/>
                  <a:pt x="6210" y="9374"/>
                  <a:pt x="6075" y="9102"/>
                </a:cubicBezTo>
                <a:cubicBezTo>
                  <a:pt x="5265" y="8287"/>
                  <a:pt x="5265" y="8287"/>
                  <a:pt x="5265" y="8287"/>
                </a:cubicBezTo>
                <a:cubicBezTo>
                  <a:pt x="6075" y="7608"/>
                  <a:pt x="6075" y="7608"/>
                  <a:pt x="6075" y="7608"/>
                </a:cubicBezTo>
                <a:cubicBezTo>
                  <a:pt x="6210" y="7336"/>
                  <a:pt x="6210" y="6928"/>
                  <a:pt x="6075" y="6657"/>
                </a:cubicBezTo>
                <a:cubicBezTo>
                  <a:pt x="5940" y="6657"/>
                  <a:pt x="5805" y="6521"/>
                  <a:pt x="5535" y="6521"/>
                </a:cubicBezTo>
                <a:cubicBezTo>
                  <a:pt x="5400" y="6521"/>
                  <a:pt x="5265" y="6657"/>
                  <a:pt x="5130" y="6657"/>
                </a:cubicBezTo>
                <a:cubicBezTo>
                  <a:pt x="4320" y="7472"/>
                  <a:pt x="4320" y="7472"/>
                  <a:pt x="4320" y="7472"/>
                </a:cubicBezTo>
                <a:cubicBezTo>
                  <a:pt x="3510" y="6657"/>
                  <a:pt x="3510" y="6657"/>
                  <a:pt x="3510" y="6657"/>
                </a:cubicBezTo>
                <a:cubicBezTo>
                  <a:pt x="3510" y="6657"/>
                  <a:pt x="3375" y="6521"/>
                  <a:pt x="3105" y="6521"/>
                </a:cubicBezTo>
                <a:cubicBezTo>
                  <a:pt x="2970" y="6521"/>
                  <a:pt x="2835" y="6657"/>
                  <a:pt x="2700" y="6657"/>
                </a:cubicBezTo>
                <a:cubicBezTo>
                  <a:pt x="2565" y="6928"/>
                  <a:pt x="2565" y="7336"/>
                  <a:pt x="2700" y="7608"/>
                </a:cubicBezTo>
                <a:cubicBezTo>
                  <a:pt x="3510" y="8287"/>
                  <a:pt x="3510" y="8287"/>
                  <a:pt x="3510" y="8287"/>
                </a:cubicBezTo>
                <a:cubicBezTo>
                  <a:pt x="2700" y="9102"/>
                  <a:pt x="2700" y="9102"/>
                  <a:pt x="2700" y="9102"/>
                </a:cubicBezTo>
                <a:cubicBezTo>
                  <a:pt x="2430" y="9374"/>
                  <a:pt x="2430" y="9645"/>
                  <a:pt x="2700" y="10053"/>
                </a:cubicBezTo>
                <a:close/>
                <a:moveTo>
                  <a:pt x="13635" y="15487"/>
                </a:moveTo>
                <a:cubicBezTo>
                  <a:pt x="13635" y="15351"/>
                  <a:pt x="13365" y="15351"/>
                  <a:pt x="13230" y="15351"/>
                </a:cubicBezTo>
                <a:cubicBezTo>
                  <a:pt x="13095" y="15351"/>
                  <a:pt x="12960" y="15351"/>
                  <a:pt x="12825" y="15487"/>
                </a:cubicBezTo>
                <a:cubicBezTo>
                  <a:pt x="12015" y="16302"/>
                  <a:pt x="12015" y="16302"/>
                  <a:pt x="12015" y="16302"/>
                </a:cubicBezTo>
                <a:cubicBezTo>
                  <a:pt x="11205" y="15487"/>
                  <a:pt x="11205" y="15487"/>
                  <a:pt x="11205" y="15487"/>
                </a:cubicBezTo>
                <a:cubicBezTo>
                  <a:pt x="11205" y="15351"/>
                  <a:pt x="10935" y="15351"/>
                  <a:pt x="10800" y="15351"/>
                </a:cubicBezTo>
                <a:cubicBezTo>
                  <a:pt x="10665" y="15351"/>
                  <a:pt x="10530" y="15351"/>
                  <a:pt x="10395" y="15487"/>
                </a:cubicBezTo>
                <a:cubicBezTo>
                  <a:pt x="10260" y="15758"/>
                  <a:pt x="10260" y="16030"/>
                  <a:pt x="10395" y="16302"/>
                </a:cubicBezTo>
                <a:cubicBezTo>
                  <a:pt x="11205" y="17117"/>
                  <a:pt x="11205" y="17117"/>
                  <a:pt x="11205" y="17117"/>
                </a:cubicBezTo>
                <a:cubicBezTo>
                  <a:pt x="10395" y="17932"/>
                  <a:pt x="10395" y="17932"/>
                  <a:pt x="10395" y="17932"/>
                </a:cubicBezTo>
                <a:cubicBezTo>
                  <a:pt x="10260" y="18068"/>
                  <a:pt x="10260" y="18611"/>
                  <a:pt x="10395" y="18747"/>
                </a:cubicBezTo>
                <a:cubicBezTo>
                  <a:pt x="10530" y="18883"/>
                  <a:pt x="10665" y="18883"/>
                  <a:pt x="10800" y="18883"/>
                </a:cubicBezTo>
                <a:cubicBezTo>
                  <a:pt x="10935" y="18883"/>
                  <a:pt x="11205" y="18883"/>
                  <a:pt x="11205" y="18747"/>
                </a:cubicBezTo>
                <a:cubicBezTo>
                  <a:pt x="12015" y="17932"/>
                  <a:pt x="12015" y="17932"/>
                  <a:pt x="12015" y="17932"/>
                </a:cubicBezTo>
                <a:cubicBezTo>
                  <a:pt x="12825" y="18747"/>
                  <a:pt x="12825" y="18747"/>
                  <a:pt x="12825" y="18747"/>
                </a:cubicBezTo>
                <a:cubicBezTo>
                  <a:pt x="12960" y="18883"/>
                  <a:pt x="13095" y="18883"/>
                  <a:pt x="13230" y="18883"/>
                </a:cubicBezTo>
                <a:cubicBezTo>
                  <a:pt x="13365" y="18883"/>
                  <a:pt x="13635" y="18883"/>
                  <a:pt x="13635" y="18747"/>
                </a:cubicBezTo>
                <a:cubicBezTo>
                  <a:pt x="13905" y="18611"/>
                  <a:pt x="13905" y="18068"/>
                  <a:pt x="13635" y="17932"/>
                </a:cubicBezTo>
                <a:cubicBezTo>
                  <a:pt x="12960" y="17117"/>
                  <a:pt x="12960" y="17117"/>
                  <a:pt x="12960" y="17117"/>
                </a:cubicBezTo>
                <a:cubicBezTo>
                  <a:pt x="13635" y="16302"/>
                  <a:pt x="13635" y="16302"/>
                  <a:pt x="13635" y="16302"/>
                </a:cubicBezTo>
                <a:cubicBezTo>
                  <a:pt x="13905" y="16030"/>
                  <a:pt x="13905" y="15758"/>
                  <a:pt x="13635" y="15487"/>
                </a:cubicBezTo>
                <a:close/>
                <a:moveTo>
                  <a:pt x="4860" y="15351"/>
                </a:moveTo>
                <a:cubicBezTo>
                  <a:pt x="4860" y="13313"/>
                  <a:pt x="4860" y="13313"/>
                  <a:pt x="4860" y="13313"/>
                </a:cubicBezTo>
                <a:cubicBezTo>
                  <a:pt x="4860" y="13042"/>
                  <a:pt x="5130" y="12770"/>
                  <a:pt x="5400" y="12770"/>
                </a:cubicBezTo>
                <a:cubicBezTo>
                  <a:pt x="10530" y="12770"/>
                  <a:pt x="10530" y="12770"/>
                  <a:pt x="10530" y="12770"/>
                </a:cubicBezTo>
                <a:cubicBezTo>
                  <a:pt x="11610" y="12770"/>
                  <a:pt x="12420" y="11819"/>
                  <a:pt x="12420" y="10868"/>
                </a:cubicBezTo>
                <a:cubicBezTo>
                  <a:pt x="12420" y="8558"/>
                  <a:pt x="12420" y="8558"/>
                  <a:pt x="12420" y="8558"/>
                </a:cubicBezTo>
                <a:cubicBezTo>
                  <a:pt x="12690" y="8694"/>
                  <a:pt x="12690" y="8694"/>
                  <a:pt x="12690" y="8694"/>
                </a:cubicBezTo>
                <a:cubicBezTo>
                  <a:pt x="12690" y="8830"/>
                  <a:pt x="12960" y="8966"/>
                  <a:pt x="13095" y="8966"/>
                </a:cubicBezTo>
                <a:cubicBezTo>
                  <a:pt x="13230" y="8966"/>
                  <a:pt x="13365" y="8830"/>
                  <a:pt x="13500" y="8694"/>
                </a:cubicBezTo>
                <a:cubicBezTo>
                  <a:pt x="13770" y="8558"/>
                  <a:pt x="13770" y="8151"/>
                  <a:pt x="13500" y="7879"/>
                </a:cubicBezTo>
                <a:cubicBezTo>
                  <a:pt x="12420" y="6521"/>
                  <a:pt x="12420" y="6521"/>
                  <a:pt x="12420" y="6521"/>
                </a:cubicBezTo>
                <a:cubicBezTo>
                  <a:pt x="12285" y="6385"/>
                  <a:pt x="12150" y="6249"/>
                  <a:pt x="12015" y="6249"/>
                </a:cubicBezTo>
                <a:cubicBezTo>
                  <a:pt x="11880" y="6249"/>
                  <a:pt x="11610" y="6385"/>
                  <a:pt x="11610" y="6521"/>
                </a:cubicBezTo>
                <a:cubicBezTo>
                  <a:pt x="10260" y="7879"/>
                  <a:pt x="10260" y="7879"/>
                  <a:pt x="10260" y="7879"/>
                </a:cubicBezTo>
                <a:cubicBezTo>
                  <a:pt x="10125" y="8015"/>
                  <a:pt x="10125" y="8423"/>
                  <a:pt x="10260" y="8694"/>
                </a:cubicBezTo>
                <a:cubicBezTo>
                  <a:pt x="10395" y="8830"/>
                  <a:pt x="10530" y="8830"/>
                  <a:pt x="10665" y="8830"/>
                </a:cubicBezTo>
                <a:cubicBezTo>
                  <a:pt x="10935" y="8830"/>
                  <a:pt x="11070" y="8830"/>
                  <a:pt x="11205" y="8694"/>
                </a:cubicBezTo>
                <a:cubicBezTo>
                  <a:pt x="11340" y="8423"/>
                  <a:pt x="11340" y="8423"/>
                  <a:pt x="11340" y="8423"/>
                </a:cubicBezTo>
                <a:cubicBezTo>
                  <a:pt x="11340" y="10732"/>
                  <a:pt x="11340" y="10732"/>
                  <a:pt x="11340" y="10732"/>
                </a:cubicBezTo>
                <a:cubicBezTo>
                  <a:pt x="11340" y="11140"/>
                  <a:pt x="11070" y="11411"/>
                  <a:pt x="10665" y="11411"/>
                </a:cubicBezTo>
                <a:cubicBezTo>
                  <a:pt x="5535" y="11411"/>
                  <a:pt x="5535" y="11411"/>
                  <a:pt x="5535" y="11411"/>
                </a:cubicBezTo>
                <a:cubicBezTo>
                  <a:pt x="5130" y="11411"/>
                  <a:pt x="4590" y="11683"/>
                  <a:pt x="4185" y="11955"/>
                </a:cubicBezTo>
                <a:cubicBezTo>
                  <a:pt x="3780" y="12362"/>
                  <a:pt x="3645" y="12770"/>
                  <a:pt x="3645" y="13313"/>
                </a:cubicBezTo>
                <a:cubicBezTo>
                  <a:pt x="3645" y="15351"/>
                  <a:pt x="3645" y="15351"/>
                  <a:pt x="3645" y="15351"/>
                </a:cubicBezTo>
                <a:cubicBezTo>
                  <a:pt x="2970" y="15623"/>
                  <a:pt x="2295" y="16302"/>
                  <a:pt x="2295" y="17117"/>
                </a:cubicBezTo>
                <a:cubicBezTo>
                  <a:pt x="2295" y="18204"/>
                  <a:pt x="3240" y="19019"/>
                  <a:pt x="4185" y="19019"/>
                </a:cubicBezTo>
                <a:cubicBezTo>
                  <a:pt x="5265" y="19019"/>
                  <a:pt x="6075" y="18204"/>
                  <a:pt x="6075" y="17117"/>
                </a:cubicBezTo>
                <a:cubicBezTo>
                  <a:pt x="6075" y="16302"/>
                  <a:pt x="5535" y="15623"/>
                  <a:pt x="4860" y="15351"/>
                </a:cubicBezTo>
                <a:close/>
                <a:moveTo>
                  <a:pt x="4320" y="17796"/>
                </a:moveTo>
                <a:cubicBezTo>
                  <a:pt x="4050" y="17796"/>
                  <a:pt x="3780" y="17525"/>
                  <a:pt x="3780" y="17117"/>
                </a:cubicBezTo>
                <a:cubicBezTo>
                  <a:pt x="3780" y="16845"/>
                  <a:pt x="4050" y="16574"/>
                  <a:pt x="4320" y="16574"/>
                </a:cubicBezTo>
                <a:cubicBezTo>
                  <a:pt x="4725" y="16574"/>
                  <a:pt x="4995" y="16845"/>
                  <a:pt x="4995" y="17117"/>
                </a:cubicBezTo>
                <a:cubicBezTo>
                  <a:pt x="4995" y="17525"/>
                  <a:pt x="4725" y="17796"/>
                  <a:pt x="4320" y="17796"/>
                </a:cubicBezTo>
                <a:close/>
                <a:moveTo>
                  <a:pt x="19575" y="5026"/>
                </a:moveTo>
                <a:cubicBezTo>
                  <a:pt x="18495" y="5026"/>
                  <a:pt x="17685" y="5977"/>
                  <a:pt x="17685" y="6928"/>
                </a:cubicBezTo>
                <a:cubicBezTo>
                  <a:pt x="17685" y="17117"/>
                  <a:pt x="17685" y="17117"/>
                  <a:pt x="17685" y="17117"/>
                </a:cubicBezTo>
                <a:cubicBezTo>
                  <a:pt x="17685" y="17253"/>
                  <a:pt x="17685" y="17389"/>
                  <a:pt x="17685" y="17389"/>
                </a:cubicBezTo>
                <a:cubicBezTo>
                  <a:pt x="19035" y="19970"/>
                  <a:pt x="19035" y="19970"/>
                  <a:pt x="19035" y="19970"/>
                </a:cubicBezTo>
                <a:cubicBezTo>
                  <a:pt x="19170" y="20242"/>
                  <a:pt x="19440" y="20377"/>
                  <a:pt x="19575" y="20377"/>
                </a:cubicBezTo>
                <a:cubicBezTo>
                  <a:pt x="19845" y="20377"/>
                  <a:pt x="20115" y="20242"/>
                  <a:pt x="20115" y="19970"/>
                </a:cubicBezTo>
                <a:cubicBezTo>
                  <a:pt x="21465" y="17389"/>
                  <a:pt x="21465" y="17389"/>
                  <a:pt x="21465" y="17389"/>
                </a:cubicBezTo>
                <a:cubicBezTo>
                  <a:pt x="21600" y="17389"/>
                  <a:pt x="21600" y="17253"/>
                  <a:pt x="21600" y="17117"/>
                </a:cubicBezTo>
                <a:cubicBezTo>
                  <a:pt x="21600" y="6928"/>
                  <a:pt x="21600" y="6928"/>
                  <a:pt x="21600" y="6928"/>
                </a:cubicBezTo>
                <a:cubicBezTo>
                  <a:pt x="21465" y="5977"/>
                  <a:pt x="20520" y="5026"/>
                  <a:pt x="19575" y="5026"/>
                </a:cubicBezTo>
                <a:close/>
                <a:moveTo>
                  <a:pt x="19575" y="18340"/>
                </a:moveTo>
                <a:cubicBezTo>
                  <a:pt x="19170" y="17389"/>
                  <a:pt x="19170" y="17389"/>
                  <a:pt x="19170" y="17389"/>
                </a:cubicBezTo>
                <a:cubicBezTo>
                  <a:pt x="19305" y="17389"/>
                  <a:pt x="19440" y="17389"/>
                  <a:pt x="19575" y="17389"/>
                </a:cubicBezTo>
                <a:cubicBezTo>
                  <a:pt x="19710" y="17389"/>
                  <a:pt x="19845" y="17389"/>
                  <a:pt x="19980" y="17389"/>
                </a:cubicBezTo>
                <a:lnTo>
                  <a:pt x="19575" y="18340"/>
                </a:lnTo>
                <a:close/>
                <a:moveTo>
                  <a:pt x="20250" y="16030"/>
                </a:moveTo>
                <a:cubicBezTo>
                  <a:pt x="19980" y="16030"/>
                  <a:pt x="19710" y="16030"/>
                  <a:pt x="19575" y="16030"/>
                </a:cubicBezTo>
                <a:cubicBezTo>
                  <a:pt x="19305" y="16030"/>
                  <a:pt x="19170" y="16030"/>
                  <a:pt x="18900" y="16030"/>
                </a:cubicBezTo>
                <a:cubicBezTo>
                  <a:pt x="18900" y="8830"/>
                  <a:pt x="18900" y="8830"/>
                  <a:pt x="18900" y="8830"/>
                </a:cubicBezTo>
                <a:cubicBezTo>
                  <a:pt x="20250" y="8830"/>
                  <a:pt x="20250" y="8830"/>
                  <a:pt x="20250" y="8830"/>
                </a:cubicBezTo>
                <a:lnTo>
                  <a:pt x="20250" y="16030"/>
                </a:lnTo>
                <a:close/>
                <a:moveTo>
                  <a:pt x="20250" y="7608"/>
                </a:moveTo>
                <a:cubicBezTo>
                  <a:pt x="18900" y="7608"/>
                  <a:pt x="18900" y="7608"/>
                  <a:pt x="18900" y="7608"/>
                </a:cubicBezTo>
                <a:cubicBezTo>
                  <a:pt x="18900" y="6928"/>
                  <a:pt x="18900" y="6928"/>
                  <a:pt x="18900" y="6928"/>
                </a:cubicBezTo>
                <a:cubicBezTo>
                  <a:pt x="18900" y="6521"/>
                  <a:pt x="19170" y="6249"/>
                  <a:pt x="19575" y="6249"/>
                </a:cubicBezTo>
                <a:cubicBezTo>
                  <a:pt x="19980" y="6249"/>
                  <a:pt x="20250" y="6521"/>
                  <a:pt x="20250" y="6928"/>
                </a:cubicBezTo>
                <a:lnTo>
                  <a:pt x="20250" y="7608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64" name="Freeform 124"/>
          <p:cNvSpPr/>
          <p:nvPr/>
        </p:nvSpPr>
        <p:spPr>
          <a:xfrm>
            <a:off x="16398636" y="10018745"/>
            <a:ext cx="508796" cy="3981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99" h="21496" fill="norm" stroke="1" extrusionOk="0">
                <a:moveTo>
                  <a:pt x="1207" y="21496"/>
                </a:moveTo>
                <a:cubicBezTo>
                  <a:pt x="1073" y="21496"/>
                  <a:pt x="1073" y="21496"/>
                  <a:pt x="939" y="21325"/>
                </a:cubicBezTo>
                <a:cubicBezTo>
                  <a:pt x="402" y="21153"/>
                  <a:pt x="0" y="20639"/>
                  <a:pt x="0" y="19953"/>
                </a:cubicBezTo>
                <a:cubicBezTo>
                  <a:pt x="0" y="19782"/>
                  <a:pt x="134" y="14125"/>
                  <a:pt x="3488" y="9839"/>
                </a:cubicBezTo>
                <a:cubicBezTo>
                  <a:pt x="5501" y="7096"/>
                  <a:pt x="8452" y="5725"/>
                  <a:pt x="12075" y="5553"/>
                </a:cubicBezTo>
                <a:cubicBezTo>
                  <a:pt x="12075" y="1439"/>
                  <a:pt x="12075" y="1439"/>
                  <a:pt x="12075" y="1439"/>
                </a:cubicBezTo>
                <a:cubicBezTo>
                  <a:pt x="12075" y="925"/>
                  <a:pt x="12343" y="410"/>
                  <a:pt x="12745" y="67"/>
                </a:cubicBezTo>
                <a:cubicBezTo>
                  <a:pt x="13148" y="-104"/>
                  <a:pt x="13684" y="67"/>
                  <a:pt x="14087" y="410"/>
                </a:cubicBezTo>
                <a:cubicBezTo>
                  <a:pt x="21198" y="9667"/>
                  <a:pt x="21198" y="9667"/>
                  <a:pt x="21198" y="9667"/>
                </a:cubicBezTo>
                <a:cubicBezTo>
                  <a:pt x="21600" y="10182"/>
                  <a:pt x="21600" y="11210"/>
                  <a:pt x="21198" y="11725"/>
                </a:cubicBezTo>
                <a:cubicBezTo>
                  <a:pt x="14087" y="20982"/>
                  <a:pt x="14087" y="20982"/>
                  <a:pt x="14087" y="20982"/>
                </a:cubicBezTo>
                <a:cubicBezTo>
                  <a:pt x="13684" y="21496"/>
                  <a:pt x="13148" y="21496"/>
                  <a:pt x="12745" y="21325"/>
                </a:cubicBezTo>
                <a:cubicBezTo>
                  <a:pt x="12343" y="20982"/>
                  <a:pt x="12075" y="20467"/>
                  <a:pt x="12075" y="19953"/>
                </a:cubicBezTo>
                <a:cubicBezTo>
                  <a:pt x="12075" y="16010"/>
                  <a:pt x="12075" y="16010"/>
                  <a:pt x="12075" y="16010"/>
                </a:cubicBezTo>
                <a:cubicBezTo>
                  <a:pt x="9794" y="15839"/>
                  <a:pt x="4159" y="16182"/>
                  <a:pt x="2281" y="20639"/>
                </a:cubicBezTo>
                <a:cubicBezTo>
                  <a:pt x="2012" y="21153"/>
                  <a:pt x="1610" y="21496"/>
                  <a:pt x="1207" y="21496"/>
                </a:cubicBezTo>
                <a:close/>
                <a:moveTo>
                  <a:pt x="11404" y="12925"/>
                </a:moveTo>
                <a:cubicBezTo>
                  <a:pt x="12477" y="12925"/>
                  <a:pt x="13282" y="13096"/>
                  <a:pt x="13416" y="13096"/>
                </a:cubicBezTo>
                <a:cubicBezTo>
                  <a:pt x="13953" y="13096"/>
                  <a:pt x="14355" y="13782"/>
                  <a:pt x="14355" y="14467"/>
                </a:cubicBezTo>
                <a:cubicBezTo>
                  <a:pt x="14355" y="16353"/>
                  <a:pt x="14355" y="16353"/>
                  <a:pt x="14355" y="16353"/>
                </a:cubicBezTo>
                <a:cubicBezTo>
                  <a:pt x="18783" y="10696"/>
                  <a:pt x="18783" y="10696"/>
                  <a:pt x="18783" y="10696"/>
                </a:cubicBezTo>
                <a:cubicBezTo>
                  <a:pt x="14355" y="5039"/>
                  <a:pt x="14355" y="5039"/>
                  <a:pt x="14355" y="5039"/>
                </a:cubicBezTo>
                <a:cubicBezTo>
                  <a:pt x="14355" y="6925"/>
                  <a:pt x="14355" y="6925"/>
                  <a:pt x="14355" y="6925"/>
                </a:cubicBezTo>
                <a:cubicBezTo>
                  <a:pt x="14355" y="7610"/>
                  <a:pt x="13819" y="8467"/>
                  <a:pt x="13148" y="8467"/>
                </a:cubicBezTo>
                <a:cubicBezTo>
                  <a:pt x="9660" y="8467"/>
                  <a:pt x="6976" y="9496"/>
                  <a:pt x="5098" y="11896"/>
                </a:cubicBezTo>
                <a:cubicBezTo>
                  <a:pt x="4159" y="13096"/>
                  <a:pt x="3622" y="14296"/>
                  <a:pt x="3220" y="15325"/>
                </a:cubicBezTo>
                <a:cubicBezTo>
                  <a:pt x="5903" y="13439"/>
                  <a:pt x="9391" y="12925"/>
                  <a:pt x="11404" y="1292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65" name="Freeform 126"/>
          <p:cNvSpPr/>
          <p:nvPr/>
        </p:nvSpPr>
        <p:spPr>
          <a:xfrm>
            <a:off x="14168874" y="8908750"/>
            <a:ext cx="508001" cy="4484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86" fill="norm" stroke="1" extrusionOk="0">
                <a:moveTo>
                  <a:pt x="16740" y="5971"/>
                </a:moveTo>
                <a:cubicBezTo>
                  <a:pt x="15525" y="5971"/>
                  <a:pt x="12825" y="9013"/>
                  <a:pt x="10800" y="11294"/>
                </a:cubicBezTo>
                <a:cubicBezTo>
                  <a:pt x="7695" y="14641"/>
                  <a:pt x="4860" y="17987"/>
                  <a:pt x="2430" y="17987"/>
                </a:cubicBezTo>
                <a:cubicBezTo>
                  <a:pt x="1080" y="17987"/>
                  <a:pt x="1080" y="17987"/>
                  <a:pt x="1080" y="17987"/>
                </a:cubicBezTo>
                <a:cubicBezTo>
                  <a:pt x="540" y="17987"/>
                  <a:pt x="0" y="17379"/>
                  <a:pt x="0" y="16618"/>
                </a:cubicBezTo>
                <a:cubicBezTo>
                  <a:pt x="0" y="16010"/>
                  <a:pt x="540" y="15554"/>
                  <a:pt x="1080" y="15554"/>
                </a:cubicBezTo>
                <a:cubicBezTo>
                  <a:pt x="2430" y="15554"/>
                  <a:pt x="2430" y="15554"/>
                  <a:pt x="2430" y="15554"/>
                </a:cubicBezTo>
                <a:cubicBezTo>
                  <a:pt x="3915" y="15554"/>
                  <a:pt x="6885" y="12207"/>
                  <a:pt x="9315" y="9469"/>
                </a:cubicBezTo>
                <a:cubicBezTo>
                  <a:pt x="12150" y="6427"/>
                  <a:pt x="14715" y="3537"/>
                  <a:pt x="16740" y="3537"/>
                </a:cubicBezTo>
                <a:cubicBezTo>
                  <a:pt x="18090" y="3537"/>
                  <a:pt x="18090" y="3537"/>
                  <a:pt x="18090" y="3537"/>
                </a:cubicBezTo>
                <a:cubicBezTo>
                  <a:pt x="16605" y="2016"/>
                  <a:pt x="16605" y="2016"/>
                  <a:pt x="16605" y="2016"/>
                </a:cubicBezTo>
                <a:cubicBezTo>
                  <a:pt x="16200" y="1559"/>
                  <a:pt x="16200" y="799"/>
                  <a:pt x="16605" y="342"/>
                </a:cubicBezTo>
                <a:cubicBezTo>
                  <a:pt x="17010" y="-114"/>
                  <a:pt x="17685" y="-114"/>
                  <a:pt x="18090" y="342"/>
                </a:cubicBezTo>
                <a:cubicBezTo>
                  <a:pt x="21330" y="3993"/>
                  <a:pt x="21330" y="3993"/>
                  <a:pt x="21330" y="3993"/>
                </a:cubicBezTo>
                <a:cubicBezTo>
                  <a:pt x="21465" y="4145"/>
                  <a:pt x="21600" y="4449"/>
                  <a:pt x="21600" y="4754"/>
                </a:cubicBezTo>
                <a:cubicBezTo>
                  <a:pt x="21600" y="5210"/>
                  <a:pt x="21465" y="5514"/>
                  <a:pt x="21330" y="5666"/>
                </a:cubicBezTo>
                <a:cubicBezTo>
                  <a:pt x="18090" y="9317"/>
                  <a:pt x="18090" y="9317"/>
                  <a:pt x="18090" y="9317"/>
                </a:cubicBezTo>
                <a:cubicBezTo>
                  <a:pt x="17820" y="9621"/>
                  <a:pt x="17550" y="9773"/>
                  <a:pt x="17280" y="9773"/>
                </a:cubicBezTo>
                <a:cubicBezTo>
                  <a:pt x="17010" y="9773"/>
                  <a:pt x="16740" y="9621"/>
                  <a:pt x="16605" y="9317"/>
                </a:cubicBezTo>
                <a:cubicBezTo>
                  <a:pt x="16200" y="8861"/>
                  <a:pt x="16200" y="8100"/>
                  <a:pt x="16605" y="7644"/>
                </a:cubicBezTo>
                <a:cubicBezTo>
                  <a:pt x="18090" y="5971"/>
                  <a:pt x="18090" y="5971"/>
                  <a:pt x="18090" y="5971"/>
                </a:cubicBezTo>
                <a:cubicBezTo>
                  <a:pt x="16740" y="5971"/>
                  <a:pt x="16740" y="5971"/>
                  <a:pt x="16740" y="5971"/>
                </a:cubicBezTo>
                <a:cubicBezTo>
                  <a:pt x="16740" y="5971"/>
                  <a:pt x="16740" y="5971"/>
                  <a:pt x="16740" y="5971"/>
                </a:cubicBezTo>
                <a:close/>
                <a:moveTo>
                  <a:pt x="18090" y="12055"/>
                </a:moveTo>
                <a:cubicBezTo>
                  <a:pt x="17685" y="11599"/>
                  <a:pt x="17010" y="11599"/>
                  <a:pt x="16605" y="12055"/>
                </a:cubicBezTo>
                <a:cubicBezTo>
                  <a:pt x="16200" y="12511"/>
                  <a:pt x="16200" y="13424"/>
                  <a:pt x="16605" y="13880"/>
                </a:cubicBezTo>
                <a:cubicBezTo>
                  <a:pt x="18090" y="15554"/>
                  <a:pt x="18090" y="15554"/>
                  <a:pt x="18090" y="15554"/>
                </a:cubicBezTo>
                <a:cubicBezTo>
                  <a:pt x="16740" y="15554"/>
                  <a:pt x="16740" y="15554"/>
                  <a:pt x="16740" y="15554"/>
                </a:cubicBezTo>
                <a:cubicBezTo>
                  <a:pt x="15795" y="15554"/>
                  <a:pt x="14310" y="14032"/>
                  <a:pt x="12960" y="12511"/>
                </a:cubicBezTo>
                <a:cubicBezTo>
                  <a:pt x="12555" y="12055"/>
                  <a:pt x="11880" y="12055"/>
                  <a:pt x="11475" y="12511"/>
                </a:cubicBezTo>
                <a:cubicBezTo>
                  <a:pt x="11070" y="13120"/>
                  <a:pt x="11070" y="13880"/>
                  <a:pt x="11475" y="14337"/>
                </a:cubicBezTo>
                <a:cubicBezTo>
                  <a:pt x="13635" y="16618"/>
                  <a:pt x="15120" y="17987"/>
                  <a:pt x="16740" y="17987"/>
                </a:cubicBezTo>
                <a:cubicBezTo>
                  <a:pt x="18090" y="17987"/>
                  <a:pt x="18090" y="17987"/>
                  <a:pt x="18090" y="17987"/>
                </a:cubicBezTo>
                <a:cubicBezTo>
                  <a:pt x="16605" y="19509"/>
                  <a:pt x="16605" y="19509"/>
                  <a:pt x="16605" y="19509"/>
                </a:cubicBezTo>
                <a:cubicBezTo>
                  <a:pt x="16200" y="19965"/>
                  <a:pt x="16200" y="20725"/>
                  <a:pt x="16605" y="21182"/>
                </a:cubicBezTo>
                <a:cubicBezTo>
                  <a:pt x="16740" y="21334"/>
                  <a:pt x="17010" y="21486"/>
                  <a:pt x="17280" y="21486"/>
                </a:cubicBezTo>
                <a:cubicBezTo>
                  <a:pt x="17550" y="21486"/>
                  <a:pt x="17820" y="21334"/>
                  <a:pt x="18090" y="21182"/>
                </a:cubicBezTo>
                <a:cubicBezTo>
                  <a:pt x="21330" y="17379"/>
                  <a:pt x="21330" y="17379"/>
                  <a:pt x="21330" y="17379"/>
                </a:cubicBezTo>
                <a:cubicBezTo>
                  <a:pt x="21465" y="17227"/>
                  <a:pt x="21600" y="16923"/>
                  <a:pt x="21600" y="16618"/>
                </a:cubicBezTo>
                <a:cubicBezTo>
                  <a:pt x="21600" y="16314"/>
                  <a:pt x="21465" y="16010"/>
                  <a:pt x="21330" y="15706"/>
                </a:cubicBezTo>
                <a:cubicBezTo>
                  <a:pt x="18090" y="12055"/>
                  <a:pt x="18090" y="12055"/>
                  <a:pt x="18090" y="12055"/>
                </a:cubicBezTo>
                <a:cubicBezTo>
                  <a:pt x="18090" y="12055"/>
                  <a:pt x="18090" y="12055"/>
                  <a:pt x="18090" y="12055"/>
                </a:cubicBezTo>
                <a:close/>
                <a:moveTo>
                  <a:pt x="1080" y="5971"/>
                </a:moveTo>
                <a:cubicBezTo>
                  <a:pt x="2430" y="5971"/>
                  <a:pt x="2430" y="5971"/>
                  <a:pt x="2430" y="5971"/>
                </a:cubicBezTo>
                <a:cubicBezTo>
                  <a:pt x="3645" y="5971"/>
                  <a:pt x="5265" y="7492"/>
                  <a:pt x="6615" y="8861"/>
                </a:cubicBezTo>
                <a:cubicBezTo>
                  <a:pt x="6750" y="9165"/>
                  <a:pt x="7020" y="9165"/>
                  <a:pt x="7290" y="9165"/>
                </a:cubicBezTo>
                <a:cubicBezTo>
                  <a:pt x="7560" y="9165"/>
                  <a:pt x="7830" y="9165"/>
                  <a:pt x="8100" y="8861"/>
                </a:cubicBezTo>
                <a:cubicBezTo>
                  <a:pt x="8505" y="8404"/>
                  <a:pt x="8505" y="7492"/>
                  <a:pt x="7965" y="7187"/>
                </a:cubicBezTo>
                <a:cubicBezTo>
                  <a:pt x="5940" y="5058"/>
                  <a:pt x="4185" y="3537"/>
                  <a:pt x="2430" y="3537"/>
                </a:cubicBezTo>
                <a:cubicBezTo>
                  <a:pt x="1080" y="3537"/>
                  <a:pt x="1080" y="3537"/>
                  <a:pt x="1080" y="3537"/>
                </a:cubicBezTo>
                <a:cubicBezTo>
                  <a:pt x="540" y="3537"/>
                  <a:pt x="0" y="4145"/>
                  <a:pt x="0" y="4754"/>
                </a:cubicBezTo>
                <a:cubicBezTo>
                  <a:pt x="0" y="5514"/>
                  <a:pt x="540" y="5971"/>
                  <a:pt x="1080" y="5971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66" name="Freeform 139"/>
          <p:cNvSpPr/>
          <p:nvPr/>
        </p:nvSpPr>
        <p:spPr>
          <a:xfrm>
            <a:off x="14279667" y="10004015"/>
            <a:ext cx="301263" cy="507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49" h="21450" fill="norm" stroke="1" extrusionOk="0">
                <a:moveTo>
                  <a:pt x="20475" y="18901"/>
                </a:moveTo>
                <a:cubicBezTo>
                  <a:pt x="21600" y="19438"/>
                  <a:pt x="21600" y="20377"/>
                  <a:pt x="20700" y="21048"/>
                </a:cubicBezTo>
                <a:cubicBezTo>
                  <a:pt x="20250" y="21316"/>
                  <a:pt x="19575" y="21450"/>
                  <a:pt x="18900" y="21450"/>
                </a:cubicBezTo>
                <a:cubicBezTo>
                  <a:pt x="18225" y="21450"/>
                  <a:pt x="17775" y="21316"/>
                  <a:pt x="17100" y="21048"/>
                </a:cubicBezTo>
                <a:cubicBezTo>
                  <a:pt x="900" y="11790"/>
                  <a:pt x="900" y="11790"/>
                  <a:pt x="900" y="11790"/>
                </a:cubicBezTo>
                <a:cubicBezTo>
                  <a:pt x="225" y="11522"/>
                  <a:pt x="0" y="11120"/>
                  <a:pt x="0" y="10717"/>
                </a:cubicBezTo>
                <a:cubicBezTo>
                  <a:pt x="0" y="10315"/>
                  <a:pt x="225" y="9912"/>
                  <a:pt x="900" y="9644"/>
                </a:cubicBezTo>
                <a:cubicBezTo>
                  <a:pt x="17100" y="387"/>
                  <a:pt x="17100" y="387"/>
                  <a:pt x="17100" y="387"/>
                </a:cubicBezTo>
                <a:cubicBezTo>
                  <a:pt x="18000" y="-150"/>
                  <a:pt x="19800" y="-150"/>
                  <a:pt x="20700" y="521"/>
                </a:cubicBezTo>
                <a:cubicBezTo>
                  <a:pt x="21600" y="1057"/>
                  <a:pt x="21600" y="1997"/>
                  <a:pt x="20475" y="2533"/>
                </a:cubicBezTo>
                <a:cubicBezTo>
                  <a:pt x="6075" y="10717"/>
                  <a:pt x="6075" y="10717"/>
                  <a:pt x="6075" y="10717"/>
                </a:cubicBezTo>
                <a:cubicBezTo>
                  <a:pt x="20475" y="18901"/>
                  <a:pt x="20475" y="18901"/>
                  <a:pt x="20475" y="18901"/>
                </a:cubicBezTo>
                <a:cubicBezTo>
                  <a:pt x="20475" y="18901"/>
                  <a:pt x="20475" y="18901"/>
                  <a:pt x="20475" y="18901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67" name="Freeform 140"/>
          <p:cNvSpPr/>
          <p:nvPr/>
        </p:nvSpPr>
        <p:spPr>
          <a:xfrm>
            <a:off x="16398636" y="8908750"/>
            <a:ext cx="507552" cy="5067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47" h="21546" fill="norm" stroke="1" extrusionOk="0">
                <a:moveTo>
                  <a:pt x="11707" y="21546"/>
                </a:moveTo>
                <a:cubicBezTo>
                  <a:pt x="11573" y="21546"/>
                  <a:pt x="11573" y="21546"/>
                  <a:pt x="11573" y="21546"/>
                </a:cubicBezTo>
                <a:cubicBezTo>
                  <a:pt x="11036" y="21546"/>
                  <a:pt x="10768" y="21141"/>
                  <a:pt x="10634" y="20601"/>
                </a:cubicBezTo>
                <a:cubicBezTo>
                  <a:pt x="9695" y="11691"/>
                  <a:pt x="9695" y="11691"/>
                  <a:pt x="9695" y="11691"/>
                </a:cubicBezTo>
                <a:cubicBezTo>
                  <a:pt x="840" y="10881"/>
                  <a:pt x="840" y="10881"/>
                  <a:pt x="840" y="10881"/>
                </a:cubicBezTo>
                <a:cubicBezTo>
                  <a:pt x="438" y="10746"/>
                  <a:pt x="35" y="10476"/>
                  <a:pt x="35" y="9936"/>
                </a:cubicBezTo>
                <a:cubicBezTo>
                  <a:pt x="-99" y="9531"/>
                  <a:pt x="169" y="9126"/>
                  <a:pt x="572" y="8856"/>
                </a:cubicBezTo>
                <a:cubicBezTo>
                  <a:pt x="20025" y="81"/>
                  <a:pt x="20025" y="81"/>
                  <a:pt x="20025" y="81"/>
                </a:cubicBezTo>
                <a:cubicBezTo>
                  <a:pt x="20428" y="-54"/>
                  <a:pt x="20830" y="-54"/>
                  <a:pt x="21099" y="351"/>
                </a:cubicBezTo>
                <a:cubicBezTo>
                  <a:pt x="21501" y="621"/>
                  <a:pt x="21501" y="1026"/>
                  <a:pt x="21367" y="1431"/>
                </a:cubicBezTo>
                <a:cubicBezTo>
                  <a:pt x="12646" y="21006"/>
                  <a:pt x="12646" y="21006"/>
                  <a:pt x="12646" y="21006"/>
                </a:cubicBezTo>
                <a:cubicBezTo>
                  <a:pt x="12512" y="21411"/>
                  <a:pt x="12110" y="21546"/>
                  <a:pt x="11707" y="21546"/>
                </a:cubicBezTo>
                <a:close/>
                <a:moveTo>
                  <a:pt x="4865" y="9126"/>
                </a:moveTo>
                <a:cubicBezTo>
                  <a:pt x="10768" y="9801"/>
                  <a:pt x="10768" y="9801"/>
                  <a:pt x="10768" y="9801"/>
                </a:cubicBezTo>
                <a:cubicBezTo>
                  <a:pt x="11305" y="9801"/>
                  <a:pt x="11707" y="10206"/>
                  <a:pt x="11707" y="10746"/>
                </a:cubicBezTo>
                <a:cubicBezTo>
                  <a:pt x="12244" y="16686"/>
                  <a:pt x="12244" y="16686"/>
                  <a:pt x="12244" y="16686"/>
                </a:cubicBezTo>
                <a:cubicBezTo>
                  <a:pt x="18415" y="3051"/>
                  <a:pt x="18415" y="3051"/>
                  <a:pt x="18415" y="3051"/>
                </a:cubicBezTo>
                <a:cubicBezTo>
                  <a:pt x="4865" y="9126"/>
                  <a:pt x="4865" y="9126"/>
                  <a:pt x="4865" y="9126"/>
                </a:cubicBezTo>
                <a:cubicBezTo>
                  <a:pt x="4865" y="9126"/>
                  <a:pt x="4865" y="9126"/>
                  <a:pt x="4865" y="9126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68" name="Freeform 142"/>
          <p:cNvSpPr/>
          <p:nvPr/>
        </p:nvSpPr>
        <p:spPr>
          <a:xfrm>
            <a:off x="15265745" y="8895241"/>
            <a:ext cx="505620" cy="43497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99" h="21600" fill="norm" stroke="1" extrusionOk="0">
                <a:moveTo>
                  <a:pt x="21195" y="9460"/>
                </a:moveTo>
                <a:cubicBezTo>
                  <a:pt x="17685" y="13717"/>
                  <a:pt x="17685" y="13717"/>
                  <a:pt x="17685" y="13717"/>
                </a:cubicBezTo>
                <a:cubicBezTo>
                  <a:pt x="17550" y="13874"/>
                  <a:pt x="17280" y="14032"/>
                  <a:pt x="17010" y="14032"/>
                </a:cubicBezTo>
                <a:cubicBezTo>
                  <a:pt x="16740" y="14032"/>
                  <a:pt x="16470" y="13874"/>
                  <a:pt x="16200" y="13717"/>
                </a:cubicBezTo>
                <a:cubicBezTo>
                  <a:pt x="12690" y="9460"/>
                  <a:pt x="12690" y="9460"/>
                  <a:pt x="12690" y="9460"/>
                </a:cubicBezTo>
                <a:cubicBezTo>
                  <a:pt x="12285" y="8987"/>
                  <a:pt x="12285" y="8199"/>
                  <a:pt x="12690" y="7883"/>
                </a:cubicBezTo>
                <a:cubicBezTo>
                  <a:pt x="13095" y="7253"/>
                  <a:pt x="13770" y="7253"/>
                  <a:pt x="14175" y="7883"/>
                </a:cubicBezTo>
                <a:cubicBezTo>
                  <a:pt x="16065" y="10248"/>
                  <a:pt x="16065" y="10248"/>
                  <a:pt x="16065" y="10248"/>
                </a:cubicBezTo>
                <a:cubicBezTo>
                  <a:pt x="15930" y="5834"/>
                  <a:pt x="12825" y="2365"/>
                  <a:pt x="9045" y="2365"/>
                </a:cubicBezTo>
                <a:cubicBezTo>
                  <a:pt x="5130" y="2365"/>
                  <a:pt x="2025" y="6149"/>
                  <a:pt x="2025" y="10721"/>
                </a:cubicBezTo>
                <a:cubicBezTo>
                  <a:pt x="2025" y="15293"/>
                  <a:pt x="5130" y="19235"/>
                  <a:pt x="9045" y="19235"/>
                </a:cubicBezTo>
                <a:cubicBezTo>
                  <a:pt x="10530" y="19235"/>
                  <a:pt x="11880" y="18604"/>
                  <a:pt x="13095" y="17658"/>
                </a:cubicBezTo>
                <a:cubicBezTo>
                  <a:pt x="13500" y="17343"/>
                  <a:pt x="14175" y="17501"/>
                  <a:pt x="14445" y="17974"/>
                </a:cubicBezTo>
                <a:cubicBezTo>
                  <a:pt x="14850" y="18604"/>
                  <a:pt x="14715" y="19235"/>
                  <a:pt x="14175" y="19708"/>
                </a:cubicBezTo>
                <a:cubicBezTo>
                  <a:pt x="12690" y="20969"/>
                  <a:pt x="10935" y="21600"/>
                  <a:pt x="9045" y="21600"/>
                </a:cubicBezTo>
                <a:cubicBezTo>
                  <a:pt x="4050" y="21600"/>
                  <a:pt x="0" y="16712"/>
                  <a:pt x="0" y="10721"/>
                </a:cubicBezTo>
                <a:cubicBezTo>
                  <a:pt x="0" y="4888"/>
                  <a:pt x="4050" y="0"/>
                  <a:pt x="9045" y="0"/>
                </a:cubicBezTo>
                <a:cubicBezTo>
                  <a:pt x="13770" y="0"/>
                  <a:pt x="17685" y="4257"/>
                  <a:pt x="18090" y="9775"/>
                </a:cubicBezTo>
                <a:cubicBezTo>
                  <a:pt x="19845" y="7883"/>
                  <a:pt x="19845" y="7883"/>
                  <a:pt x="19845" y="7883"/>
                </a:cubicBezTo>
                <a:cubicBezTo>
                  <a:pt x="20115" y="7253"/>
                  <a:pt x="20790" y="7253"/>
                  <a:pt x="21195" y="7883"/>
                </a:cubicBezTo>
                <a:cubicBezTo>
                  <a:pt x="21600" y="8199"/>
                  <a:pt x="21600" y="8987"/>
                  <a:pt x="21195" y="946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69" name="Freeform 143"/>
          <p:cNvSpPr/>
          <p:nvPr/>
        </p:nvSpPr>
        <p:spPr>
          <a:xfrm>
            <a:off x="15384569" y="10004015"/>
            <a:ext cx="295276" cy="507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70" h="21450" fill="norm" stroke="1" extrusionOk="0">
                <a:moveTo>
                  <a:pt x="21370" y="10717"/>
                </a:moveTo>
                <a:cubicBezTo>
                  <a:pt x="21370" y="11120"/>
                  <a:pt x="21140" y="11522"/>
                  <a:pt x="20681" y="11790"/>
                </a:cubicBezTo>
                <a:cubicBezTo>
                  <a:pt x="4366" y="21048"/>
                  <a:pt x="4366" y="21048"/>
                  <a:pt x="4366" y="21048"/>
                </a:cubicBezTo>
                <a:cubicBezTo>
                  <a:pt x="3676" y="21316"/>
                  <a:pt x="2987" y="21450"/>
                  <a:pt x="2527" y="21450"/>
                </a:cubicBezTo>
                <a:cubicBezTo>
                  <a:pt x="1838" y="21450"/>
                  <a:pt x="1149" y="21316"/>
                  <a:pt x="689" y="21048"/>
                </a:cubicBezTo>
                <a:cubicBezTo>
                  <a:pt x="-230" y="20377"/>
                  <a:pt x="-230" y="19438"/>
                  <a:pt x="689" y="18901"/>
                </a:cubicBezTo>
                <a:cubicBezTo>
                  <a:pt x="15396" y="10717"/>
                  <a:pt x="15396" y="10717"/>
                  <a:pt x="15396" y="10717"/>
                </a:cubicBezTo>
                <a:cubicBezTo>
                  <a:pt x="689" y="2533"/>
                  <a:pt x="689" y="2533"/>
                  <a:pt x="689" y="2533"/>
                </a:cubicBezTo>
                <a:cubicBezTo>
                  <a:pt x="-230" y="1997"/>
                  <a:pt x="-230" y="1057"/>
                  <a:pt x="689" y="521"/>
                </a:cubicBezTo>
                <a:cubicBezTo>
                  <a:pt x="1608" y="-150"/>
                  <a:pt x="3217" y="-150"/>
                  <a:pt x="4366" y="387"/>
                </a:cubicBezTo>
                <a:cubicBezTo>
                  <a:pt x="20681" y="9644"/>
                  <a:pt x="20681" y="9644"/>
                  <a:pt x="20681" y="9644"/>
                </a:cubicBezTo>
                <a:cubicBezTo>
                  <a:pt x="21140" y="9912"/>
                  <a:pt x="21370" y="10315"/>
                  <a:pt x="21370" y="10717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70" name="Freeform 154"/>
          <p:cNvSpPr/>
          <p:nvPr/>
        </p:nvSpPr>
        <p:spPr>
          <a:xfrm>
            <a:off x="4160917" y="12249496"/>
            <a:ext cx="506948" cy="4624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8152" h="21549" fill="norm" stroke="1" extrusionOk="0">
                <a:moveTo>
                  <a:pt x="7389" y="97"/>
                </a:moveTo>
                <a:cubicBezTo>
                  <a:pt x="7162" y="-51"/>
                  <a:pt x="6821" y="-51"/>
                  <a:pt x="6594" y="245"/>
                </a:cubicBezTo>
                <a:cubicBezTo>
                  <a:pt x="2728" y="5423"/>
                  <a:pt x="2728" y="5423"/>
                  <a:pt x="2728" y="5423"/>
                </a:cubicBezTo>
                <a:cubicBezTo>
                  <a:pt x="796" y="5423"/>
                  <a:pt x="796" y="5423"/>
                  <a:pt x="796" y="5423"/>
                </a:cubicBezTo>
                <a:cubicBezTo>
                  <a:pt x="341" y="5423"/>
                  <a:pt x="0" y="5867"/>
                  <a:pt x="0" y="6311"/>
                </a:cubicBezTo>
                <a:cubicBezTo>
                  <a:pt x="0" y="15187"/>
                  <a:pt x="0" y="15187"/>
                  <a:pt x="0" y="15187"/>
                </a:cubicBezTo>
                <a:cubicBezTo>
                  <a:pt x="0" y="15779"/>
                  <a:pt x="341" y="16223"/>
                  <a:pt x="796" y="16223"/>
                </a:cubicBezTo>
                <a:cubicBezTo>
                  <a:pt x="2728" y="16223"/>
                  <a:pt x="2728" y="16223"/>
                  <a:pt x="2728" y="16223"/>
                </a:cubicBezTo>
                <a:cubicBezTo>
                  <a:pt x="6594" y="21253"/>
                  <a:pt x="6594" y="21253"/>
                  <a:pt x="6594" y="21253"/>
                </a:cubicBezTo>
                <a:cubicBezTo>
                  <a:pt x="6707" y="21401"/>
                  <a:pt x="6935" y="21549"/>
                  <a:pt x="7162" y="21549"/>
                </a:cubicBezTo>
                <a:cubicBezTo>
                  <a:pt x="7276" y="21549"/>
                  <a:pt x="7389" y="21549"/>
                  <a:pt x="7389" y="21401"/>
                </a:cubicBezTo>
                <a:cubicBezTo>
                  <a:pt x="7731" y="21401"/>
                  <a:pt x="7844" y="20957"/>
                  <a:pt x="7844" y="20513"/>
                </a:cubicBezTo>
                <a:cubicBezTo>
                  <a:pt x="7844" y="985"/>
                  <a:pt x="7844" y="985"/>
                  <a:pt x="7844" y="985"/>
                </a:cubicBezTo>
                <a:cubicBezTo>
                  <a:pt x="7844" y="541"/>
                  <a:pt x="7731" y="245"/>
                  <a:pt x="7389" y="97"/>
                </a:cubicBezTo>
                <a:close/>
                <a:moveTo>
                  <a:pt x="6366" y="17998"/>
                </a:moveTo>
                <a:cubicBezTo>
                  <a:pt x="3524" y="14448"/>
                  <a:pt x="3524" y="14448"/>
                  <a:pt x="3524" y="14448"/>
                </a:cubicBezTo>
                <a:cubicBezTo>
                  <a:pt x="3411" y="14300"/>
                  <a:pt x="3297" y="14152"/>
                  <a:pt x="3069" y="14152"/>
                </a:cubicBezTo>
                <a:cubicBezTo>
                  <a:pt x="1592" y="14152"/>
                  <a:pt x="1592" y="14152"/>
                  <a:pt x="1592" y="14152"/>
                </a:cubicBezTo>
                <a:cubicBezTo>
                  <a:pt x="1592" y="7494"/>
                  <a:pt x="1592" y="7494"/>
                  <a:pt x="1592" y="7494"/>
                </a:cubicBezTo>
                <a:cubicBezTo>
                  <a:pt x="3069" y="7494"/>
                  <a:pt x="3069" y="7494"/>
                  <a:pt x="3069" y="7494"/>
                </a:cubicBezTo>
                <a:cubicBezTo>
                  <a:pt x="3297" y="7494"/>
                  <a:pt x="3411" y="7346"/>
                  <a:pt x="3524" y="7198"/>
                </a:cubicBezTo>
                <a:cubicBezTo>
                  <a:pt x="6366" y="3500"/>
                  <a:pt x="6366" y="3500"/>
                  <a:pt x="6366" y="3500"/>
                </a:cubicBezTo>
                <a:cubicBezTo>
                  <a:pt x="6366" y="17998"/>
                  <a:pt x="6366" y="17998"/>
                  <a:pt x="6366" y="17998"/>
                </a:cubicBezTo>
                <a:cubicBezTo>
                  <a:pt x="6366" y="17998"/>
                  <a:pt x="6366" y="17998"/>
                  <a:pt x="6366" y="17998"/>
                </a:cubicBezTo>
                <a:close/>
                <a:moveTo>
                  <a:pt x="10573" y="15039"/>
                </a:moveTo>
                <a:cubicBezTo>
                  <a:pt x="10345" y="15335"/>
                  <a:pt x="10118" y="15483"/>
                  <a:pt x="9891" y="15483"/>
                </a:cubicBezTo>
                <a:cubicBezTo>
                  <a:pt x="9777" y="15483"/>
                  <a:pt x="9549" y="15335"/>
                  <a:pt x="9322" y="15187"/>
                </a:cubicBezTo>
                <a:cubicBezTo>
                  <a:pt x="9095" y="14891"/>
                  <a:pt x="9095" y="14152"/>
                  <a:pt x="9322" y="13708"/>
                </a:cubicBezTo>
                <a:cubicBezTo>
                  <a:pt x="11255" y="10897"/>
                  <a:pt x="9549" y="8086"/>
                  <a:pt x="9322" y="7790"/>
                </a:cubicBezTo>
                <a:cubicBezTo>
                  <a:pt x="9095" y="7346"/>
                  <a:pt x="9095" y="6754"/>
                  <a:pt x="9322" y="6311"/>
                </a:cubicBezTo>
                <a:cubicBezTo>
                  <a:pt x="9663" y="6015"/>
                  <a:pt x="10232" y="6015"/>
                  <a:pt x="10573" y="6459"/>
                </a:cubicBezTo>
                <a:cubicBezTo>
                  <a:pt x="11596" y="7938"/>
                  <a:pt x="12846" y="11637"/>
                  <a:pt x="10573" y="15039"/>
                </a:cubicBezTo>
                <a:close/>
                <a:moveTo>
                  <a:pt x="12960" y="17850"/>
                </a:moveTo>
                <a:cubicBezTo>
                  <a:pt x="12733" y="18146"/>
                  <a:pt x="12505" y="18146"/>
                  <a:pt x="12278" y="18146"/>
                </a:cubicBezTo>
                <a:cubicBezTo>
                  <a:pt x="12164" y="18146"/>
                  <a:pt x="11937" y="18146"/>
                  <a:pt x="11709" y="17998"/>
                </a:cubicBezTo>
                <a:cubicBezTo>
                  <a:pt x="11482" y="17554"/>
                  <a:pt x="11482" y="16963"/>
                  <a:pt x="11709" y="16519"/>
                </a:cubicBezTo>
                <a:cubicBezTo>
                  <a:pt x="15688" y="10749"/>
                  <a:pt x="11937" y="5275"/>
                  <a:pt x="11709" y="4979"/>
                </a:cubicBezTo>
                <a:cubicBezTo>
                  <a:pt x="11482" y="4683"/>
                  <a:pt x="11482" y="3944"/>
                  <a:pt x="11709" y="3648"/>
                </a:cubicBezTo>
                <a:cubicBezTo>
                  <a:pt x="12051" y="3204"/>
                  <a:pt x="12619" y="3204"/>
                  <a:pt x="12960" y="3648"/>
                </a:cubicBezTo>
                <a:cubicBezTo>
                  <a:pt x="12960" y="3796"/>
                  <a:pt x="17735" y="10897"/>
                  <a:pt x="12960" y="17850"/>
                </a:cubicBezTo>
                <a:close/>
                <a:moveTo>
                  <a:pt x="15347" y="19922"/>
                </a:moveTo>
                <a:cubicBezTo>
                  <a:pt x="15234" y="20217"/>
                  <a:pt x="15006" y="20365"/>
                  <a:pt x="14779" y="20365"/>
                </a:cubicBezTo>
                <a:cubicBezTo>
                  <a:pt x="14552" y="20365"/>
                  <a:pt x="14438" y="20217"/>
                  <a:pt x="14324" y="20070"/>
                </a:cubicBezTo>
                <a:cubicBezTo>
                  <a:pt x="13983" y="19626"/>
                  <a:pt x="13983" y="19034"/>
                  <a:pt x="14211" y="18590"/>
                </a:cubicBezTo>
                <a:cubicBezTo>
                  <a:pt x="16484" y="15335"/>
                  <a:pt x="17166" y="11785"/>
                  <a:pt x="16257" y="7938"/>
                </a:cubicBezTo>
                <a:cubicBezTo>
                  <a:pt x="15575" y="4979"/>
                  <a:pt x="14211" y="3056"/>
                  <a:pt x="14211" y="2908"/>
                </a:cubicBezTo>
                <a:cubicBezTo>
                  <a:pt x="13983" y="2464"/>
                  <a:pt x="13983" y="1872"/>
                  <a:pt x="14324" y="1576"/>
                </a:cubicBezTo>
                <a:cubicBezTo>
                  <a:pt x="14552" y="1133"/>
                  <a:pt x="15120" y="1133"/>
                  <a:pt x="15347" y="1576"/>
                </a:cubicBezTo>
                <a:cubicBezTo>
                  <a:pt x="15461" y="1724"/>
                  <a:pt x="21600" y="10897"/>
                  <a:pt x="15347" y="19922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71" name="Freeform 161"/>
          <p:cNvSpPr/>
          <p:nvPr/>
        </p:nvSpPr>
        <p:spPr>
          <a:xfrm>
            <a:off x="14190479" y="6648091"/>
            <a:ext cx="447677" cy="50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991" y="19035"/>
                </a:moveTo>
                <a:cubicBezTo>
                  <a:pt x="1991" y="19035"/>
                  <a:pt x="1991" y="19035"/>
                  <a:pt x="4902" y="19035"/>
                </a:cubicBezTo>
                <a:cubicBezTo>
                  <a:pt x="5515" y="19035"/>
                  <a:pt x="5974" y="18495"/>
                  <a:pt x="5974" y="17955"/>
                </a:cubicBezTo>
                <a:cubicBezTo>
                  <a:pt x="5974" y="17955"/>
                  <a:pt x="5974" y="17955"/>
                  <a:pt x="5974" y="7830"/>
                </a:cubicBezTo>
                <a:cubicBezTo>
                  <a:pt x="5974" y="7290"/>
                  <a:pt x="5515" y="6615"/>
                  <a:pt x="4902" y="6615"/>
                </a:cubicBezTo>
                <a:cubicBezTo>
                  <a:pt x="4902" y="6615"/>
                  <a:pt x="4902" y="6615"/>
                  <a:pt x="1991" y="6615"/>
                </a:cubicBezTo>
                <a:cubicBezTo>
                  <a:pt x="1226" y="6615"/>
                  <a:pt x="613" y="7290"/>
                  <a:pt x="613" y="7830"/>
                </a:cubicBezTo>
                <a:cubicBezTo>
                  <a:pt x="613" y="7830"/>
                  <a:pt x="613" y="7830"/>
                  <a:pt x="613" y="17955"/>
                </a:cubicBezTo>
                <a:cubicBezTo>
                  <a:pt x="613" y="18495"/>
                  <a:pt x="1226" y="19035"/>
                  <a:pt x="1991" y="19035"/>
                </a:cubicBezTo>
                <a:close/>
                <a:moveTo>
                  <a:pt x="9651" y="19035"/>
                </a:moveTo>
                <a:cubicBezTo>
                  <a:pt x="9651" y="19035"/>
                  <a:pt x="9651" y="19035"/>
                  <a:pt x="12562" y="19035"/>
                </a:cubicBezTo>
                <a:cubicBezTo>
                  <a:pt x="13021" y="19035"/>
                  <a:pt x="13634" y="18495"/>
                  <a:pt x="13634" y="17955"/>
                </a:cubicBezTo>
                <a:cubicBezTo>
                  <a:pt x="13634" y="17955"/>
                  <a:pt x="13634" y="17955"/>
                  <a:pt x="13634" y="1080"/>
                </a:cubicBezTo>
                <a:cubicBezTo>
                  <a:pt x="13634" y="540"/>
                  <a:pt x="13021" y="0"/>
                  <a:pt x="12562" y="0"/>
                </a:cubicBezTo>
                <a:cubicBezTo>
                  <a:pt x="12562" y="0"/>
                  <a:pt x="12562" y="0"/>
                  <a:pt x="9651" y="0"/>
                </a:cubicBezTo>
                <a:cubicBezTo>
                  <a:pt x="8885" y="0"/>
                  <a:pt x="8272" y="540"/>
                  <a:pt x="8272" y="1080"/>
                </a:cubicBezTo>
                <a:cubicBezTo>
                  <a:pt x="8272" y="1080"/>
                  <a:pt x="8272" y="1080"/>
                  <a:pt x="8272" y="17955"/>
                </a:cubicBezTo>
                <a:cubicBezTo>
                  <a:pt x="8272" y="18495"/>
                  <a:pt x="8885" y="19035"/>
                  <a:pt x="9651" y="19035"/>
                </a:cubicBezTo>
                <a:close/>
                <a:moveTo>
                  <a:pt x="17311" y="19035"/>
                </a:moveTo>
                <a:cubicBezTo>
                  <a:pt x="17311" y="19035"/>
                  <a:pt x="17311" y="19035"/>
                  <a:pt x="20221" y="19035"/>
                </a:cubicBezTo>
                <a:cubicBezTo>
                  <a:pt x="20834" y="19035"/>
                  <a:pt x="21447" y="18495"/>
                  <a:pt x="21447" y="17955"/>
                </a:cubicBezTo>
                <a:cubicBezTo>
                  <a:pt x="21447" y="17955"/>
                  <a:pt x="21447" y="17955"/>
                  <a:pt x="21447" y="4860"/>
                </a:cubicBezTo>
                <a:cubicBezTo>
                  <a:pt x="21447" y="4320"/>
                  <a:pt x="20834" y="3780"/>
                  <a:pt x="20221" y="3780"/>
                </a:cubicBezTo>
                <a:cubicBezTo>
                  <a:pt x="20221" y="3780"/>
                  <a:pt x="20221" y="3780"/>
                  <a:pt x="17311" y="3780"/>
                </a:cubicBezTo>
                <a:cubicBezTo>
                  <a:pt x="16391" y="3780"/>
                  <a:pt x="16085" y="4320"/>
                  <a:pt x="16085" y="4860"/>
                </a:cubicBezTo>
                <a:cubicBezTo>
                  <a:pt x="16085" y="4860"/>
                  <a:pt x="16085" y="4860"/>
                  <a:pt x="16085" y="17955"/>
                </a:cubicBezTo>
                <a:cubicBezTo>
                  <a:pt x="16085" y="18495"/>
                  <a:pt x="16391" y="19035"/>
                  <a:pt x="17311" y="19035"/>
                </a:cubicBezTo>
                <a:close/>
                <a:moveTo>
                  <a:pt x="21140" y="20250"/>
                </a:moveTo>
                <a:cubicBezTo>
                  <a:pt x="21140" y="20250"/>
                  <a:pt x="21140" y="20250"/>
                  <a:pt x="460" y="20250"/>
                </a:cubicBezTo>
                <a:cubicBezTo>
                  <a:pt x="153" y="20250"/>
                  <a:pt x="0" y="20520"/>
                  <a:pt x="0" y="20790"/>
                </a:cubicBezTo>
                <a:cubicBezTo>
                  <a:pt x="0" y="21330"/>
                  <a:pt x="153" y="21600"/>
                  <a:pt x="460" y="21600"/>
                </a:cubicBezTo>
                <a:cubicBezTo>
                  <a:pt x="460" y="21600"/>
                  <a:pt x="460" y="21600"/>
                  <a:pt x="21140" y="21600"/>
                </a:cubicBezTo>
                <a:cubicBezTo>
                  <a:pt x="21294" y="21600"/>
                  <a:pt x="21600" y="21330"/>
                  <a:pt x="21600" y="20790"/>
                </a:cubicBezTo>
                <a:cubicBezTo>
                  <a:pt x="21600" y="20520"/>
                  <a:pt x="21294" y="20250"/>
                  <a:pt x="21140" y="2025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72" name="Freeform 176"/>
          <p:cNvSpPr/>
          <p:nvPr/>
        </p:nvSpPr>
        <p:spPr>
          <a:xfrm>
            <a:off x="10852670" y="7799295"/>
            <a:ext cx="508001" cy="4318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6875" y="19218"/>
                </a:moveTo>
                <a:cubicBezTo>
                  <a:pt x="4590" y="19218"/>
                  <a:pt x="4590" y="19218"/>
                  <a:pt x="4590" y="19218"/>
                </a:cubicBezTo>
                <a:cubicBezTo>
                  <a:pt x="4050" y="19218"/>
                  <a:pt x="3645" y="19694"/>
                  <a:pt x="3645" y="20488"/>
                </a:cubicBezTo>
                <a:cubicBezTo>
                  <a:pt x="3645" y="21124"/>
                  <a:pt x="4050" y="21600"/>
                  <a:pt x="4590" y="21600"/>
                </a:cubicBezTo>
                <a:cubicBezTo>
                  <a:pt x="16875" y="21600"/>
                  <a:pt x="16875" y="21600"/>
                  <a:pt x="16875" y="21600"/>
                </a:cubicBezTo>
                <a:cubicBezTo>
                  <a:pt x="17415" y="21600"/>
                  <a:pt x="17820" y="21124"/>
                  <a:pt x="17820" y="20488"/>
                </a:cubicBezTo>
                <a:cubicBezTo>
                  <a:pt x="17820" y="19694"/>
                  <a:pt x="17415" y="19218"/>
                  <a:pt x="16875" y="19218"/>
                </a:cubicBezTo>
                <a:close/>
                <a:moveTo>
                  <a:pt x="3510" y="10006"/>
                </a:moveTo>
                <a:cubicBezTo>
                  <a:pt x="3510" y="12865"/>
                  <a:pt x="3510" y="12865"/>
                  <a:pt x="3510" y="12865"/>
                </a:cubicBezTo>
                <a:cubicBezTo>
                  <a:pt x="3510" y="13500"/>
                  <a:pt x="3780" y="13976"/>
                  <a:pt x="4185" y="13976"/>
                </a:cubicBezTo>
                <a:cubicBezTo>
                  <a:pt x="4590" y="13976"/>
                  <a:pt x="4995" y="13500"/>
                  <a:pt x="4995" y="12865"/>
                </a:cubicBezTo>
                <a:cubicBezTo>
                  <a:pt x="4995" y="10006"/>
                  <a:pt x="4995" y="10006"/>
                  <a:pt x="4995" y="10006"/>
                </a:cubicBezTo>
                <a:cubicBezTo>
                  <a:pt x="4995" y="9371"/>
                  <a:pt x="4590" y="8894"/>
                  <a:pt x="4185" y="8894"/>
                </a:cubicBezTo>
                <a:cubicBezTo>
                  <a:pt x="3780" y="8894"/>
                  <a:pt x="3510" y="9371"/>
                  <a:pt x="3510" y="10006"/>
                </a:cubicBezTo>
                <a:close/>
                <a:moveTo>
                  <a:pt x="5805" y="8576"/>
                </a:moveTo>
                <a:cubicBezTo>
                  <a:pt x="5805" y="12865"/>
                  <a:pt x="5805" y="12865"/>
                  <a:pt x="5805" y="12865"/>
                </a:cubicBezTo>
                <a:cubicBezTo>
                  <a:pt x="5805" y="13500"/>
                  <a:pt x="6210" y="13976"/>
                  <a:pt x="6615" y="13976"/>
                </a:cubicBezTo>
                <a:cubicBezTo>
                  <a:pt x="7020" y="13976"/>
                  <a:pt x="7290" y="13500"/>
                  <a:pt x="7290" y="12865"/>
                </a:cubicBezTo>
                <a:cubicBezTo>
                  <a:pt x="7290" y="8576"/>
                  <a:pt x="7290" y="8576"/>
                  <a:pt x="7290" y="8576"/>
                </a:cubicBezTo>
                <a:cubicBezTo>
                  <a:pt x="7290" y="8100"/>
                  <a:pt x="7020" y="7782"/>
                  <a:pt x="6615" y="7782"/>
                </a:cubicBezTo>
                <a:cubicBezTo>
                  <a:pt x="6210" y="7782"/>
                  <a:pt x="5805" y="8100"/>
                  <a:pt x="5805" y="8576"/>
                </a:cubicBezTo>
                <a:close/>
                <a:moveTo>
                  <a:pt x="8370" y="7624"/>
                </a:moveTo>
                <a:cubicBezTo>
                  <a:pt x="8370" y="12865"/>
                  <a:pt x="8370" y="12865"/>
                  <a:pt x="8370" y="12865"/>
                </a:cubicBezTo>
                <a:cubicBezTo>
                  <a:pt x="8370" y="13500"/>
                  <a:pt x="8640" y="13976"/>
                  <a:pt x="9045" y="13976"/>
                </a:cubicBezTo>
                <a:cubicBezTo>
                  <a:pt x="9450" y="13976"/>
                  <a:pt x="9855" y="13500"/>
                  <a:pt x="9855" y="12865"/>
                </a:cubicBezTo>
                <a:cubicBezTo>
                  <a:pt x="9855" y="7624"/>
                  <a:pt x="9855" y="7624"/>
                  <a:pt x="9855" y="7624"/>
                </a:cubicBezTo>
                <a:cubicBezTo>
                  <a:pt x="9855" y="6988"/>
                  <a:pt x="9450" y="6512"/>
                  <a:pt x="9045" y="6512"/>
                </a:cubicBezTo>
                <a:cubicBezTo>
                  <a:pt x="8640" y="6512"/>
                  <a:pt x="8370" y="6988"/>
                  <a:pt x="8370" y="7624"/>
                </a:cubicBezTo>
                <a:close/>
                <a:moveTo>
                  <a:pt x="20520" y="0"/>
                </a:moveTo>
                <a:cubicBezTo>
                  <a:pt x="810" y="0"/>
                  <a:pt x="810" y="0"/>
                  <a:pt x="810" y="0"/>
                </a:cubicBezTo>
                <a:cubicBezTo>
                  <a:pt x="405" y="0"/>
                  <a:pt x="0" y="635"/>
                  <a:pt x="0" y="1429"/>
                </a:cubicBezTo>
                <a:cubicBezTo>
                  <a:pt x="0" y="16676"/>
                  <a:pt x="0" y="16676"/>
                  <a:pt x="0" y="16676"/>
                </a:cubicBezTo>
                <a:cubicBezTo>
                  <a:pt x="0" y="17471"/>
                  <a:pt x="405" y="17947"/>
                  <a:pt x="810" y="17947"/>
                </a:cubicBezTo>
                <a:cubicBezTo>
                  <a:pt x="19710" y="17947"/>
                  <a:pt x="19710" y="17947"/>
                  <a:pt x="19710" y="17947"/>
                </a:cubicBezTo>
                <a:cubicBezTo>
                  <a:pt x="19710" y="17947"/>
                  <a:pt x="19710" y="17788"/>
                  <a:pt x="19440" y="17788"/>
                </a:cubicBezTo>
                <a:cubicBezTo>
                  <a:pt x="18225" y="16200"/>
                  <a:pt x="18225" y="16200"/>
                  <a:pt x="18225" y="16200"/>
                </a:cubicBezTo>
                <a:cubicBezTo>
                  <a:pt x="17280" y="16676"/>
                  <a:pt x="16470" y="16994"/>
                  <a:pt x="15660" y="16994"/>
                </a:cubicBezTo>
                <a:cubicBezTo>
                  <a:pt x="14310" y="16994"/>
                  <a:pt x="13230" y="16359"/>
                  <a:pt x="12150" y="15406"/>
                </a:cubicBezTo>
                <a:cubicBezTo>
                  <a:pt x="1890" y="15406"/>
                  <a:pt x="1890" y="15406"/>
                  <a:pt x="1890" y="15406"/>
                </a:cubicBezTo>
                <a:cubicBezTo>
                  <a:pt x="1890" y="2541"/>
                  <a:pt x="1890" y="2541"/>
                  <a:pt x="1890" y="2541"/>
                </a:cubicBezTo>
                <a:cubicBezTo>
                  <a:pt x="19440" y="2541"/>
                  <a:pt x="19440" y="2541"/>
                  <a:pt x="19440" y="2541"/>
                </a:cubicBezTo>
                <a:cubicBezTo>
                  <a:pt x="19440" y="6035"/>
                  <a:pt x="19440" y="6035"/>
                  <a:pt x="19440" y="6035"/>
                </a:cubicBezTo>
                <a:cubicBezTo>
                  <a:pt x="20250" y="7306"/>
                  <a:pt x="20925" y="8576"/>
                  <a:pt x="20925" y="10482"/>
                </a:cubicBezTo>
                <a:cubicBezTo>
                  <a:pt x="20925" y="11594"/>
                  <a:pt x="20790" y="12706"/>
                  <a:pt x="20115" y="13659"/>
                </a:cubicBezTo>
                <a:cubicBezTo>
                  <a:pt x="21600" y="15406"/>
                  <a:pt x="21600" y="15406"/>
                  <a:pt x="21600" y="15406"/>
                </a:cubicBezTo>
                <a:cubicBezTo>
                  <a:pt x="21600" y="1429"/>
                  <a:pt x="21600" y="1429"/>
                  <a:pt x="21600" y="1429"/>
                </a:cubicBezTo>
                <a:cubicBezTo>
                  <a:pt x="21600" y="635"/>
                  <a:pt x="21195" y="0"/>
                  <a:pt x="20520" y="0"/>
                </a:cubicBezTo>
                <a:close/>
                <a:moveTo>
                  <a:pt x="19170" y="14294"/>
                </a:moveTo>
                <a:cubicBezTo>
                  <a:pt x="18900" y="13976"/>
                  <a:pt x="18900" y="13976"/>
                  <a:pt x="18900" y="13976"/>
                </a:cubicBezTo>
                <a:cubicBezTo>
                  <a:pt x="19575" y="12865"/>
                  <a:pt x="19980" y="11594"/>
                  <a:pt x="19980" y="10482"/>
                </a:cubicBezTo>
                <a:cubicBezTo>
                  <a:pt x="19980" y="8894"/>
                  <a:pt x="19575" y="7465"/>
                  <a:pt x="18630" y="6353"/>
                </a:cubicBezTo>
                <a:cubicBezTo>
                  <a:pt x="17820" y="5559"/>
                  <a:pt x="16740" y="5082"/>
                  <a:pt x="15660" y="5082"/>
                </a:cubicBezTo>
                <a:cubicBezTo>
                  <a:pt x="14580" y="5082"/>
                  <a:pt x="13500" y="5559"/>
                  <a:pt x="12555" y="6353"/>
                </a:cubicBezTo>
                <a:cubicBezTo>
                  <a:pt x="11745" y="7465"/>
                  <a:pt x="11340" y="8894"/>
                  <a:pt x="11340" y="10482"/>
                </a:cubicBezTo>
                <a:cubicBezTo>
                  <a:pt x="11340" y="11753"/>
                  <a:pt x="11745" y="13182"/>
                  <a:pt x="12555" y="14294"/>
                </a:cubicBezTo>
                <a:cubicBezTo>
                  <a:pt x="13500" y="15406"/>
                  <a:pt x="14580" y="15882"/>
                  <a:pt x="15660" y="15882"/>
                </a:cubicBezTo>
                <a:cubicBezTo>
                  <a:pt x="16740" y="15882"/>
                  <a:pt x="17820" y="15406"/>
                  <a:pt x="18495" y="14612"/>
                </a:cubicBezTo>
                <a:cubicBezTo>
                  <a:pt x="18630" y="14771"/>
                  <a:pt x="18630" y="14771"/>
                  <a:pt x="18630" y="14771"/>
                </a:cubicBezTo>
                <a:cubicBezTo>
                  <a:pt x="18630" y="14771"/>
                  <a:pt x="18630" y="15088"/>
                  <a:pt x="18900" y="15088"/>
                </a:cubicBezTo>
                <a:cubicBezTo>
                  <a:pt x="20385" y="16994"/>
                  <a:pt x="20385" y="16994"/>
                  <a:pt x="20385" y="16994"/>
                </a:cubicBezTo>
                <a:cubicBezTo>
                  <a:pt x="20385" y="17312"/>
                  <a:pt x="20655" y="17312"/>
                  <a:pt x="20655" y="17312"/>
                </a:cubicBezTo>
                <a:cubicBezTo>
                  <a:pt x="20925" y="17312"/>
                  <a:pt x="20925" y="16994"/>
                  <a:pt x="21060" y="16994"/>
                </a:cubicBezTo>
                <a:cubicBezTo>
                  <a:pt x="21060" y="16676"/>
                  <a:pt x="21060" y="16518"/>
                  <a:pt x="21060" y="16200"/>
                </a:cubicBezTo>
                <a:cubicBezTo>
                  <a:pt x="19575" y="14294"/>
                  <a:pt x="19575" y="14294"/>
                  <a:pt x="19575" y="14294"/>
                </a:cubicBezTo>
                <a:cubicBezTo>
                  <a:pt x="19305" y="14294"/>
                  <a:pt x="19305" y="14294"/>
                  <a:pt x="19170" y="14294"/>
                </a:cubicBezTo>
                <a:close/>
                <a:moveTo>
                  <a:pt x="18090" y="13500"/>
                </a:moveTo>
                <a:cubicBezTo>
                  <a:pt x="17415" y="14294"/>
                  <a:pt x="16470" y="14612"/>
                  <a:pt x="15660" y="14612"/>
                </a:cubicBezTo>
                <a:cubicBezTo>
                  <a:pt x="14715" y="14612"/>
                  <a:pt x="13905" y="14294"/>
                  <a:pt x="13230" y="13500"/>
                </a:cubicBezTo>
                <a:cubicBezTo>
                  <a:pt x="12555" y="12706"/>
                  <a:pt x="12150" y="11594"/>
                  <a:pt x="12150" y="10482"/>
                </a:cubicBezTo>
                <a:cubicBezTo>
                  <a:pt x="12150" y="9053"/>
                  <a:pt x="12555" y="7941"/>
                  <a:pt x="13230" y="7147"/>
                </a:cubicBezTo>
                <a:cubicBezTo>
                  <a:pt x="13905" y="6353"/>
                  <a:pt x="14715" y="6035"/>
                  <a:pt x="15660" y="6035"/>
                </a:cubicBezTo>
                <a:cubicBezTo>
                  <a:pt x="16470" y="6035"/>
                  <a:pt x="17415" y="6353"/>
                  <a:pt x="18090" y="7147"/>
                </a:cubicBezTo>
                <a:cubicBezTo>
                  <a:pt x="18630" y="7941"/>
                  <a:pt x="19170" y="9053"/>
                  <a:pt x="19170" y="10482"/>
                </a:cubicBezTo>
                <a:cubicBezTo>
                  <a:pt x="19170" y="11594"/>
                  <a:pt x="18630" y="12706"/>
                  <a:pt x="18090" y="1350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73" name="Freeform 188"/>
          <p:cNvSpPr/>
          <p:nvPr/>
        </p:nvSpPr>
        <p:spPr>
          <a:xfrm>
            <a:off x="19755125" y="7762310"/>
            <a:ext cx="476251" cy="50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016" y="3375"/>
                </a:moveTo>
                <a:cubicBezTo>
                  <a:pt x="20016" y="3375"/>
                  <a:pt x="20016" y="3375"/>
                  <a:pt x="20016" y="3375"/>
                </a:cubicBezTo>
                <a:cubicBezTo>
                  <a:pt x="21600" y="1755"/>
                  <a:pt x="21600" y="1755"/>
                  <a:pt x="21600" y="1755"/>
                </a:cubicBezTo>
                <a:cubicBezTo>
                  <a:pt x="21600" y="1620"/>
                  <a:pt x="21600" y="1620"/>
                  <a:pt x="21600" y="1620"/>
                </a:cubicBezTo>
                <a:cubicBezTo>
                  <a:pt x="21600" y="1350"/>
                  <a:pt x="21600" y="1350"/>
                  <a:pt x="21312" y="1350"/>
                </a:cubicBezTo>
                <a:cubicBezTo>
                  <a:pt x="20304" y="1350"/>
                  <a:pt x="20304" y="1350"/>
                  <a:pt x="20304" y="1350"/>
                </a:cubicBezTo>
                <a:cubicBezTo>
                  <a:pt x="20304" y="270"/>
                  <a:pt x="20304" y="270"/>
                  <a:pt x="20304" y="270"/>
                </a:cubicBezTo>
                <a:cubicBezTo>
                  <a:pt x="20304" y="270"/>
                  <a:pt x="20160" y="270"/>
                  <a:pt x="20160" y="0"/>
                </a:cubicBezTo>
                <a:cubicBezTo>
                  <a:pt x="20016" y="0"/>
                  <a:pt x="20016" y="0"/>
                  <a:pt x="20016" y="270"/>
                </a:cubicBezTo>
                <a:cubicBezTo>
                  <a:pt x="18432" y="1620"/>
                  <a:pt x="18432" y="1620"/>
                  <a:pt x="18432" y="1620"/>
                </a:cubicBezTo>
                <a:cubicBezTo>
                  <a:pt x="18432" y="1755"/>
                  <a:pt x="18432" y="1755"/>
                  <a:pt x="18432" y="1755"/>
                </a:cubicBezTo>
                <a:cubicBezTo>
                  <a:pt x="18000" y="2565"/>
                  <a:pt x="18000" y="2565"/>
                  <a:pt x="18000" y="2565"/>
                </a:cubicBezTo>
                <a:cubicBezTo>
                  <a:pt x="10512" y="10125"/>
                  <a:pt x="10512" y="10125"/>
                  <a:pt x="10512" y="10125"/>
                </a:cubicBezTo>
                <a:cubicBezTo>
                  <a:pt x="10512" y="10125"/>
                  <a:pt x="10224" y="10125"/>
                  <a:pt x="10080" y="10125"/>
                </a:cubicBezTo>
                <a:cubicBezTo>
                  <a:pt x="9504" y="10125"/>
                  <a:pt x="8784" y="10665"/>
                  <a:pt x="8784" y="11475"/>
                </a:cubicBezTo>
                <a:cubicBezTo>
                  <a:pt x="8784" y="12285"/>
                  <a:pt x="9504" y="12960"/>
                  <a:pt x="10080" y="12960"/>
                </a:cubicBezTo>
                <a:cubicBezTo>
                  <a:pt x="10944" y="12960"/>
                  <a:pt x="11664" y="12285"/>
                  <a:pt x="11664" y="11475"/>
                </a:cubicBezTo>
                <a:cubicBezTo>
                  <a:pt x="11664" y="11475"/>
                  <a:pt x="11520" y="11340"/>
                  <a:pt x="11520" y="11070"/>
                </a:cubicBezTo>
                <a:cubicBezTo>
                  <a:pt x="13680" y="9180"/>
                  <a:pt x="13680" y="9180"/>
                  <a:pt x="13680" y="9180"/>
                </a:cubicBezTo>
                <a:cubicBezTo>
                  <a:pt x="14112" y="9990"/>
                  <a:pt x="14256" y="10665"/>
                  <a:pt x="14256" y="11475"/>
                </a:cubicBezTo>
                <a:cubicBezTo>
                  <a:pt x="14256" y="13905"/>
                  <a:pt x="12528" y="15660"/>
                  <a:pt x="10080" y="15660"/>
                </a:cubicBezTo>
                <a:cubicBezTo>
                  <a:pt x="7920" y="15660"/>
                  <a:pt x="5904" y="13905"/>
                  <a:pt x="5904" y="11475"/>
                </a:cubicBezTo>
                <a:cubicBezTo>
                  <a:pt x="5904" y="9315"/>
                  <a:pt x="7920" y="7290"/>
                  <a:pt x="10080" y="7290"/>
                </a:cubicBezTo>
                <a:cubicBezTo>
                  <a:pt x="10512" y="7290"/>
                  <a:pt x="10944" y="7560"/>
                  <a:pt x="11232" y="7560"/>
                </a:cubicBezTo>
                <a:cubicBezTo>
                  <a:pt x="12672" y="6210"/>
                  <a:pt x="12672" y="6210"/>
                  <a:pt x="12672" y="6210"/>
                </a:cubicBezTo>
                <a:cubicBezTo>
                  <a:pt x="11808" y="5805"/>
                  <a:pt x="11088" y="5535"/>
                  <a:pt x="10080" y="5535"/>
                </a:cubicBezTo>
                <a:cubicBezTo>
                  <a:pt x="6912" y="5535"/>
                  <a:pt x="4176" y="8370"/>
                  <a:pt x="4176" y="11475"/>
                </a:cubicBezTo>
                <a:cubicBezTo>
                  <a:pt x="4176" y="14850"/>
                  <a:pt x="6912" y="17685"/>
                  <a:pt x="10080" y="17685"/>
                </a:cubicBezTo>
                <a:cubicBezTo>
                  <a:pt x="13392" y="17685"/>
                  <a:pt x="16272" y="14850"/>
                  <a:pt x="16272" y="11475"/>
                </a:cubicBezTo>
                <a:cubicBezTo>
                  <a:pt x="16272" y="10125"/>
                  <a:pt x="15696" y="8910"/>
                  <a:pt x="14832" y="7695"/>
                </a:cubicBezTo>
                <a:cubicBezTo>
                  <a:pt x="16416" y="6210"/>
                  <a:pt x="16416" y="6210"/>
                  <a:pt x="16416" y="6210"/>
                </a:cubicBezTo>
                <a:cubicBezTo>
                  <a:pt x="17568" y="7695"/>
                  <a:pt x="18432" y="9585"/>
                  <a:pt x="18432" y="11475"/>
                </a:cubicBezTo>
                <a:cubicBezTo>
                  <a:pt x="18432" y="16065"/>
                  <a:pt x="14688" y="19845"/>
                  <a:pt x="10080" y="19845"/>
                </a:cubicBezTo>
                <a:cubicBezTo>
                  <a:pt x="5616" y="19845"/>
                  <a:pt x="2016" y="16065"/>
                  <a:pt x="2016" y="11475"/>
                </a:cubicBezTo>
                <a:cubicBezTo>
                  <a:pt x="2016" y="6885"/>
                  <a:pt x="5616" y="3375"/>
                  <a:pt x="10080" y="3375"/>
                </a:cubicBezTo>
                <a:cubicBezTo>
                  <a:pt x="11664" y="3375"/>
                  <a:pt x="13104" y="3780"/>
                  <a:pt x="14256" y="4320"/>
                </a:cubicBezTo>
                <a:cubicBezTo>
                  <a:pt x="15696" y="3240"/>
                  <a:pt x="15696" y="3240"/>
                  <a:pt x="15696" y="3240"/>
                </a:cubicBezTo>
                <a:cubicBezTo>
                  <a:pt x="14112" y="2025"/>
                  <a:pt x="12240" y="1350"/>
                  <a:pt x="10080" y="1350"/>
                </a:cubicBezTo>
                <a:cubicBezTo>
                  <a:pt x="7488" y="1350"/>
                  <a:pt x="4896" y="2565"/>
                  <a:pt x="3024" y="4320"/>
                </a:cubicBezTo>
                <a:cubicBezTo>
                  <a:pt x="1152" y="6345"/>
                  <a:pt x="0" y="8910"/>
                  <a:pt x="0" y="11475"/>
                </a:cubicBezTo>
                <a:cubicBezTo>
                  <a:pt x="0" y="14310"/>
                  <a:pt x="1152" y="16875"/>
                  <a:pt x="3024" y="18630"/>
                </a:cubicBezTo>
                <a:cubicBezTo>
                  <a:pt x="4896" y="20655"/>
                  <a:pt x="7488" y="21600"/>
                  <a:pt x="10080" y="21600"/>
                </a:cubicBezTo>
                <a:cubicBezTo>
                  <a:pt x="12816" y="21600"/>
                  <a:pt x="15408" y="20655"/>
                  <a:pt x="17424" y="18630"/>
                </a:cubicBezTo>
                <a:cubicBezTo>
                  <a:pt x="19152" y="16875"/>
                  <a:pt x="20160" y="14310"/>
                  <a:pt x="20160" y="11475"/>
                </a:cubicBezTo>
                <a:cubicBezTo>
                  <a:pt x="20160" y="9180"/>
                  <a:pt x="19440" y="6750"/>
                  <a:pt x="17856" y="4995"/>
                </a:cubicBezTo>
                <a:cubicBezTo>
                  <a:pt x="19008" y="3645"/>
                  <a:pt x="19008" y="3645"/>
                  <a:pt x="19008" y="3645"/>
                </a:cubicBezTo>
                <a:cubicBezTo>
                  <a:pt x="20016" y="3375"/>
                  <a:pt x="20016" y="3375"/>
                  <a:pt x="20016" y="3375"/>
                </a:cubicBezTo>
                <a:cubicBezTo>
                  <a:pt x="20016" y="3375"/>
                  <a:pt x="20016" y="3375"/>
                  <a:pt x="20016" y="3375"/>
                </a:cubicBezTo>
                <a:close/>
                <a:moveTo>
                  <a:pt x="20016" y="3375"/>
                </a:moveTo>
                <a:cubicBezTo>
                  <a:pt x="20016" y="3375"/>
                  <a:pt x="20016" y="3375"/>
                  <a:pt x="20016" y="3375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74" name="Freeform 189"/>
          <p:cNvSpPr/>
          <p:nvPr/>
        </p:nvSpPr>
        <p:spPr>
          <a:xfrm>
            <a:off x="18597191" y="7804866"/>
            <a:ext cx="508001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8090" y="0"/>
                </a:moveTo>
                <a:cubicBezTo>
                  <a:pt x="3375" y="0"/>
                  <a:pt x="3375" y="0"/>
                  <a:pt x="3375" y="0"/>
                </a:cubicBezTo>
                <a:cubicBezTo>
                  <a:pt x="1485" y="0"/>
                  <a:pt x="0" y="1950"/>
                  <a:pt x="0" y="4350"/>
                </a:cubicBezTo>
                <a:cubicBezTo>
                  <a:pt x="0" y="12600"/>
                  <a:pt x="0" y="12600"/>
                  <a:pt x="0" y="12600"/>
                </a:cubicBezTo>
                <a:cubicBezTo>
                  <a:pt x="0" y="14850"/>
                  <a:pt x="1485" y="16650"/>
                  <a:pt x="3375" y="16650"/>
                </a:cubicBezTo>
                <a:cubicBezTo>
                  <a:pt x="12420" y="16650"/>
                  <a:pt x="12420" y="16650"/>
                  <a:pt x="12420" y="16650"/>
                </a:cubicBezTo>
                <a:cubicBezTo>
                  <a:pt x="17685" y="21450"/>
                  <a:pt x="17685" y="21450"/>
                  <a:pt x="17685" y="21450"/>
                </a:cubicBezTo>
                <a:cubicBezTo>
                  <a:pt x="17955" y="21450"/>
                  <a:pt x="18090" y="21600"/>
                  <a:pt x="18495" y="21600"/>
                </a:cubicBezTo>
                <a:cubicBezTo>
                  <a:pt x="18495" y="21600"/>
                  <a:pt x="18630" y="21600"/>
                  <a:pt x="18765" y="21450"/>
                </a:cubicBezTo>
                <a:cubicBezTo>
                  <a:pt x="19170" y="21150"/>
                  <a:pt x="19305" y="20700"/>
                  <a:pt x="19305" y="20400"/>
                </a:cubicBezTo>
                <a:cubicBezTo>
                  <a:pt x="19305" y="16650"/>
                  <a:pt x="19305" y="16650"/>
                  <a:pt x="19305" y="16650"/>
                </a:cubicBezTo>
                <a:cubicBezTo>
                  <a:pt x="20520" y="16200"/>
                  <a:pt x="21600" y="14850"/>
                  <a:pt x="21600" y="13200"/>
                </a:cubicBezTo>
                <a:cubicBezTo>
                  <a:pt x="21600" y="4350"/>
                  <a:pt x="21600" y="4350"/>
                  <a:pt x="21600" y="4350"/>
                </a:cubicBezTo>
                <a:cubicBezTo>
                  <a:pt x="21600" y="1950"/>
                  <a:pt x="19980" y="0"/>
                  <a:pt x="18090" y="0"/>
                </a:cubicBezTo>
                <a:close/>
                <a:moveTo>
                  <a:pt x="19575" y="13200"/>
                </a:moveTo>
                <a:cubicBezTo>
                  <a:pt x="19575" y="13800"/>
                  <a:pt x="19170" y="14400"/>
                  <a:pt x="18495" y="14400"/>
                </a:cubicBezTo>
                <a:cubicBezTo>
                  <a:pt x="17955" y="14400"/>
                  <a:pt x="17415" y="15000"/>
                  <a:pt x="17415" y="15600"/>
                </a:cubicBezTo>
                <a:cubicBezTo>
                  <a:pt x="17415" y="18300"/>
                  <a:pt x="17415" y="18300"/>
                  <a:pt x="17415" y="18300"/>
                </a:cubicBezTo>
                <a:cubicBezTo>
                  <a:pt x="13230" y="14850"/>
                  <a:pt x="13230" y="14850"/>
                  <a:pt x="13230" y="14850"/>
                </a:cubicBezTo>
                <a:cubicBezTo>
                  <a:pt x="13095" y="14550"/>
                  <a:pt x="12960" y="14400"/>
                  <a:pt x="12690" y="14400"/>
                </a:cubicBezTo>
                <a:cubicBezTo>
                  <a:pt x="3375" y="14400"/>
                  <a:pt x="3375" y="14400"/>
                  <a:pt x="3375" y="14400"/>
                </a:cubicBezTo>
                <a:cubicBezTo>
                  <a:pt x="2565" y="14400"/>
                  <a:pt x="1890" y="13650"/>
                  <a:pt x="1890" y="12600"/>
                </a:cubicBezTo>
                <a:cubicBezTo>
                  <a:pt x="1890" y="4350"/>
                  <a:pt x="1890" y="4350"/>
                  <a:pt x="1890" y="4350"/>
                </a:cubicBezTo>
                <a:cubicBezTo>
                  <a:pt x="1890" y="3150"/>
                  <a:pt x="2565" y="2250"/>
                  <a:pt x="3375" y="2250"/>
                </a:cubicBezTo>
                <a:cubicBezTo>
                  <a:pt x="18090" y="2250"/>
                  <a:pt x="18090" y="2250"/>
                  <a:pt x="18090" y="2250"/>
                </a:cubicBezTo>
                <a:cubicBezTo>
                  <a:pt x="18900" y="2250"/>
                  <a:pt x="19575" y="3150"/>
                  <a:pt x="19575" y="4350"/>
                </a:cubicBezTo>
                <a:lnTo>
                  <a:pt x="19575" y="13200"/>
                </a:lnTo>
                <a:close/>
                <a:moveTo>
                  <a:pt x="16065" y="7350"/>
                </a:moveTo>
                <a:cubicBezTo>
                  <a:pt x="16605" y="6600"/>
                  <a:pt x="16605" y="6600"/>
                  <a:pt x="16605" y="6600"/>
                </a:cubicBezTo>
                <a:cubicBezTo>
                  <a:pt x="15525" y="5400"/>
                  <a:pt x="15525" y="5400"/>
                  <a:pt x="15525" y="5400"/>
                </a:cubicBezTo>
                <a:cubicBezTo>
                  <a:pt x="14985" y="6000"/>
                  <a:pt x="14985" y="6000"/>
                  <a:pt x="14985" y="6000"/>
                </a:cubicBezTo>
                <a:cubicBezTo>
                  <a:pt x="14715" y="5850"/>
                  <a:pt x="14445" y="5850"/>
                  <a:pt x="14175" y="5550"/>
                </a:cubicBezTo>
                <a:cubicBezTo>
                  <a:pt x="14175" y="4800"/>
                  <a:pt x="14175" y="4800"/>
                  <a:pt x="14175" y="4800"/>
                </a:cubicBezTo>
                <a:cubicBezTo>
                  <a:pt x="12555" y="4800"/>
                  <a:pt x="12555" y="4800"/>
                  <a:pt x="12555" y="4800"/>
                </a:cubicBezTo>
                <a:cubicBezTo>
                  <a:pt x="12555" y="5550"/>
                  <a:pt x="12555" y="5550"/>
                  <a:pt x="12555" y="5550"/>
                </a:cubicBezTo>
                <a:cubicBezTo>
                  <a:pt x="12285" y="5850"/>
                  <a:pt x="11880" y="5850"/>
                  <a:pt x="11745" y="6000"/>
                </a:cubicBezTo>
                <a:cubicBezTo>
                  <a:pt x="11070" y="5400"/>
                  <a:pt x="11070" y="5400"/>
                  <a:pt x="11070" y="5400"/>
                </a:cubicBezTo>
                <a:cubicBezTo>
                  <a:pt x="9990" y="6600"/>
                  <a:pt x="9990" y="6600"/>
                  <a:pt x="9990" y="6600"/>
                </a:cubicBezTo>
                <a:cubicBezTo>
                  <a:pt x="10530" y="7350"/>
                  <a:pt x="10530" y="7350"/>
                  <a:pt x="10530" y="7350"/>
                </a:cubicBezTo>
                <a:cubicBezTo>
                  <a:pt x="10530" y="7650"/>
                  <a:pt x="10260" y="8100"/>
                  <a:pt x="10125" y="8400"/>
                </a:cubicBezTo>
                <a:cubicBezTo>
                  <a:pt x="9450" y="8400"/>
                  <a:pt x="9450" y="8400"/>
                  <a:pt x="9450" y="8400"/>
                </a:cubicBezTo>
                <a:cubicBezTo>
                  <a:pt x="9450" y="10050"/>
                  <a:pt x="9450" y="10050"/>
                  <a:pt x="9450" y="10050"/>
                </a:cubicBezTo>
                <a:cubicBezTo>
                  <a:pt x="10125" y="10050"/>
                  <a:pt x="10125" y="10050"/>
                  <a:pt x="10125" y="10050"/>
                </a:cubicBezTo>
                <a:cubicBezTo>
                  <a:pt x="10260" y="10500"/>
                  <a:pt x="10530" y="10950"/>
                  <a:pt x="10530" y="11100"/>
                </a:cubicBezTo>
                <a:cubicBezTo>
                  <a:pt x="9990" y="11850"/>
                  <a:pt x="9990" y="11850"/>
                  <a:pt x="9990" y="11850"/>
                </a:cubicBezTo>
                <a:cubicBezTo>
                  <a:pt x="11070" y="13200"/>
                  <a:pt x="11070" y="13200"/>
                  <a:pt x="11070" y="13200"/>
                </a:cubicBezTo>
                <a:cubicBezTo>
                  <a:pt x="11745" y="12600"/>
                  <a:pt x="11745" y="12600"/>
                  <a:pt x="11745" y="12600"/>
                </a:cubicBezTo>
                <a:cubicBezTo>
                  <a:pt x="11880" y="12750"/>
                  <a:pt x="12285" y="12750"/>
                  <a:pt x="12555" y="12900"/>
                </a:cubicBezTo>
                <a:cubicBezTo>
                  <a:pt x="12555" y="13950"/>
                  <a:pt x="12555" y="13950"/>
                  <a:pt x="12555" y="13950"/>
                </a:cubicBezTo>
                <a:cubicBezTo>
                  <a:pt x="14175" y="13950"/>
                  <a:pt x="14175" y="13950"/>
                  <a:pt x="14175" y="13950"/>
                </a:cubicBezTo>
                <a:cubicBezTo>
                  <a:pt x="14175" y="12900"/>
                  <a:pt x="14175" y="12900"/>
                  <a:pt x="14175" y="12900"/>
                </a:cubicBezTo>
                <a:cubicBezTo>
                  <a:pt x="14445" y="12750"/>
                  <a:pt x="14715" y="12750"/>
                  <a:pt x="14985" y="12600"/>
                </a:cubicBezTo>
                <a:cubicBezTo>
                  <a:pt x="15525" y="13200"/>
                  <a:pt x="15525" y="13200"/>
                  <a:pt x="15525" y="13200"/>
                </a:cubicBezTo>
                <a:cubicBezTo>
                  <a:pt x="16605" y="11850"/>
                  <a:pt x="16605" y="11850"/>
                  <a:pt x="16605" y="11850"/>
                </a:cubicBezTo>
                <a:cubicBezTo>
                  <a:pt x="16065" y="11100"/>
                  <a:pt x="16065" y="11100"/>
                  <a:pt x="16065" y="11100"/>
                </a:cubicBezTo>
                <a:cubicBezTo>
                  <a:pt x="16200" y="10950"/>
                  <a:pt x="16470" y="10500"/>
                  <a:pt x="16470" y="10050"/>
                </a:cubicBezTo>
                <a:cubicBezTo>
                  <a:pt x="17280" y="10050"/>
                  <a:pt x="17280" y="10050"/>
                  <a:pt x="17280" y="10050"/>
                </a:cubicBezTo>
                <a:cubicBezTo>
                  <a:pt x="17280" y="8400"/>
                  <a:pt x="17280" y="8400"/>
                  <a:pt x="17280" y="8400"/>
                </a:cubicBezTo>
                <a:cubicBezTo>
                  <a:pt x="16470" y="8400"/>
                  <a:pt x="16470" y="8400"/>
                  <a:pt x="16470" y="8400"/>
                </a:cubicBezTo>
                <a:cubicBezTo>
                  <a:pt x="16470" y="8100"/>
                  <a:pt x="16200" y="7650"/>
                  <a:pt x="16065" y="7350"/>
                </a:cubicBezTo>
                <a:close/>
                <a:moveTo>
                  <a:pt x="13230" y="10500"/>
                </a:moveTo>
                <a:cubicBezTo>
                  <a:pt x="12690" y="10500"/>
                  <a:pt x="12285" y="9900"/>
                  <a:pt x="12285" y="9300"/>
                </a:cubicBezTo>
                <a:cubicBezTo>
                  <a:pt x="12285" y="8400"/>
                  <a:pt x="12690" y="8100"/>
                  <a:pt x="13230" y="8100"/>
                </a:cubicBezTo>
                <a:cubicBezTo>
                  <a:pt x="14040" y="8100"/>
                  <a:pt x="14310" y="8400"/>
                  <a:pt x="14310" y="9300"/>
                </a:cubicBezTo>
                <a:cubicBezTo>
                  <a:pt x="14310" y="9900"/>
                  <a:pt x="14040" y="10500"/>
                  <a:pt x="13230" y="10500"/>
                </a:cubicBezTo>
                <a:close/>
                <a:moveTo>
                  <a:pt x="9315" y="5400"/>
                </a:moveTo>
                <a:cubicBezTo>
                  <a:pt x="8640" y="4350"/>
                  <a:pt x="8640" y="4350"/>
                  <a:pt x="8640" y="4350"/>
                </a:cubicBezTo>
                <a:cubicBezTo>
                  <a:pt x="8100" y="4500"/>
                  <a:pt x="8100" y="4500"/>
                  <a:pt x="8100" y="4500"/>
                </a:cubicBezTo>
                <a:cubicBezTo>
                  <a:pt x="8100" y="4350"/>
                  <a:pt x="7965" y="4350"/>
                  <a:pt x="7560" y="4050"/>
                </a:cubicBezTo>
                <a:cubicBezTo>
                  <a:pt x="7695" y="3450"/>
                  <a:pt x="7695" y="3450"/>
                  <a:pt x="7695" y="3450"/>
                </a:cubicBezTo>
                <a:cubicBezTo>
                  <a:pt x="6750" y="3150"/>
                  <a:pt x="6750" y="3150"/>
                  <a:pt x="6750" y="3150"/>
                </a:cubicBezTo>
                <a:cubicBezTo>
                  <a:pt x="6480" y="3750"/>
                  <a:pt x="6480" y="3750"/>
                  <a:pt x="6480" y="3750"/>
                </a:cubicBezTo>
                <a:cubicBezTo>
                  <a:pt x="6345" y="3750"/>
                  <a:pt x="6210" y="3900"/>
                  <a:pt x="5805" y="3900"/>
                </a:cubicBezTo>
                <a:cubicBezTo>
                  <a:pt x="5670" y="3300"/>
                  <a:pt x="5670" y="3300"/>
                  <a:pt x="5670" y="3300"/>
                </a:cubicBezTo>
                <a:cubicBezTo>
                  <a:pt x="4590" y="3900"/>
                  <a:pt x="4590" y="3900"/>
                  <a:pt x="4590" y="3900"/>
                </a:cubicBezTo>
                <a:cubicBezTo>
                  <a:pt x="4995" y="4500"/>
                  <a:pt x="4995" y="4500"/>
                  <a:pt x="4995" y="4500"/>
                </a:cubicBezTo>
                <a:cubicBezTo>
                  <a:pt x="4860" y="4800"/>
                  <a:pt x="4590" y="4950"/>
                  <a:pt x="4455" y="5100"/>
                </a:cubicBezTo>
                <a:cubicBezTo>
                  <a:pt x="3915" y="4950"/>
                  <a:pt x="3915" y="4950"/>
                  <a:pt x="3915" y="4950"/>
                </a:cubicBezTo>
                <a:cubicBezTo>
                  <a:pt x="3510" y="6450"/>
                  <a:pt x="3510" y="6450"/>
                  <a:pt x="3510" y="6450"/>
                </a:cubicBezTo>
                <a:cubicBezTo>
                  <a:pt x="4320" y="6450"/>
                  <a:pt x="4320" y="6450"/>
                  <a:pt x="4320" y="6450"/>
                </a:cubicBezTo>
                <a:cubicBezTo>
                  <a:pt x="4320" y="7200"/>
                  <a:pt x="4320" y="7200"/>
                  <a:pt x="4320" y="7200"/>
                </a:cubicBezTo>
                <a:cubicBezTo>
                  <a:pt x="3780" y="7650"/>
                  <a:pt x="3780" y="7650"/>
                  <a:pt x="3780" y="7650"/>
                </a:cubicBezTo>
                <a:cubicBezTo>
                  <a:pt x="4455" y="8850"/>
                  <a:pt x="4455" y="8850"/>
                  <a:pt x="4455" y="8850"/>
                </a:cubicBezTo>
                <a:cubicBezTo>
                  <a:pt x="4995" y="8400"/>
                  <a:pt x="4995" y="8400"/>
                  <a:pt x="4995" y="8400"/>
                </a:cubicBezTo>
                <a:cubicBezTo>
                  <a:pt x="4995" y="8700"/>
                  <a:pt x="5130" y="8850"/>
                  <a:pt x="5535" y="8850"/>
                </a:cubicBezTo>
                <a:cubicBezTo>
                  <a:pt x="5265" y="9450"/>
                  <a:pt x="5265" y="9450"/>
                  <a:pt x="5265" y="9450"/>
                </a:cubicBezTo>
                <a:cubicBezTo>
                  <a:pt x="6345" y="9900"/>
                  <a:pt x="6345" y="9900"/>
                  <a:pt x="6345" y="9900"/>
                </a:cubicBezTo>
                <a:cubicBezTo>
                  <a:pt x="6480" y="9300"/>
                  <a:pt x="6480" y="9300"/>
                  <a:pt x="6480" y="9300"/>
                </a:cubicBezTo>
                <a:cubicBezTo>
                  <a:pt x="6750" y="9300"/>
                  <a:pt x="6885" y="9300"/>
                  <a:pt x="7290" y="9150"/>
                </a:cubicBezTo>
                <a:cubicBezTo>
                  <a:pt x="7425" y="9750"/>
                  <a:pt x="7425" y="9750"/>
                  <a:pt x="7425" y="9750"/>
                </a:cubicBezTo>
                <a:cubicBezTo>
                  <a:pt x="8505" y="9150"/>
                  <a:pt x="8505" y="9150"/>
                  <a:pt x="8505" y="9150"/>
                </a:cubicBezTo>
                <a:cubicBezTo>
                  <a:pt x="8100" y="8400"/>
                  <a:pt x="8100" y="8400"/>
                  <a:pt x="8100" y="8400"/>
                </a:cubicBezTo>
                <a:cubicBezTo>
                  <a:pt x="8235" y="8250"/>
                  <a:pt x="8505" y="8100"/>
                  <a:pt x="8640" y="7800"/>
                </a:cubicBezTo>
                <a:cubicBezTo>
                  <a:pt x="9180" y="8100"/>
                  <a:pt x="9180" y="8100"/>
                  <a:pt x="9180" y="8100"/>
                </a:cubicBezTo>
                <a:cubicBezTo>
                  <a:pt x="9315" y="6750"/>
                  <a:pt x="9315" y="6750"/>
                  <a:pt x="9315" y="6750"/>
                </a:cubicBezTo>
                <a:cubicBezTo>
                  <a:pt x="8775" y="6600"/>
                  <a:pt x="8775" y="6600"/>
                  <a:pt x="8775" y="6600"/>
                </a:cubicBezTo>
                <a:cubicBezTo>
                  <a:pt x="8775" y="5700"/>
                  <a:pt x="8775" y="5700"/>
                  <a:pt x="8775" y="5700"/>
                </a:cubicBezTo>
                <a:cubicBezTo>
                  <a:pt x="9315" y="5400"/>
                  <a:pt x="9315" y="5400"/>
                  <a:pt x="9315" y="5400"/>
                </a:cubicBezTo>
                <a:close/>
                <a:moveTo>
                  <a:pt x="7290" y="6750"/>
                </a:moveTo>
                <a:cubicBezTo>
                  <a:pt x="7290" y="7200"/>
                  <a:pt x="6750" y="7650"/>
                  <a:pt x="6345" y="7500"/>
                </a:cubicBezTo>
                <a:cubicBezTo>
                  <a:pt x="5805" y="7200"/>
                  <a:pt x="5670" y="6750"/>
                  <a:pt x="5805" y="6150"/>
                </a:cubicBezTo>
                <a:cubicBezTo>
                  <a:pt x="5805" y="5700"/>
                  <a:pt x="6345" y="5550"/>
                  <a:pt x="6750" y="5550"/>
                </a:cubicBezTo>
                <a:cubicBezTo>
                  <a:pt x="7290" y="5700"/>
                  <a:pt x="7425" y="6150"/>
                  <a:pt x="7290" y="675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75" name="Freeform 193"/>
          <p:cNvSpPr/>
          <p:nvPr/>
        </p:nvSpPr>
        <p:spPr>
          <a:xfrm>
            <a:off x="19738996" y="4441015"/>
            <a:ext cx="508001" cy="4445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2806"/>
                </a:moveTo>
                <a:cubicBezTo>
                  <a:pt x="21600" y="0"/>
                  <a:pt x="21600" y="0"/>
                  <a:pt x="21600" y="0"/>
                </a:cubicBezTo>
                <a:cubicBezTo>
                  <a:pt x="5265" y="0"/>
                  <a:pt x="5265" y="0"/>
                  <a:pt x="5265" y="0"/>
                </a:cubicBezTo>
                <a:cubicBezTo>
                  <a:pt x="5265" y="6480"/>
                  <a:pt x="5265" y="6480"/>
                  <a:pt x="5265" y="6480"/>
                </a:cubicBezTo>
                <a:cubicBezTo>
                  <a:pt x="6480" y="6480"/>
                  <a:pt x="6480" y="6480"/>
                  <a:pt x="6480" y="6480"/>
                </a:cubicBezTo>
                <a:cubicBezTo>
                  <a:pt x="6480" y="1389"/>
                  <a:pt x="6480" y="1389"/>
                  <a:pt x="6480" y="1389"/>
                </a:cubicBezTo>
                <a:cubicBezTo>
                  <a:pt x="20385" y="1389"/>
                  <a:pt x="20385" y="1389"/>
                  <a:pt x="20385" y="1389"/>
                </a:cubicBezTo>
                <a:cubicBezTo>
                  <a:pt x="20385" y="10954"/>
                  <a:pt x="20385" y="10954"/>
                  <a:pt x="20385" y="10954"/>
                </a:cubicBezTo>
                <a:cubicBezTo>
                  <a:pt x="13905" y="10954"/>
                  <a:pt x="13905" y="10954"/>
                  <a:pt x="13905" y="10954"/>
                </a:cubicBezTo>
                <a:cubicBezTo>
                  <a:pt x="13905" y="14349"/>
                  <a:pt x="13905" y="14349"/>
                  <a:pt x="13905" y="14349"/>
                </a:cubicBezTo>
                <a:cubicBezTo>
                  <a:pt x="18090" y="14349"/>
                  <a:pt x="18090" y="14349"/>
                  <a:pt x="18090" y="14349"/>
                </a:cubicBezTo>
                <a:cubicBezTo>
                  <a:pt x="18090" y="13577"/>
                  <a:pt x="18090" y="13577"/>
                  <a:pt x="18090" y="13577"/>
                </a:cubicBezTo>
                <a:cubicBezTo>
                  <a:pt x="14715" y="13577"/>
                  <a:pt x="14715" y="13577"/>
                  <a:pt x="14715" y="13577"/>
                </a:cubicBezTo>
                <a:cubicBezTo>
                  <a:pt x="14715" y="12806"/>
                  <a:pt x="14715" y="12806"/>
                  <a:pt x="14715" y="12806"/>
                </a:cubicBezTo>
                <a:lnTo>
                  <a:pt x="21600" y="12806"/>
                </a:lnTo>
                <a:close/>
                <a:moveTo>
                  <a:pt x="0" y="21600"/>
                </a:moveTo>
                <a:cubicBezTo>
                  <a:pt x="6210" y="21600"/>
                  <a:pt x="6210" y="21600"/>
                  <a:pt x="6210" y="21600"/>
                </a:cubicBezTo>
                <a:cubicBezTo>
                  <a:pt x="6210" y="10491"/>
                  <a:pt x="6210" y="10491"/>
                  <a:pt x="6210" y="10491"/>
                </a:cubicBezTo>
                <a:cubicBezTo>
                  <a:pt x="0" y="10491"/>
                  <a:pt x="0" y="10491"/>
                  <a:pt x="0" y="10491"/>
                </a:cubicBezTo>
                <a:lnTo>
                  <a:pt x="0" y="21600"/>
                </a:lnTo>
                <a:close/>
                <a:moveTo>
                  <a:pt x="3240" y="21137"/>
                </a:moveTo>
                <a:cubicBezTo>
                  <a:pt x="3105" y="21137"/>
                  <a:pt x="2970" y="20983"/>
                  <a:pt x="2970" y="20674"/>
                </a:cubicBezTo>
                <a:cubicBezTo>
                  <a:pt x="2970" y="20366"/>
                  <a:pt x="3105" y="20211"/>
                  <a:pt x="3240" y="20211"/>
                </a:cubicBezTo>
                <a:cubicBezTo>
                  <a:pt x="3375" y="20211"/>
                  <a:pt x="3510" y="20366"/>
                  <a:pt x="3510" y="20674"/>
                </a:cubicBezTo>
                <a:cubicBezTo>
                  <a:pt x="3510" y="20983"/>
                  <a:pt x="3375" y="21137"/>
                  <a:pt x="3240" y="21137"/>
                </a:cubicBezTo>
                <a:close/>
                <a:moveTo>
                  <a:pt x="810" y="11726"/>
                </a:moveTo>
                <a:cubicBezTo>
                  <a:pt x="5265" y="11726"/>
                  <a:pt x="5265" y="11726"/>
                  <a:pt x="5265" y="11726"/>
                </a:cubicBezTo>
                <a:cubicBezTo>
                  <a:pt x="5265" y="19749"/>
                  <a:pt x="5265" y="19749"/>
                  <a:pt x="5265" y="19749"/>
                </a:cubicBezTo>
                <a:cubicBezTo>
                  <a:pt x="810" y="19749"/>
                  <a:pt x="810" y="19749"/>
                  <a:pt x="810" y="19749"/>
                </a:cubicBezTo>
                <a:lnTo>
                  <a:pt x="810" y="11726"/>
                </a:lnTo>
                <a:close/>
                <a:moveTo>
                  <a:pt x="11610" y="17897"/>
                </a:moveTo>
                <a:cubicBezTo>
                  <a:pt x="15255" y="17897"/>
                  <a:pt x="15255" y="17897"/>
                  <a:pt x="15255" y="17897"/>
                </a:cubicBezTo>
                <a:cubicBezTo>
                  <a:pt x="15255" y="16509"/>
                  <a:pt x="15255" y="16509"/>
                  <a:pt x="15255" y="16509"/>
                </a:cubicBezTo>
                <a:cubicBezTo>
                  <a:pt x="11610" y="16509"/>
                  <a:pt x="11610" y="16509"/>
                  <a:pt x="11610" y="16509"/>
                </a:cubicBezTo>
                <a:lnTo>
                  <a:pt x="11610" y="17897"/>
                </a:lnTo>
                <a:close/>
                <a:moveTo>
                  <a:pt x="6885" y="21600"/>
                </a:moveTo>
                <a:cubicBezTo>
                  <a:pt x="11070" y="21600"/>
                  <a:pt x="11070" y="21600"/>
                  <a:pt x="11070" y="21600"/>
                </a:cubicBezTo>
                <a:cubicBezTo>
                  <a:pt x="11070" y="12651"/>
                  <a:pt x="11070" y="12651"/>
                  <a:pt x="11070" y="12651"/>
                </a:cubicBezTo>
                <a:cubicBezTo>
                  <a:pt x="6885" y="12651"/>
                  <a:pt x="6885" y="12651"/>
                  <a:pt x="6885" y="12651"/>
                </a:cubicBezTo>
                <a:lnTo>
                  <a:pt x="6885" y="21600"/>
                </a:lnTo>
                <a:close/>
                <a:moveTo>
                  <a:pt x="9045" y="21291"/>
                </a:moveTo>
                <a:cubicBezTo>
                  <a:pt x="8910" y="21291"/>
                  <a:pt x="8775" y="21137"/>
                  <a:pt x="8775" y="20983"/>
                </a:cubicBezTo>
                <a:cubicBezTo>
                  <a:pt x="8775" y="20829"/>
                  <a:pt x="8910" y="20674"/>
                  <a:pt x="9045" y="20674"/>
                </a:cubicBezTo>
                <a:cubicBezTo>
                  <a:pt x="9180" y="20674"/>
                  <a:pt x="9315" y="20829"/>
                  <a:pt x="9315" y="20983"/>
                </a:cubicBezTo>
                <a:cubicBezTo>
                  <a:pt x="9315" y="21137"/>
                  <a:pt x="9180" y="21291"/>
                  <a:pt x="9045" y="21291"/>
                </a:cubicBezTo>
                <a:close/>
                <a:moveTo>
                  <a:pt x="9180" y="12960"/>
                </a:moveTo>
                <a:cubicBezTo>
                  <a:pt x="9180" y="13114"/>
                  <a:pt x="9180" y="13114"/>
                  <a:pt x="9180" y="13114"/>
                </a:cubicBezTo>
                <a:cubicBezTo>
                  <a:pt x="9180" y="13423"/>
                  <a:pt x="9180" y="13423"/>
                  <a:pt x="9180" y="13423"/>
                </a:cubicBezTo>
                <a:cubicBezTo>
                  <a:pt x="9045" y="13423"/>
                  <a:pt x="9045" y="13423"/>
                  <a:pt x="9045" y="13114"/>
                </a:cubicBezTo>
                <a:cubicBezTo>
                  <a:pt x="9045" y="13114"/>
                  <a:pt x="9045" y="12960"/>
                  <a:pt x="9180" y="12960"/>
                </a:cubicBezTo>
                <a:close/>
                <a:moveTo>
                  <a:pt x="8505" y="13577"/>
                </a:moveTo>
                <a:cubicBezTo>
                  <a:pt x="9720" y="13577"/>
                  <a:pt x="9720" y="13577"/>
                  <a:pt x="9720" y="13577"/>
                </a:cubicBezTo>
                <a:cubicBezTo>
                  <a:pt x="9720" y="13731"/>
                  <a:pt x="9720" y="13731"/>
                  <a:pt x="9720" y="13731"/>
                </a:cubicBezTo>
                <a:cubicBezTo>
                  <a:pt x="8505" y="13731"/>
                  <a:pt x="8505" y="13731"/>
                  <a:pt x="8505" y="13731"/>
                </a:cubicBezTo>
                <a:lnTo>
                  <a:pt x="8505" y="13577"/>
                </a:lnTo>
                <a:close/>
                <a:moveTo>
                  <a:pt x="7560" y="14040"/>
                </a:moveTo>
                <a:cubicBezTo>
                  <a:pt x="10395" y="14040"/>
                  <a:pt x="10395" y="14040"/>
                  <a:pt x="10395" y="14040"/>
                </a:cubicBezTo>
                <a:cubicBezTo>
                  <a:pt x="10395" y="20211"/>
                  <a:pt x="10395" y="20211"/>
                  <a:pt x="10395" y="20211"/>
                </a:cubicBezTo>
                <a:cubicBezTo>
                  <a:pt x="7560" y="20211"/>
                  <a:pt x="7560" y="20211"/>
                  <a:pt x="7560" y="20211"/>
                </a:cubicBezTo>
                <a:lnTo>
                  <a:pt x="7560" y="14040"/>
                </a:lnTo>
                <a:close/>
                <a:moveTo>
                  <a:pt x="11475" y="14966"/>
                </a:moveTo>
                <a:cubicBezTo>
                  <a:pt x="11475" y="16046"/>
                  <a:pt x="11475" y="16046"/>
                  <a:pt x="11475" y="16046"/>
                </a:cubicBezTo>
                <a:cubicBezTo>
                  <a:pt x="13500" y="16046"/>
                  <a:pt x="13500" y="16046"/>
                  <a:pt x="13500" y="16046"/>
                </a:cubicBezTo>
                <a:cubicBezTo>
                  <a:pt x="13500" y="6943"/>
                  <a:pt x="13500" y="6943"/>
                  <a:pt x="13500" y="6943"/>
                </a:cubicBezTo>
                <a:cubicBezTo>
                  <a:pt x="2295" y="6943"/>
                  <a:pt x="2295" y="6943"/>
                  <a:pt x="2295" y="6943"/>
                </a:cubicBezTo>
                <a:cubicBezTo>
                  <a:pt x="2295" y="10029"/>
                  <a:pt x="2295" y="10029"/>
                  <a:pt x="2295" y="10029"/>
                </a:cubicBezTo>
                <a:cubicBezTo>
                  <a:pt x="2970" y="10029"/>
                  <a:pt x="2970" y="10029"/>
                  <a:pt x="2970" y="10029"/>
                </a:cubicBezTo>
                <a:cubicBezTo>
                  <a:pt x="2970" y="8023"/>
                  <a:pt x="2970" y="8023"/>
                  <a:pt x="2970" y="8023"/>
                </a:cubicBezTo>
                <a:cubicBezTo>
                  <a:pt x="12555" y="8023"/>
                  <a:pt x="12555" y="8023"/>
                  <a:pt x="12555" y="8023"/>
                </a:cubicBezTo>
                <a:cubicBezTo>
                  <a:pt x="12555" y="14966"/>
                  <a:pt x="12555" y="14966"/>
                  <a:pt x="12555" y="14966"/>
                </a:cubicBezTo>
                <a:lnTo>
                  <a:pt x="11475" y="14966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76" name="Freeform 153"/>
          <p:cNvSpPr/>
          <p:nvPr/>
        </p:nvSpPr>
        <p:spPr>
          <a:xfrm>
            <a:off x="17520229" y="9990852"/>
            <a:ext cx="500064" cy="50641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63" h="21399" fill="norm" stroke="1" extrusionOk="0">
                <a:moveTo>
                  <a:pt x="20756" y="18313"/>
                </a:moveTo>
                <a:cubicBezTo>
                  <a:pt x="21431" y="18984"/>
                  <a:pt x="21431" y="20192"/>
                  <a:pt x="20756" y="20997"/>
                </a:cubicBezTo>
                <a:cubicBezTo>
                  <a:pt x="20351" y="21265"/>
                  <a:pt x="19946" y="21399"/>
                  <a:pt x="19406" y="21399"/>
                </a:cubicBezTo>
                <a:cubicBezTo>
                  <a:pt x="19001" y="21399"/>
                  <a:pt x="18461" y="21265"/>
                  <a:pt x="18191" y="20997"/>
                </a:cubicBezTo>
                <a:cubicBezTo>
                  <a:pt x="10631" y="13349"/>
                  <a:pt x="10631" y="13349"/>
                  <a:pt x="10631" y="13349"/>
                </a:cubicBezTo>
                <a:cubicBezTo>
                  <a:pt x="3206" y="20997"/>
                  <a:pt x="3206" y="20997"/>
                  <a:pt x="3206" y="20997"/>
                </a:cubicBezTo>
                <a:cubicBezTo>
                  <a:pt x="2801" y="21265"/>
                  <a:pt x="2261" y="21399"/>
                  <a:pt x="1856" y="21399"/>
                </a:cubicBezTo>
                <a:cubicBezTo>
                  <a:pt x="1316" y="21399"/>
                  <a:pt x="911" y="21265"/>
                  <a:pt x="506" y="20997"/>
                </a:cubicBezTo>
                <a:cubicBezTo>
                  <a:pt x="-169" y="20192"/>
                  <a:pt x="-169" y="18984"/>
                  <a:pt x="506" y="18313"/>
                </a:cubicBezTo>
                <a:cubicBezTo>
                  <a:pt x="8066" y="10666"/>
                  <a:pt x="8066" y="10666"/>
                  <a:pt x="8066" y="10666"/>
                </a:cubicBezTo>
                <a:cubicBezTo>
                  <a:pt x="506" y="3153"/>
                  <a:pt x="506" y="3153"/>
                  <a:pt x="506" y="3153"/>
                </a:cubicBezTo>
                <a:cubicBezTo>
                  <a:pt x="-169" y="2482"/>
                  <a:pt x="-169" y="1275"/>
                  <a:pt x="506" y="604"/>
                </a:cubicBezTo>
                <a:cubicBezTo>
                  <a:pt x="1316" y="-201"/>
                  <a:pt x="2396" y="-201"/>
                  <a:pt x="3206" y="604"/>
                </a:cubicBezTo>
                <a:cubicBezTo>
                  <a:pt x="10631" y="8117"/>
                  <a:pt x="10631" y="8117"/>
                  <a:pt x="10631" y="8117"/>
                </a:cubicBezTo>
                <a:cubicBezTo>
                  <a:pt x="18191" y="604"/>
                  <a:pt x="18191" y="604"/>
                  <a:pt x="18191" y="604"/>
                </a:cubicBezTo>
                <a:cubicBezTo>
                  <a:pt x="18866" y="-201"/>
                  <a:pt x="19946" y="-201"/>
                  <a:pt x="20756" y="604"/>
                </a:cubicBezTo>
                <a:cubicBezTo>
                  <a:pt x="21431" y="1275"/>
                  <a:pt x="21431" y="2482"/>
                  <a:pt x="20756" y="3153"/>
                </a:cubicBezTo>
                <a:cubicBezTo>
                  <a:pt x="13331" y="10666"/>
                  <a:pt x="13331" y="10666"/>
                  <a:pt x="13331" y="10666"/>
                </a:cubicBezTo>
                <a:cubicBezTo>
                  <a:pt x="20756" y="18313"/>
                  <a:pt x="20756" y="18313"/>
                  <a:pt x="20756" y="18313"/>
                </a:cubicBezTo>
                <a:cubicBezTo>
                  <a:pt x="20756" y="18313"/>
                  <a:pt x="20756" y="18313"/>
                  <a:pt x="20756" y="18313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77" name="Freeform 192"/>
          <p:cNvSpPr/>
          <p:nvPr/>
        </p:nvSpPr>
        <p:spPr>
          <a:xfrm>
            <a:off x="4167138" y="11050296"/>
            <a:ext cx="485777" cy="50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18" y="19440"/>
                </a:moveTo>
                <a:cubicBezTo>
                  <a:pt x="3953" y="21600"/>
                  <a:pt x="3953" y="21600"/>
                  <a:pt x="3953" y="21600"/>
                </a:cubicBezTo>
                <a:cubicBezTo>
                  <a:pt x="17788" y="21600"/>
                  <a:pt x="17788" y="21600"/>
                  <a:pt x="17788" y="21600"/>
                </a:cubicBezTo>
                <a:cubicBezTo>
                  <a:pt x="16941" y="19440"/>
                  <a:pt x="16941" y="19440"/>
                  <a:pt x="16941" y="19440"/>
                </a:cubicBezTo>
                <a:lnTo>
                  <a:pt x="4518" y="19440"/>
                </a:lnTo>
                <a:close/>
                <a:moveTo>
                  <a:pt x="6776" y="21330"/>
                </a:moveTo>
                <a:cubicBezTo>
                  <a:pt x="4518" y="21330"/>
                  <a:pt x="4518" y="21330"/>
                  <a:pt x="4518" y="21330"/>
                </a:cubicBezTo>
                <a:cubicBezTo>
                  <a:pt x="4941" y="19980"/>
                  <a:pt x="4941" y="19980"/>
                  <a:pt x="4941" y="19980"/>
                </a:cubicBezTo>
                <a:cubicBezTo>
                  <a:pt x="8047" y="19980"/>
                  <a:pt x="8047" y="19980"/>
                  <a:pt x="8047" y="19980"/>
                </a:cubicBezTo>
                <a:cubicBezTo>
                  <a:pt x="7624" y="20385"/>
                  <a:pt x="7200" y="20925"/>
                  <a:pt x="6776" y="21330"/>
                </a:cubicBezTo>
                <a:close/>
                <a:moveTo>
                  <a:pt x="5224" y="12150"/>
                </a:moveTo>
                <a:cubicBezTo>
                  <a:pt x="5224" y="18900"/>
                  <a:pt x="5224" y="18900"/>
                  <a:pt x="5224" y="18900"/>
                </a:cubicBezTo>
                <a:cubicBezTo>
                  <a:pt x="16235" y="18900"/>
                  <a:pt x="16235" y="18900"/>
                  <a:pt x="16235" y="18900"/>
                </a:cubicBezTo>
                <a:cubicBezTo>
                  <a:pt x="16235" y="12150"/>
                  <a:pt x="16235" y="12150"/>
                  <a:pt x="16235" y="12150"/>
                </a:cubicBezTo>
                <a:cubicBezTo>
                  <a:pt x="16235" y="8910"/>
                  <a:pt x="13835" y="6480"/>
                  <a:pt x="10729" y="6480"/>
                </a:cubicBezTo>
                <a:cubicBezTo>
                  <a:pt x="7624" y="6480"/>
                  <a:pt x="5224" y="8910"/>
                  <a:pt x="5224" y="12150"/>
                </a:cubicBezTo>
                <a:close/>
                <a:moveTo>
                  <a:pt x="15247" y="12285"/>
                </a:moveTo>
                <a:cubicBezTo>
                  <a:pt x="15247" y="12555"/>
                  <a:pt x="14965" y="12690"/>
                  <a:pt x="14682" y="12690"/>
                </a:cubicBezTo>
                <a:cubicBezTo>
                  <a:pt x="14400" y="12690"/>
                  <a:pt x="14259" y="12555"/>
                  <a:pt x="14259" y="12285"/>
                </a:cubicBezTo>
                <a:cubicBezTo>
                  <a:pt x="14259" y="10260"/>
                  <a:pt x="12847" y="8775"/>
                  <a:pt x="10871" y="8775"/>
                </a:cubicBezTo>
                <a:cubicBezTo>
                  <a:pt x="10729" y="8775"/>
                  <a:pt x="10729" y="8775"/>
                  <a:pt x="10729" y="8775"/>
                </a:cubicBezTo>
                <a:cubicBezTo>
                  <a:pt x="10447" y="8775"/>
                  <a:pt x="10306" y="8505"/>
                  <a:pt x="10306" y="8235"/>
                </a:cubicBezTo>
                <a:cubicBezTo>
                  <a:pt x="10306" y="8100"/>
                  <a:pt x="10447" y="7695"/>
                  <a:pt x="10729" y="7695"/>
                </a:cubicBezTo>
                <a:cubicBezTo>
                  <a:pt x="10871" y="7695"/>
                  <a:pt x="10871" y="7695"/>
                  <a:pt x="10871" y="7695"/>
                </a:cubicBezTo>
                <a:cubicBezTo>
                  <a:pt x="13271" y="7695"/>
                  <a:pt x="15247" y="9855"/>
                  <a:pt x="15247" y="12285"/>
                </a:cubicBezTo>
                <a:close/>
                <a:moveTo>
                  <a:pt x="4376" y="9855"/>
                </a:moveTo>
                <a:cubicBezTo>
                  <a:pt x="4376" y="9315"/>
                  <a:pt x="4094" y="8910"/>
                  <a:pt x="3671" y="8775"/>
                </a:cubicBezTo>
                <a:cubicBezTo>
                  <a:pt x="1129" y="8100"/>
                  <a:pt x="1129" y="8100"/>
                  <a:pt x="1129" y="8100"/>
                </a:cubicBezTo>
                <a:cubicBezTo>
                  <a:pt x="565" y="8100"/>
                  <a:pt x="141" y="8505"/>
                  <a:pt x="0" y="8910"/>
                </a:cubicBezTo>
                <a:cubicBezTo>
                  <a:pt x="0" y="9045"/>
                  <a:pt x="0" y="9180"/>
                  <a:pt x="0" y="9180"/>
                </a:cubicBezTo>
                <a:cubicBezTo>
                  <a:pt x="141" y="9720"/>
                  <a:pt x="424" y="9990"/>
                  <a:pt x="706" y="9990"/>
                </a:cubicBezTo>
                <a:cubicBezTo>
                  <a:pt x="3388" y="10665"/>
                  <a:pt x="3388" y="10665"/>
                  <a:pt x="3388" y="10665"/>
                </a:cubicBezTo>
                <a:cubicBezTo>
                  <a:pt x="3812" y="10665"/>
                  <a:pt x="4235" y="10260"/>
                  <a:pt x="4376" y="9855"/>
                </a:cubicBezTo>
                <a:close/>
                <a:moveTo>
                  <a:pt x="3812" y="3645"/>
                </a:moveTo>
                <a:cubicBezTo>
                  <a:pt x="5365" y="5805"/>
                  <a:pt x="5365" y="5805"/>
                  <a:pt x="5365" y="5805"/>
                </a:cubicBezTo>
                <a:cubicBezTo>
                  <a:pt x="5647" y="6210"/>
                  <a:pt x="6212" y="6210"/>
                  <a:pt x="6494" y="5940"/>
                </a:cubicBezTo>
                <a:cubicBezTo>
                  <a:pt x="7059" y="5535"/>
                  <a:pt x="7059" y="4995"/>
                  <a:pt x="6776" y="4725"/>
                </a:cubicBezTo>
                <a:cubicBezTo>
                  <a:pt x="5082" y="2565"/>
                  <a:pt x="5082" y="2565"/>
                  <a:pt x="5082" y="2565"/>
                </a:cubicBezTo>
                <a:cubicBezTo>
                  <a:pt x="4800" y="2160"/>
                  <a:pt x="4235" y="2160"/>
                  <a:pt x="3953" y="2430"/>
                </a:cubicBezTo>
                <a:cubicBezTo>
                  <a:pt x="3671" y="2565"/>
                  <a:pt x="3529" y="2970"/>
                  <a:pt x="3671" y="3375"/>
                </a:cubicBezTo>
                <a:cubicBezTo>
                  <a:pt x="3671" y="3510"/>
                  <a:pt x="3671" y="3645"/>
                  <a:pt x="3812" y="3645"/>
                </a:cubicBezTo>
                <a:close/>
                <a:moveTo>
                  <a:pt x="10871" y="4590"/>
                </a:moveTo>
                <a:cubicBezTo>
                  <a:pt x="11294" y="4590"/>
                  <a:pt x="11859" y="4185"/>
                  <a:pt x="11859" y="3645"/>
                </a:cubicBezTo>
                <a:cubicBezTo>
                  <a:pt x="11859" y="945"/>
                  <a:pt x="11859" y="945"/>
                  <a:pt x="11859" y="945"/>
                </a:cubicBezTo>
                <a:cubicBezTo>
                  <a:pt x="11859" y="405"/>
                  <a:pt x="11294" y="0"/>
                  <a:pt x="10871" y="0"/>
                </a:cubicBezTo>
                <a:cubicBezTo>
                  <a:pt x="10447" y="0"/>
                  <a:pt x="10024" y="270"/>
                  <a:pt x="10024" y="945"/>
                </a:cubicBezTo>
                <a:cubicBezTo>
                  <a:pt x="10024" y="3645"/>
                  <a:pt x="10024" y="3645"/>
                  <a:pt x="10024" y="3645"/>
                </a:cubicBezTo>
                <a:cubicBezTo>
                  <a:pt x="10024" y="3645"/>
                  <a:pt x="10024" y="3645"/>
                  <a:pt x="10024" y="3780"/>
                </a:cubicBezTo>
                <a:cubicBezTo>
                  <a:pt x="10024" y="4185"/>
                  <a:pt x="10447" y="4590"/>
                  <a:pt x="10871" y="4590"/>
                </a:cubicBezTo>
                <a:close/>
                <a:moveTo>
                  <a:pt x="16235" y="6075"/>
                </a:moveTo>
                <a:cubicBezTo>
                  <a:pt x="18071" y="4050"/>
                  <a:pt x="18071" y="4050"/>
                  <a:pt x="18071" y="4050"/>
                </a:cubicBezTo>
                <a:cubicBezTo>
                  <a:pt x="18353" y="3645"/>
                  <a:pt x="18353" y="2970"/>
                  <a:pt x="18071" y="2700"/>
                </a:cubicBezTo>
                <a:cubicBezTo>
                  <a:pt x="17647" y="2430"/>
                  <a:pt x="17082" y="2430"/>
                  <a:pt x="16659" y="2835"/>
                </a:cubicBezTo>
                <a:cubicBezTo>
                  <a:pt x="14965" y="4860"/>
                  <a:pt x="14965" y="4860"/>
                  <a:pt x="14965" y="4860"/>
                </a:cubicBezTo>
                <a:cubicBezTo>
                  <a:pt x="14824" y="5130"/>
                  <a:pt x="14824" y="5265"/>
                  <a:pt x="14824" y="5670"/>
                </a:cubicBezTo>
                <a:cubicBezTo>
                  <a:pt x="14824" y="5805"/>
                  <a:pt x="14965" y="6075"/>
                  <a:pt x="15106" y="6210"/>
                </a:cubicBezTo>
                <a:cubicBezTo>
                  <a:pt x="15388" y="6480"/>
                  <a:pt x="15953" y="6480"/>
                  <a:pt x="16235" y="6075"/>
                </a:cubicBezTo>
                <a:close/>
                <a:moveTo>
                  <a:pt x="20471" y="8505"/>
                </a:moveTo>
                <a:cubicBezTo>
                  <a:pt x="17788" y="9045"/>
                  <a:pt x="17788" y="9045"/>
                  <a:pt x="17788" y="9045"/>
                </a:cubicBezTo>
                <a:cubicBezTo>
                  <a:pt x="17365" y="9180"/>
                  <a:pt x="17082" y="9585"/>
                  <a:pt x="17082" y="10125"/>
                </a:cubicBezTo>
                <a:cubicBezTo>
                  <a:pt x="17224" y="10530"/>
                  <a:pt x="17647" y="11070"/>
                  <a:pt x="18071" y="10935"/>
                </a:cubicBezTo>
                <a:cubicBezTo>
                  <a:pt x="20753" y="10395"/>
                  <a:pt x="20753" y="10395"/>
                  <a:pt x="20753" y="10395"/>
                </a:cubicBezTo>
                <a:cubicBezTo>
                  <a:pt x="21176" y="10395"/>
                  <a:pt x="21600" y="9990"/>
                  <a:pt x="21600" y="9315"/>
                </a:cubicBezTo>
                <a:cubicBezTo>
                  <a:pt x="21318" y="8910"/>
                  <a:pt x="20894" y="8505"/>
                  <a:pt x="20471" y="850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78" name="Freeform 135"/>
          <p:cNvSpPr/>
          <p:nvPr/>
        </p:nvSpPr>
        <p:spPr>
          <a:xfrm>
            <a:off x="19820204" y="9950985"/>
            <a:ext cx="272964" cy="5352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027" h="21600" fill="norm" stroke="1" extrusionOk="0">
                <a:moveTo>
                  <a:pt x="15549" y="9720"/>
                </a:moveTo>
                <a:cubicBezTo>
                  <a:pt x="14076" y="9450"/>
                  <a:pt x="12113" y="8910"/>
                  <a:pt x="10640" y="8640"/>
                </a:cubicBezTo>
                <a:cubicBezTo>
                  <a:pt x="9904" y="8370"/>
                  <a:pt x="8922" y="8100"/>
                  <a:pt x="8185" y="7830"/>
                </a:cubicBezTo>
                <a:cubicBezTo>
                  <a:pt x="6467" y="7155"/>
                  <a:pt x="6958" y="5940"/>
                  <a:pt x="8676" y="5670"/>
                </a:cubicBezTo>
                <a:cubicBezTo>
                  <a:pt x="9167" y="5400"/>
                  <a:pt x="9658" y="5400"/>
                  <a:pt x="10149" y="5400"/>
                </a:cubicBezTo>
                <a:cubicBezTo>
                  <a:pt x="12113" y="5265"/>
                  <a:pt x="14322" y="5670"/>
                  <a:pt x="16040" y="6075"/>
                </a:cubicBezTo>
                <a:cubicBezTo>
                  <a:pt x="17022" y="6210"/>
                  <a:pt x="17513" y="6210"/>
                  <a:pt x="17758" y="5670"/>
                </a:cubicBezTo>
                <a:cubicBezTo>
                  <a:pt x="18249" y="5130"/>
                  <a:pt x="18495" y="4455"/>
                  <a:pt x="18740" y="3915"/>
                </a:cubicBezTo>
                <a:cubicBezTo>
                  <a:pt x="18740" y="3510"/>
                  <a:pt x="18740" y="3240"/>
                  <a:pt x="17758" y="3105"/>
                </a:cubicBezTo>
                <a:cubicBezTo>
                  <a:pt x="16776" y="2835"/>
                  <a:pt x="15549" y="2565"/>
                  <a:pt x="14322" y="2430"/>
                </a:cubicBezTo>
                <a:cubicBezTo>
                  <a:pt x="12604" y="2295"/>
                  <a:pt x="12604" y="2295"/>
                  <a:pt x="12604" y="1350"/>
                </a:cubicBezTo>
                <a:cubicBezTo>
                  <a:pt x="12604" y="0"/>
                  <a:pt x="12604" y="0"/>
                  <a:pt x="10149" y="0"/>
                </a:cubicBezTo>
                <a:cubicBezTo>
                  <a:pt x="9658" y="0"/>
                  <a:pt x="9167" y="0"/>
                  <a:pt x="8922" y="0"/>
                </a:cubicBezTo>
                <a:cubicBezTo>
                  <a:pt x="7695" y="0"/>
                  <a:pt x="7695" y="135"/>
                  <a:pt x="7695" y="810"/>
                </a:cubicBezTo>
                <a:cubicBezTo>
                  <a:pt x="7449" y="1080"/>
                  <a:pt x="7695" y="1350"/>
                  <a:pt x="7695" y="1620"/>
                </a:cubicBezTo>
                <a:cubicBezTo>
                  <a:pt x="7449" y="2430"/>
                  <a:pt x="7449" y="2430"/>
                  <a:pt x="6222" y="2835"/>
                </a:cubicBezTo>
                <a:cubicBezTo>
                  <a:pt x="2785" y="3510"/>
                  <a:pt x="331" y="4725"/>
                  <a:pt x="331" y="6885"/>
                </a:cubicBezTo>
                <a:cubicBezTo>
                  <a:pt x="85" y="8910"/>
                  <a:pt x="1804" y="10125"/>
                  <a:pt x="4504" y="11070"/>
                </a:cubicBezTo>
                <a:cubicBezTo>
                  <a:pt x="6222" y="11610"/>
                  <a:pt x="8185" y="11880"/>
                  <a:pt x="10149" y="12420"/>
                </a:cubicBezTo>
                <a:cubicBezTo>
                  <a:pt x="10640" y="12555"/>
                  <a:pt x="11376" y="12690"/>
                  <a:pt x="11867" y="13095"/>
                </a:cubicBezTo>
                <a:cubicBezTo>
                  <a:pt x="13831" y="13905"/>
                  <a:pt x="13340" y="15255"/>
                  <a:pt x="11376" y="15795"/>
                </a:cubicBezTo>
                <a:cubicBezTo>
                  <a:pt x="10149" y="16065"/>
                  <a:pt x="8922" y="16065"/>
                  <a:pt x="7695" y="16065"/>
                </a:cubicBezTo>
                <a:cubicBezTo>
                  <a:pt x="5976" y="15930"/>
                  <a:pt x="4258" y="15525"/>
                  <a:pt x="2295" y="15120"/>
                </a:cubicBezTo>
                <a:cubicBezTo>
                  <a:pt x="1558" y="14850"/>
                  <a:pt x="1313" y="14850"/>
                  <a:pt x="822" y="15525"/>
                </a:cubicBezTo>
                <a:cubicBezTo>
                  <a:pt x="576" y="16065"/>
                  <a:pt x="331" y="16605"/>
                  <a:pt x="85" y="17010"/>
                </a:cubicBezTo>
                <a:cubicBezTo>
                  <a:pt x="-160" y="17685"/>
                  <a:pt x="85" y="17955"/>
                  <a:pt x="1313" y="18225"/>
                </a:cubicBezTo>
                <a:cubicBezTo>
                  <a:pt x="2785" y="18765"/>
                  <a:pt x="4258" y="18900"/>
                  <a:pt x="5976" y="19035"/>
                </a:cubicBezTo>
                <a:cubicBezTo>
                  <a:pt x="7204" y="19035"/>
                  <a:pt x="7204" y="19170"/>
                  <a:pt x="7204" y="19845"/>
                </a:cubicBezTo>
                <a:cubicBezTo>
                  <a:pt x="7204" y="20250"/>
                  <a:pt x="7204" y="20520"/>
                  <a:pt x="7204" y="20925"/>
                </a:cubicBezTo>
                <a:cubicBezTo>
                  <a:pt x="7204" y="21330"/>
                  <a:pt x="7695" y="21600"/>
                  <a:pt x="8431" y="21600"/>
                </a:cubicBezTo>
                <a:cubicBezTo>
                  <a:pt x="9167" y="21600"/>
                  <a:pt x="10149" y="21600"/>
                  <a:pt x="11131" y="21600"/>
                </a:cubicBezTo>
                <a:cubicBezTo>
                  <a:pt x="11867" y="21600"/>
                  <a:pt x="12113" y="21330"/>
                  <a:pt x="12113" y="21060"/>
                </a:cubicBezTo>
                <a:cubicBezTo>
                  <a:pt x="12113" y="20520"/>
                  <a:pt x="12113" y="20115"/>
                  <a:pt x="12113" y="19575"/>
                </a:cubicBezTo>
                <a:cubicBezTo>
                  <a:pt x="12113" y="19035"/>
                  <a:pt x="12604" y="18900"/>
                  <a:pt x="13340" y="18765"/>
                </a:cubicBezTo>
                <a:cubicBezTo>
                  <a:pt x="15304" y="18360"/>
                  <a:pt x="17022" y="17955"/>
                  <a:pt x="18249" y="17010"/>
                </a:cubicBezTo>
                <a:cubicBezTo>
                  <a:pt x="21440" y="14715"/>
                  <a:pt x="20213" y="11205"/>
                  <a:pt x="15549" y="9720"/>
                </a:cubicBezTo>
                <a:close/>
                <a:moveTo>
                  <a:pt x="15549" y="9720"/>
                </a:moveTo>
                <a:cubicBezTo>
                  <a:pt x="15549" y="9720"/>
                  <a:pt x="15549" y="9720"/>
                  <a:pt x="15549" y="9720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79" name="Freeform 136"/>
          <p:cNvSpPr/>
          <p:nvPr/>
        </p:nvSpPr>
        <p:spPr>
          <a:xfrm>
            <a:off x="20795446" y="9943045"/>
            <a:ext cx="569697" cy="56969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635" y="3915"/>
                </a:moveTo>
                <a:cubicBezTo>
                  <a:pt x="13500" y="3780"/>
                  <a:pt x="12960" y="3780"/>
                  <a:pt x="12825" y="4050"/>
                </a:cubicBezTo>
                <a:cubicBezTo>
                  <a:pt x="6480" y="10260"/>
                  <a:pt x="6480" y="10260"/>
                  <a:pt x="6480" y="10260"/>
                </a:cubicBezTo>
                <a:cubicBezTo>
                  <a:pt x="6345" y="10395"/>
                  <a:pt x="6345" y="10665"/>
                  <a:pt x="6345" y="10800"/>
                </a:cubicBezTo>
                <a:cubicBezTo>
                  <a:pt x="6345" y="11070"/>
                  <a:pt x="6480" y="11205"/>
                  <a:pt x="6750" y="11205"/>
                </a:cubicBezTo>
                <a:cubicBezTo>
                  <a:pt x="9855" y="12285"/>
                  <a:pt x="9855" y="12285"/>
                  <a:pt x="9855" y="12285"/>
                </a:cubicBezTo>
                <a:cubicBezTo>
                  <a:pt x="7695" y="16605"/>
                  <a:pt x="7695" y="16605"/>
                  <a:pt x="7695" y="16605"/>
                </a:cubicBezTo>
                <a:cubicBezTo>
                  <a:pt x="7560" y="17010"/>
                  <a:pt x="7560" y="17280"/>
                  <a:pt x="7830" y="17550"/>
                </a:cubicBezTo>
                <a:cubicBezTo>
                  <a:pt x="8235" y="17685"/>
                  <a:pt x="8505" y="17685"/>
                  <a:pt x="8640" y="17550"/>
                </a:cubicBezTo>
                <a:cubicBezTo>
                  <a:pt x="14850" y="11070"/>
                  <a:pt x="14850" y="11070"/>
                  <a:pt x="14850" y="11070"/>
                </a:cubicBezTo>
                <a:cubicBezTo>
                  <a:pt x="15120" y="10935"/>
                  <a:pt x="15120" y="10800"/>
                  <a:pt x="15120" y="10665"/>
                </a:cubicBezTo>
                <a:cubicBezTo>
                  <a:pt x="15120" y="10260"/>
                  <a:pt x="14850" y="10125"/>
                  <a:pt x="14715" y="10125"/>
                </a:cubicBezTo>
                <a:cubicBezTo>
                  <a:pt x="11610" y="9180"/>
                  <a:pt x="11610" y="9180"/>
                  <a:pt x="11610" y="9180"/>
                </a:cubicBezTo>
                <a:cubicBezTo>
                  <a:pt x="13770" y="4725"/>
                  <a:pt x="13770" y="4725"/>
                  <a:pt x="13770" y="4725"/>
                </a:cubicBezTo>
                <a:cubicBezTo>
                  <a:pt x="13905" y="4455"/>
                  <a:pt x="13905" y="4050"/>
                  <a:pt x="13635" y="3915"/>
                </a:cubicBezTo>
                <a:close/>
                <a:moveTo>
                  <a:pt x="10935" y="0"/>
                </a:moveTo>
                <a:cubicBezTo>
                  <a:pt x="7560" y="0"/>
                  <a:pt x="4590" y="1485"/>
                  <a:pt x="2565" y="3915"/>
                </a:cubicBezTo>
                <a:cubicBezTo>
                  <a:pt x="2565" y="3240"/>
                  <a:pt x="2565" y="3240"/>
                  <a:pt x="2565" y="3240"/>
                </a:cubicBezTo>
                <a:cubicBezTo>
                  <a:pt x="2565" y="2970"/>
                  <a:pt x="2295" y="2700"/>
                  <a:pt x="1890" y="2700"/>
                </a:cubicBezTo>
                <a:cubicBezTo>
                  <a:pt x="1620" y="2700"/>
                  <a:pt x="1350" y="2970"/>
                  <a:pt x="1350" y="3240"/>
                </a:cubicBezTo>
                <a:cubicBezTo>
                  <a:pt x="1350" y="5940"/>
                  <a:pt x="1350" y="5940"/>
                  <a:pt x="1350" y="5940"/>
                </a:cubicBezTo>
                <a:cubicBezTo>
                  <a:pt x="1350" y="6615"/>
                  <a:pt x="2160" y="6615"/>
                  <a:pt x="1890" y="6615"/>
                </a:cubicBezTo>
                <a:cubicBezTo>
                  <a:pt x="4455" y="6345"/>
                  <a:pt x="4455" y="6345"/>
                  <a:pt x="4455" y="6345"/>
                </a:cubicBezTo>
                <a:cubicBezTo>
                  <a:pt x="4725" y="6345"/>
                  <a:pt x="5130" y="6075"/>
                  <a:pt x="5130" y="5805"/>
                </a:cubicBezTo>
                <a:cubicBezTo>
                  <a:pt x="5130" y="5400"/>
                  <a:pt x="4725" y="5130"/>
                  <a:pt x="4455" y="5130"/>
                </a:cubicBezTo>
                <a:cubicBezTo>
                  <a:pt x="3105" y="5265"/>
                  <a:pt x="3105" y="5265"/>
                  <a:pt x="3105" y="5265"/>
                </a:cubicBezTo>
                <a:cubicBezTo>
                  <a:pt x="4860" y="2835"/>
                  <a:pt x="7695" y="1350"/>
                  <a:pt x="10935" y="1350"/>
                </a:cubicBezTo>
                <a:cubicBezTo>
                  <a:pt x="16065" y="1350"/>
                  <a:pt x="20250" y="5535"/>
                  <a:pt x="20250" y="10800"/>
                </a:cubicBezTo>
                <a:cubicBezTo>
                  <a:pt x="20250" y="11205"/>
                  <a:pt x="20655" y="11340"/>
                  <a:pt x="20925" y="11340"/>
                </a:cubicBezTo>
                <a:cubicBezTo>
                  <a:pt x="21330" y="11340"/>
                  <a:pt x="21600" y="11205"/>
                  <a:pt x="21600" y="10800"/>
                </a:cubicBezTo>
                <a:cubicBezTo>
                  <a:pt x="21600" y="4860"/>
                  <a:pt x="16740" y="0"/>
                  <a:pt x="10935" y="0"/>
                </a:cubicBezTo>
                <a:close/>
                <a:moveTo>
                  <a:pt x="19575" y="14985"/>
                </a:moveTo>
                <a:cubicBezTo>
                  <a:pt x="17145" y="15120"/>
                  <a:pt x="17145" y="15120"/>
                  <a:pt x="17145" y="15120"/>
                </a:cubicBezTo>
                <a:cubicBezTo>
                  <a:pt x="16875" y="15120"/>
                  <a:pt x="16470" y="15390"/>
                  <a:pt x="16470" y="15795"/>
                </a:cubicBezTo>
                <a:cubicBezTo>
                  <a:pt x="16470" y="16200"/>
                  <a:pt x="16875" y="16470"/>
                  <a:pt x="17145" y="16470"/>
                </a:cubicBezTo>
                <a:cubicBezTo>
                  <a:pt x="18495" y="16470"/>
                  <a:pt x="18495" y="16470"/>
                  <a:pt x="18495" y="16470"/>
                </a:cubicBezTo>
                <a:cubicBezTo>
                  <a:pt x="16605" y="18765"/>
                  <a:pt x="13905" y="20250"/>
                  <a:pt x="10935" y="20250"/>
                </a:cubicBezTo>
                <a:cubicBezTo>
                  <a:pt x="5670" y="20250"/>
                  <a:pt x="1350" y="15930"/>
                  <a:pt x="1350" y="10800"/>
                </a:cubicBezTo>
                <a:cubicBezTo>
                  <a:pt x="1350" y="10260"/>
                  <a:pt x="1080" y="10125"/>
                  <a:pt x="675" y="10125"/>
                </a:cubicBezTo>
                <a:cubicBezTo>
                  <a:pt x="405" y="10125"/>
                  <a:pt x="0" y="10260"/>
                  <a:pt x="0" y="10800"/>
                </a:cubicBezTo>
                <a:cubicBezTo>
                  <a:pt x="0" y="16605"/>
                  <a:pt x="4995" y="21600"/>
                  <a:pt x="10935" y="21600"/>
                </a:cubicBezTo>
                <a:cubicBezTo>
                  <a:pt x="14040" y="21600"/>
                  <a:pt x="17010" y="20115"/>
                  <a:pt x="18900" y="17550"/>
                </a:cubicBezTo>
                <a:cubicBezTo>
                  <a:pt x="18900" y="18225"/>
                  <a:pt x="18900" y="18225"/>
                  <a:pt x="18900" y="18225"/>
                </a:cubicBezTo>
                <a:cubicBezTo>
                  <a:pt x="18900" y="18765"/>
                  <a:pt x="19305" y="18900"/>
                  <a:pt x="19575" y="18900"/>
                </a:cubicBezTo>
                <a:cubicBezTo>
                  <a:pt x="19980" y="18900"/>
                  <a:pt x="20250" y="18765"/>
                  <a:pt x="20250" y="18225"/>
                </a:cubicBezTo>
                <a:cubicBezTo>
                  <a:pt x="20250" y="15525"/>
                  <a:pt x="20250" y="15525"/>
                  <a:pt x="20250" y="15525"/>
                </a:cubicBezTo>
                <a:cubicBezTo>
                  <a:pt x="20250" y="15255"/>
                  <a:pt x="19980" y="14985"/>
                  <a:pt x="19575" y="1498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80" name="Freeform 180"/>
          <p:cNvSpPr/>
          <p:nvPr/>
        </p:nvSpPr>
        <p:spPr>
          <a:xfrm>
            <a:off x="6345899" y="11147387"/>
            <a:ext cx="574672" cy="4094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30" y="18568"/>
                </a:moveTo>
                <a:cubicBezTo>
                  <a:pt x="20385" y="17053"/>
                  <a:pt x="20385" y="17053"/>
                  <a:pt x="20385" y="17053"/>
                </a:cubicBezTo>
                <a:cubicBezTo>
                  <a:pt x="20250" y="16674"/>
                  <a:pt x="20250" y="16484"/>
                  <a:pt x="20250" y="16105"/>
                </a:cubicBezTo>
                <a:cubicBezTo>
                  <a:pt x="20250" y="2653"/>
                  <a:pt x="20250" y="2653"/>
                  <a:pt x="20250" y="2653"/>
                </a:cubicBezTo>
                <a:cubicBezTo>
                  <a:pt x="20250" y="1137"/>
                  <a:pt x="19440" y="0"/>
                  <a:pt x="18225" y="0"/>
                </a:cubicBezTo>
                <a:cubicBezTo>
                  <a:pt x="3240" y="0"/>
                  <a:pt x="3240" y="0"/>
                  <a:pt x="3240" y="0"/>
                </a:cubicBezTo>
                <a:cubicBezTo>
                  <a:pt x="2025" y="0"/>
                  <a:pt x="1215" y="1137"/>
                  <a:pt x="1215" y="2653"/>
                </a:cubicBezTo>
                <a:cubicBezTo>
                  <a:pt x="1215" y="16105"/>
                  <a:pt x="1215" y="16105"/>
                  <a:pt x="1215" y="16105"/>
                </a:cubicBezTo>
                <a:cubicBezTo>
                  <a:pt x="1215" y="16295"/>
                  <a:pt x="1215" y="16674"/>
                  <a:pt x="1080" y="17053"/>
                </a:cubicBezTo>
                <a:cubicBezTo>
                  <a:pt x="135" y="18568"/>
                  <a:pt x="135" y="18568"/>
                  <a:pt x="135" y="18568"/>
                </a:cubicBezTo>
                <a:cubicBezTo>
                  <a:pt x="135" y="18758"/>
                  <a:pt x="0" y="18758"/>
                  <a:pt x="0" y="19137"/>
                </a:cubicBezTo>
                <a:cubicBezTo>
                  <a:pt x="0" y="19705"/>
                  <a:pt x="0" y="19705"/>
                  <a:pt x="0" y="19705"/>
                </a:cubicBezTo>
                <a:cubicBezTo>
                  <a:pt x="0" y="21032"/>
                  <a:pt x="540" y="21600"/>
                  <a:pt x="1215" y="21600"/>
                </a:cubicBezTo>
                <a:cubicBezTo>
                  <a:pt x="20250" y="21600"/>
                  <a:pt x="20250" y="21600"/>
                  <a:pt x="20250" y="21600"/>
                </a:cubicBezTo>
                <a:cubicBezTo>
                  <a:pt x="20925" y="21600"/>
                  <a:pt x="21600" y="21032"/>
                  <a:pt x="21600" y="19705"/>
                </a:cubicBezTo>
                <a:cubicBezTo>
                  <a:pt x="21600" y="19137"/>
                  <a:pt x="21600" y="19137"/>
                  <a:pt x="21600" y="19137"/>
                </a:cubicBezTo>
                <a:cubicBezTo>
                  <a:pt x="21600" y="19137"/>
                  <a:pt x="21600" y="18758"/>
                  <a:pt x="21330" y="18568"/>
                </a:cubicBezTo>
                <a:close/>
                <a:moveTo>
                  <a:pt x="12825" y="19137"/>
                </a:moveTo>
                <a:cubicBezTo>
                  <a:pt x="12825" y="19516"/>
                  <a:pt x="12420" y="20084"/>
                  <a:pt x="12150" y="20084"/>
                </a:cubicBezTo>
                <a:cubicBezTo>
                  <a:pt x="9315" y="20084"/>
                  <a:pt x="9315" y="20084"/>
                  <a:pt x="9315" y="20084"/>
                </a:cubicBezTo>
                <a:cubicBezTo>
                  <a:pt x="9045" y="20084"/>
                  <a:pt x="8640" y="19516"/>
                  <a:pt x="8640" y="19137"/>
                </a:cubicBezTo>
                <a:cubicBezTo>
                  <a:pt x="8640" y="18758"/>
                  <a:pt x="8640" y="18758"/>
                  <a:pt x="8640" y="18758"/>
                </a:cubicBezTo>
                <a:cubicBezTo>
                  <a:pt x="12825" y="18758"/>
                  <a:pt x="12825" y="18758"/>
                  <a:pt x="12825" y="18758"/>
                </a:cubicBezTo>
                <a:cubicBezTo>
                  <a:pt x="12825" y="19137"/>
                  <a:pt x="12825" y="19137"/>
                  <a:pt x="12825" y="19137"/>
                </a:cubicBezTo>
                <a:close/>
                <a:moveTo>
                  <a:pt x="18225" y="14400"/>
                </a:moveTo>
                <a:cubicBezTo>
                  <a:pt x="18225" y="16295"/>
                  <a:pt x="18225" y="16295"/>
                  <a:pt x="18225" y="16295"/>
                </a:cubicBezTo>
                <a:cubicBezTo>
                  <a:pt x="3240" y="16295"/>
                  <a:pt x="3240" y="16295"/>
                  <a:pt x="3240" y="16295"/>
                </a:cubicBezTo>
                <a:cubicBezTo>
                  <a:pt x="3240" y="2653"/>
                  <a:pt x="3240" y="2653"/>
                  <a:pt x="3240" y="2653"/>
                </a:cubicBezTo>
                <a:cubicBezTo>
                  <a:pt x="18225" y="2653"/>
                  <a:pt x="18225" y="2653"/>
                  <a:pt x="18225" y="2653"/>
                </a:cubicBezTo>
                <a:cubicBezTo>
                  <a:pt x="18225" y="14400"/>
                  <a:pt x="18225" y="14400"/>
                  <a:pt x="18225" y="14400"/>
                </a:cubicBezTo>
                <a:close/>
                <a:moveTo>
                  <a:pt x="6750" y="5305"/>
                </a:moveTo>
                <a:cubicBezTo>
                  <a:pt x="7695" y="5305"/>
                  <a:pt x="7695" y="5305"/>
                  <a:pt x="7695" y="5305"/>
                </a:cubicBezTo>
                <a:cubicBezTo>
                  <a:pt x="7965" y="7958"/>
                  <a:pt x="7965" y="7958"/>
                  <a:pt x="7965" y="7958"/>
                </a:cubicBezTo>
                <a:cubicBezTo>
                  <a:pt x="8640" y="10800"/>
                  <a:pt x="8640" y="10800"/>
                  <a:pt x="8640" y="10800"/>
                </a:cubicBezTo>
                <a:cubicBezTo>
                  <a:pt x="8370" y="11179"/>
                  <a:pt x="7965" y="11558"/>
                  <a:pt x="7965" y="12126"/>
                </a:cubicBezTo>
                <a:cubicBezTo>
                  <a:pt x="7965" y="12695"/>
                  <a:pt x="8505" y="13263"/>
                  <a:pt x="8775" y="13453"/>
                </a:cubicBezTo>
                <a:cubicBezTo>
                  <a:pt x="8775" y="13453"/>
                  <a:pt x="8775" y="13642"/>
                  <a:pt x="8775" y="13832"/>
                </a:cubicBezTo>
                <a:cubicBezTo>
                  <a:pt x="8775" y="14400"/>
                  <a:pt x="9180" y="14779"/>
                  <a:pt x="9720" y="14779"/>
                </a:cubicBezTo>
                <a:cubicBezTo>
                  <a:pt x="10125" y="14779"/>
                  <a:pt x="10530" y="14400"/>
                  <a:pt x="10530" y="13642"/>
                </a:cubicBezTo>
                <a:cubicBezTo>
                  <a:pt x="10530" y="13453"/>
                  <a:pt x="10530" y="13453"/>
                  <a:pt x="10530" y="13453"/>
                </a:cubicBezTo>
                <a:cubicBezTo>
                  <a:pt x="11475" y="13453"/>
                  <a:pt x="11475" y="13453"/>
                  <a:pt x="11475" y="13453"/>
                </a:cubicBezTo>
                <a:cubicBezTo>
                  <a:pt x="11340" y="13453"/>
                  <a:pt x="11340" y="13642"/>
                  <a:pt x="11340" y="13832"/>
                </a:cubicBezTo>
                <a:cubicBezTo>
                  <a:pt x="11475" y="14400"/>
                  <a:pt x="11745" y="14779"/>
                  <a:pt x="12150" y="14779"/>
                </a:cubicBezTo>
                <a:cubicBezTo>
                  <a:pt x="12555" y="14779"/>
                  <a:pt x="12960" y="14400"/>
                  <a:pt x="12960" y="13642"/>
                </a:cubicBezTo>
                <a:cubicBezTo>
                  <a:pt x="12960" y="12884"/>
                  <a:pt x="12555" y="12505"/>
                  <a:pt x="12150" y="12505"/>
                </a:cubicBezTo>
                <a:cubicBezTo>
                  <a:pt x="9045" y="12505"/>
                  <a:pt x="9045" y="12505"/>
                  <a:pt x="9045" y="12505"/>
                </a:cubicBezTo>
                <a:cubicBezTo>
                  <a:pt x="8775" y="12505"/>
                  <a:pt x="8640" y="12316"/>
                  <a:pt x="8640" y="12126"/>
                </a:cubicBezTo>
                <a:cubicBezTo>
                  <a:pt x="8640" y="11747"/>
                  <a:pt x="8775" y="11747"/>
                  <a:pt x="9045" y="11747"/>
                </a:cubicBezTo>
                <a:cubicBezTo>
                  <a:pt x="12825" y="11747"/>
                  <a:pt x="12825" y="11747"/>
                  <a:pt x="12825" y="11747"/>
                </a:cubicBezTo>
                <a:cubicBezTo>
                  <a:pt x="13095" y="11747"/>
                  <a:pt x="13365" y="11368"/>
                  <a:pt x="13365" y="10800"/>
                </a:cubicBezTo>
                <a:cubicBezTo>
                  <a:pt x="14040" y="7389"/>
                  <a:pt x="14040" y="7389"/>
                  <a:pt x="14040" y="7389"/>
                </a:cubicBezTo>
                <a:cubicBezTo>
                  <a:pt x="14040" y="7011"/>
                  <a:pt x="14040" y="6821"/>
                  <a:pt x="13905" y="6442"/>
                </a:cubicBezTo>
                <a:cubicBezTo>
                  <a:pt x="13770" y="6253"/>
                  <a:pt x="13635" y="6063"/>
                  <a:pt x="13365" y="6063"/>
                </a:cubicBezTo>
                <a:cubicBezTo>
                  <a:pt x="8640" y="6063"/>
                  <a:pt x="8640" y="6063"/>
                  <a:pt x="8640" y="6063"/>
                </a:cubicBezTo>
                <a:cubicBezTo>
                  <a:pt x="8505" y="6063"/>
                  <a:pt x="8370" y="6063"/>
                  <a:pt x="8370" y="6253"/>
                </a:cubicBezTo>
                <a:cubicBezTo>
                  <a:pt x="7965" y="5116"/>
                  <a:pt x="7965" y="5116"/>
                  <a:pt x="7965" y="5116"/>
                </a:cubicBezTo>
                <a:cubicBezTo>
                  <a:pt x="7965" y="4926"/>
                  <a:pt x="7830" y="4737"/>
                  <a:pt x="7695" y="4737"/>
                </a:cubicBezTo>
                <a:cubicBezTo>
                  <a:pt x="6750" y="4737"/>
                  <a:pt x="6750" y="4737"/>
                  <a:pt x="6750" y="4737"/>
                </a:cubicBezTo>
                <a:cubicBezTo>
                  <a:pt x="6615" y="4737"/>
                  <a:pt x="6345" y="4926"/>
                  <a:pt x="6345" y="5116"/>
                </a:cubicBezTo>
                <a:cubicBezTo>
                  <a:pt x="6345" y="5305"/>
                  <a:pt x="6615" y="5305"/>
                  <a:pt x="6750" y="5305"/>
                </a:cubicBezTo>
                <a:close/>
                <a:moveTo>
                  <a:pt x="12150" y="13453"/>
                </a:moveTo>
                <a:cubicBezTo>
                  <a:pt x="12285" y="13453"/>
                  <a:pt x="12420" y="13453"/>
                  <a:pt x="12420" y="13642"/>
                </a:cubicBezTo>
                <a:cubicBezTo>
                  <a:pt x="12420" y="13832"/>
                  <a:pt x="12285" y="14211"/>
                  <a:pt x="12150" y="14211"/>
                </a:cubicBezTo>
                <a:cubicBezTo>
                  <a:pt x="12015" y="14211"/>
                  <a:pt x="12015" y="13832"/>
                  <a:pt x="12015" y="13642"/>
                </a:cubicBezTo>
                <a:cubicBezTo>
                  <a:pt x="12015" y="13453"/>
                  <a:pt x="12015" y="13453"/>
                  <a:pt x="12150" y="13453"/>
                </a:cubicBezTo>
                <a:close/>
                <a:moveTo>
                  <a:pt x="9720" y="13453"/>
                </a:moveTo>
                <a:cubicBezTo>
                  <a:pt x="9855" y="13453"/>
                  <a:pt x="9990" y="13453"/>
                  <a:pt x="9990" y="13642"/>
                </a:cubicBezTo>
                <a:cubicBezTo>
                  <a:pt x="9990" y="13832"/>
                  <a:pt x="9855" y="14211"/>
                  <a:pt x="9720" y="14211"/>
                </a:cubicBezTo>
                <a:cubicBezTo>
                  <a:pt x="9450" y="14211"/>
                  <a:pt x="9315" y="13832"/>
                  <a:pt x="9315" y="13642"/>
                </a:cubicBezTo>
                <a:cubicBezTo>
                  <a:pt x="9315" y="13453"/>
                  <a:pt x="9450" y="13453"/>
                  <a:pt x="9720" y="13453"/>
                </a:cubicBezTo>
                <a:close/>
                <a:moveTo>
                  <a:pt x="10800" y="10800"/>
                </a:moveTo>
                <a:cubicBezTo>
                  <a:pt x="10530" y="10800"/>
                  <a:pt x="10530" y="10800"/>
                  <a:pt x="10530" y="10800"/>
                </a:cubicBezTo>
                <a:cubicBezTo>
                  <a:pt x="10260" y="10232"/>
                  <a:pt x="10260" y="10232"/>
                  <a:pt x="10260" y="10232"/>
                </a:cubicBezTo>
                <a:cubicBezTo>
                  <a:pt x="10800" y="10232"/>
                  <a:pt x="10800" y="10232"/>
                  <a:pt x="10800" y="10232"/>
                </a:cubicBezTo>
                <a:lnTo>
                  <a:pt x="10800" y="10800"/>
                </a:lnTo>
                <a:close/>
                <a:moveTo>
                  <a:pt x="10800" y="9474"/>
                </a:moveTo>
                <a:cubicBezTo>
                  <a:pt x="10125" y="9474"/>
                  <a:pt x="10125" y="9474"/>
                  <a:pt x="10125" y="9474"/>
                </a:cubicBezTo>
                <a:cubicBezTo>
                  <a:pt x="9990" y="8526"/>
                  <a:pt x="9990" y="8526"/>
                  <a:pt x="9990" y="8526"/>
                </a:cubicBezTo>
                <a:cubicBezTo>
                  <a:pt x="10800" y="8526"/>
                  <a:pt x="10800" y="8526"/>
                  <a:pt x="10800" y="8526"/>
                </a:cubicBezTo>
                <a:lnTo>
                  <a:pt x="10800" y="9474"/>
                </a:lnTo>
                <a:close/>
                <a:moveTo>
                  <a:pt x="12960" y="10800"/>
                </a:moveTo>
                <a:cubicBezTo>
                  <a:pt x="12825" y="10800"/>
                  <a:pt x="12825" y="10800"/>
                  <a:pt x="12825" y="10800"/>
                </a:cubicBezTo>
                <a:cubicBezTo>
                  <a:pt x="12285" y="10800"/>
                  <a:pt x="12285" y="10800"/>
                  <a:pt x="12285" y="10800"/>
                </a:cubicBezTo>
                <a:cubicBezTo>
                  <a:pt x="12420" y="10232"/>
                  <a:pt x="12420" y="10232"/>
                  <a:pt x="12420" y="10232"/>
                </a:cubicBezTo>
                <a:cubicBezTo>
                  <a:pt x="13095" y="10232"/>
                  <a:pt x="13095" y="10232"/>
                  <a:pt x="13095" y="10232"/>
                </a:cubicBezTo>
                <a:lnTo>
                  <a:pt x="12960" y="10800"/>
                </a:lnTo>
                <a:close/>
                <a:moveTo>
                  <a:pt x="12960" y="7011"/>
                </a:moveTo>
                <a:cubicBezTo>
                  <a:pt x="13365" y="7011"/>
                  <a:pt x="13365" y="7011"/>
                  <a:pt x="13365" y="7011"/>
                </a:cubicBezTo>
                <a:cubicBezTo>
                  <a:pt x="13635" y="7011"/>
                  <a:pt x="13635" y="7011"/>
                  <a:pt x="13635" y="7011"/>
                </a:cubicBezTo>
                <a:cubicBezTo>
                  <a:pt x="13635" y="7011"/>
                  <a:pt x="13635" y="7011"/>
                  <a:pt x="13635" y="7200"/>
                </a:cubicBezTo>
                <a:cubicBezTo>
                  <a:pt x="13365" y="7958"/>
                  <a:pt x="13365" y="7958"/>
                  <a:pt x="13365" y="7958"/>
                </a:cubicBezTo>
                <a:cubicBezTo>
                  <a:pt x="12825" y="7958"/>
                  <a:pt x="12825" y="7958"/>
                  <a:pt x="12825" y="7958"/>
                </a:cubicBezTo>
                <a:cubicBezTo>
                  <a:pt x="12960" y="7011"/>
                  <a:pt x="12960" y="7011"/>
                  <a:pt x="12960" y="7011"/>
                </a:cubicBezTo>
                <a:close/>
                <a:moveTo>
                  <a:pt x="12825" y="8526"/>
                </a:moveTo>
                <a:cubicBezTo>
                  <a:pt x="13230" y="8526"/>
                  <a:pt x="13230" y="8526"/>
                  <a:pt x="13230" y="8526"/>
                </a:cubicBezTo>
                <a:cubicBezTo>
                  <a:pt x="13095" y="9474"/>
                  <a:pt x="13095" y="9474"/>
                  <a:pt x="13095" y="9474"/>
                </a:cubicBezTo>
                <a:cubicBezTo>
                  <a:pt x="12555" y="9474"/>
                  <a:pt x="12555" y="9474"/>
                  <a:pt x="12555" y="9474"/>
                </a:cubicBezTo>
                <a:cubicBezTo>
                  <a:pt x="12825" y="8526"/>
                  <a:pt x="12825" y="8526"/>
                  <a:pt x="12825" y="8526"/>
                </a:cubicBezTo>
                <a:close/>
                <a:moveTo>
                  <a:pt x="11340" y="7011"/>
                </a:moveTo>
                <a:cubicBezTo>
                  <a:pt x="12420" y="7011"/>
                  <a:pt x="12420" y="7011"/>
                  <a:pt x="12420" y="7011"/>
                </a:cubicBezTo>
                <a:cubicBezTo>
                  <a:pt x="12285" y="7958"/>
                  <a:pt x="12285" y="7958"/>
                  <a:pt x="12285" y="7958"/>
                </a:cubicBezTo>
                <a:cubicBezTo>
                  <a:pt x="11340" y="7958"/>
                  <a:pt x="11340" y="7958"/>
                  <a:pt x="11340" y="7958"/>
                </a:cubicBezTo>
                <a:cubicBezTo>
                  <a:pt x="11340" y="7011"/>
                  <a:pt x="11340" y="7011"/>
                  <a:pt x="11340" y="7011"/>
                </a:cubicBezTo>
                <a:close/>
                <a:moveTo>
                  <a:pt x="11340" y="8526"/>
                </a:moveTo>
                <a:cubicBezTo>
                  <a:pt x="12150" y="8526"/>
                  <a:pt x="12150" y="8526"/>
                  <a:pt x="12150" y="8526"/>
                </a:cubicBezTo>
                <a:cubicBezTo>
                  <a:pt x="12015" y="9474"/>
                  <a:pt x="12015" y="9474"/>
                  <a:pt x="12015" y="9474"/>
                </a:cubicBezTo>
                <a:cubicBezTo>
                  <a:pt x="11340" y="9474"/>
                  <a:pt x="11340" y="9474"/>
                  <a:pt x="11340" y="9474"/>
                </a:cubicBezTo>
                <a:cubicBezTo>
                  <a:pt x="11340" y="8526"/>
                  <a:pt x="11340" y="8526"/>
                  <a:pt x="11340" y="8526"/>
                </a:cubicBezTo>
                <a:close/>
                <a:moveTo>
                  <a:pt x="11340" y="10232"/>
                </a:moveTo>
                <a:cubicBezTo>
                  <a:pt x="12015" y="10232"/>
                  <a:pt x="12015" y="10232"/>
                  <a:pt x="12015" y="10232"/>
                </a:cubicBezTo>
                <a:cubicBezTo>
                  <a:pt x="11745" y="10800"/>
                  <a:pt x="11745" y="10800"/>
                  <a:pt x="11745" y="10800"/>
                </a:cubicBezTo>
                <a:cubicBezTo>
                  <a:pt x="11340" y="10800"/>
                  <a:pt x="11340" y="10800"/>
                  <a:pt x="11340" y="10800"/>
                </a:cubicBezTo>
                <a:cubicBezTo>
                  <a:pt x="11340" y="10232"/>
                  <a:pt x="11340" y="10232"/>
                  <a:pt x="11340" y="10232"/>
                </a:cubicBezTo>
                <a:close/>
                <a:moveTo>
                  <a:pt x="10800" y="7011"/>
                </a:moveTo>
                <a:cubicBezTo>
                  <a:pt x="10800" y="7958"/>
                  <a:pt x="10800" y="7958"/>
                  <a:pt x="10800" y="7958"/>
                </a:cubicBezTo>
                <a:cubicBezTo>
                  <a:pt x="9990" y="7958"/>
                  <a:pt x="9990" y="7958"/>
                  <a:pt x="9990" y="7958"/>
                </a:cubicBezTo>
                <a:cubicBezTo>
                  <a:pt x="9855" y="7011"/>
                  <a:pt x="9855" y="7011"/>
                  <a:pt x="9855" y="7011"/>
                </a:cubicBezTo>
                <a:cubicBezTo>
                  <a:pt x="10800" y="7011"/>
                  <a:pt x="10800" y="7011"/>
                  <a:pt x="10800" y="7011"/>
                </a:cubicBezTo>
                <a:close/>
                <a:moveTo>
                  <a:pt x="9315" y="10800"/>
                </a:moveTo>
                <a:cubicBezTo>
                  <a:pt x="9180" y="10232"/>
                  <a:pt x="9180" y="10232"/>
                  <a:pt x="9180" y="10232"/>
                </a:cubicBezTo>
                <a:cubicBezTo>
                  <a:pt x="9720" y="10232"/>
                  <a:pt x="9720" y="10232"/>
                  <a:pt x="9720" y="10232"/>
                </a:cubicBezTo>
                <a:cubicBezTo>
                  <a:pt x="9855" y="10800"/>
                  <a:pt x="9855" y="10800"/>
                  <a:pt x="9855" y="10800"/>
                </a:cubicBezTo>
                <a:cubicBezTo>
                  <a:pt x="9315" y="10800"/>
                  <a:pt x="9315" y="10800"/>
                  <a:pt x="9315" y="10800"/>
                </a:cubicBezTo>
                <a:close/>
                <a:moveTo>
                  <a:pt x="9720" y="9474"/>
                </a:moveTo>
                <a:cubicBezTo>
                  <a:pt x="9045" y="9474"/>
                  <a:pt x="9045" y="9474"/>
                  <a:pt x="9045" y="9474"/>
                </a:cubicBezTo>
                <a:cubicBezTo>
                  <a:pt x="8775" y="8526"/>
                  <a:pt x="8775" y="8526"/>
                  <a:pt x="8775" y="8526"/>
                </a:cubicBezTo>
                <a:cubicBezTo>
                  <a:pt x="9450" y="8526"/>
                  <a:pt x="9450" y="8526"/>
                  <a:pt x="9450" y="8526"/>
                </a:cubicBezTo>
                <a:cubicBezTo>
                  <a:pt x="9720" y="9474"/>
                  <a:pt x="9720" y="9474"/>
                  <a:pt x="9720" y="9474"/>
                </a:cubicBezTo>
                <a:close/>
                <a:moveTo>
                  <a:pt x="8505" y="7011"/>
                </a:moveTo>
                <a:cubicBezTo>
                  <a:pt x="8640" y="7011"/>
                  <a:pt x="8640" y="7011"/>
                  <a:pt x="8640" y="7011"/>
                </a:cubicBezTo>
                <a:cubicBezTo>
                  <a:pt x="9180" y="7011"/>
                  <a:pt x="9180" y="7011"/>
                  <a:pt x="9180" y="7011"/>
                </a:cubicBezTo>
                <a:cubicBezTo>
                  <a:pt x="9315" y="7958"/>
                  <a:pt x="9315" y="7958"/>
                  <a:pt x="9315" y="7958"/>
                </a:cubicBezTo>
                <a:cubicBezTo>
                  <a:pt x="8640" y="7958"/>
                  <a:pt x="8640" y="7958"/>
                  <a:pt x="8640" y="7958"/>
                </a:cubicBezTo>
                <a:cubicBezTo>
                  <a:pt x="8505" y="7200"/>
                  <a:pt x="8505" y="7200"/>
                  <a:pt x="8505" y="7200"/>
                </a:cubicBezTo>
                <a:cubicBezTo>
                  <a:pt x="8505" y="7011"/>
                  <a:pt x="8505" y="7011"/>
                  <a:pt x="8505" y="7011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81" name="Freeform 27"/>
          <p:cNvSpPr/>
          <p:nvPr/>
        </p:nvSpPr>
        <p:spPr>
          <a:xfrm>
            <a:off x="10808836" y="5517739"/>
            <a:ext cx="545008" cy="5450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725" y="0"/>
                  <a:pt x="0" y="4995"/>
                  <a:pt x="0" y="10800"/>
                </a:cubicBezTo>
                <a:cubicBezTo>
                  <a:pt x="0" y="13770"/>
                  <a:pt x="1080" y="16605"/>
                  <a:pt x="3240" y="18630"/>
                </a:cubicBezTo>
                <a:cubicBezTo>
                  <a:pt x="5130" y="20520"/>
                  <a:pt x="7560" y="21330"/>
                  <a:pt x="10125" y="21600"/>
                </a:cubicBezTo>
                <a:cubicBezTo>
                  <a:pt x="10395" y="21600"/>
                  <a:pt x="10395" y="21600"/>
                  <a:pt x="10530" y="21600"/>
                </a:cubicBezTo>
                <a:cubicBezTo>
                  <a:pt x="10530" y="21600"/>
                  <a:pt x="10530" y="21600"/>
                  <a:pt x="10530" y="21600"/>
                </a:cubicBezTo>
                <a:cubicBezTo>
                  <a:pt x="10530" y="21600"/>
                  <a:pt x="10530" y="21600"/>
                  <a:pt x="10800" y="21600"/>
                </a:cubicBezTo>
                <a:cubicBezTo>
                  <a:pt x="13365" y="21600"/>
                  <a:pt x="16200" y="20520"/>
                  <a:pt x="18090" y="18630"/>
                </a:cubicBezTo>
                <a:cubicBezTo>
                  <a:pt x="20250" y="16605"/>
                  <a:pt x="21600" y="13770"/>
                  <a:pt x="21600" y="10800"/>
                </a:cubicBezTo>
                <a:cubicBezTo>
                  <a:pt x="21600" y="4995"/>
                  <a:pt x="16605" y="0"/>
                  <a:pt x="10800" y="0"/>
                </a:cubicBezTo>
                <a:moveTo>
                  <a:pt x="17955" y="17550"/>
                </a:moveTo>
                <a:cubicBezTo>
                  <a:pt x="17415" y="16200"/>
                  <a:pt x="15795" y="15390"/>
                  <a:pt x="14175" y="14850"/>
                </a:cubicBezTo>
                <a:cubicBezTo>
                  <a:pt x="13770" y="14715"/>
                  <a:pt x="13770" y="14715"/>
                  <a:pt x="13770" y="14715"/>
                </a:cubicBezTo>
                <a:cubicBezTo>
                  <a:pt x="12960" y="14310"/>
                  <a:pt x="12960" y="14040"/>
                  <a:pt x="12960" y="13365"/>
                </a:cubicBezTo>
                <a:cubicBezTo>
                  <a:pt x="12960" y="13230"/>
                  <a:pt x="12960" y="12555"/>
                  <a:pt x="13365" y="12285"/>
                </a:cubicBezTo>
                <a:cubicBezTo>
                  <a:pt x="14175" y="11475"/>
                  <a:pt x="14715" y="10530"/>
                  <a:pt x="14715" y="9315"/>
                </a:cubicBezTo>
                <a:cubicBezTo>
                  <a:pt x="14715" y="6885"/>
                  <a:pt x="12960" y="5130"/>
                  <a:pt x="10800" y="5130"/>
                </a:cubicBezTo>
                <a:cubicBezTo>
                  <a:pt x="8370" y="5130"/>
                  <a:pt x="6885" y="6885"/>
                  <a:pt x="6885" y="9315"/>
                </a:cubicBezTo>
                <a:cubicBezTo>
                  <a:pt x="6885" y="10530"/>
                  <a:pt x="7290" y="11475"/>
                  <a:pt x="7965" y="12285"/>
                </a:cubicBezTo>
                <a:cubicBezTo>
                  <a:pt x="8370" y="12555"/>
                  <a:pt x="8370" y="12960"/>
                  <a:pt x="8370" y="13365"/>
                </a:cubicBezTo>
                <a:cubicBezTo>
                  <a:pt x="8370" y="13770"/>
                  <a:pt x="8370" y="14310"/>
                  <a:pt x="7290" y="14715"/>
                </a:cubicBezTo>
                <a:cubicBezTo>
                  <a:pt x="6075" y="15390"/>
                  <a:pt x="4050" y="15930"/>
                  <a:pt x="3375" y="17550"/>
                </a:cubicBezTo>
                <a:cubicBezTo>
                  <a:pt x="1755" y="15795"/>
                  <a:pt x="810" y="13365"/>
                  <a:pt x="810" y="10800"/>
                </a:cubicBezTo>
                <a:cubicBezTo>
                  <a:pt x="810" y="5400"/>
                  <a:pt x="5130" y="810"/>
                  <a:pt x="10800" y="810"/>
                </a:cubicBezTo>
                <a:cubicBezTo>
                  <a:pt x="16200" y="810"/>
                  <a:pt x="20655" y="5400"/>
                  <a:pt x="20655" y="10800"/>
                </a:cubicBezTo>
                <a:cubicBezTo>
                  <a:pt x="20655" y="13365"/>
                  <a:pt x="19575" y="15795"/>
                  <a:pt x="17955" y="17550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82" name="Freeform 84"/>
          <p:cNvSpPr/>
          <p:nvPr/>
        </p:nvSpPr>
        <p:spPr>
          <a:xfrm>
            <a:off x="5327298" y="11094378"/>
            <a:ext cx="411156" cy="4702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6138"/>
                </a:moveTo>
                <a:cubicBezTo>
                  <a:pt x="18630" y="7082"/>
                  <a:pt x="16200" y="7790"/>
                  <a:pt x="14310" y="10033"/>
                </a:cubicBezTo>
                <a:cubicBezTo>
                  <a:pt x="12555" y="12157"/>
                  <a:pt x="9855" y="12866"/>
                  <a:pt x="7155" y="11449"/>
                </a:cubicBezTo>
                <a:cubicBezTo>
                  <a:pt x="7155" y="18885"/>
                  <a:pt x="7155" y="18885"/>
                  <a:pt x="7155" y="18885"/>
                </a:cubicBezTo>
                <a:cubicBezTo>
                  <a:pt x="5670" y="18885"/>
                  <a:pt x="5670" y="18885"/>
                  <a:pt x="5670" y="18885"/>
                </a:cubicBezTo>
                <a:cubicBezTo>
                  <a:pt x="5670" y="708"/>
                  <a:pt x="5670" y="708"/>
                  <a:pt x="5670" y="708"/>
                </a:cubicBezTo>
                <a:cubicBezTo>
                  <a:pt x="5670" y="354"/>
                  <a:pt x="6075" y="0"/>
                  <a:pt x="6345" y="0"/>
                </a:cubicBezTo>
                <a:cubicBezTo>
                  <a:pt x="6750" y="0"/>
                  <a:pt x="7155" y="354"/>
                  <a:pt x="7155" y="708"/>
                </a:cubicBezTo>
                <a:cubicBezTo>
                  <a:pt x="8640" y="2833"/>
                  <a:pt x="11340" y="3305"/>
                  <a:pt x="14310" y="3305"/>
                </a:cubicBezTo>
                <a:cubicBezTo>
                  <a:pt x="18630" y="3541"/>
                  <a:pt x="21600" y="6138"/>
                  <a:pt x="21600" y="6138"/>
                </a:cubicBezTo>
                <a:close/>
                <a:moveTo>
                  <a:pt x="8640" y="14990"/>
                </a:moveTo>
                <a:cubicBezTo>
                  <a:pt x="8640" y="16407"/>
                  <a:pt x="8640" y="16407"/>
                  <a:pt x="8640" y="16407"/>
                </a:cubicBezTo>
                <a:cubicBezTo>
                  <a:pt x="10260" y="16643"/>
                  <a:pt x="11340" y="17233"/>
                  <a:pt x="11340" y="18177"/>
                </a:cubicBezTo>
                <a:cubicBezTo>
                  <a:pt x="11340" y="19239"/>
                  <a:pt x="9180" y="20184"/>
                  <a:pt x="6345" y="20184"/>
                </a:cubicBezTo>
                <a:cubicBezTo>
                  <a:pt x="3645" y="20184"/>
                  <a:pt x="1485" y="19239"/>
                  <a:pt x="1485" y="18177"/>
                </a:cubicBezTo>
                <a:cubicBezTo>
                  <a:pt x="1485" y="17233"/>
                  <a:pt x="2565" y="16643"/>
                  <a:pt x="4185" y="16407"/>
                </a:cubicBezTo>
                <a:cubicBezTo>
                  <a:pt x="4185" y="14990"/>
                  <a:pt x="4185" y="14990"/>
                  <a:pt x="4185" y="14990"/>
                </a:cubicBezTo>
                <a:cubicBezTo>
                  <a:pt x="1620" y="15344"/>
                  <a:pt x="0" y="16643"/>
                  <a:pt x="0" y="18177"/>
                </a:cubicBezTo>
                <a:cubicBezTo>
                  <a:pt x="0" y="20184"/>
                  <a:pt x="2565" y="21600"/>
                  <a:pt x="6345" y="21600"/>
                </a:cubicBezTo>
                <a:cubicBezTo>
                  <a:pt x="10125" y="21600"/>
                  <a:pt x="12825" y="20184"/>
                  <a:pt x="12825" y="18177"/>
                </a:cubicBezTo>
                <a:cubicBezTo>
                  <a:pt x="12825" y="16643"/>
                  <a:pt x="11205" y="15344"/>
                  <a:pt x="8640" y="14990"/>
                </a:cubicBezTo>
                <a:close/>
                <a:moveTo>
                  <a:pt x="8640" y="14990"/>
                </a:moveTo>
                <a:cubicBezTo>
                  <a:pt x="8640" y="14990"/>
                  <a:pt x="8640" y="14990"/>
                  <a:pt x="8640" y="14990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83" name="Freeform 143"/>
          <p:cNvSpPr/>
          <p:nvPr/>
        </p:nvSpPr>
        <p:spPr>
          <a:xfrm>
            <a:off x="23063260" y="9978773"/>
            <a:ext cx="495669" cy="4918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105" h="20302" fill="norm" stroke="1" extrusionOk="0">
                <a:moveTo>
                  <a:pt x="18479" y="6518"/>
                </a:moveTo>
                <a:cubicBezTo>
                  <a:pt x="18121" y="5368"/>
                  <a:pt x="17524" y="4346"/>
                  <a:pt x="16808" y="3451"/>
                </a:cubicBezTo>
                <a:cubicBezTo>
                  <a:pt x="18240" y="1789"/>
                  <a:pt x="18240" y="1789"/>
                  <a:pt x="18240" y="1789"/>
                </a:cubicBezTo>
                <a:cubicBezTo>
                  <a:pt x="14660" y="895"/>
                  <a:pt x="14660" y="895"/>
                  <a:pt x="14660" y="895"/>
                </a:cubicBezTo>
                <a:cubicBezTo>
                  <a:pt x="11080" y="0"/>
                  <a:pt x="11080" y="0"/>
                  <a:pt x="11080" y="0"/>
                </a:cubicBezTo>
                <a:cubicBezTo>
                  <a:pt x="11080" y="0"/>
                  <a:pt x="11080" y="0"/>
                  <a:pt x="11080" y="0"/>
                </a:cubicBezTo>
                <a:cubicBezTo>
                  <a:pt x="12154" y="3707"/>
                  <a:pt x="12154" y="3707"/>
                  <a:pt x="12154" y="3707"/>
                </a:cubicBezTo>
                <a:cubicBezTo>
                  <a:pt x="12154" y="3834"/>
                  <a:pt x="12154" y="3834"/>
                  <a:pt x="12154" y="3834"/>
                </a:cubicBezTo>
                <a:cubicBezTo>
                  <a:pt x="13228" y="7541"/>
                  <a:pt x="13228" y="7541"/>
                  <a:pt x="13228" y="7541"/>
                </a:cubicBezTo>
                <a:cubicBezTo>
                  <a:pt x="14660" y="5879"/>
                  <a:pt x="14660" y="5879"/>
                  <a:pt x="14660" y="5879"/>
                </a:cubicBezTo>
                <a:cubicBezTo>
                  <a:pt x="15018" y="6391"/>
                  <a:pt x="15376" y="7030"/>
                  <a:pt x="15615" y="7669"/>
                </a:cubicBezTo>
                <a:cubicBezTo>
                  <a:pt x="16808" y="11247"/>
                  <a:pt x="15137" y="15209"/>
                  <a:pt x="11796" y="16488"/>
                </a:cubicBezTo>
                <a:cubicBezTo>
                  <a:pt x="8454" y="17893"/>
                  <a:pt x="4755" y="16104"/>
                  <a:pt x="3561" y="12525"/>
                </a:cubicBezTo>
                <a:cubicBezTo>
                  <a:pt x="2249" y="8947"/>
                  <a:pt x="4039" y="4985"/>
                  <a:pt x="7380" y="3707"/>
                </a:cubicBezTo>
                <a:cubicBezTo>
                  <a:pt x="7380" y="3579"/>
                  <a:pt x="7380" y="3579"/>
                  <a:pt x="7380" y="3579"/>
                </a:cubicBezTo>
                <a:cubicBezTo>
                  <a:pt x="6545" y="383"/>
                  <a:pt x="6545" y="383"/>
                  <a:pt x="6545" y="383"/>
                </a:cubicBezTo>
                <a:cubicBezTo>
                  <a:pt x="6426" y="383"/>
                  <a:pt x="6306" y="511"/>
                  <a:pt x="6187" y="511"/>
                </a:cubicBezTo>
                <a:cubicBezTo>
                  <a:pt x="1294" y="2428"/>
                  <a:pt x="-1212" y="8308"/>
                  <a:pt x="578" y="13676"/>
                </a:cubicBezTo>
                <a:cubicBezTo>
                  <a:pt x="2487" y="18916"/>
                  <a:pt x="7977" y="21600"/>
                  <a:pt x="12870" y="19683"/>
                </a:cubicBezTo>
                <a:cubicBezTo>
                  <a:pt x="17763" y="17766"/>
                  <a:pt x="20388" y="11886"/>
                  <a:pt x="18479" y="6518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84" name="Freeform 157"/>
          <p:cNvSpPr/>
          <p:nvPr/>
        </p:nvSpPr>
        <p:spPr>
          <a:xfrm>
            <a:off x="21954759" y="9938222"/>
            <a:ext cx="483564" cy="53729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550" y="2700"/>
                </a:moveTo>
                <a:cubicBezTo>
                  <a:pt x="14550" y="6210"/>
                  <a:pt x="14550" y="6210"/>
                  <a:pt x="14550" y="6210"/>
                </a:cubicBezTo>
                <a:cubicBezTo>
                  <a:pt x="16650" y="7425"/>
                  <a:pt x="18000" y="9450"/>
                  <a:pt x="18000" y="11880"/>
                </a:cubicBezTo>
                <a:cubicBezTo>
                  <a:pt x="18000" y="15525"/>
                  <a:pt x="14850" y="18495"/>
                  <a:pt x="10800" y="18495"/>
                </a:cubicBezTo>
                <a:cubicBezTo>
                  <a:pt x="6750" y="18495"/>
                  <a:pt x="3450" y="15525"/>
                  <a:pt x="3450" y="11880"/>
                </a:cubicBezTo>
                <a:cubicBezTo>
                  <a:pt x="3450" y="9450"/>
                  <a:pt x="4950" y="7425"/>
                  <a:pt x="7050" y="6210"/>
                </a:cubicBezTo>
                <a:cubicBezTo>
                  <a:pt x="7050" y="2700"/>
                  <a:pt x="7050" y="2700"/>
                  <a:pt x="7050" y="2700"/>
                </a:cubicBezTo>
                <a:cubicBezTo>
                  <a:pt x="2850" y="4185"/>
                  <a:pt x="0" y="7695"/>
                  <a:pt x="0" y="11880"/>
                </a:cubicBezTo>
                <a:cubicBezTo>
                  <a:pt x="0" y="17280"/>
                  <a:pt x="4800" y="21600"/>
                  <a:pt x="10800" y="21600"/>
                </a:cubicBezTo>
                <a:cubicBezTo>
                  <a:pt x="16800" y="21600"/>
                  <a:pt x="21600" y="17280"/>
                  <a:pt x="21600" y="11880"/>
                </a:cubicBezTo>
                <a:cubicBezTo>
                  <a:pt x="21600" y="7695"/>
                  <a:pt x="18600" y="4185"/>
                  <a:pt x="14550" y="2700"/>
                </a:cubicBezTo>
                <a:close/>
                <a:moveTo>
                  <a:pt x="12450" y="5535"/>
                </a:moveTo>
                <a:cubicBezTo>
                  <a:pt x="12450" y="2295"/>
                  <a:pt x="12450" y="2295"/>
                  <a:pt x="12450" y="2295"/>
                </a:cubicBezTo>
                <a:cubicBezTo>
                  <a:pt x="12450" y="0"/>
                  <a:pt x="12450" y="0"/>
                  <a:pt x="12450" y="0"/>
                </a:cubicBezTo>
                <a:cubicBezTo>
                  <a:pt x="9000" y="0"/>
                  <a:pt x="9000" y="0"/>
                  <a:pt x="9000" y="0"/>
                </a:cubicBezTo>
                <a:cubicBezTo>
                  <a:pt x="9000" y="2295"/>
                  <a:pt x="9000" y="2295"/>
                  <a:pt x="9000" y="2295"/>
                </a:cubicBezTo>
                <a:cubicBezTo>
                  <a:pt x="9000" y="5535"/>
                  <a:pt x="9000" y="5535"/>
                  <a:pt x="9000" y="5535"/>
                </a:cubicBezTo>
                <a:cubicBezTo>
                  <a:pt x="9000" y="8370"/>
                  <a:pt x="9000" y="8370"/>
                  <a:pt x="9000" y="8370"/>
                </a:cubicBezTo>
                <a:cubicBezTo>
                  <a:pt x="12450" y="8370"/>
                  <a:pt x="12450" y="8370"/>
                  <a:pt x="12450" y="8370"/>
                </a:cubicBezTo>
                <a:lnTo>
                  <a:pt x="12450" y="5535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85" name="Shape"/>
          <p:cNvSpPr/>
          <p:nvPr/>
        </p:nvSpPr>
        <p:spPr>
          <a:xfrm>
            <a:off x="3085983" y="3327360"/>
            <a:ext cx="475500" cy="5486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53" h="21521" fill="norm" stroke="1" extrusionOk="0">
                <a:moveTo>
                  <a:pt x="18869" y="4603"/>
                </a:moveTo>
                <a:cubicBezTo>
                  <a:pt x="18701" y="4528"/>
                  <a:pt x="18538" y="4445"/>
                  <a:pt x="18379" y="4356"/>
                </a:cubicBezTo>
                <a:cubicBezTo>
                  <a:pt x="17919" y="4093"/>
                  <a:pt x="17497" y="3782"/>
                  <a:pt x="17122" y="3432"/>
                </a:cubicBezTo>
                <a:cubicBezTo>
                  <a:pt x="16184" y="2503"/>
                  <a:pt x="15834" y="1561"/>
                  <a:pt x="15705" y="902"/>
                </a:cubicBezTo>
                <a:lnTo>
                  <a:pt x="15710" y="902"/>
                </a:lnTo>
                <a:cubicBezTo>
                  <a:pt x="15603" y="354"/>
                  <a:pt x="15647" y="0"/>
                  <a:pt x="15654" y="0"/>
                </a:cubicBezTo>
                <a:lnTo>
                  <a:pt x="11383" y="0"/>
                </a:lnTo>
                <a:lnTo>
                  <a:pt x="11383" y="14292"/>
                </a:lnTo>
                <a:cubicBezTo>
                  <a:pt x="11383" y="14484"/>
                  <a:pt x="11383" y="14674"/>
                  <a:pt x="11374" y="14861"/>
                </a:cubicBezTo>
                <a:cubicBezTo>
                  <a:pt x="11374" y="14884"/>
                  <a:pt x="11371" y="14906"/>
                  <a:pt x="11369" y="14931"/>
                </a:cubicBezTo>
                <a:cubicBezTo>
                  <a:pt x="11369" y="14941"/>
                  <a:pt x="11369" y="14952"/>
                  <a:pt x="11367" y="14963"/>
                </a:cubicBezTo>
                <a:cubicBezTo>
                  <a:pt x="11367" y="14966"/>
                  <a:pt x="11367" y="14968"/>
                  <a:pt x="11367" y="14971"/>
                </a:cubicBezTo>
                <a:cubicBezTo>
                  <a:pt x="11275" y="16012"/>
                  <a:pt x="10592" y="16946"/>
                  <a:pt x="9542" y="17462"/>
                </a:cubicBezTo>
                <a:cubicBezTo>
                  <a:pt x="9004" y="17727"/>
                  <a:pt x="8395" y="17866"/>
                  <a:pt x="7775" y="17865"/>
                </a:cubicBezTo>
                <a:cubicBezTo>
                  <a:pt x="5785" y="17865"/>
                  <a:pt x="4173" y="16461"/>
                  <a:pt x="4173" y="14727"/>
                </a:cubicBezTo>
                <a:cubicBezTo>
                  <a:pt x="4173" y="12993"/>
                  <a:pt x="5785" y="11589"/>
                  <a:pt x="7775" y="11589"/>
                </a:cubicBezTo>
                <a:cubicBezTo>
                  <a:pt x="8152" y="11588"/>
                  <a:pt x="8526" y="11640"/>
                  <a:pt x="8884" y="11741"/>
                </a:cubicBezTo>
                <a:lnTo>
                  <a:pt x="8890" y="7977"/>
                </a:lnTo>
                <a:cubicBezTo>
                  <a:pt x="6691" y="7732"/>
                  <a:pt x="4475" y="8293"/>
                  <a:pt x="2776" y="9525"/>
                </a:cubicBezTo>
                <a:cubicBezTo>
                  <a:pt x="2040" y="10078"/>
                  <a:pt x="1421" y="10739"/>
                  <a:pt x="948" y="11477"/>
                </a:cubicBezTo>
                <a:cubicBezTo>
                  <a:pt x="767" y="11746"/>
                  <a:pt x="87" y="12826"/>
                  <a:pt x="5" y="14581"/>
                </a:cubicBezTo>
                <a:cubicBezTo>
                  <a:pt x="-47" y="15577"/>
                  <a:pt x="299" y="16608"/>
                  <a:pt x="463" y="17035"/>
                </a:cubicBezTo>
                <a:lnTo>
                  <a:pt x="463" y="17044"/>
                </a:lnTo>
                <a:cubicBezTo>
                  <a:pt x="567" y="17295"/>
                  <a:pt x="968" y="18151"/>
                  <a:pt x="1623" y="18874"/>
                </a:cubicBezTo>
                <a:cubicBezTo>
                  <a:pt x="2150" y="19453"/>
                  <a:pt x="2774" y="19962"/>
                  <a:pt x="3473" y="20384"/>
                </a:cubicBezTo>
                <a:lnTo>
                  <a:pt x="3473" y="20375"/>
                </a:lnTo>
                <a:lnTo>
                  <a:pt x="3483" y="20384"/>
                </a:lnTo>
                <a:cubicBezTo>
                  <a:pt x="5551" y="21600"/>
                  <a:pt x="7843" y="21520"/>
                  <a:pt x="7843" y="21520"/>
                </a:cubicBezTo>
                <a:cubicBezTo>
                  <a:pt x="8240" y="21506"/>
                  <a:pt x="9569" y="21520"/>
                  <a:pt x="11079" y="20901"/>
                </a:cubicBezTo>
                <a:cubicBezTo>
                  <a:pt x="12753" y="20215"/>
                  <a:pt x="13706" y="19192"/>
                  <a:pt x="13706" y="19192"/>
                </a:cubicBezTo>
                <a:cubicBezTo>
                  <a:pt x="14315" y="18581"/>
                  <a:pt x="14800" y="17885"/>
                  <a:pt x="15138" y="17133"/>
                </a:cubicBezTo>
                <a:cubicBezTo>
                  <a:pt x="15525" y="16254"/>
                  <a:pt x="15654" y="15199"/>
                  <a:pt x="15654" y="14778"/>
                </a:cubicBezTo>
                <a:lnTo>
                  <a:pt x="15654" y="7195"/>
                </a:lnTo>
                <a:cubicBezTo>
                  <a:pt x="15706" y="7222"/>
                  <a:pt x="16396" y="7617"/>
                  <a:pt x="16396" y="7617"/>
                </a:cubicBezTo>
                <a:cubicBezTo>
                  <a:pt x="16396" y="7617"/>
                  <a:pt x="17390" y="8169"/>
                  <a:pt x="18941" y="8528"/>
                </a:cubicBezTo>
                <a:cubicBezTo>
                  <a:pt x="20054" y="8783"/>
                  <a:pt x="21553" y="8837"/>
                  <a:pt x="21553" y="8837"/>
                </a:cubicBezTo>
                <a:lnTo>
                  <a:pt x="21553" y="5168"/>
                </a:lnTo>
                <a:cubicBezTo>
                  <a:pt x="21028" y="5217"/>
                  <a:pt x="19961" y="5074"/>
                  <a:pt x="18869" y="4603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86" name="Shape"/>
          <p:cNvSpPr/>
          <p:nvPr/>
        </p:nvSpPr>
        <p:spPr>
          <a:xfrm>
            <a:off x="1870561" y="4430248"/>
            <a:ext cx="591833" cy="5106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585" h="21148" fill="norm" stroke="1" extrusionOk="0">
                <a:moveTo>
                  <a:pt x="4533" y="0"/>
                </a:moveTo>
                <a:cubicBezTo>
                  <a:pt x="5490" y="-3"/>
                  <a:pt x="6374" y="425"/>
                  <a:pt x="6988" y="1284"/>
                </a:cubicBezTo>
                <a:cubicBezTo>
                  <a:pt x="8020" y="2733"/>
                  <a:pt x="8045" y="4790"/>
                  <a:pt x="7165" y="6459"/>
                </a:cubicBezTo>
                <a:cubicBezTo>
                  <a:pt x="8085" y="5867"/>
                  <a:pt x="9137" y="5529"/>
                  <a:pt x="10254" y="5529"/>
                </a:cubicBezTo>
                <a:cubicBezTo>
                  <a:pt x="11414" y="5529"/>
                  <a:pt x="12515" y="5887"/>
                  <a:pt x="13474" y="6512"/>
                </a:cubicBezTo>
                <a:cubicBezTo>
                  <a:pt x="12582" y="4875"/>
                  <a:pt x="12547" y="2767"/>
                  <a:pt x="13456" y="1378"/>
                </a:cubicBezTo>
                <a:cubicBezTo>
                  <a:pt x="14609" y="-384"/>
                  <a:pt x="17281" y="-452"/>
                  <a:pt x="19027" y="1306"/>
                </a:cubicBezTo>
                <a:cubicBezTo>
                  <a:pt x="20773" y="3064"/>
                  <a:pt x="21093" y="5901"/>
                  <a:pt x="19777" y="7746"/>
                </a:cubicBezTo>
                <a:cubicBezTo>
                  <a:pt x="18782" y="9142"/>
                  <a:pt x="17075" y="9393"/>
                  <a:pt x="15491" y="8528"/>
                </a:cubicBezTo>
                <a:cubicBezTo>
                  <a:pt x="16369" y="9840"/>
                  <a:pt x="16900" y="11484"/>
                  <a:pt x="16900" y="13281"/>
                </a:cubicBezTo>
                <a:cubicBezTo>
                  <a:pt x="16900" y="17584"/>
                  <a:pt x="13890" y="21148"/>
                  <a:pt x="10279" y="21148"/>
                </a:cubicBezTo>
                <a:cubicBezTo>
                  <a:pt x="6666" y="21148"/>
                  <a:pt x="3710" y="17649"/>
                  <a:pt x="3710" y="13346"/>
                </a:cubicBezTo>
                <a:cubicBezTo>
                  <a:pt x="3710" y="11549"/>
                  <a:pt x="4221" y="9893"/>
                  <a:pt x="5081" y="8570"/>
                </a:cubicBezTo>
                <a:cubicBezTo>
                  <a:pt x="3469" y="9383"/>
                  <a:pt x="1585" y="9057"/>
                  <a:pt x="667" y="7652"/>
                </a:cubicBezTo>
                <a:cubicBezTo>
                  <a:pt x="-507" y="5858"/>
                  <a:pt x="-108" y="2863"/>
                  <a:pt x="1683" y="1234"/>
                </a:cubicBezTo>
                <a:cubicBezTo>
                  <a:pt x="2571" y="425"/>
                  <a:pt x="3568" y="12"/>
                  <a:pt x="4497" y="0"/>
                </a:cubicBezTo>
                <a:lnTo>
                  <a:pt x="4533" y="0"/>
                </a:ln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spcBef>
                <a:spcPts val="1200"/>
              </a:spcBef>
              <a:defRPr sz="1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2187" name="Shape"/>
          <p:cNvSpPr/>
          <p:nvPr/>
        </p:nvSpPr>
        <p:spPr>
          <a:xfrm>
            <a:off x="4134741" y="4318802"/>
            <a:ext cx="529014" cy="6100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377" y="13404"/>
                </a:moveTo>
                <a:lnTo>
                  <a:pt x="20583" y="13404"/>
                </a:lnTo>
                <a:lnTo>
                  <a:pt x="20583" y="12230"/>
                </a:lnTo>
                <a:lnTo>
                  <a:pt x="20952" y="12230"/>
                </a:lnTo>
                <a:cubicBezTo>
                  <a:pt x="20716" y="11962"/>
                  <a:pt x="20318" y="11464"/>
                  <a:pt x="20112" y="11081"/>
                </a:cubicBezTo>
                <a:cubicBezTo>
                  <a:pt x="19817" y="10532"/>
                  <a:pt x="19493" y="9817"/>
                  <a:pt x="19493" y="9817"/>
                </a:cubicBezTo>
                <a:lnTo>
                  <a:pt x="19493" y="9077"/>
                </a:lnTo>
                <a:cubicBezTo>
                  <a:pt x="19670" y="9089"/>
                  <a:pt x="19935" y="9115"/>
                  <a:pt x="20230" y="9153"/>
                </a:cubicBezTo>
                <a:cubicBezTo>
                  <a:pt x="20745" y="9230"/>
                  <a:pt x="21129" y="8821"/>
                  <a:pt x="21129" y="8821"/>
                </a:cubicBezTo>
                <a:cubicBezTo>
                  <a:pt x="21129" y="8821"/>
                  <a:pt x="20495" y="8987"/>
                  <a:pt x="20141" y="8706"/>
                </a:cubicBezTo>
                <a:cubicBezTo>
                  <a:pt x="19935" y="8553"/>
                  <a:pt x="19670" y="8515"/>
                  <a:pt x="19493" y="8515"/>
                </a:cubicBezTo>
                <a:lnTo>
                  <a:pt x="19302" y="8489"/>
                </a:lnTo>
                <a:lnTo>
                  <a:pt x="19287" y="9077"/>
                </a:lnTo>
                <a:lnTo>
                  <a:pt x="19302" y="9830"/>
                </a:lnTo>
                <a:cubicBezTo>
                  <a:pt x="19302" y="9830"/>
                  <a:pt x="18992" y="10545"/>
                  <a:pt x="18683" y="11081"/>
                </a:cubicBezTo>
                <a:cubicBezTo>
                  <a:pt x="18491" y="11464"/>
                  <a:pt x="18079" y="11962"/>
                  <a:pt x="17858" y="12230"/>
                </a:cubicBezTo>
                <a:lnTo>
                  <a:pt x="18211" y="12230"/>
                </a:lnTo>
                <a:lnTo>
                  <a:pt x="18211" y="13404"/>
                </a:lnTo>
                <a:lnTo>
                  <a:pt x="18417" y="13404"/>
                </a:lnTo>
                <a:lnTo>
                  <a:pt x="18417" y="14260"/>
                </a:lnTo>
                <a:lnTo>
                  <a:pt x="16207" y="14285"/>
                </a:lnTo>
                <a:lnTo>
                  <a:pt x="16207" y="10391"/>
                </a:lnTo>
                <a:lnTo>
                  <a:pt x="16458" y="10391"/>
                </a:lnTo>
                <a:lnTo>
                  <a:pt x="16723" y="9996"/>
                </a:lnTo>
                <a:lnTo>
                  <a:pt x="16723" y="8923"/>
                </a:lnTo>
                <a:lnTo>
                  <a:pt x="15868" y="8923"/>
                </a:lnTo>
                <a:lnTo>
                  <a:pt x="15868" y="6919"/>
                </a:lnTo>
                <a:lnTo>
                  <a:pt x="15986" y="6919"/>
                </a:lnTo>
                <a:lnTo>
                  <a:pt x="16193" y="6626"/>
                </a:lnTo>
                <a:lnTo>
                  <a:pt x="16193" y="5809"/>
                </a:lnTo>
                <a:lnTo>
                  <a:pt x="15706" y="5809"/>
                </a:lnTo>
                <a:lnTo>
                  <a:pt x="15706" y="4238"/>
                </a:lnTo>
                <a:lnTo>
                  <a:pt x="16487" y="4238"/>
                </a:lnTo>
                <a:cubicBezTo>
                  <a:pt x="16296" y="4021"/>
                  <a:pt x="14852" y="1991"/>
                  <a:pt x="14778" y="1685"/>
                </a:cubicBezTo>
                <a:cubicBezTo>
                  <a:pt x="14867" y="1647"/>
                  <a:pt x="14940" y="1583"/>
                  <a:pt x="14940" y="1494"/>
                </a:cubicBezTo>
                <a:cubicBezTo>
                  <a:pt x="14940" y="1391"/>
                  <a:pt x="14837" y="1302"/>
                  <a:pt x="14705" y="1277"/>
                </a:cubicBezTo>
                <a:lnTo>
                  <a:pt x="14705" y="817"/>
                </a:lnTo>
                <a:cubicBezTo>
                  <a:pt x="14896" y="830"/>
                  <a:pt x="15353" y="843"/>
                  <a:pt x="15854" y="919"/>
                </a:cubicBezTo>
                <a:cubicBezTo>
                  <a:pt x="16532" y="1021"/>
                  <a:pt x="17047" y="485"/>
                  <a:pt x="17047" y="485"/>
                </a:cubicBezTo>
                <a:cubicBezTo>
                  <a:pt x="17047" y="485"/>
                  <a:pt x="16207" y="702"/>
                  <a:pt x="15736" y="345"/>
                </a:cubicBezTo>
                <a:cubicBezTo>
                  <a:pt x="15382" y="64"/>
                  <a:pt x="14911" y="64"/>
                  <a:pt x="14705" y="77"/>
                </a:cubicBezTo>
                <a:lnTo>
                  <a:pt x="14705" y="0"/>
                </a:lnTo>
                <a:lnTo>
                  <a:pt x="14498" y="0"/>
                </a:lnTo>
                <a:lnTo>
                  <a:pt x="14498" y="1277"/>
                </a:lnTo>
                <a:cubicBezTo>
                  <a:pt x="14366" y="1302"/>
                  <a:pt x="14262" y="1391"/>
                  <a:pt x="14262" y="1494"/>
                </a:cubicBezTo>
                <a:cubicBezTo>
                  <a:pt x="14262" y="1583"/>
                  <a:pt x="14336" y="1647"/>
                  <a:pt x="14425" y="1685"/>
                </a:cubicBezTo>
                <a:cubicBezTo>
                  <a:pt x="14351" y="1991"/>
                  <a:pt x="12907" y="4021"/>
                  <a:pt x="12730" y="4238"/>
                </a:cubicBezTo>
                <a:lnTo>
                  <a:pt x="13496" y="4238"/>
                </a:lnTo>
                <a:lnTo>
                  <a:pt x="13496" y="5809"/>
                </a:lnTo>
                <a:lnTo>
                  <a:pt x="13025" y="5809"/>
                </a:lnTo>
                <a:lnTo>
                  <a:pt x="13025" y="6626"/>
                </a:lnTo>
                <a:lnTo>
                  <a:pt x="13216" y="6919"/>
                </a:lnTo>
                <a:lnTo>
                  <a:pt x="13334" y="6919"/>
                </a:lnTo>
                <a:lnTo>
                  <a:pt x="13334" y="8923"/>
                </a:lnTo>
                <a:lnTo>
                  <a:pt x="12494" y="8923"/>
                </a:lnTo>
                <a:lnTo>
                  <a:pt x="12494" y="9996"/>
                </a:lnTo>
                <a:lnTo>
                  <a:pt x="12760" y="10391"/>
                </a:lnTo>
                <a:lnTo>
                  <a:pt x="13025" y="10391"/>
                </a:lnTo>
                <a:lnTo>
                  <a:pt x="13025" y="11489"/>
                </a:lnTo>
                <a:lnTo>
                  <a:pt x="11758" y="11489"/>
                </a:lnTo>
                <a:lnTo>
                  <a:pt x="11758" y="8770"/>
                </a:lnTo>
                <a:lnTo>
                  <a:pt x="11036" y="8770"/>
                </a:lnTo>
                <a:lnTo>
                  <a:pt x="11036" y="9217"/>
                </a:lnTo>
                <a:cubicBezTo>
                  <a:pt x="10903" y="8974"/>
                  <a:pt x="10771" y="8694"/>
                  <a:pt x="10667" y="8451"/>
                </a:cubicBezTo>
                <a:cubicBezTo>
                  <a:pt x="10461" y="7928"/>
                  <a:pt x="10270" y="7251"/>
                  <a:pt x="10270" y="7251"/>
                </a:cubicBezTo>
                <a:lnTo>
                  <a:pt x="10225" y="6983"/>
                </a:lnTo>
                <a:cubicBezTo>
                  <a:pt x="10387" y="6996"/>
                  <a:pt x="10667" y="7009"/>
                  <a:pt x="10992" y="7060"/>
                </a:cubicBezTo>
                <a:cubicBezTo>
                  <a:pt x="11478" y="7123"/>
                  <a:pt x="11861" y="6740"/>
                  <a:pt x="11861" y="6740"/>
                </a:cubicBezTo>
                <a:cubicBezTo>
                  <a:pt x="11861" y="6740"/>
                  <a:pt x="11242" y="6894"/>
                  <a:pt x="10903" y="6626"/>
                </a:cubicBezTo>
                <a:cubicBezTo>
                  <a:pt x="10564" y="6357"/>
                  <a:pt x="10078" y="6447"/>
                  <a:pt x="10078" y="6447"/>
                </a:cubicBezTo>
                <a:lnTo>
                  <a:pt x="10078" y="7251"/>
                </a:lnTo>
                <a:cubicBezTo>
                  <a:pt x="10049" y="7251"/>
                  <a:pt x="9872" y="7928"/>
                  <a:pt x="9651" y="8451"/>
                </a:cubicBezTo>
                <a:cubicBezTo>
                  <a:pt x="9503" y="8821"/>
                  <a:pt x="9209" y="9306"/>
                  <a:pt x="9061" y="9562"/>
                </a:cubicBezTo>
                <a:lnTo>
                  <a:pt x="9356" y="9562"/>
                </a:lnTo>
                <a:lnTo>
                  <a:pt x="9356" y="13021"/>
                </a:lnTo>
                <a:lnTo>
                  <a:pt x="8502" y="13021"/>
                </a:lnTo>
                <a:cubicBezTo>
                  <a:pt x="8339" y="12740"/>
                  <a:pt x="8118" y="12357"/>
                  <a:pt x="7986" y="12051"/>
                </a:cubicBezTo>
                <a:cubicBezTo>
                  <a:pt x="7765" y="11477"/>
                  <a:pt x="7573" y="10774"/>
                  <a:pt x="7573" y="10774"/>
                </a:cubicBezTo>
                <a:lnTo>
                  <a:pt x="7559" y="9626"/>
                </a:lnTo>
                <a:lnTo>
                  <a:pt x="7352" y="9626"/>
                </a:lnTo>
                <a:lnTo>
                  <a:pt x="7352" y="10774"/>
                </a:lnTo>
                <a:cubicBezTo>
                  <a:pt x="7323" y="10774"/>
                  <a:pt x="7131" y="11477"/>
                  <a:pt x="6910" y="12051"/>
                </a:cubicBezTo>
                <a:cubicBezTo>
                  <a:pt x="6748" y="12447"/>
                  <a:pt x="6439" y="12970"/>
                  <a:pt x="6262" y="13238"/>
                </a:cubicBezTo>
                <a:lnTo>
                  <a:pt x="6586" y="13238"/>
                </a:lnTo>
                <a:lnTo>
                  <a:pt x="6586" y="16060"/>
                </a:lnTo>
                <a:lnTo>
                  <a:pt x="5231" y="16060"/>
                </a:lnTo>
                <a:lnTo>
                  <a:pt x="5231" y="14694"/>
                </a:lnTo>
                <a:lnTo>
                  <a:pt x="5540" y="14694"/>
                </a:lnTo>
                <a:lnTo>
                  <a:pt x="5540" y="12651"/>
                </a:lnTo>
                <a:lnTo>
                  <a:pt x="6085" y="12651"/>
                </a:lnTo>
                <a:cubicBezTo>
                  <a:pt x="5746" y="12370"/>
                  <a:pt x="5127" y="11834"/>
                  <a:pt x="4818" y="11426"/>
                </a:cubicBezTo>
                <a:cubicBezTo>
                  <a:pt x="4376" y="10838"/>
                  <a:pt x="3905" y="10111"/>
                  <a:pt x="3905" y="10111"/>
                </a:cubicBezTo>
                <a:lnTo>
                  <a:pt x="3890" y="9102"/>
                </a:lnTo>
                <a:cubicBezTo>
                  <a:pt x="4052" y="9115"/>
                  <a:pt x="4258" y="9140"/>
                  <a:pt x="4479" y="9166"/>
                </a:cubicBezTo>
                <a:cubicBezTo>
                  <a:pt x="4980" y="9243"/>
                  <a:pt x="5348" y="8847"/>
                  <a:pt x="5348" y="8847"/>
                </a:cubicBezTo>
                <a:cubicBezTo>
                  <a:pt x="5348" y="8847"/>
                  <a:pt x="4730" y="9013"/>
                  <a:pt x="4391" y="8745"/>
                </a:cubicBezTo>
                <a:cubicBezTo>
                  <a:pt x="4052" y="8477"/>
                  <a:pt x="3551" y="8553"/>
                  <a:pt x="3551" y="8553"/>
                </a:cubicBezTo>
                <a:lnTo>
                  <a:pt x="3566" y="9089"/>
                </a:lnTo>
                <a:lnTo>
                  <a:pt x="3595" y="10098"/>
                </a:lnTo>
                <a:cubicBezTo>
                  <a:pt x="3580" y="10098"/>
                  <a:pt x="3109" y="10838"/>
                  <a:pt x="2667" y="11426"/>
                </a:cubicBezTo>
                <a:cubicBezTo>
                  <a:pt x="2357" y="11834"/>
                  <a:pt x="1739" y="12370"/>
                  <a:pt x="1400" y="12651"/>
                </a:cubicBezTo>
                <a:lnTo>
                  <a:pt x="1930" y="12651"/>
                </a:lnTo>
                <a:lnTo>
                  <a:pt x="1930" y="14694"/>
                </a:lnTo>
                <a:lnTo>
                  <a:pt x="2254" y="14694"/>
                </a:lnTo>
                <a:lnTo>
                  <a:pt x="2254" y="16213"/>
                </a:lnTo>
                <a:lnTo>
                  <a:pt x="0" y="16213"/>
                </a:lnTo>
                <a:lnTo>
                  <a:pt x="0" y="21587"/>
                </a:lnTo>
                <a:lnTo>
                  <a:pt x="9061" y="21587"/>
                </a:lnTo>
                <a:lnTo>
                  <a:pt x="9061" y="19353"/>
                </a:lnTo>
                <a:cubicBezTo>
                  <a:pt x="9061" y="19353"/>
                  <a:pt x="9165" y="17591"/>
                  <a:pt x="11242" y="17591"/>
                </a:cubicBezTo>
                <a:cubicBezTo>
                  <a:pt x="13320" y="17591"/>
                  <a:pt x="13408" y="19353"/>
                  <a:pt x="13408" y="19353"/>
                </a:cubicBezTo>
                <a:lnTo>
                  <a:pt x="13408" y="21587"/>
                </a:lnTo>
                <a:lnTo>
                  <a:pt x="17651" y="21587"/>
                </a:lnTo>
                <a:lnTo>
                  <a:pt x="21600" y="21600"/>
                </a:lnTo>
                <a:lnTo>
                  <a:pt x="21600" y="14260"/>
                </a:lnTo>
                <a:lnTo>
                  <a:pt x="20377" y="14260"/>
                </a:lnTo>
                <a:lnTo>
                  <a:pt x="20377" y="13404"/>
                </a:lnTo>
                <a:close/>
                <a:moveTo>
                  <a:pt x="15279" y="8336"/>
                </a:moveTo>
                <a:lnTo>
                  <a:pt x="14425" y="8336"/>
                </a:lnTo>
                <a:lnTo>
                  <a:pt x="14425" y="7264"/>
                </a:lnTo>
                <a:cubicBezTo>
                  <a:pt x="14425" y="7264"/>
                  <a:pt x="14483" y="6957"/>
                  <a:pt x="14852" y="6957"/>
                </a:cubicBezTo>
                <a:cubicBezTo>
                  <a:pt x="15205" y="6957"/>
                  <a:pt x="15294" y="7264"/>
                  <a:pt x="15294" y="7264"/>
                </a:cubicBezTo>
                <a:lnTo>
                  <a:pt x="15294" y="8336"/>
                </a:lnTo>
                <a:lnTo>
                  <a:pt x="15279" y="8336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spcBef>
                <a:spcPts val="1200"/>
              </a:spcBef>
              <a:defRPr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2188" name="Shape"/>
          <p:cNvSpPr/>
          <p:nvPr/>
        </p:nvSpPr>
        <p:spPr>
          <a:xfrm>
            <a:off x="702207" y="4380622"/>
            <a:ext cx="680471" cy="556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12" h="21499" fill="norm" stroke="1" extrusionOk="0">
                <a:moveTo>
                  <a:pt x="4444" y="11"/>
                </a:moveTo>
                <a:cubicBezTo>
                  <a:pt x="3601" y="53"/>
                  <a:pt x="2470" y="266"/>
                  <a:pt x="1584" y="560"/>
                </a:cubicBezTo>
                <a:cubicBezTo>
                  <a:pt x="956" y="770"/>
                  <a:pt x="528" y="1098"/>
                  <a:pt x="227" y="1728"/>
                </a:cubicBezTo>
                <a:cubicBezTo>
                  <a:pt x="81" y="2053"/>
                  <a:pt x="-55" y="2400"/>
                  <a:pt x="22" y="2746"/>
                </a:cubicBezTo>
                <a:cubicBezTo>
                  <a:pt x="83" y="3050"/>
                  <a:pt x="441" y="3153"/>
                  <a:pt x="725" y="3205"/>
                </a:cubicBezTo>
                <a:cubicBezTo>
                  <a:pt x="1001" y="3258"/>
                  <a:pt x="1600" y="3297"/>
                  <a:pt x="1763" y="3055"/>
                </a:cubicBezTo>
                <a:cubicBezTo>
                  <a:pt x="1841" y="2950"/>
                  <a:pt x="1832" y="2852"/>
                  <a:pt x="1772" y="2726"/>
                </a:cubicBezTo>
                <a:cubicBezTo>
                  <a:pt x="1711" y="2600"/>
                  <a:pt x="1559" y="2498"/>
                  <a:pt x="1404" y="2466"/>
                </a:cubicBezTo>
                <a:cubicBezTo>
                  <a:pt x="1240" y="2424"/>
                  <a:pt x="917" y="2409"/>
                  <a:pt x="840" y="2367"/>
                </a:cubicBezTo>
                <a:cubicBezTo>
                  <a:pt x="805" y="2346"/>
                  <a:pt x="750" y="2307"/>
                  <a:pt x="750" y="2307"/>
                </a:cubicBezTo>
                <a:cubicBezTo>
                  <a:pt x="750" y="2307"/>
                  <a:pt x="782" y="2278"/>
                  <a:pt x="799" y="2257"/>
                </a:cubicBezTo>
                <a:cubicBezTo>
                  <a:pt x="825" y="2225"/>
                  <a:pt x="950" y="2168"/>
                  <a:pt x="1028" y="2147"/>
                </a:cubicBezTo>
                <a:cubicBezTo>
                  <a:pt x="1122" y="2126"/>
                  <a:pt x="1219" y="2079"/>
                  <a:pt x="1322" y="2037"/>
                </a:cubicBezTo>
                <a:cubicBezTo>
                  <a:pt x="2045" y="1796"/>
                  <a:pt x="3480" y="1766"/>
                  <a:pt x="4134" y="1798"/>
                </a:cubicBezTo>
                <a:cubicBezTo>
                  <a:pt x="6680" y="1913"/>
                  <a:pt x="9049" y="2608"/>
                  <a:pt x="11449" y="3804"/>
                </a:cubicBezTo>
                <a:cubicBezTo>
                  <a:pt x="13797" y="4979"/>
                  <a:pt x="16455" y="6969"/>
                  <a:pt x="18012" y="9414"/>
                </a:cubicBezTo>
                <a:cubicBezTo>
                  <a:pt x="18606" y="10337"/>
                  <a:pt x="19340" y="11857"/>
                  <a:pt x="19434" y="13137"/>
                </a:cubicBezTo>
                <a:cubicBezTo>
                  <a:pt x="19512" y="14291"/>
                  <a:pt x="19219" y="15402"/>
                  <a:pt x="18625" y="16231"/>
                </a:cubicBezTo>
                <a:cubicBezTo>
                  <a:pt x="18186" y="16840"/>
                  <a:pt x="17586" y="17301"/>
                  <a:pt x="16949" y="17668"/>
                </a:cubicBezTo>
                <a:cubicBezTo>
                  <a:pt x="15496" y="18508"/>
                  <a:pt x="13718" y="18679"/>
                  <a:pt x="12135" y="18627"/>
                </a:cubicBezTo>
                <a:cubicBezTo>
                  <a:pt x="11929" y="18627"/>
                  <a:pt x="11139" y="18528"/>
                  <a:pt x="10958" y="18497"/>
                </a:cubicBezTo>
                <a:cubicBezTo>
                  <a:pt x="10631" y="18434"/>
                  <a:pt x="10223" y="18337"/>
                  <a:pt x="10223" y="18337"/>
                </a:cubicBezTo>
                <a:lnTo>
                  <a:pt x="10117" y="12368"/>
                </a:lnTo>
                <a:cubicBezTo>
                  <a:pt x="10117" y="12368"/>
                  <a:pt x="10614" y="12387"/>
                  <a:pt x="10958" y="12408"/>
                </a:cubicBezTo>
                <a:cubicBezTo>
                  <a:pt x="11853" y="12471"/>
                  <a:pt x="13691" y="12856"/>
                  <a:pt x="14612" y="13287"/>
                </a:cubicBezTo>
                <a:cubicBezTo>
                  <a:pt x="14810" y="13381"/>
                  <a:pt x="15020" y="13524"/>
                  <a:pt x="15037" y="13766"/>
                </a:cubicBezTo>
                <a:cubicBezTo>
                  <a:pt x="15054" y="13944"/>
                  <a:pt x="14929" y="14098"/>
                  <a:pt x="14800" y="14245"/>
                </a:cubicBezTo>
                <a:cubicBezTo>
                  <a:pt x="14740" y="14308"/>
                  <a:pt x="14681" y="14361"/>
                  <a:pt x="14604" y="14424"/>
                </a:cubicBezTo>
                <a:cubicBezTo>
                  <a:pt x="14440" y="14519"/>
                  <a:pt x="14163" y="14702"/>
                  <a:pt x="14146" y="14734"/>
                </a:cubicBezTo>
                <a:cubicBezTo>
                  <a:pt x="14094" y="14807"/>
                  <a:pt x="14085" y="14930"/>
                  <a:pt x="14154" y="14993"/>
                </a:cubicBezTo>
                <a:cubicBezTo>
                  <a:pt x="14335" y="15161"/>
                  <a:pt x="14907" y="15253"/>
                  <a:pt x="15061" y="15243"/>
                </a:cubicBezTo>
                <a:cubicBezTo>
                  <a:pt x="15578" y="15211"/>
                  <a:pt x="16086" y="14781"/>
                  <a:pt x="16353" y="14215"/>
                </a:cubicBezTo>
                <a:cubicBezTo>
                  <a:pt x="16594" y="13701"/>
                  <a:pt x="16614" y="13313"/>
                  <a:pt x="16459" y="12767"/>
                </a:cubicBezTo>
                <a:cubicBezTo>
                  <a:pt x="16296" y="12148"/>
                  <a:pt x="15776" y="11576"/>
                  <a:pt x="15217" y="11240"/>
                </a:cubicBezTo>
                <a:cubicBezTo>
                  <a:pt x="14546" y="10821"/>
                  <a:pt x="13359" y="10507"/>
                  <a:pt x="12757" y="10392"/>
                </a:cubicBezTo>
                <a:cubicBezTo>
                  <a:pt x="12283" y="10297"/>
                  <a:pt x="11782" y="10203"/>
                  <a:pt x="11334" y="10192"/>
                </a:cubicBezTo>
                <a:cubicBezTo>
                  <a:pt x="10861" y="10171"/>
                  <a:pt x="10100" y="10202"/>
                  <a:pt x="10100" y="10202"/>
                </a:cubicBezTo>
                <a:cubicBezTo>
                  <a:pt x="10100" y="10202"/>
                  <a:pt x="10093" y="9390"/>
                  <a:pt x="10067" y="8855"/>
                </a:cubicBezTo>
                <a:cubicBezTo>
                  <a:pt x="10016" y="7963"/>
                  <a:pt x="9806" y="6214"/>
                  <a:pt x="9144" y="5720"/>
                </a:cubicBezTo>
                <a:cubicBezTo>
                  <a:pt x="9023" y="5626"/>
                  <a:pt x="8870" y="5624"/>
                  <a:pt x="8784" y="5760"/>
                </a:cubicBezTo>
                <a:cubicBezTo>
                  <a:pt x="8655" y="5970"/>
                  <a:pt x="8533" y="6739"/>
                  <a:pt x="8498" y="6938"/>
                </a:cubicBezTo>
                <a:cubicBezTo>
                  <a:pt x="8447" y="7316"/>
                  <a:pt x="8285" y="9091"/>
                  <a:pt x="8294" y="9364"/>
                </a:cubicBezTo>
                <a:cubicBezTo>
                  <a:pt x="8294" y="9637"/>
                  <a:pt x="8270" y="10381"/>
                  <a:pt x="8253" y="10402"/>
                </a:cubicBezTo>
                <a:cubicBezTo>
                  <a:pt x="8244" y="10412"/>
                  <a:pt x="8237" y="10422"/>
                  <a:pt x="8228" y="10422"/>
                </a:cubicBezTo>
                <a:cubicBezTo>
                  <a:pt x="8203" y="10453"/>
                  <a:pt x="7776" y="10549"/>
                  <a:pt x="7501" y="10601"/>
                </a:cubicBezTo>
                <a:cubicBezTo>
                  <a:pt x="6925" y="10706"/>
                  <a:pt x="5529" y="11248"/>
                  <a:pt x="5082" y="11490"/>
                </a:cubicBezTo>
                <a:cubicBezTo>
                  <a:pt x="4471" y="11815"/>
                  <a:pt x="3590" y="12391"/>
                  <a:pt x="3341" y="13147"/>
                </a:cubicBezTo>
                <a:cubicBezTo>
                  <a:pt x="3160" y="13671"/>
                  <a:pt x="3231" y="14130"/>
                  <a:pt x="3463" y="14634"/>
                </a:cubicBezTo>
                <a:cubicBezTo>
                  <a:pt x="3773" y="15295"/>
                  <a:pt x="4177" y="15807"/>
                  <a:pt x="4624" y="16321"/>
                </a:cubicBezTo>
                <a:cubicBezTo>
                  <a:pt x="4779" y="16499"/>
                  <a:pt x="5490" y="17242"/>
                  <a:pt x="5654" y="17389"/>
                </a:cubicBezTo>
                <a:cubicBezTo>
                  <a:pt x="6256" y="17935"/>
                  <a:pt x="6942" y="18456"/>
                  <a:pt x="7673" y="18896"/>
                </a:cubicBezTo>
                <a:cubicBezTo>
                  <a:pt x="7905" y="19033"/>
                  <a:pt x="8196" y="19196"/>
                  <a:pt x="8196" y="19196"/>
                </a:cubicBezTo>
                <a:cubicBezTo>
                  <a:pt x="8196" y="19196"/>
                  <a:pt x="8259" y="19895"/>
                  <a:pt x="8310" y="20294"/>
                </a:cubicBezTo>
                <a:cubicBezTo>
                  <a:pt x="8379" y="20787"/>
                  <a:pt x="8512" y="21212"/>
                  <a:pt x="8891" y="21412"/>
                </a:cubicBezTo>
                <a:cubicBezTo>
                  <a:pt x="9123" y="21527"/>
                  <a:pt x="9377" y="21514"/>
                  <a:pt x="9626" y="21452"/>
                </a:cubicBezTo>
                <a:cubicBezTo>
                  <a:pt x="9833" y="21410"/>
                  <a:pt x="9990" y="21293"/>
                  <a:pt x="10076" y="21072"/>
                </a:cubicBezTo>
                <a:cubicBezTo>
                  <a:pt x="10110" y="20988"/>
                  <a:pt x="10165" y="20737"/>
                  <a:pt x="10174" y="20643"/>
                </a:cubicBezTo>
                <a:cubicBezTo>
                  <a:pt x="10191" y="20444"/>
                  <a:pt x="10190" y="20144"/>
                  <a:pt x="10190" y="20144"/>
                </a:cubicBezTo>
                <a:cubicBezTo>
                  <a:pt x="10190" y="20144"/>
                  <a:pt x="10799" y="20319"/>
                  <a:pt x="11212" y="20413"/>
                </a:cubicBezTo>
                <a:cubicBezTo>
                  <a:pt x="12399" y="20686"/>
                  <a:pt x="13698" y="20691"/>
                  <a:pt x="14816" y="20523"/>
                </a:cubicBezTo>
                <a:cubicBezTo>
                  <a:pt x="16476" y="20282"/>
                  <a:pt x="18416" y="19550"/>
                  <a:pt x="19663" y="18227"/>
                </a:cubicBezTo>
                <a:cubicBezTo>
                  <a:pt x="19998" y="17881"/>
                  <a:pt x="20566" y="17045"/>
                  <a:pt x="20807" y="16521"/>
                </a:cubicBezTo>
                <a:cubicBezTo>
                  <a:pt x="20945" y="16216"/>
                  <a:pt x="21070" y="15910"/>
                  <a:pt x="21208" y="15542"/>
                </a:cubicBezTo>
                <a:cubicBezTo>
                  <a:pt x="21234" y="15458"/>
                  <a:pt x="21394" y="14856"/>
                  <a:pt x="21428" y="14594"/>
                </a:cubicBezTo>
                <a:cubicBezTo>
                  <a:pt x="21437" y="14479"/>
                  <a:pt x="21545" y="13598"/>
                  <a:pt x="21502" y="13147"/>
                </a:cubicBezTo>
                <a:cubicBezTo>
                  <a:pt x="21511" y="12958"/>
                  <a:pt x="21421" y="12453"/>
                  <a:pt x="21412" y="12358"/>
                </a:cubicBezTo>
                <a:cubicBezTo>
                  <a:pt x="21412" y="12348"/>
                  <a:pt x="21357" y="12117"/>
                  <a:pt x="21322" y="11949"/>
                </a:cubicBezTo>
                <a:cubicBezTo>
                  <a:pt x="21296" y="11781"/>
                  <a:pt x="21104" y="11176"/>
                  <a:pt x="21061" y="11071"/>
                </a:cubicBezTo>
                <a:cubicBezTo>
                  <a:pt x="20932" y="10787"/>
                  <a:pt x="20837" y="10554"/>
                  <a:pt x="20734" y="10302"/>
                </a:cubicBezTo>
                <a:cubicBezTo>
                  <a:pt x="20312" y="9274"/>
                  <a:pt x="19444" y="7988"/>
                  <a:pt x="18748" y="7138"/>
                </a:cubicBezTo>
                <a:cubicBezTo>
                  <a:pt x="18386" y="6697"/>
                  <a:pt x="17867" y="6149"/>
                  <a:pt x="17489" y="5760"/>
                </a:cubicBezTo>
                <a:cubicBezTo>
                  <a:pt x="17300" y="5582"/>
                  <a:pt x="16126" y="4521"/>
                  <a:pt x="15920" y="4353"/>
                </a:cubicBezTo>
                <a:cubicBezTo>
                  <a:pt x="15283" y="3849"/>
                  <a:pt x="14133" y="3066"/>
                  <a:pt x="13410" y="2646"/>
                </a:cubicBezTo>
                <a:cubicBezTo>
                  <a:pt x="12404" y="2048"/>
                  <a:pt x="11027" y="1397"/>
                  <a:pt x="9978" y="1009"/>
                </a:cubicBezTo>
                <a:cubicBezTo>
                  <a:pt x="8137" y="327"/>
                  <a:pt x="6345" y="-73"/>
                  <a:pt x="4444" y="11"/>
                </a:cubicBezTo>
                <a:close/>
                <a:moveTo>
                  <a:pt x="8196" y="12468"/>
                </a:moveTo>
                <a:cubicBezTo>
                  <a:pt x="8196" y="12468"/>
                  <a:pt x="8179" y="13332"/>
                  <a:pt x="8179" y="14235"/>
                </a:cubicBezTo>
                <a:cubicBezTo>
                  <a:pt x="8171" y="15924"/>
                  <a:pt x="8204" y="17649"/>
                  <a:pt x="8204" y="17649"/>
                </a:cubicBezTo>
                <a:cubicBezTo>
                  <a:pt x="8204" y="17648"/>
                  <a:pt x="7712" y="17447"/>
                  <a:pt x="7411" y="17289"/>
                </a:cubicBezTo>
                <a:cubicBezTo>
                  <a:pt x="6534" y="16848"/>
                  <a:pt x="5348" y="15910"/>
                  <a:pt x="4763" y="15323"/>
                </a:cubicBezTo>
                <a:cubicBezTo>
                  <a:pt x="4625" y="15176"/>
                  <a:pt x="4130" y="14610"/>
                  <a:pt x="4044" y="14484"/>
                </a:cubicBezTo>
                <a:cubicBezTo>
                  <a:pt x="3889" y="14264"/>
                  <a:pt x="3764" y="14048"/>
                  <a:pt x="3799" y="13776"/>
                </a:cubicBezTo>
                <a:cubicBezTo>
                  <a:pt x="3833" y="13524"/>
                  <a:pt x="4246" y="13301"/>
                  <a:pt x="4452" y="13217"/>
                </a:cubicBezTo>
                <a:cubicBezTo>
                  <a:pt x="5141" y="12923"/>
                  <a:pt x="6333" y="12672"/>
                  <a:pt x="6970" y="12588"/>
                </a:cubicBezTo>
                <a:cubicBezTo>
                  <a:pt x="7469" y="12525"/>
                  <a:pt x="8196" y="12468"/>
                  <a:pt x="8196" y="12468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spcBef>
                <a:spcPts val="1200"/>
              </a:spcBef>
              <a:defRPr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2189" name="Shape"/>
          <p:cNvSpPr/>
          <p:nvPr/>
        </p:nvSpPr>
        <p:spPr>
          <a:xfrm>
            <a:off x="2955977" y="4415930"/>
            <a:ext cx="654885" cy="5651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553" h="21141" fill="norm" stroke="1" extrusionOk="0">
                <a:moveTo>
                  <a:pt x="4522" y="0"/>
                </a:moveTo>
                <a:cubicBezTo>
                  <a:pt x="5460" y="-11"/>
                  <a:pt x="6350" y="455"/>
                  <a:pt x="6974" y="1285"/>
                </a:cubicBezTo>
                <a:cubicBezTo>
                  <a:pt x="8066" y="2736"/>
                  <a:pt x="8140" y="4906"/>
                  <a:pt x="7150" y="6458"/>
                </a:cubicBezTo>
                <a:cubicBezTo>
                  <a:pt x="8100" y="5852"/>
                  <a:pt x="9159" y="5533"/>
                  <a:pt x="10236" y="5528"/>
                </a:cubicBezTo>
                <a:cubicBezTo>
                  <a:pt x="11370" y="5524"/>
                  <a:pt x="12475" y="5868"/>
                  <a:pt x="13451" y="6511"/>
                </a:cubicBezTo>
                <a:cubicBezTo>
                  <a:pt x="12560" y="4874"/>
                  <a:pt x="12526" y="2767"/>
                  <a:pt x="13433" y="1379"/>
                </a:cubicBezTo>
                <a:cubicBezTo>
                  <a:pt x="14585" y="-384"/>
                  <a:pt x="17254" y="-451"/>
                  <a:pt x="18997" y="1306"/>
                </a:cubicBezTo>
                <a:cubicBezTo>
                  <a:pt x="20740" y="3064"/>
                  <a:pt x="21060" y="5900"/>
                  <a:pt x="19746" y="7744"/>
                </a:cubicBezTo>
                <a:cubicBezTo>
                  <a:pt x="18752" y="9139"/>
                  <a:pt x="17047" y="9391"/>
                  <a:pt x="15466" y="8526"/>
                </a:cubicBezTo>
                <a:cubicBezTo>
                  <a:pt x="16346" y="9839"/>
                  <a:pt x="16875" y="11486"/>
                  <a:pt x="16873" y="13277"/>
                </a:cubicBezTo>
                <a:cubicBezTo>
                  <a:pt x="16867" y="17590"/>
                  <a:pt x="13874" y="21149"/>
                  <a:pt x="10260" y="21141"/>
                </a:cubicBezTo>
                <a:cubicBezTo>
                  <a:pt x="6660" y="21134"/>
                  <a:pt x="3751" y="17644"/>
                  <a:pt x="3700" y="13342"/>
                </a:cubicBezTo>
                <a:cubicBezTo>
                  <a:pt x="3680" y="11609"/>
                  <a:pt x="4159" y="9920"/>
                  <a:pt x="5069" y="8567"/>
                </a:cubicBezTo>
                <a:cubicBezTo>
                  <a:pt x="3631" y="9717"/>
                  <a:pt x="1692" y="9309"/>
                  <a:pt x="661" y="7650"/>
                </a:cubicBezTo>
                <a:cubicBezTo>
                  <a:pt x="-540" y="5717"/>
                  <a:pt x="-49" y="2849"/>
                  <a:pt x="1676" y="1234"/>
                </a:cubicBezTo>
                <a:cubicBezTo>
                  <a:pt x="2531" y="433"/>
                  <a:pt x="3528" y="20"/>
                  <a:pt x="4486" y="0"/>
                </a:cubicBezTo>
                <a:lnTo>
                  <a:pt x="4522" y="0"/>
                </a:lnTo>
              </a:path>
            </a:pathLst>
          </a:custGeom>
          <a:ln w="38100">
            <a:solidFill>
              <a:schemeClr val="accent4">
                <a:hueOff val="-203031"/>
                <a:satOff val="-71423"/>
                <a:lumOff val="-30171"/>
              </a:schemeClr>
            </a:solidFill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spcBef>
                <a:spcPts val="1200"/>
              </a:spcBef>
              <a:defRPr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2190" name="Shape"/>
          <p:cNvSpPr/>
          <p:nvPr/>
        </p:nvSpPr>
        <p:spPr>
          <a:xfrm>
            <a:off x="5228346" y="4429793"/>
            <a:ext cx="571384" cy="5208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8" y="0"/>
                </a:moveTo>
                <a:cubicBezTo>
                  <a:pt x="9260" y="0"/>
                  <a:pt x="8060" y="329"/>
                  <a:pt x="7211" y="1004"/>
                </a:cubicBezTo>
                <a:cubicBezTo>
                  <a:pt x="7095" y="1096"/>
                  <a:pt x="6978" y="1187"/>
                  <a:pt x="6878" y="1296"/>
                </a:cubicBezTo>
                <a:cubicBezTo>
                  <a:pt x="6495" y="1114"/>
                  <a:pt x="6062" y="1022"/>
                  <a:pt x="5646" y="1022"/>
                </a:cubicBezTo>
                <a:lnTo>
                  <a:pt x="483" y="1022"/>
                </a:lnTo>
                <a:cubicBezTo>
                  <a:pt x="383" y="1022"/>
                  <a:pt x="316" y="1059"/>
                  <a:pt x="250" y="1096"/>
                </a:cubicBezTo>
                <a:cubicBezTo>
                  <a:pt x="167" y="1150"/>
                  <a:pt x="100" y="1205"/>
                  <a:pt x="67" y="1296"/>
                </a:cubicBezTo>
                <a:cubicBezTo>
                  <a:pt x="17" y="1369"/>
                  <a:pt x="0" y="1442"/>
                  <a:pt x="0" y="1552"/>
                </a:cubicBezTo>
                <a:cubicBezTo>
                  <a:pt x="0" y="1643"/>
                  <a:pt x="33" y="1716"/>
                  <a:pt x="67" y="1808"/>
                </a:cubicBezTo>
                <a:cubicBezTo>
                  <a:pt x="83" y="1826"/>
                  <a:pt x="100" y="1862"/>
                  <a:pt x="117" y="1881"/>
                </a:cubicBezTo>
                <a:cubicBezTo>
                  <a:pt x="117" y="1881"/>
                  <a:pt x="2398" y="4875"/>
                  <a:pt x="5429" y="5532"/>
                </a:cubicBezTo>
                <a:cubicBezTo>
                  <a:pt x="5379" y="5697"/>
                  <a:pt x="5346" y="5879"/>
                  <a:pt x="5313" y="6044"/>
                </a:cubicBezTo>
                <a:cubicBezTo>
                  <a:pt x="5229" y="6537"/>
                  <a:pt x="5196" y="7066"/>
                  <a:pt x="5179" y="7559"/>
                </a:cubicBezTo>
                <a:cubicBezTo>
                  <a:pt x="4530" y="8326"/>
                  <a:pt x="3980" y="9385"/>
                  <a:pt x="3564" y="10298"/>
                </a:cubicBezTo>
                <a:cubicBezTo>
                  <a:pt x="3064" y="10170"/>
                  <a:pt x="2548" y="10444"/>
                  <a:pt x="2365" y="10973"/>
                </a:cubicBezTo>
                <a:lnTo>
                  <a:pt x="1965" y="12142"/>
                </a:lnTo>
                <a:cubicBezTo>
                  <a:pt x="1765" y="12708"/>
                  <a:pt x="2032" y="13329"/>
                  <a:pt x="2548" y="13548"/>
                </a:cubicBezTo>
                <a:lnTo>
                  <a:pt x="2848" y="13657"/>
                </a:lnTo>
                <a:cubicBezTo>
                  <a:pt x="2765" y="13895"/>
                  <a:pt x="2698" y="14150"/>
                  <a:pt x="2681" y="14424"/>
                </a:cubicBezTo>
                <a:cubicBezTo>
                  <a:pt x="2648" y="14680"/>
                  <a:pt x="2681" y="14990"/>
                  <a:pt x="2798" y="15264"/>
                </a:cubicBezTo>
                <a:cubicBezTo>
                  <a:pt x="2931" y="15556"/>
                  <a:pt x="3164" y="15794"/>
                  <a:pt x="3464" y="15958"/>
                </a:cubicBezTo>
                <a:cubicBezTo>
                  <a:pt x="3814" y="16141"/>
                  <a:pt x="4163" y="16141"/>
                  <a:pt x="4480" y="16068"/>
                </a:cubicBezTo>
                <a:lnTo>
                  <a:pt x="3880" y="18825"/>
                </a:lnTo>
                <a:lnTo>
                  <a:pt x="3880" y="18843"/>
                </a:lnTo>
                <a:cubicBezTo>
                  <a:pt x="3780" y="19665"/>
                  <a:pt x="4247" y="20468"/>
                  <a:pt x="4979" y="20705"/>
                </a:cubicBezTo>
                <a:cubicBezTo>
                  <a:pt x="6112" y="21089"/>
                  <a:pt x="8577" y="21600"/>
                  <a:pt x="10808" y="21600"/>
                </a:cubicBezTo>
                <a:cubicBezTo>
                  <a:pt x="13023" y="21600"/>
                  <a:pt x="15488" y="21089"/>
                  <a:pt x="16621" y="20705"/>
                </a:cubicBezTo>
                <a:cubicBezTo>
                  <a:pt x="17353" y="20468"/>
                  <a:pt x="17820" y="19665"/>
                  <a:pt x="17720" y="18843"/>
                </a:cubicBezTo>
                <a:lnTo>
                  <a:pt x="17720" y="18825"/>
                </a:lnTo>
                <a:lnTo>
                  <a:pt x="17120" y="16068"/>
                </a:lnTo>
                <a:cubicBezTo>
                  <a:pt x="17437" y="16141"/>
                  <a:pt x="17786" y="16141"/>
                  <a:pt x="18136" y="15958"/>
                </a:cubicBezTo>
                <a:cubicBezTo>
                  <a:pt x="18436" y="15794"/>
                  <a:pt x="18686" y="15556"/>
                  <a:pt x="18802" y="15264"/>
                </a:cubicBezTo>
                <a:cubicBezTo>
                  <a:pt x="18935" y="14990"/>
                  <a:pt x="18952" y="14680"/>
                  <a:pt x="18919" y="14424"/>
                </a:cubicBezTo>
                <a:cubicBezTo>
                  <a:pt x="18902" y="14150"/>
                  <a:pt x="18835" y="13895"/>
                  <a:pt x="18752" y="13676"/>
                </a:cubicBezTo>
                <a:lnTo>
                  <a:pt x="19052" y="13548"/>
                </a:lnTo>
                <a:cubicBezTo>
                  <a:pt x="19568" y="13329"/>
                  <a:pt x="19835" y="12708"/>
                  <a:pt x="19635" y="12142"/>
                </a:cubicBezTo>
                <a:lnTo>
                  <a:pt x="19235" y="10973"/>
                </a:lnTo>
                <a:lnTo>
                  <a:pt x="19235" y="10955"/>
                </a:lnTo>
                <a:cubicBezTo>
                  <a:pt x="19052" y="10444"/>
                  <a:pt x="18536" y="10170"/>
                  <a:pt x="18036" y="10298"/>
                </a:cubicBezTo>
                <a:cubicBezTo>
                  <a:pt x="17620" y="9385"/>
                  <a:pt x="17070" y="8326"/>
                  <a:pt x="16421" y="7559"/>
                </a:cubicBezTo>
                <a:cubicBezTo>
                  <a:pt x="16404" y="7066"/>
                  <a:pt x="16371" y="6537"/>
                  <a:pt x="16287" y="6044"/>
                </a:cubicBezTo>
                <a:cubicBezTo>
                  <a:pt x="16254" y="5879"/>
                  <a:pt x="16221" y="5697"/>
                  <a:pt x="16171" y="5532"/>
                </a:cubicBezTo>
                <a:cubicBezTo>
                  <a:pt x="19202" y="4875"/>
                  <a:pt x="21483" y="1881"/>
                  <a:pt x="21483" y="1881"/>
                </a:cubicBezTo>
                <a:cubicBezTo>
                  <a:pt x="21500" y="1862"/>
                  <a:pt x="21517" y="1826"/>
                  <a:pt x="21533" y="1808"/>
                </a:cubicBezTo>
                <a:cubicBezTo>
                  <a:pt x="21567" y="1716"/>
                  <a:pt x="21600" y="1643"/>
                  <a:pt x="21600" y="1552"/>
                </a:cubicBezTo>
                <a:cubicBezTo>
                  <a:pt x="21600" y="1442"/>
                  <a:pt x="21583" y="1369"/>
                  <a:pt x="21533" y="1296"/>
                </a:cubicBezTo>
                <a:cubicBezTo>
                  <a:pt x="21500" y="1205"/>
                  <a:pt x="21433" y="1150"/>
                  <a:pt x="21350" y="1096"/>
                </a:cubicBezTo>
                <a:cubicBezTo>
                  <a:pt x="21284" y="1059"/>
                  <a:pt x="21217" y="1022"/>
                  <a:pt x="21117" y="1022"/>
                </a:cubicBezTo>
                <a:lnTo>
                  <a:pt x="15954" y="1022"/>
                </a:lnTo>
                <a:cubicBezTo>
                  <a:pt x="15538" y="1022"/>
                  <a:pt x="15105" y="1114"/>
                  <a:pt x="14722" y="1296"/>
                </a:cubicBezTo>
                <a:cubicBezTo>
                  <a:pt x="14622" y="1187"/>
                  <a:pt x="14505" y="1096"/>
                  <a:pt x="14389" y="1004"/>
                </a:cubicBezTo>
                <a:cubicBezTo>
                  <a:pt x="13540" y="329"/>
                  <a:pt x="12340" y="0"/>
                  <a:pt x="10808" y="0"/>
                </a:cubicBezTo>
                <a:close/>
                <a:moveTo>
                  <a:pt x="10808" y="1022"/>
                </a:moveTo>
                <a:cubicBezTo>
                  <a:pt x="12207" y="1022"/>
                  <a:pt x="13223" y="1351"/>
                  <a:pt x="13856" y="1844"/>
                </a:cubicBezTo>
                <a:cubicBezTo>
                  <a:pt x="14472" y="2337"/>
                  <a:pt x="14755" y="2976"/>
                  <a:pt x="14755" y="3871"/>
                </a:cubicBezTo>
                <a:cubicBezTo>
                  <a:pt x="14755" y="4291"/>
                  <a:pt x="14672" y="4656"/>
                  <a:pt x="14489" y="4985"/>
                </a:cubicBezTo>
                <a:cubicBezTo>
                  <a:pt x="13689" y="5496"/>
                  <a:pt x="13040" y="6171"/>
                  <a:pt x="10808" y="6171"/>
                </a:cubicBezTo>
                <a:cubicBezTo>
                  <a:pt x="8560" y="6171"/>
                  <a:pt x="7911" y="5496"/>
                  <a:pt x="7111" y="4985"/>
                </a:cubicBezTo>
                <a:cubicBezTo>
                  <a:pt x="6928" y="4656"/>
                  <a:pt x="6845" y="4291"/>
                  <a:pt x="6845" y="3871"/>
                </a:cubicBezTo>
                <a:cubicBezTo>
                  <a:pt x="6845" y="2976"/>
                  <a:pt x="7128" y="2337"/>
                  <a:pt x="7744" y="1844"/>
                </a:cubicBezTo>
                <a:cubicBezTo>
                  <a:pt x="8377" y="1351"/>
                  <a:pt x="9393" y="1022"/>
                  <a:pt x="10808" y="1022"/>
                </a:cubicBezTo>
                <a:close/>
                <a:moveTo>
                  <a:pt x="1715" y="2063"/>
                </a:moveTo>
                <a:lnTo>
                  <a:pt x="5646" y="2063"/>
                </a:lnTo>
                <a:cubicBezTo>
                  <a:pt x="5862" y="2063"/>
                  <a:pt x="6079" y="2100"/>
                  <a:pt x="6278" y="2155"/>
                </a:cubicBezTo>
                <a:cubicBezTo>
                  <a:pt x="6029" y="2666"/>
                  <a:pt x="5895" y="3250"/>
                  <a:pt x="5895" y="3871"/>
                </a:cubicBezTo>
                <a:cubicBezTo>
                  <a:pt x="5895" y="4108"/>
                  <a:pt x="5929" y="4364"/>
                  <a:pt x="5979" y="4583"/>
                </a:cubicBezTo>
                <a:cubicBezTo>
                  <a:pt x="4030" y="4346"/>
                  <a:pt x="2531" y="2940"/>
                  <a:pt x="1715" y="2063"/>
                </a:cubicBezTo>
                <a:close/>
                <a:moveTo>
                  <a:pt x="15954" y="2063"/>
                </a:moveTo>
                <a:lnTo>
                  <a:pt x="19885" y="2063"/>
                </a:lnTo>
                <a:cubicBezTo>
                  <a:pt x="19069" y="2940"/>
                  <a:pt x="17570" y="4346"/>
                  <a:pt x="15621" y="4583"/>
                </a:cubicBezTo>
                <a:cubicBezTo>
                  <a:pt x="15671" y="4364"/>
                  <a:pt x="15705" y="4108"/>
                  <a:pt x="15705" y="3871"/>
                </a:cubicBezTo>
                <a:cubicBezTo>
                  <a:pt x="15705" y="3250"/>
                  <a:pt x="15571" y="2666"/>
                  <a:pt x="15322" y="2155"/>
                </a:cubicBezTo>
                <a:cubicBezTo>
                  <a:pt x="15521" y="2100"/>
                  <a:pt x="15738" y="2063"/>
                  <a:pt x="15954" y="2063"/>
                </a:cubicBezTo>
                <a:close/>
                <a:moveTo>
                  <a:pt x="8910" y="3086"/>
                </a:moveTo>
                <a:cubicBezTo>
                  <a:pt x="8360" y="3104"/>
                  <a:pt x="7794" y="3414"/>
                  <a:pt x="7544" y="3944"/>
                </a:cubicBezTo>
                <a:cubicBezTo>
                  <a:pt x="7544" y="4546"/>
                  <a:pt x="9226" y="5770"/>
                  <a:pt x="10342" y="4546"/>
                </a:cubicBezTo>
                <a:cubicBezTo>
                  <a:pt x="10342" y="3524"/>
                  <a:pt x="9626" y="3067"/>
                  <a:pt x="8910" y="3086"/>
                </a:cubicBezTo>
                <a:close/>
                <a:moveTo>
                  <a:pt x="12690" y="3086"/>
                </a:moveTo>
                <a:cubicBezTo>
                  <a:pt x="11974" y="3067"/>
                  <a:pt x="11258" y="3524"/>
                  <a:pt x="11258" y="4546"/>
                </a:cubicBezTo>
                <a:cubicBezTo>
                  <a:pt x="12374" y="5770"/>
                  <a:pt x="14056" y="4546"/>
                  <a:pt x="14056" y="3944"/>
                </a:cubicBezTo>
                <a:cubicBezTo>
                  <a:pt x="13806" y="3414"/>
                  <a:pt x="13240" y="3104"/>
                  <a:pt x="12690" y="3086"/>
                </a:cubicBezTo>
                <a:close/>
                <a:moveTo>
                  <a:pt x="10342" y="5149"/>
                </a:moveTo>
                <a:cubicBezTo>
                  <a:pt x="10342" y="5441"/>
                  <a:pt x="10542" y="5660"/>
                  <a:pt x="10808" y="5660"/>
                </a:cubicBezTo>
                <a:cubicBezTo>
                  <a:pt x="11058" y="5660"/>
                  <a:pt x="11258" y="5441"/>
                  <a:pt x="11258" y="5149"/>
                </a:cubicBezTo>
                <a:lnTo>
                  <a:pt x="10342" y="5149"/>
                </a:lnTo>
                <a:close/>
                <a:moveTo>
                  <a:pt x="6378" y="5751"/>
                </a:moveTo>
                <a:cubicBezTo>
                  <a:pt x="7045" y="6080"/>
                  <a:pt x="8027" y="7212"/>
                  <a:pt x="10808" y="7212"/>
                </a:cubicBezTo>
                <a:cubicBezTo>
                  <a:pt x="11075" y="7212"/>
                  <a:pt x="11275" y="7157"/>
                  <a:pt x="11524" y="7139"/>
                </a:cubicBezTo>
                <a:cubicBezTo>
                  <a:pt x="11491" y="7431"/>
                  <a:pt x="11491" y="7669"/>
                  <a:pt x="11291" y="8180"/>
                </a:cubicBezTo>
                <a:cubicBezTo>
                  <a:pt x="11141" y="8563"/>
                  <a:pt x="10942" y="8910"/>
                  <a:pt x="10708" y="9129"/>
                </a:cubicBezTo>
                <a:cubicBezTo>
                  <a:pt x="10509" y="9330"/>
                  <a:pt x="10259" y="9421"/>
                  <a:pt x="9926" y="9440"/>
                </a:cubicBezTo>
                <a:cubicBezTo>
                  <a:pt x="9459" y="9403"/>
                  <a:pt x="9110" y="9421"/>
                  <a:pt x="8310" y="9275"/>
                </a:cubicBezTo>
                <a:cubicBezTo>
                  <a:pt x="7677" y="9148"/>
                  <a:pt x="7061" y="8983"/>
                  <a:pt x="6645" y="8764"/>
                </a:cubicBezTo>
                <a:cubicBezTo>
                  <a:pt x="6445" y="8673"/>
                  <a:pt x="6295" y="8545"/>
                  <a:pt x="6212" y="8454"/>
                </a:cubicBezTo>
                <a:cubicBezTo>
                  <a:pt x="6129" y="8362"/>
                  <a:pt x="6112" y="8308"/>
                  <a:pt x="6112" y="8235"/>
                </a:cubicBezTo>
                <a:cubicBezTo>
                  <a:pt x="6112" y="7650"/>
                  <a:pt x="6129" y="6810"/>
                  <a:pt x="6229" y="6244"/>
                </a:cubicBezTo>
                <a:cubicBezTo>
                  <a:pt x="6278" y="5989"/>
                  <a:pt x="6345" y="5825"/>
                  <a:pt x="6378" y="5751"/>
                </a:cubicBezTo>
                <a:close/>
                <a:moveTo>
                  <a:pt x="15222" y="5751"/>
                </a:moveTo>
                <a:cubicBezTo>
                  <a:pt x="15255" y="5825"/>
                  <a:pt x="15322" y="5989"/>
                  <a:pt x="15371" y="6244"/>
                </a:cubicBezTo>
                <a:cubicBezTo>
                  <a:pt x="15471" y="6810"/>
                  <a:pt x="15488" y="7650"/>
                  <a:pt x="15488" y="8235"/>
                </a:cubicBezTo>
                <a:cubicBezTo>
                  <a:pt x="15488" y="8308"/>
                  <a:pt x="15471" y="8362"/>
                  <a:pt x="15388" y="8454"/>
                </a:cubicBezTo>
                <a:cubicBezTo>
                  <a:pt x="15305" y="8545"/>
                  <a:pt x="15155" y="8673"/>
                  <a:pt x="14955" y="8764"/>
                </a:cubicBezTo>
                <a:cubicBezTo>
                  <a:pt x="14539" y="8983"/>
                  <a:pt x="13923" y="9148"/>
                  <a:pt x="13290" y="9275"/>
                </a:cubicBezTo>
                <a:cubicBezTo>
                  <a:pt x="12457" y="9421"/>
                  <a:pt x="12074" y="9421"/>
                  <a:pt x="11608" y="9440"/>
                </a:cubicBezTo>
                <a:cubicBezTo>
                  <a:pt x="11808" y="9166"/>
                  <a:pt x="12041" y="8892"/>
                  <a:pt x="12157" y="8582"/>
                </a:cubicBezTo>
                <a:cubicBezTo>
                  <a:pt x="12457" y="7796"/>
                  <a:pt x="12474" y="7285"/>
                  <a:pt x="12507" y="7030"/>
                </a:cubicBezTo>
                <a:cubicBezTo>
                  <a:pt x="14023" y="6701"/>
                  <a:pt x="14722" y="6007"/>
                  <a:pt x="15222" y="5751"/>
                </a:cubicBezTo>
                <a:close/>
                <a:moveTo>
                  <a:pt x="5379" y="8947"/>
                </a:moveTo>
                <a:cubicBezTo>
                  <a:pt x="5429" y="9020"/>
                  <a:pt x="5462" y="9093"/>
                  <a:pt x="5529" y="9148"/>
                </a:cubicBezTo>
                <a:cubicBezTo>
                  <a:pt x="5629" y="9275"/>
                  <a:pt x="5762" y="9385"/>
                  <a:pt x="5895" y="9476"/>
                </a:cubicBezTo>
                <a:lnTo>
                  <a:pt x="5546" y="11101"/>
                </a:lnTo>
                <a:lnTo>
                  <a:pt x="4447" y="10663"/>
                </a:lnTo>
                <a:cubicBezTo>
                  <a:pt x="4730" y="10079"/>
                  <a:pt x="5046" y="9476"/>
                  <a:pt x="5379" y="8947"/>
                </a:cubicBezTo>
                <a:close/>
                <a:moveTo>
                  <a:pt x="16221" y="8947"/>
                </a:moveTo>
                <a:cubicBezTo>
                  <a:pt x="16554" y="9476"/>
                  <a:pt x="16870" y="10079"/>
                  <a:pt x="17153" y="10663"/>
                </a:cubicBezTo>
                <a:lnTo>
                  <a:pt x="16054" y="11101"/>
                </a:lnTo>
                <a:lnTo>
                  <a:pt x="15705" y="9476"/>
                </a:lnTo>
                <a:cubicBezTo>
                  <a:pt x="15838" y="9385"/>
                  <a:pt x="15971" y="9275"/>
                  <a:pt x="16071" y="9148"/>
                </a:cubicBezTo>
                <a:cubicBezTo>
                  <a:pt x="16138" y="9093"/>
                  <a:pt x="16171" y="9020"/>
                  <a:pt x="16221" y="8947"/>
                </a:cubicBezTo>
                <a:close/>
                <a:moveTo>
                  <a:pt x="6761" y="9914"/>
                </a:moveTo>
                <a:cubicBezTo>
                  <a:pt x="7194" y="10079"/>
                  <a:pt x="7677" y="10188"/>
                  <a:pt x="8144" y="10280"/>
                </a:cubicBezTo>
                <a:cubicBezTo>
                  <a:pt x="8693" y="10371"/>
                  <a:pt x="8793" y="10334"/>
                  <a:pt x="9243" y="10371"/>
                </a:cubicBezTo>
                <a:lnTo>
                  <a:pt x="9243" y="20486"/>
                </a:lnTo>
                <a:cubicBezTo>
                  <a:pt x="7594" y="20340"/>
                  <a:pt x="5995" y="19975"/>
                  <a:pt x="5246" y="19719"/>
                </a:cubicBezTo>
                <a:cubicBezTo>
                  <a:pt x="4963" y="19628"/>
                  <a:pt x="4780" y="19318"/>
                  <a:pt x="4813" y="18989"/>
                </a:cubicBezTo>
                <a:lnTo>
                  <a:pt x="6761" y="9914"/>
                </a:lnTo>
                <a:close/>
                <a:moveTo>
                  <a:pt x="14839" y="9914"/>
                </a:moveTo>
                <a:lnTo>
                  <a:pt x="16787" y="18989"/>
                </a:lnTo>
                <a:cubicBezTo>
                  <a:pt x="16820" y="19318"/>
                  <a:pt x="16637" y="19628"/>
                  <a:pt x="16354" y="19719"/>
                </a:cubicBezTo>
                <a:cubicBezTo>
                  <a:pt x="15605" y="19975"/>
                  <a:pt x="14006" y="20340"/>
                  <a:pt x="12357" y="20486"/>
                </a:cubicBezTo>
                <a:lnTo>
                  <a:pt x="12357" y="10371"/>
                </a:lnTo>
                <a:cubicBezTo>
                  <a:pt x="12807" y="10334"/>
                  <a:pt x="12907" y="10371"/>
                  <a:pt x="13456" y="10280"/>
                </a:cubicBezTo>
                <a:cubicBezTo>
                  <a:pt x="13923" y="10188"/>
                  <a:pt x="14406" y="10079"/>
                  <a:pt x="14839" y="9914"/>
                </a:cubicBezTo>
                <a:close/>
                <a:moveTo>
                  <a:pt x="10175" y="10480"/>
                </a:moveTo>
                <a:cubicBezTo>
                  <a:pt x="10309" y="10480"/>
                  <a:pt x="10808" y="10535"/>
                  <a:pt x="10808" y="10535"/>
                </a:cubicBezTo>
                <a:cubicBezTo>
                  <a:pt x="10808" y="10535"/>
                  <a:pt x="11291" y="10480"/>
                  <a:pt x="11425" y="10480"/>
                </a:cubicBezTo>
                <a:lnTo>
                  <a:pt x="11425" y="20559"/>
                </a:lnTo>
                <a:cubicBezTo>
                  <a:pt x="11208" y="20559"/>
                  <a:pt x="10992" y="20578"/>
                  <a:pt x="10808" y="20578"/>
                </a:cubicBezTo>
                <a:cubicBezTo>
                  <a:pt x="10608" y="20578"/>
                  <a:pt x="10392" y="20559"/>
                  <a:pt x="10175" y="20559"/>
                </a:cubicBezTo>
                <a:lnTo>
                  <a:pt x="10175" y="10480"/>
                </a:lnTo>
                <a:close/>
                <a:moveTo>
                  <a:pt x="3264" y="11284"/>
                </a:moveTo>
                <a:cubicBezTo>
                  <a:pt x="3281" y="11284"/>
                  <a:pt x="3297" y="11284"/>
                  <a:pt x="3314" y="11284"/>
                </a:cubicBezTo>
                <a:lnTo>
                  <a:pt x="5329" y="12124"/>
                </a:lnTo>
                <a:lnTo>
                  <a:pt x="5029" y="13475"/>
                </a:lnTo>
                <a:lnTo>
                  <a:pt x="2864" y="12580"/>
                </a:lnTo>
                <a:cubicBezTo>
                  <a:pt x="2831" y="12562"/>
                  <a:pt x="2831" y="12544"/>
                  <a:pt x="2848" y="12507"/>
                </a:cubicBezTo>
                <a:lnTo>
                  <a:pt x="3247" y="11320"/>
                </a:lnTo>
                <a:cubicBezTo>
                  <a:pt x="3247" y="11302"/>
                  <a:pt x="3247" y="11302"/>
                  <a:pt x="3264" y="11284"/>
                </a:cubicBezTo>
                <a:close/>
                <a:moveTo>
                  <a:pt x="18336" y="11284"/>
                </a:moveTo>
                <a:cubicBezTo>
                  <a:pt x="18336" y="11302"/>
                  <a:pt x="18353" y="11302"/>
                  <a:pt x="18353" y="11320"/>
                </a:cubicBezTo>
                <a:lnTo>
                  <a:pt x="18752" y="12507"/>
                </a:lnTo>
                <a:cubicBezTo>
                  <a:pt x="18769" y="12544"/>
                  <a:pt x="18769" y="12562"/>
                  <a:pt x="18736" y="12580"/>
                </a:cubicBezTo>
                <a:lnTo>
                  <a:pt x="16571" y="13475"/>
                </a:lnTo>
                <a:lnTo>
                  <a:pt x="16271" y="12124"/>
                </a:lnTo>
                <a:lnTo>
                  <a:pt x="18286" y="11284"/>
                </a:lnTo>
                <a:cubicBezTo>
                  <a:pt x="18303" y="11284"/>
                  <a:pt x="18319" y="11284"/>
                  <a:pt x="18336" y="11284"/>
                </a:cubicBezTo>
                <a:close/>
                <a:moveTo>
                  <a:pt x="3730" y="14023"/>
                </a:moveTo>
                <a:lnTo>
                  <a:pt x="4796" y="14461"/>
                </a:lnTo>
                <a:cubicBezTo>
                  <a:pt x="4696" y="14662"/>
                  <a:pt x="4563" y="14863"/>
                  <a:pt x="4413" y="14972"/>
                </a:cubicBezTo>
                <a:cubicBezTo>
                  <a:pt x="4247" y="15118"/>
                  <a:pt x="4147" y="15173"/>
                  <a:pt x="3864" y="15027"/>
                </a:cubicBezTo>
                <a:cubicBezTo>
                  <a:pt x="3714" y="14954"/>
                  <a:pt x="3680" y="14881"/>
                  <a:pt x="3647" y="14826"/>
                </a:cubicBezTo>
                <a:cubicBezTo>
                  <a:pt x="3614" y="14753"/>
                  <a:pt x="3597" y="14643"/>
                  <a:pt x="3614" y="14516"/>
                </a:cubicBezTo>
                <a:cubicBezTo>
                  <a:pt x="3631" y="14370"/>
                  <a:pt x="3664" y="14205"/>
                  <a:pt x="3730" y="14023"/>
                </a:cubicBezTo>
                <a:close/>
                <a:moveTo>
                  <a:pt x="17870" y="14023"/>
                </a:moveTo>
                <a:cubicBezTo>
                  <a:pt x="17936" y="14205"/>
                  <a:pt x="17969" y="14370"/>
                  <a:pt x="17986" y="14516"/>
                </a:cubicBezTo>
                <a:cubicBezTo>
                  <a:pt x="18003" y="14643"/>
                  <a:pt x="17986" y="14753"/>
                  <a:pt x="17953" y="14826"/>
                </a:cubicBezTo>
                <a:cubicBezTo>
                  <a:pt x="17920" y="14881"/>
                  <a:pt x="17886" y="14954"/>
                  <a:pt x="17736" y="15027"/>
                </a:cubicBezTo>
                <a:cubicBezTo>
                  <a:pt x="17453" y="15173"/>
                  <a:pt x="17353" y="15118"/>
                  <a:pt x="17187" y="14972"/>
                </a:cubicBezTo>
                <a:cubicBezTo>
                  <a:pt x="17037" y="14863"/>
                  <a:pt x="16904" y="14662"/>
                  <a:pt x="16804" y="14461"/>
                </a:cubicBezTo>
                <a:lnTo>
                  <a:pt x="17870" y="14023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spcBef>
                <a:spcPts val="1200"/>
              </a:spcBef>
              <a:defRPr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2191" name="Shape"/>
          <p:cNvSpPr/>
          <p:nvPr/>
        </p:nvSpPr>
        <p:spPr>
          <a:xfrm>
            <a:off x="7489552" y="4370899"/>
            <a:ext cx="421373" cy="6045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12" y="0"/>
                </a:moveTo>
                <a:cubicBezTo>
                  <a:pt x="7096" y="0"/>
                  <a:pt x="4051" y="2115"/>
                  <a:pt x="4051" y="4696"/>
                </a:cubicBezTo>
                <a:lnTo>
                  <a:pt x="4051" y="6112"/>
                </a:lnTo>
                <a:lnTo>
                  <a:pt x="1343" y="6112"/>
                </a:lnTo>
                <a:cubicBezTo>
                  <a:pt x="983" y="6112"/>
                  <a:pt x="671" y="6328"/>
                  <a:pt x="671" y="6578"/>
                </a:cubicBezTo>
                <a:lnTo>
                  <a:pt x="671" y="7528"/>
                </a:lnTo>
                <a:lnTo>
                  <a:pt x="0" y="7528"/>
                </a:lnTo>
                <a:lnTo>
                  <a:pt x="0" y="8460"/>
                </a:lnTo>
                <a:lnTo>
                  <a:pt x="671" y="8460"/>
                </a:lnTo>
                <a:lnTo>
                  <a:pt x="671" y="16904"/>
                </a:lnTo>
                <a:cubicBezTo>
                  <a:pt x="671" y="16954"/>
                  <a:pt x="671" y="17004"/>
                  <a:pt x="695" y="17037"/>
                </a:cubicBezTo>
                <a:lnTo>
                  <a:pt x="1295" y="18269"/>
                </a:lnTo>
                <a:lnTo>
                  <a:pt x="72" y="19968"/>
                </a:lnTo>
                <a:cubicBezTo>
                  <a:pt x="24" y="20035"/>
                  <a:pt x="0" y="20118"/>
                  <a:pt x="0" y="20184"/>
                </a:cubicBezTo>
                <a:lnTo>
                  <a:pt x="0" y="21117"/>
                </a:lnTo>
                <a:cubicBezTo>
                  <a:pt x="0" y="21384"/>
                  <a:pt x="312" y="21600"/>
                  <a:pt x="671" y="21600"/>
                </a:cubicBezTo>
                <a:lnTo>
                  <a:pt x="4051" y="21600"/>
                </a:lnTo>
                <a:cubicBezTo>
                  <a:pt x="4435" y="21600"/>
                  <a:pt x="4723" y="21384"/>
                  <a:pt x="4723" y="21117"/>
                </a:cubicBezTo>
                <a:lnTo>
                  <a:pt x="4723" y="16904"/>
                </a:lnTo>
                <a:lnTo>
                  <a:pt x="5034" y="16904"/>
                </a:lnTo>
                <a:lnTo>
                  <a:pt x="6185" y="18103"/>
                </a:lnTo>
                <a:cubicBezTo>
                  <a:pt x="6329" y="18219"/>
                  <a:pt x="6521" y="18303"/>
                  <a:pt x="6760" y="18303"/>
                </a:cubicBezTo>
                <a:lnTo>
                  <a:pt x="14840" y="18303"/>
                </a:lnTo>
                <a:cubicBezTo>
                  <a:pt x="15079" y="18303"/>
                  <a:pt x="15271" y="18219"/>
                  <a:pt x="15415" y="18103"/>
                </a:cubicBezTo>
                <a:lnTo>
                  <a:pt x="16566" y="16904"/>
                </a:lnTo>
                <a:lnTo>
                  <a:pt x="16877" y="16904"/>
                </a:lnTo>
                <a:lnTo>
                  <a:pt x="16877" y="21117"/>
                </a:lnTo>
                <a:cubicBezTo>
                  <a:pt x="16877" y="21384"/>
                  <a:pt x="17165" y="21600"/>
                  <a:pt x="17549" y="21600"/>
                </a:cubicBezTo>
                <a:lnTo>
                  <a:pt x="20929" y="21600"/>
                </a:lnTo>
                <a:cubicBezTo>
                  <a:pt x="21288" y="21600"/>
                  <a:pt x="21600" y="21384"/>
                  <a:pt x="21600" y="21117"/>
                </a:cubicBezTo>
                <a:lnTo>
                  <a:pt x="21600" y="20184"/>
                </a:lnTo>
                <a:cubicBezTo>
                  <a:pt x="21600" y="20118"/>
                  <a:pt x="21576" y="20035"/>
                  <a:pt x="21528" y="19968"/>
                </a:cubicBezTo>
                <a:lnTo>
                  <a:pt x="20305" y="18269"/>
                </a:lnTo>
                <a:lnTo>
                  <a:pt x="20905" y="17037"/>
                </a:lnTo>
                <a:cubicBezTo>
                  <a:pt x="20929" y="17004"/>
                  <a:pt x="20929" y="16954"/>
                  <a:pt x="20929" y="16904"/>
                </a:cubicBezTo>
                <a:lnTo>
                  <a:pt x="20929" y="8460"/>
                </a:lnTo>
                <a:lnTo>
                  <a:pt x="21600" y="8460"/>
                </a:lnTo>
                <a:lnTo>
                  <a:pt x="21600" y="7528"/>
                </a:lnTo>
                <a:lnTo>
                  <a:pt x="20929" y="7528"/>
                </a:lnTo>
                <a:lnTo>
                  <a:pt x="20929" y="6578"/>
                </a:lnTo>
                <a:cubicBezTo>
                  <a:pt x="20929" y="6328"/>
                  <a:pt x="20617" y="6112"/>
                  <a:pt x="20257" y="6112"/>
                </a:cubicBezTo>
                <a:lnTo>
                  <a:pt x="17549" y="6112"/>
                </a:lnTo>
                <a:lnTo>
                  <a:pt x="17549" y="4696"/>
                </a:lnTo>
                <a:cubicBezTo>
                  <a:pt x="17549" y="2115"/>
                  <a:pt x="14504" y="0"/>
                  <a:pt x="10812" y="0"/>
                </a:cubicBezTo>
                <a:close/>
                <a:moveTo>
                  <a:pt x="10812" y="949"/>
                </a:moveTo>
                <a:cubicBezTo>
                  <a:pt x="13785" y="949"/>
                  <a:pt x="16206" y="2631"/>
                  <a:pt x="16206" y="4696"/>
                </a:cubicBezTo>
                <a:lnTo>
                  <a:pt x="16206" y="6112"/>
                </a:lnTo>
                <a:lnTo>
                  <a:pt x="12826" y="6112"/>
                </a:lnTo>
                <a:lnTo>
                  <a:pt x="12826" y="3297"/>
                </a:lnTo>
                <a:cubicBezTo>
                  <a:pt x="12826" y="3031"/>
                  <a:pt x="12514" y="2831"/>
                  <a:pt x="12131" y="2831"/>
                </a:cubicBezTo>
                <a:lnTo>
                  <a:pt x="9469" y="2831"/>
                </a:lnTo>
                <a:cubicBezTo>
                  <a:pt x="9086" y="2831"/>
                  <a:pt x="8774" y="3031"/>
                  <a:pt x="8774" y="3297"/>
                </a:cubicBezTo>
                <a:lnTo>
                  <a:pt x="8774" y="4230"/>
                </a:lnTo>
                <a:lnTo>
                  <a:pt x="5442" y="4230"/>
                </a:lnTo>
                <a:cubicBezTo>
                  <a:pt x="5778" y="2381"/>
                  <a:pt x="8055" y="949"/>
                  <a:pt x="10812" y="949"/>
                </a:cubicBezTo>
                <a:close/>
                <a:moveTo>
                  <a:pt x="10141" y="3764"/>
                </a:moveTo>
                <a:lnTo>
                  <a:pt x="11459" y="3764"/>
                </a:lnTo>
                <a:lnTo>
                  <a:pt x="11459" y="6112"/>
                </a:lnTo>
                <a:lnTo>
                  <a:pt x="10141" y="6112"/>
                </a:lnTo>
                <a:lnTo>
                  <a:pt x="10141" y="3764"/>
                </a:lnTo>
                <a:close/>
                <a:moveTo>
                  <a:pt x="14168" y="4696"/>
                </a:moveTo>
                <a:cubicBezTo>
                  <a:pt x="13785" y="4696"/>
                  <a:pt x="13497" y="4913"/>
                  <a:pt x="13497" y="5179"/>
                </a:cubicBezTo>
                <a:cubicBezTo>
                  <a:pt x="13497" y="5429"/>
                  <a:pt x="13785" y="5646"/>
                  <a:pt x="14168" y="5646"/>
                </a:cubicBezTo>
                <a:cubicBezTo>
                  <a:pt x="14552" y="5646"/>
                  <a:pt x="14840" y="5429"/>
                  <a:pt x="14840" y="5179"/>
                </a:cubicBezTo>
                <a:cubicBezTo>
                  <a:pt x="14840" y="4913"/>
                  <a:pt x="14552" y="4696"/>
                  <a:pt x="14168" y="4696"/>
                </a:cubicBezTo>
                <a:close/>
                <a:moveTo>
                  <a:pt x="5394" y="5179"/>
                </a:moveTo>
                <a:lnTo>
                  <a:pt x="8774" y="5179"/>
                </a:lnTo>
                <a:lnTo>
                  <a:pt x="8774" y="6112"/>
                </a:lnTo>
                <a:lnTo>
                  <a:pt x="5394" y="6112"/>
                </a:lnTo>
                <a:lnTo>
                  <a:pt x="5394" y="5179"/>
                </a:lnTo>
                <a:close/>
                <a:moveTo>
                  <a:pt x="2014" y="7045"/>
                </a:moveTo>
                <a:lnTo>
                  <a:pt x="3380" y="7045"/>
                </a:lnTo>
                <a:lnTo>
                  <a:pt x="3380" y="17836"/>
                </a:lnTo>
                <a:lnTo>
                  <a:pt x="2517" y="17836"/>
                </a:lnTo>
                <a:lnTo>
                  <a:pt x="2014" y="16820"/>
                </a:lnTo>
                <a:lnTo>
                  <a:pt x="2014" y="7045"/>
                </a:lnTo>
                <a:close/>
                <a:moveTo>
                  <a:pt x="4723" y="7045"/>
                </a:moveTo>
                <a:lnTo>
                  <a:pt x="16877" y="7045"/>
                </a:lnTo>
                <a:lnTo>
                  <a:pt x="16877" y="15954"/>
                </a:lnTo>
                <a:lnTo>
                  <a:pt x="16302" y="15954"/>
                </a:lnTo>
                <a:cubicBezTo>
                  <a:pt x="16278" y="15954"/>
                  <a:pt x="16230" y="15954"/>
                  <a:pt x="16206" y="15954"/>
                </a:cubicBezTo>
                <a:lnTo>
                  <a:pt x="16206" y="15022"/>
                </a:lnTo>
                <a:lnTo>
                  <a:pt x="14840" y="15022"/>
                </a:lnTo>
                <a:lnTo>
                  <a:pt x="14840" y="15954"/>
                </a:lnTo>
                <a:lnTo>
                  <a:pt x="12826" y="15954"/>
                </a:lnTo>
                <a:lnTo>
                  <a:pt x="12826" y="10342"/>
                </a:lnTo>
                <a:cubicBezTo>
                  <a:pt x="12826" y="10076"/>
                  <a:pt x="12514" y="9876"/>
                  <a:pt x="12131" y="9876"/>
                </a:cubicBezTo>
                <a:lnTo>
                  <a:pt x="9469" y="9876"/>
                </a:lnTo>
                <a:cubicBezTo>
                  <a:pt x="9086" y="9876"/>
                  <a:pt x="8774" y="10076"/>
                  <a:pt x="8774" y="10342"/>
                </a:cubicBezTo>
                <a:lnTo>
                  <a:pt x="8774" y="15954"/>
                </a:lnTo>
                <a:lnTo>
                  <a:pt x="5490" y="15954"/>
                </a:lnTo>
                <a:cubicBezTo>
                  <a:pt x="5466" y="15954"/>
                  <a:pt x="5442" y="15954"/>
                  <a:pt x="5394" y="15954"/>
                </a:cubicBezTo>
                <a:cubicBezTo>
                  <a:pt x="5370" y="15954"/>
                  <a:pt x="5346" y="15954"/>
                  <a:pt x="5298" y="15954"/>
                </a:cubicBezTo>
                <a:lnTo>
                  <a:pt x="4723" y="15954"/>
                </a:lnTo>
                <a:lnTo>
                  <a:pt x="4723" y="7045"/>
                </a:lnTo>
                <a:close/>
                <a:moveTo>
                  <a:pt x="18220" y="7045"/>
                </a:moveTo>
                <a:lnTo>
                  <a:pt x="19586" y="7045"/>
                </a:lnTo>
                <a:lnTo>
                  <a:pt x="19586" y="16820"/>
                </a:lnTo>
                <a:lnTo>
                  <a:pt x="19083" y="17836"/>
                </a:lnTo>
                <a:lnTo>
                  <a:pt x="18220" y="17836"/>
                </a:lnTo>
                <a:lnTo>
                  <a:pt x="18220" y="7045"/>
                </a:lnTo>
                <a:close/>
                <a:moveTo>
                  <a:pt x="6089" y="7994"/>
                </a:moveTo>
                <a:lnTo>
                  <a:pt x="6089" y="8926"/>
                </a:lnTo>
                <a:lnTo>
                  <a:pt x="15511" y="8926"/>
                </a:lnTo>
                <a:lnTo>
                  <a:pt x="15511" y="7994"/>
                </a:lnTo>
                <a:lnTo>
                  <a:pt x="6089" y="7994"/>
                </a:lnTo>
                <a:close/>
                <a:moveTo>
                  <a:pt x="10141" y="10808"/>
                </a:moveTo>
                <a:lnTo>
                  <a:pt x="11459" y="10808"/>
                </a:lnTo>
                <a:lnTo>
                  <a:pt x="11459" y="15954"/>
                </a:lnTo>
                <a:lnTo>
                  <a:pt x="10141" y="15954"/>
                </a:lnTo>
                <a:lnTo>
                  <a:pt x="10141" y="10808"/>
                </a:lnTo>
                <a:close/>
                <a:moveTo>
                  <a:pt x="6665" y="16904"/>
                </a:moveTo>
                <a:lnTo>
                  <a:pt x="14935" y="16904"/>
                </a:lnTo>
                <a:lnTo>
                  <a:pt x="14480" y="17370"/>
                </a:lnTo>
                <a:lnTo>
                  <a:pt x="7120" y="17370"/>
                </a:lnTo>
                <a:lnTo>
                  <a:pt x="6665" y="16904"/>
                </a:lnTo>
                <a:close/>
                <a:moveTo>
                  <a:pt x="2445" y="18769"/>
                </a:moveTo>
                <a:lnTo>
                  <a:pt x="3380" y="18769"/>
                </a:lnTo>
                <a:lnTo>
                  <a:pt x="3380" y="20651"/>
                </a:lnTo>
                <a:lnTo>
                  <a:pt x="1343" y="20651"/>
                </a:lnTo>
                <a:lnTo>
                  <a:pt x="1343" y="20301"/>
                </a:lnTo>
                <a:lnTo>
                  <a:pt x="2445" y="18769"/>
                </a:lnTo>
                <a:close/>
                <a:moveTo>
                  <a:pt x="18220" y="18769"/>
                </a:moveTo>
                <a:lnTo>
                  <a:pt x="19155" y="18769"/>
                </a:lnTo>
                <a:lnTo>
                  <a:pt x="20257" y="20301"/>
                </a:lnTo>
                <a:lnTo>
                  <a:pt x="20257" y="20651"/>
                </a:lnTo>
                <a:lnTo>
                  <a:pt x="18220" y="20651"/>
                </a:lnTo>
                <a:lnTo>
                  <a:pt x="18220" y="18769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spcBef>
                <a:spcPts val="1200"/>
              </a:spcBef>
              <a:defRPr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2192" name="Shape"/>
          <p:cNvSpPr/>
          <p:nvPr/>
        </p:nvSpPr>
        <p:spPr>
          <a:xfrm>
            <a:off x="6355093" y="4393765"/>
            <a:ext cx="532202" cy="556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7653" y="0"/>
                </a:moveTo>
                <a:cubicBezTo>
                  <a:pt x="4236" y="0"/>
                  <a:pt x="1464" y="2652"/>
                  <a:pt x="1464" y="5921"/>
                </a:cubicBezTo>
                <a:lnTo>
                  <a:pt x="1464" y="6722"/>
                </a:lnTo>
                <a:cubicBezTo>
                  <a:pt x="1185" y="6889"/>
                  <a:pt x="976" y="7189"/>
                  <a:pt x="976" y="7539"/>
                </a:cubicBezTo>
                <a:lnTo>
                  <a:pt x="976" y="11842"/>
                </a:lnTo>
                <a:cubicBezTo>
                  <a:pt x="366" y="12326"/>
                  <a:pt x="0" y="13043"/>
                  <a:pt x="0" y="13861"/>
                </a:cubicBezTo>
                <a:cubicBezTo>
                  <a:pt x="0" y="14611"/>
                  <a:pt x="314" y="15295"/>
                  <a:pt x="819" y="15779"/>
                </a:cubicBezTo>
                <a:lnTo>
                  <a:pt x="2144" y="17097"/>
                </a:lnTo>
                <a:cubicBezTo>
                  <a:pt x="1865" y="17530"/>
                  <a:pt x="1848" y="18114"/>
                  <a:pt x="2162" y="18581"/>
                </a:cubicBezTo>
                <a:lnTo>
                  <a:pt x="2772" y="19448"/>
                </a:lnTo>
                <a:cubicBezTo>
                  <a:pt x="2772" y="19465"/>
                  <a:pt x="2772" y="19465"/>
                  <a:pt x="2772" y="19465"/>
                </a:cubicBezTo>
                <a:cubicBezTo>
                  <a:pt x="3312" y="20299"/>
                  <a:pt x="3905" y="20849"/>
                  <a:pt x="4585" y="21183"/>
                </a:cubicBezTo>
                <a:cubicBezTo>
                  <a:pt x="5282" y="21517"/>
                  <a:pt x="6032" y="21600"/>
                  <a:pt x="6886" y="21600"/>
                </a:cubicBezTo>
                <a:lnTo>
                  <a:pt x="8211" y="21600"/>
                </a:lnTo>
                <a:cubicBezTo>
                  <a:pt x="9100" y="21600"/>
                  <a:pt x="9832" y="20916"/>
                  <a:pt x="9832" y="20065"/>
                </a:cubicBezTo>
                <a:lnTo>
                  <a:pt x="9832" y="20683"/>
                </a:lnTo>
                <a:cubicBezTo>
                  <a:pt x="9832" y="20683"/>
                  <a:pt x="9832" y="20683"/>
                  <a:pt x="9832" y="20699"/>
                </a:cubicBezTo>
                <a:cubicBezTo>
                  <a:pt x="9832" y="20783"/>
                  <a:pt x="9832" y="20866"/>
                  <a:pt x="9885" y="20933"/>
                </a:cubicBezTo>
                <a:cubicBezTo>
                  <a:pt x="9920" y="21016"/>
                  <a:pt x="9989" y="21050"/>
                  <a:pt x="10077" y="21100"/>
                </a:cubicBezTo>
                <a:cubicBezTo>
                  <a:pt x="10146" y="21150"/>
                  <a:pt x="10233" y="21166"/>
                  <a:pt x="10321" y="21166"/>
                </a:cubicBezTo>
                <a:cubicBezTo>
                  <a:pt x="10408" y="21166"/>
                  <a:pt x="10477" y="21150"/>
                  <a:pt x="10565" y="21100"/>
                </a:cubicBezTo>
                <a:cubicBezTo>
                  <a:pt x="10634" y="21050"/>
                  <a:pt x="10704" y="21000"/>
                  <a:pt x="10739" y="20933"/>
                </a:cubicBezTo>
                <a:cubicBezTo>
                  <a:pt x="10791" y="20849"/>
                  <a:pt x="10809" y="20783"/>
                  <a:pt x="10809" y="20699"/>
                </a:cubicBezTo>
                <a:cubicBezTo>
                  <a:pt x="10809" y="20783"/>
                  <a:pt x="10809" y="20849"/>
                  <a:pt x="10861" y="20933"/>
                </a:cubicBezTo>
                <a:cubicBezTo>
                  <a:pt x="10896" y="21000"/>
                  <a:pt x="10966" y="21050"/>
                  <a:pt x="11035" y="21100"/>
                </a:cubicBezTo>
                <a:cubicBezTo>
                  <a:pt x="11123" y="21150"/>
                  <a:pt x="11192" y="21166"/>
                  <a:pt x="11279" y="21166"/>
                </a:cubicBezTo>
                <a:cubicBezTo>
                  <a:pt x="11367" y="21166"/>
                  <a:pt x="11454" y="21150"/>
                  <a:pt x="11523" y="21100"/>
                </a:cubicBezTo>
                <a:cubicBezTo>
                  <a:pt x="11611" y="21050"/>
                  <a:pt x="11680" y="21016"/>
                  <a:pt x="11715" y="20933"/>
                </a:cubicBezTo>
                <a:cubicBezTo>
                  <a:pt x="11768" y="20866"/>
                  <a:pt x="11768" y="20783"/>
                  <a:pt x="11768" y="20699"/>
                </a:cubicBezTo>
                <a:cubicBezTo>
                  <a:pt x="11768" y="20683"/>
                  <a:pt x="11768" y="20683"/>
                  <a:pt x="11768" y="20683"/>
                </a:cubicBezTo>
                <a:lnTo>
                  <a:pt x="11768" y="20082"/>
                </a:lnTo>
                <a:cubicBezTo>
                  <a:pt x="11785" y="20916"/>
                  <a:pt x="12500" y="21600"/>
                  <a:pt x="13389" y="21600"/>
                </a:cubicBezTo>
                <a:lnTo>
                  <a:pt x="14714" y="21600"/>
                </a:lnTo>
                <a:cubicBezTo>
                  <a:pt x="15568" y="21600"/>
                  <a:pt x="16318" y="21517"/>
                  <a:pt x="17015" y="21183"/>
                </a:cubicBezTo>
                <a:cubicBezTo>
                  <a:pt x="17695" y="20849"/>
                  <a:pt x="18288" y="20299"/>
                  <a:pt x="18828" y="19465"/>
                </a:cubicBezTo>
                <a:lnTo>
                  <a:pt x="19438" y="18581"/>
                </a:lnTo>
                <a:cubicBezTo>
                  <a:pt x="19752" y="18114"/>
                  <a:pt x="19735" y="17547"/>
                  <a:pt x="19456" y="17097"/>
                </a:cubicBezTo>
                <a:lnTo>
                  <a:pt x="20781" y="15779"/>
                </a:lnTo>
                <a:cubicBezTo>
                  <a:pt x="21286" y="15295"/>
                  <a:pt x="21600" y="14611"/>
                  <a:pt x="21600" y="13861"/>
                </a:cubicBezTo>
                <a:cubicBezTo>
                  <a:pt x="21600" y="13043"/>
                  <a:pt x="21234" y="12326"/>
                  <a:pt x="20624" y="11842"/>
                </a:cubicBezTo>
                <a:lnTo>
                  <a:pt x="20624" y="7539"/>
                </a:lnTo>
                <a:cubicBezTo>
                  <a:pt x="20624" y="7189"/>
                  <a:pt x="20415" y="6889"/>
                  <a:pt x="20136" y="6722"/>
                </a:cubicBezTo>
                <a:lnTo>
                  <a:pt x="20136" y="5921"/>
                </a:lnTo>
                <a:cubicBezTo>
                  <a:pt x="20136" y="2652"/>
                  <a:pt x="17364" y="0"/>
                  <a:pt x="13947" y="0"/>
                </a:cubicBezTo>
                <a:lnTo>
                  <a:pt x="7653" y="0"/>
                </a:lnTo>
                <a:close/>
                <a:moveTo>
                  <a:pt x="9815" y="19982"/>
                </a:moveTo>
                <a:cubicBezTo>
                  <a:pt x="9815" y="19965"/>
                  <a:pt x="9832" y="19932"/>
                  <a:pt x="9832" y="19915"/>
                </a:cubicBezTo>
                <a:lnTo>
                  <a:pt x="9832" y="20065"/>
                </a:lnTo>
                <a:cubicBezTo>
                  <a:pt x="9832" y="20032"/>
                  <a:pt x="9815" y="20015"/>
                  <a:pt x="9815" y="19982"/>
                </a:cubicBezTo>
                <a:close/>
                <a:moveTo>
                  <a:pt x="7653" y="951"/>
                </a:moveTo>
                <a:lnTo>
                  <a:pt x="13947" y="951"/>
                </a:lnTo>
                <a:cubicBezTo>
                  <a:pt x="16387" y="951"/>
                  <a:pt x="18427" y="2552"/>
                  <a:pt x="18985" y="4704"/>
                </a:cubicBezTo>
                <a:lnTo>
                  <a:pt x="2615" y="4704"/>
                </a:lnTo>
                <a:cubicBezTo>
                  <a:pt x="3173" y="2552"/>
                  <a:pt x="5213" y="951"/>
                  <a:pt x="7653" y="951"/>
                </a:cubicBezTo>
                <a:close/>
                <a:moveTo>
                  <a:pt x="2458" y="5654"/>
                </a:moveTo>
                <a:lnTo>
                  <a:pt x="19142" y="5654"/>
                </a:lnTo>
                <a:cubicBezTo>
                  <a:pt x="19142" y="5738"/>
                  <a:pt x="19142" y="5821"/>
                  <a:pt x="19142" y="5921"/>
                </a:cubicBezTo>
                <a:lnTo>
                  <a:pt x="19142" y="6588"/>
                </a:lnTo>
                <a:lnTo>
                  <a:pt x="2458" y="6588"/>
                </a:lnTo>
                <a:lnTo>
                  <a:pt x="2458" y="5921"/>
                </a:lnTo>
                <a:cubicBezTo>
                  <a:pt x="2458" y="5821"/>
                  <a:pt x="2458" y="5738"/>
                  <a:pt x="2458" y="5654"/>
                </a:cubicBezTo>
                <a:close/>
                <a:moveTo>
                  <a:pt x="1953" y="7539"/>
                </a:moveTo>
                <a:lnTo>
                  <a:pt x="19647" y="7539"/>
                </a:lnTo>
                <a:lnTo>
                  <a:pt x="19647" y="11993"/>
                </a:lnTo>
                <a:cubicBezTo>
                  <a:pt x="19647" y="12076"/>
                  <a:pt x="19665" y="12159"/>
                  <a:pt x="19700" y="12226"/>
                </a:cubicBezTo>
                <a:cubicBezTo>
                  <a:pt x="19752" y="12309"/>
                  <a:pt x="19804" y="12360"/>
                  <a:pt x="19874" y="12393"/>
                </a:cubicBezTo>
                <a:cubicBezTo>
                  <a:pt x="20345" y="12660"/>
                  <a:pt x="20624" y="13194"/>
                  <a:pt x="20624" y="13861"/>
                </a:cubicBezTo>
                <a:cubicBezTo>
                  <a:pt x="20624" y="14361"/>
                  <a:pt x="20415" y="14795"/>
                  <a:pt x="20101" y="15095"/>
                </a:cubicBezTo>
                <a:cubicBezTo>
                  <a:pt x="20083" y="15112"/>
                  <a:pt x="20083" y="15112"/>
                  <a:pt x="20083" y="15112"/>
                </a:cubicBezTo>
                <a:lnTo>
                  <a:pt x="18723" y="16463"/>
                </a:lnTo>
                <a:lnTo>
                  <a:pt x="12953" y="12043"/>
                </a:lnTo>
                <a:cubicBezTo>
                  <a:pt x="12360" y="11592"/>
                  <a:pt x="11611" y="11275"/>
                  <a:pt x="10809" y="11275"/>
                </a:cubicBezTo>
                <a:lnTo>
                  <a:pt x="10791" y="11275"/>
                </a:lnTo>
                <a:cubicBezTo>
                  <a:pt x="9989" y="11275"/>
                  <a:pt x="9240" y="11592"/>
                  <a:pt x="8647" y="12043"/>
                </a:cubicBezTo>
                <a:lnTo>
                  <a:pt x="2877" y="16463"/>
                </a:lnTo>
                <a:lnTo>
                  <a:pt x="1517" y="15112"/>
                </a:lnTo>
                <a:cubicBezTo>
                  <a:pt x="1517" y="15112"/>
                  <a:pt x="1517" y="15112"/>
                  <a:pt x="1499" y="15095"/>
                </a:cubicBezTo>
                <a:cubicBezTo>
                  <a:pt x="1185" y="14795"/>
                  <a:pt x="976" y="14361"/>
                  <a:pt x="976" y="13861"/>
                </a:cubicBezTo>
                <a:cubicBezTo>
                  <a:pt x="976" y="13194"/>
                  <a:pt x="1255" y="12660"/>
                  <a:pt x="1726" y="12393"/>
                </a:cubicBezTo>
                <a:cubicBezTo>
                  <a:pt x="1796" y="12360"/>
                  <a:pt x="1848" y="12309"/>
                  <a:pt x="1900" y="12226"/>
                </a:cubicBezTo>
                <a:cubicBezTo>
                  <a:pt x="1935" y="12159"/>
                  <a:pt x="1953" y="12076"/>
                  <a:pt x="1953" y="11993"/>
                </a:cubicBezTo>
                <a:lnTo>
                  <a:pt x="1953" y="7539"/>
                </a:lnTo>
                <a:close/>
                <a:moveTo>
                  <a:pt x="3400" y="8473"/>
                </a:moveTo>
                <a:cubicBezTo>
                  <a:pt x="3033" y="8473"/>
                  <a:pt x="2807" y="8857"/>
                  <a:pt x="2999" y="9157"/>
                </a:cubicBezTo>
                <a:lnTo>
                  <a:pt x="4323" y="11509"/>
                </a:lnTo>
                <a:cubicBezTo>
                  <a:pt x="4446" y="11726"/>
                  <a:pt x="4742" y="11809"/>
                  <a:pt x="4969" y="11692"/>
                </a:cubicBezTo>
                <a:lnTo>
                  <a:pt x="9065" y="9341"/>
                </a:lnTo>
                <a:cubicBezTo>
                  <a:pt x="9501" y="9107"/>
                  <a:pt x="9344" y="8473"/>
                  <a:pt x="8839" y="8473"/>
                </a:cubicBezTo>
                <a:lnTo>
                  <a:pt x="3400" y="8473"/>
                </a:lnTo>
                <a:close/>
                <a:moveTo>
                  <a:pt x="12744" y="8473"/>
                </a:moveTo>
                <a:cubicBezTo>
                  <a:pt x="12238" y="8473"/>
                  <a:pt x="12081" y="9107"/>
                  <a:pt x="12517" y="9341"/>
                </a:cubicBezTo>
                <a:lnTo>
                  <a:pt x="16631" y="11692"/>
                </a:lnTo>
                <a:cubicBezTo>
                  <a:pt x="16858" y="11809"/>
                  <a:pt x="17137" y="11726"/>
                  <a:pt x="17277" y="11509"/>
                </a:cubicBezTo>
                <a:lnTo>
                  <a:pt x="18601" y="9157"/>
                </a:lnTo>
                <a:cubicBezTo>
                  <a:pt x="18776" y="8857"/>
                  <a:pt x="18549" y="8473"/>
                  <a:pt x="18183" y="8473"/>
                </a:cubicBezTo>
                <a:lnTo>
                  <a:pt x="12744" y="8473"/>
                </a:lnTo>
                <a:close/>
                <a:moveTo>
                  <a:pt x="10791" y="12226"/>
                </a:moveTo>
                <a:lnTo>
                  <a:pt x="10809" y="12226"/>
                </a:lnTo>
                <a:cubicBezTo>
                  <a:pt x="11349" y="12226"/>
                  <a:pt x="11890" y="12426"/>
                  <a:pt x="12343" y="12777"/>
                </a:cubicBezTo>
                <a:lnTo>
                  <a:pt x="14940" y="14761"/>
                </a:lnTo>
                <a:lnTo>
                  <a:pt x="14069" y="14378"/>
                </a:lnTo>
                <a:lnTo>
                  <a:pt x="12378" y="13611"/>
                </a:lnTo>
                <a:cubicBezTo>
                  <a:pt x="11890" y="13377"/>
                  <a:pt x="11349" y="13260"/>
                  <a:pt x="10809" y="13260"/>
                </a:cubicBezTo>
                <a:cubicBezTo>
                  <a:pt x="10251" y="13260"/>
                  <a:pt x="9710" y="13377"/>
                  <a:pt x="9205" y="13611"/>
                </a:cubicBezTo>
                <a:lnTo>
                  <a:pt x="6660" y="14761"/>
                </a:lnTo>
                <a:lnTo>
                  <a:pt x="9257" y="12777"/>
                </a:lnTo>
                <a:cubicBezTo>
                  <a:pt x="9710" y="12426"/>
                  <a:pt x="10251" y="12226"/>
                  <a:pt x="10791" y="12226"/>
                </a:cubicBezTo>
                <a:close/>
                <a:moveTo>
                  <a:pt x="2615" y="12760"/>
                </a:moveTo>
                <a:cubicBezTo>
                  <a:pt x="2528" y="12760"/>
                  <a:pt x="2458" y="12777"/>
                  <a:pt x="2388" y="12810"/>
                </a:cubicBezTo>
                <a:cubicBezTo>
                  <a:pt x="2336" y="12843"/>
                  <a:pt x="2319" y="12860"/>
                  <a:pt x="2284" y="12893"/>
                </a:cubicBezTo>
                <a:lnTo>
                  <a:pt x="1935" y="13227"/>
                </a:lnTo>
                <a:cubicBezTo>
                  <a:pt x="1900" y="13260"/>
                  <a:pt x="1865" y="13294"/>
                  <a:pt x="1848" y="13327"/>
                </a:cubicBezTo>
                <a:cubicBezTo>
                  <a:pt x="1796" y="13410"/>
                  <a:pt x="1778" y="13477"/>
                  <a:pt x="1778" y="13560"/>
                </a:cubicBezTo>
                <a:cubicBezTo>
                  <a:pt x="1778" y="13661"/>
                  <a:pt x="1796" y="13744"/>
                  <a:pt x="1848" y="13811"/>
                </a:cubicBezTo>
                <a:cubicBezTo>
                  <a:pt x="1883" y="13894"/>
                  <a:pt x="1935" y="13944"/>
                  <a:pt x="2022" y="13977"/>
                </a:cubicBezTo>
                <a:cubicBezTo>
                  <a:pt x="2092" y="14027"/>
                  <a:pt x="2179" y="14044"/>
                  <a:pt x="2266" y="14044"/>
                </a:cubicBezTo>
                <a:cubicBezTo>
                  <a:pt x="2354" y="14044"/>
                  <a:pt x="2441" y="14011"/>
                  <a:pt x="2510" y="13977"/>
                </a:cubicBezTo>
                <a:cubicBezTo>
                  <a:pt x="2563" y="13944"/>
                  <a:pt x="2598" y="13927"/>
                  <a:pt x="2632" y="13894"/>
                </a:cubicBezTo>
                <a:lnTo>
                  <a:pt x="2981" y="13560"/>
                </a:lnTo>
                <a:cubicBezTo>
                  <a:pt x="3016" y="13527"/>
                  <a:pt x="3033" y="13494"/>
                  <a:pt x="3051" y="13460"/>
                </a:cubicBezTo>
                <a:cubicBezTo>
                  <a:pt x="3103" y="13377"/>
                  <a:pt x="3121" y="13310"/>
                  <a:pt x="3121" y="13227"/>
                </a:cubicBezTo>
                <a:cubicBezTo>
                  <a:pt x="3121" y="13143"/>
                  <a:pt x="3086" y="13077"/>
                  <a:pt x="3051" y="12993"/>
                </a:cubicBezTo>
                <a:cubicBezTo>
                  <a:pt x="2999" y="12927"/>
                  <a:pt x="2946" y="12860"/>
                  <a:pt x="2877" y="12810"/>
                </a:cubicBezTo>
                <a:cubicBezTo>
                  <a:pt x="2789" y="12777"/>
                  <a:pt x="2720" y="12760"/>
                  <a:pt x="2632" y="12760"/>
                </a:cubicBezTo>
                <a:lnTo>
                  <a:pt x="2615" y="12760"/>
                </a:lnTo>
                <a:close/>
                <a:moveTo>
                  <a:pt x="18968" y="12760"/>
                </a:moveTo>
                <a:cubicBezTo>
                  <a:pt x="18880" y="12760"/>
                  <a:pt x="18793" y="12777"/>
                  <a:pt x="18723" y="12810"/>
                </a:cubicBezTo>
                <a:cubicBezTo>
                  <a:pt x="18654" y="12860"/>
                  <a:pt x="18601" y="12927"/>
                  <a:pt x="18549" y="12993"/>
                </a:cubicBezTo>
                <a:cubicBezTo>
                  <a:pt x="18514" y="13077"/>
                  <a:pt x="18479" y="13143"/>
                  <a:pt x="18479" y="13227"/>
                </a:cubicBezTo>
                <a:cubicBezTo>
                  <a:pt x="18479" y="13310"/>
                  <a:pt x="18497" y="13377"/>
                  <a:pt x="18549" y="13460"/>
                </a:cubicBezTo>
                <a:cubicBezTo>
                  <a:pt x="18567" y="13494"/>
                  <a:pt x="18584" y="13527"/>
                  <a:pt x="18619" y="13560"/>
                </a:cubicBezTo>
                <a:lnTo>
                  <a:pt x="18968" y="13894"/>
                </a:lnTo>
                <a:cubicBezTo>
                  <a:pt x="19002" y="13927"/>
                  <a:pt x="19037" y="13944"/>
                  <a:pt x="19090" y="13977"/>
                </a:cubicBezTo>
                <a:cubicBezTo>
                  <a:pt x="19159" y="14011"/>
                  <a:pt x="19246" y="14044"/>
                  <a:pt x="19334" y="14044"/>
                </a:cubicBezTo>
                <a:cubicBezTo>
                  <a:pt x="19421" y="14044"/>
                  <a:pt x="19508" y="14027"/>
                  <a:pt x="19578" y="13977"/>
                </a:cubicBezTo>
                <a:cubicBezTo>
                  <a:pt x="19665" y="13944"/>
                  <a:pt x="19717" y="13894"/>
                  <a:pt x="19752" y="13811"/>
                </a:cubicBezTo>
                <a:cubicBezTo>
                  <a:pt x="19804" y="13744"/>
                  <a:pt x="19822" y="13661"/>
                  <a:pt x="19822" y="13560"/>
                </a:cubicBezTo>
                <a:cubicBezTo>
                  <a:pt x="19822" y="13477"/>
                  <a:pt x="19804" y="13410"/>
                  <a:pt x="19752" y="13327"/>
                </a:cubicBezTo>
                <a:cubicBezTo>
                  <a:pt x="19735" y="13294"/>
                  <a:pt x="19700" y="13260"/>
                  <a:pt x="19665" y="13227"/>
                </a:cubicBezTo>
                <a:lnTo>
                  <a:pt x="19316" y="12893"/>
                </a:lnTo>
                <a:cubicBezTo>
                  <a:pt x="19281" y="12860"/>
                  <a:pt x="19264" y="12843"/>
                  <a:pt x="19212" y="12810"/>
                </a:cubicBezTo>
                <a:cubicBezTo>
                  <a:pt x="19142" y="12777"/>
                  <a:pt x="19055" y="12760"/>
                  <a:pt x="18968" y="12760"/>
                </a:cubicBezTo>
                <a:close/>
                <a:moveTo>
                  <a:pt x="3591" y="13694"/>
                </a:moveTo>
                <a:cubicBezTo>
                  <a:pt x="3522" y="13694"/>
                  <a:pt x="3434" y="13711"/>
                  <a:pt x="3365" y="13761"/>
                </a:cubicBezTo>
                <a:cubicBezTo>
                  <a:pt x="3330" y="13777"/>
                  <a:pt x="3295" y="13811"/>
                  <a:pt x="3260" y="13844"/>
                </a:cubicBezTo>
                <a:lnTo>
                  <a:pt x="2911" y="14178"/>
                </a:lnTo>
                <a:cubicBezTo>
                  <a:pt x="2877" y="14194"/>
                  <a:pt x="2859" y="14228"/>
                  <a:pt x="2824" y="14278"/>
                </a:cubicBezTo>
                <a:cubicBezTo>
                  <a:pt x="2789" y="14344"/>
                  <a:pt x="2754" y="14428"/>
                  <a:pt x="2754" y="14511"/>
                </a:cubicBezTo>
                <a:cubicBezTo>
                  <a:pt x="2754" y="14595"/>
                  <a:pt x="2772" y="14678"/>
                  <a:pt x="2824" y="14745"/>
                </a:cubicBezTo>
                <a:cubicBezTo>
                  <a:pt x="2859" y="14828"/>
                  <a:pt x="2929" y="14878"/>
                  <a:pt x="3016" y="14912"/>
                </a:cubicBezTo>
                <a:cubicBezTo>
                  <a:pt x="3086" y="14962"/>
                  <a:pt x="3155" y="14978"/>
                  <a:pt x="3260" y="14978"/>
                </a:cubicBezTo>
                <a:cubicBezTo>
                  <a:pt x="3347" y="14978"/>
                  <a:pt x="3417" y="14962"/>
                  <a:pt x="3504" y="14912"/>
                </a:cubicBezTo>
                <a:cubicBezTo>
                  <a:pt x="3539" y="14895"/>
                  <a:pt x="3574" y="14861"/>
                  <a:pt x="3609" y="14828"/>
                </a:cubicBezTo>
                <a:lnTo>
                  <a:pt x="3957" y="14495"/>
                </a:lnTo>
                <a:cubicBezTo>
                  <a:pt x="3992" y="14478"/>
                  <a:pt x="4010" y="14444"/>
                  <a:pt x="4045" y="14394"/>
                </a:cubicBezTo>
                <a:cubicBezTo>
                  <a:pt x="4079" y="14328"/>
                  <a:pt x="4114" y="14244"/>
                  <a:pt x="4114" y="14161"/>
                </a:cubicBezTo>
                <a:cubicBezTo>
                  <a:pt x="4114" y="14078"/>
                  <a:pt x="4079" y="14011"/>
                  <a:pt x="4045" y="13927"/>
                </a:cubicBezTo>
                <a:cubicBezTo>
                  <a:pt x="3992" y="13861"/>
                  <a:pt x="3923" y="13811"/>
                  <a:pt x="3853" y="13761"/>
                </a:cubicBezTo>
                <a:cubicBezTo>
                  <a:pt x="3766" y="13727"/>
                  <a:pt x="3696" y="13694"/>
                  <a:pt x="3609" y="13694"/>
                </a:cubicBezTo>
                <a:cubicBezTo>
                  <a:pt x="3609" y="13694"/>
                  <a:pt x="3609" y="13694"/>
                  <a:pt x="3591" y="13694"/>
                </a:cubicBezTo>
                <a:close/>
                <a:moveTo>
                  <a:pt x="17991" y="13694"/>
                </a:moveTo>
                <a:cubicBezTo>
                  <a:pt x="17887" y="13694"/>
                  <a:pt x="17817" y="13711"/>
                  <a:pt x="17747" y="13761"/>
                </a:cubicBezTo>
                <a:cubicBezTo>
                  <a:pt x="17660" y="13794"/>
                  <a:pt x="17608" y="13861"/>
                  <a:pt x="17555" y="13927"/>
                </a:cubicBezTo>
                <a:cubicBezTo>
                  <a:pt x="17521" y="14011"/>
                  <a:pt x="17503" y="14078"/>
                  <a:pt x="17503" y="14161"/>
                </a:cubicBezTo>
                <a:cubicBezTo>
                  <a:pt x="17503" y="14244"/>
                  <a:pt x="17521" y="14328"/>
                  <a:pt x="17555" y="14394"/>
                </a:cubicBezTo>
                <a:cubicBezTo>
                  <a:pt x="17590" y="14444"/>
                  <a:pt x="17608" y="14478"/>
                  <a:pt x="17643" y="14495"/>
                </a:cubicBezTo>
                <a:lnTo>
                  <a:pt x="17991" y="14828"/>
                </a:lnTo>
                <a:cubicBezTo>
                  <a:pt x="18026" y="14861"/>
                  <a:pt x="18061" y="14895"/>
                  <a:pt x="18096" y="14912"/>
                </a:cubicBezTo>
                <a:cubicBezTo>
                  <a:pt x="18183" y="14962"/>
                  <a:pt x="18253" y="14978"/>
                  <a:pt x="18340" y="14978"/>
                </a:cubicBezTo>
                <a:cubicBezTo>
                  <a:pt x="18445" y="14978"/>
                  <a:pt x="18514" y="14962"/>
                  <a:pt x="18584" y="14912"/>
                </a:cubicBezTo>
                <a:cubicBezTo>
                  <a:pt x="18671" y="14878"/>
                  <a:pt x="18741" y="14828"/>
                  <a:pt x="18776" y="14745"/>
                </a:cubicBezTo>
                <a:cubicBezTo>
                  <a:pt x="18828" y="14678"/>
                  <a:pt x="18846" y="14595"/>
                  <a:pt x="18846" y="14511"/>
                </a:cubicBezTo>
                <a:cubicBezTo>
                  <a:pt x="18846" y="14428"/>
                  <a:pt x="18811" y="14344"/>
                  <a:pt x="18776" y="14278"/>
                </a:cubicBezTo>
                <a:cubicBezTo>
                  <a:pt x="18741" y="14228"/>
                  <a:pt x="18723" y="14194"/>
                  <a:pt x="18689" y="14178"/>
                </a:cubicBezTo>
                <a:lnTo>
                  <a:pt x="18340" y="13844"/>
                </a:lnTo>
                <a:cubicBezTo>
                  <a:pt x="18305" y="13811"/>
                  <a:pt x="18270" y="13777"/>
                  <a:pt x="18235" y="13761"/>
                </a:cubicBezTo>
                <a:cubicBezTo>
                  <a:pt x="18148" y="13711"/>
                  <a:pt x="18078" y="13694"/>
                  <a:pt x="17991" y="13694"/>
                </a:cubicBezTo>
                <a:close/>
                <a:moveTo>
                  <a:pt x="10809" y="14211"/>
                </a:moveTo>
                <a:cubicBezTo>
                  <a:pt x="11192" y="14211"/>
                  <a:pt x="11593" y="14294"/>
                  <a:pt x="11959" y="14461"/>
                </a:cubicBezTo>
                <a:lnTo>
                  <a:pt x="13650" y="15228"/>
                </a:lnTo>
                <a:lnTo>
                  <a:pt x="18410" y="17380"/>
                </a:lnTo>
                <a:cubicBezTo>
                  <a:pt x="18689" y="17514"/>
                  <a:pt x="18776" y="17814"/>
                  <a:pt x="18619" y="18064"/>
                </a:cubicBezTo>
                <a:lnTo>
                  <a:pt x="17991" y="18948"/>
                </a:lnTo>
                <a:lnTo>
                  <a:pt x="17991" y="18965"/>
                </a:lnTo>
                <a:cubicBezTo>
                  <a:pt x="17503" y="19699"/>
                  <a:pt x="17067" y="20099"/>
                  <a:pt x="16562" y="20349"/>
                </a:cubicBezTo>
                <a:cubicBezTo>
                  <a:pt x="16492" y="20382"/>
                  <a:pt x="16422" y="20399"/>
                  <a:pt x="16353" y="20432"/>
                </a:cubicBezTo>
                <a:cubicBezTo>
                  <a:pt x="16562" y="20082"/>
                  <a:pt x="16684" y="19682"/>
                  <a:pt x="16684" y="19248"/>
                </a:cubicBezTo>
                <a:cubicBezTo>
                  <a:pt x="16684" y="17964"/>
                  <a:pt x="15603" y="16913"/>
                  <a:pt x="14278" y="16913"/>
                </a:cubicBezTo>
                <a:lnTo>
                  <a:pt x="13232" y="16913"/>
                </a:lnTo>
                <a:cubicBezTo>
                  <a:pt x="12953" y="16913"/>
                  <a:pt x="12744" y="16713"/>
                  <a:pt x="12744" y="16446"/>
                </a:cubicBezTo>
                <a:cubicBezTo>
                  <a:pt x="12744" y="15679"/>
                  <a:pt x="12081" y="15045"/>
                  <a:pt x="11279" y="15045"/>
                </a:cubicBezTo>
                <a:lnTo>
                  <a:pt x="10303" y="15045"/>
                </a:lnTo>
                <a:cubicBezTo>
                  <a:pt x="9501" y="15045"/>
                  <a:pt x="8839" y="15679"/>
                  <a:pt x="8839" y="16446"/>
                </a:cubicBezTo>
                <a:cubicBezTo>
                  <a:pt x="8839" y="16713"/>
                  <a:pt x="8630" y="16913"/>
                  <a:pt x="8351" y="16913"/>
                </a:cubicBezTo>
                <a:lnTo>
                  <a:pt x="7322" y="16913"/>
                </a:lnTo>
                <a:cubicBezTo>
                  <a:pt x="5980" y="16913"/>
                  <a:pt x="4916" y="17964"/>
                  <a:pt x="4916" y="19248"/>
                </a:cubicBezTo>
                <a:cubicBezTo>
                  <a:pt x="4916" y="19682"/>
                  <a:pt x="5038" y="20082"/>
                  <a:pt x="5247" y="20432"/>
                </a:cubicBezTo>
                <a:cubicBezTo>
                  <a:pt x="5178" y="20399"/>
                  <a:pt x="5091" y="20382"/>
                  <a:pt x="5038" y="20349"/>
                </a:cubicBezTo>
                <a:cubicBezTo>
                  <a:pt x="4533" y="20099"/>
                  <a:pt x="4097" y="19699"/>
                  <a:pt x="3609" y="18965"/>
                </a:cubicBezTo>
                <a:lnTo>
                  <a:pt x="3609" y="18948"/>
                </a:lnTo>
                <a:lnTo>
                  <a:pt x="2981" y="18064"/>
                </a:lnTo>
                <a:cubicBezTo>
                  <a:pt x="2824" y="17814"/>
                  <a:pt x="2911" y="17514"/>
                  <a:pt x="3190" y="17380"/>
                </a:cubicBezTo>
                <a:lnTo>
                  <a:pt x="3277" y="17347"/>
                </a:lnTo>
                <a:lnTo>
                  <a:pt x="3312" y="17330"/>
                </a:lnTo>
                <a:lnTo>
                  <a:pt x="9641" y="14461"/>
                </a:lnTo>
                <a:cubicBezTo>
                  <a:pt x="10007" y="14294"/>
                  <a:pt x="10408" y="14211"/>
                  <a:pt x="10809" y="14211"/>
                </a:cubicBezTo>
                <a:close/>
                <a:moveTo>
                  <a:pt x="10303" y="15979"/>
                </a:moveTo>
                <a:lnTo>
                  <a:pt x="11279" y="15979"/>
                </a:lnTo>
                <a:cubicBezTo>
                  <a:pt x="11558" y="15979"/>
                  <a:pt x="11768" y="16179"/>
                  <a:pt x="11768" y="16446"/>
                </a:cubicBezTo>
                <a:cubicBezTo>
                  <a:pt x="11768" y="17213"/>
                  <a:pt x="12430" y="17847"/>
                  <a:pt x="13232" y="17847"/>
                </a:cubicBezTo>
                <a:lnTo>
                  <a:pt x="14278" y="17847"/>
                </a:lnTo>
                <a:cubicBezTo>
                  <a:pt x="15062" y="17847"/>
                  <a:pt x="15708" y="18464"/>
                  <a:pt x="15708" y="19248"/>
                </a:cubicBezTo>
                <a:cubicBezTo>
                  <a:pt x="15708" y="20049"/>
                  <a:pt x="15062" y="20666"/>
                  <a:pt x="14278" y="20666"/>
                </a:cubicBezTo>
                <a:lnTo>
                  <a:pt x="13389" y="20666"/>
                </a:lnTo>
                <a:cubicBezTo>
                  <a:pt x="13023" y="20666"/>
                  <a:pt x="12761" y="20399"/>
                  <a:pt x="12761" y="20065"/>
                </a:cubicBezTo>
                <a:cubicBezTo>
                  <a:pt x="12761" y="20032"/>
                  <a:pt x="12761" y="20015"/>
                  <a:pt x="12744" y="19982"/>
                </a:cubicBezTo>
                <a:cubicBezTo>
                  <a:pt x="12761" y="19965"/>
                  <a:pt x="12761" y="19932"/>
                  <a:pt x="12761" y="19899"/>
                </a:cubicBezTo>
                <a:lnTo>
                  <a:pt x="12761" y="18648"/>
                </a:lnTo>
                <a:cubicBezTo>
                  <a:pt x="12761" y="18548"/>
                  <a:pt x="12744" y="18481"/>
                  <a:pt x="12692" y="18398"/>
                </a:cubicBezTo>
                <a:cubicBezTo>
                  <a:pt x="12639" y="18331"/>
                  <a:pt x="12604" y="18281"/>
                  <a:pt x="12517" y="18231"/>
                </a:cubicBezTo>
                <a:cubicBezTo>
                  <a:pt x="12447" y="18197"/>
                  <a:pt x="12378" y="18164"/>
                  <a:pt x="12273" y="18164"/>
                </a:cubicBezTo>
                <a:cubicBezTo>
                  <a:pt x="12186" y="18164"/>
                  <a:pt x="12099" y="18197"/>
                  <a:pt x="12012" y="18231"/>
                </a:cubicBezTo>
                <a:cubicBezTo>
                  <a:pt x="11942" y="18281"/>
                  <a:pt x="11890" y="18331"/>
                  <a:pt x="11837" y="18398"/>
                </a:cubicBezTo>
                <a:cubicBezTo>
                  <a:pt x="11802" y="18481"/>
                  <a:pt x="11768" y="18548"/>
                  <a:pt x="11768" y="18631"/>
                </a:cubicBezTo>
                <a:lnTo>
                  <a:pt x="11768" y="17864"/>
                </a:lnTo>
                <a:cubicBezTo>
                  <a:pt x="11768" y="17764"/>
                  <a:pt x="11768" y="17697"/>
                  <a:pt x="11715" y="17614"/>
                </a:cubicBezTo>
                <a:cubicBezTo>
                  <a:pt x="11680" y="17547"/>
                  <a:pt x="11611" y="17497"/>
                  <a:pt x="11523" y="17447"/>
                </a:cubicBezTo>
                <a:cubicBezTo>
                  <a:pt x="11454" y="17413"/>
                  <a:pt x="11367" y="17380"/>
                  <a:pt x="11279" y="17380"/>
                </a:cubicBezTo>
                <a:cubicBezTo>
                  <a:pt x="11192" y="17380"/>
                  <a:pt x="11123" y="17413"/>
                  <a:pt x="11035" y="17447"/>
                </a:cubicBezTo>
                <a:cubicBezTo>
                  <a:pt x="10966" y="17497"/>
                  <a:pt x="10896" y="17547"/>
                  <a:pt x="10861" y="17614"/>
                </a:cubicBezTo>
                <a:cubicBezTo>
                  <a:pt x="10809" y="17697"/>
                  <a:pt x="10809" y="17764"/>
                  <a:pt x="10809" y="17847"/>
                </a:cubicBezTo>
                <a:cubicBezTo>
                  <a:pt x="10809" y="17764"/>
                  <a:pt x="10791" y="17697"/>
                  <a:pt x="10739" y="17614"/>
                </a:cubicBezTo>
                <a:cubicBezTo>
                  <a:pt x="10704" y="17547"/>
                  <a:pt x="10634" y="17497"/>
                  <a:pt x="10565" y="17447"/>
                </a:cubicBezTo>
                <a:cubicBezTo>
                  <a:pt x="10477" y="17413"/>
                  <a:pt x="10408" y="17380"/>
                  <a:pt x="10321" y="17380"/>
                </a:cubicBezTo>
                <a:cubicBezTo>
                  <a:pt x="10321" y="17380"/>
                  <a:pt x="10321" y="17380"/>
                  <a:pt x="10303" y="17380"/>
                </a:cubicBezTo>
                <a:cubicBezTo>
                  <a:pt x="10216" y="17380"/>
                  <a:pt x="10146" y="17413"/>
                  <a:pt x="10077" y="17447"/>
                </a:cubicBezTo>
                <a:cubicBezTo>
                  <a:pt x="9989" y="17497"/>
                  <a:pt x="9920" y="17547"/>
                  <a:pt x="9885" y="17614"/>
                </a:cubicBezTo>
                <a:cubicBezTo>
                  <a:pt x="9832" y="17697"/>
                  <a:pt x="9832" y="17764"/>
                  <a:pt x="9832" y="17864"/>
                </a:cubicBezTo>
                <a:lnTo>
                  <a:pt x="9832" y="18631"/>
                </a:lnTo>
                <a:cubicBezTo>
                  <a:pt x="9832" y="18548"/>
                  <a:pt x="9798" y="18481"/>
                  <a:pt x="9763" y="18398"/>
                </a:cubicBezTo>
                <a:cubicBezTo>
                  <a:pt x="9710" y="18331"/>
                  <a:pt x="9658" y="18281"/>
                  <a:pt x="9588" y="18231"/>
                </a:cubicBezTo>
                <a:cubicBezTo>
                  <a:pt x="9501" y="18197"/>
                  <a:pt x="9431" y="18164"/>
                  <a:pt x="9327" y="18164"/>
                </a:cubicBezTo>
                <a:cubicBezTo>
                  <a:pt x="9240" y="18164"/>
                  <a:pt x="9170" y="18197"/>
                  <a:pt x="9083" y="18231"/>
                </a:cubicBezTo>
                <a:cubicBezTo>
                  <a:pt x="9013" y="18281"/>
                  <a:pt x="8961" y="18331"/>
                  <a:pt x="8908" y="18398"/>
                </a:cubicBezTo>
                <a:cubicBezTo>
                  <a:pt x="8856" y="18481"/>
                  <a:pt x="8839" y="18548"/>
                  <a:pt x="8839" y="18648"/>
                </a:cubicBezTo>
                <a:lnTo>
                  <a:pt x="8839" y="19899"/>
                </a:lnTo>
                <a:cubicBezTo>
                  <a:pt x="8839" y="19932"/>
                  <a:pt x="8839" y="19949"/>
                  <a:pt x="8856" y="19982"/>
                </a:cubicBezTo>
                <a:cubicBezTo>
                  <a:pt x="8839" y="20015"/>
                  <a:pt x="8839" y="20032"/>
                  <a:pt x="8839" y="20065"/>
                </a:cubicBezTo>
                <a:cubicBezTo>
                  <a:pt x="8839" y="20399"/>
                  <a:pt x="8577" y="20666"/>
                  <a:pt x="8211" y="20666"/>
                </a:cubicBezTo>
                <a:lnTo>
                  <a:pt x="7322" y="20666"/>
                </a:lnTo>
                <a:cubicBezTo>
                  <a:pt x="6538" y="20666"/>
                  <a:pt x="5892" y="20049"/>
                  <a:pt x="5892" y="19248"/>
                </a:cubicBezTo>
                <a:cubicBezTo>
                  <a:pt x="5892" y="18464"/>
                  <a:pt x="6538" y="17847"/>
                  <a:pt x="7322" y="17847"/>
                </a:cubicBezTo>
                <a:lnTo>
                  <a:pt x="8351" y="17847"/>
                </a:lnTo>
                <a:cubicBezTo>
                  <a:pt x="9170" y="17847"/>
                  <a:pt x="9832" y="17213"/>
                  <a:pt x="9832" y="16446"/>
                </a:cubicBezTo>
                <a:cubicBezTo>
                  <a:pt x="9832" y="16179"/>
                  <a:pt x="10042" y="15979"/>
                  <a:pt x="10303" y="15979"/>
                </a:cubicBezTo>
                <a:close/>
                <a:moveTo>
                  <a:pt x="7392" y="18581"/>
                </a:moveTo>
                <a:cubicBezTo>
                  <a:pt x="7252" y="18581"/>
                  <a:pt x="7148" y="18631"/>
                  <a:pt x="7026" y="18681"/>
                </a:cubicBezTo>
                <a:cubicBezTo>
                  <a:pt x="6904" y="18748"/>
                  <a:pt x="6799" y="18815"/>
                  <a:pt x="6747" y="18931"/>
                </a:cubicBezTo>
                <a:cubicBezTo>
                  <a:pt x="6677" y="19048"/>
                  <a:pt x="6660" y="19148"/>
                  <a:pt x="6660" y="19282"/>
                </a:cubicBezTo>
                <a:cubicBezTo>
                  <a:pt x="6660" y="19415"/>
                  <a:pt x="6677" y="19532"/>
                  <a:pt x="6747" y="19632"/>
                </a:cubicBezTo>
                <a:cubicBezTo>
                  <a:pt x="6799" y="19749"/>
                  <a:pt x="6904" y="19832"/>
                  <a:pt x="7026" y="19899"/>
                </a:cubicBezTo>
                <a:cubicBezTo>
                  <a:pt x="7148" y="19965"/>
                  <a:pt x="7252" y="19982"/>
                  <a:pt x="7392" y="19982"/>
                </a:cubicBezTo>
                <a:cubicBezTo>
                  <a:pt x="7531" y="19982"/>
                  <a:pt x="7636" y="19965"/>
                  <a:pt x="7758" y="19899"/>
                </a:cubicBezTo>
                <a:cubicBezTo>
                  <a:pt x="7862" y="19832"/>
                  <a:pt x="7967" y="19749"/>
                  <a:pt x="8037" y="19632"/>
                </a:cubicBezTo>
                <a:cubicBezTo>
                  <a:pt x="8107" y="19532"/>
                  <a:pt x="8124" y="19415"/>
                  <a:pt x="8124" y="19282"/>
                </a:cubicBezTo>
                <a:cubicBezTo>
                  <a:pt x="8124" y="19148"/>
                  <a:pt x="8107" y="19048"/>
                  <a:pt x="8037" y="18931"/>
                </a:cubicBezTo>
                <a:cubicBezTo>
                  <a:pt x="7967" y="18815"/>
                  <a:pt x="7862" y="18748"/>
                  <a:pt x="7758" y="18681"/>
                </a:cubicBezTo>
                <a:cubicBezTo>
                  <a:pt x="7636" y="18631"/>
                  <a:pt x="7531" y="18581"/>
                  <a:pt x="7392" y="18581"/>
                </a:cubicBezTo>
                <a:close/>
                <a:moveTo>
                  <a:pt x="14191" y="18581"/>
                </a:moveTo>
                <a:cubicBezTo>
                  <a:pt x="14069" y="18581"/>
                  <a:pt x="13947" y="18631"/>
                  <a:pt x="13825" y="18681"/>
                </a:cubicBezTo>
                <a:cubicBezTo>
                  <a:pt x="13720" y="18748"/>
                  <a:pt x="13633" y="18815"/>
                  <a:pt x="13563" y="18931"/>
                </a:cubicBezTo>
                <a:cubicBezTo>
                  <a:pt x="13493" y="19048"/>
                  <a:pt x="13459" y="19148"/>
                  <a:pt x="13459" y="19282"/>
                </a:cubicBezTo>
                <a:cubicBezTo>
                  <a:pt x="13459" y="19415"/>
                  <a:pt x="13493" y="19532"/>
                  <a:pt x="13563" y="19632"/>
                </a:cubicBezTo>
                <a:cubicBezTo>
                  <a:pt x="13633" y="19749"/>
                  <a:pt x="13720" y="19832"/>
                  <a:pt x="13825" y="19899"/>
                </a:cubicBezTo>
                <a:cubicBezTo>
                  <a:pt x="13947" y="19965"/>
                  <a:pt x="14069" y="19982"/>
                  <a:pt x="14191" y="19982"/>
                </a:cubicBezTo>
                <a:cubicBezTo>
                  <a:pt x="14330" y="19982"/>
                  <a:pt x="14470" y="19965"/>
                  <a:pt x="14574" y="19899"/>
                </a:cubicBezTo>
                <a:cubicBezTo>
                  <a:pt x="14696" y="19832"/>
                  <a:pt x="14766" y="19749"/>
                  <a:pt x="14836" y="19632"/>
                </a:cubicBezTo>
                <a:cubicBezTo>
                  <a:pt x="14906" y="19532"/>
                  <a:pt x="14940" y="19415"/>
                  <a:pt x="14940" y="19282"/>
                </a:cubicBezTo>
                <a:cubicBezTo>
                  <a:pt x="14940" y="19148"/>
                  <a:pt x="14906" y="19048"/>
                  <a:pt x="14836" y="18931"/>
                </a:cubicBezTo>
                <a:cubicBezTo>
                  <a:pt x="14766" y="18815"/>
                  <a:pt x="14696" y="18748"/>
                  <a:pt x="14574" y="18681"/>
                </a:cubicBezTo>
                <a:cubicBezTo>
                  <a:pt x="14470" y="18631"/>
                  <a:pt x="14330" y="18581"/>
                  <a:pt x="14191" y="18581"/>
                </a:cubicBezTo>
                <a:close/>
                <a:moveTo>
                  <a:pt x="11785" y="19982"/>
                </a:moveTo>
                <a:cubicBezTo>
                  <a:pt x="11785" y="19999"/>
                  <a:pt x="11768" y="20015"/>
                  <a:pt x="11768" y="20032"/>
                </a:cubicBezTo>
                <a:lnTo>
                  <a:pt x="11768" y="19899"/>
                </a:lnTo>
                <a:cubicBezTo>
                  <a:pt x="11768" y="19932"/>
                  <a:pt x="11785" y="19949"/>
                  <a:pt x="11785" y="19982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spcBef>
                <a:spcPts val="1200"/>
              </a:spcBef>
              <a:defRPr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2193" name="Shape"/>
          <p:cNvSpPr/>
          <p:nvPr/>
        </p:nvSpPr>
        <p:spPr>
          <a:xfrm>
            <a:off x="8512311" y="4476999"/>
            <a:ext cx="665639" cy="4538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59" h="21600" fill="norm" stroke="1" extrusionOk="0">
                <a:moveTo>
                  <a:pt x="9061" y="0"/>
                </a:moveTo>
                <a:cubicBezTo>
                  <a:pt x="8104" y="0"/>
                  <a:pt x="7357" y="1125"/>
                  <a:pt x="7357" y="2505"/>
                </a:cubicBezTo>
                <a:cubicBezTo>
                  <a:pt x="7357" y="3093"/>
                  <a:pt x="7496" y="3630"/>
                  <a:pt x="7739" y="4064"/>
                </a:cubicBezTo>
                <a:cubicBezTo>
                  <a:pt x="6800" y="4729"/>
                  <a:pt x="5983" y="5982"/>
                  <a:pt x="5374" y="7464"/>
                </a:cubicBezTo>
                <a:cubicBezTo>
                  <a:pt x="4957" y="7669"/>
                  <a:pt x="4591" y="8027"/>
                  <a:pt x="4278" y="8487"/>
                </a:cubicBezTo>
                <a:cubicBezTo>
                  <a:pt x="4261" y="8436"/>
                  <a:pt x="4261" y="8359"/>
                  <a:pt x="4261" y="8308"/>
                </a:cubicBezTo>
                <a:cubicBezTo>
                  <a:pt x="4139" y="7566"/>
                  <a:pt x="3948" y="6774"/>
                  <a:pt x="3583" y="6135"/>
                </a:cubicBezTo>
                <a:cubicBezTo>
                  <a:pt x="3217" y="5496"/>
                  <a:pt x="2643" y="5036"/>
                  <a:pt x="1948" y="5036"/>
                </a:cubicBezTo>
                <a:cubicBezTo>
                  <a:pt x="1096" y="5036"/>
                  <a:pt x="522" y="5803"/>
                  <a:pt x="261" y="6493"/>
                </a:cubicBezTo>
                <a:cubicBezTo>
                  <a:pt x="17" y="7209"/>
                  <a:pt x="0" y="7873"/>
                  <a:pt x="0" y="7873"/>
                </a:cubicBezTo>
                <a:lnTo>
                  <a:pt x="0" y="7924"/>
                </a:lnTo>
                <a:cubicBezTo>
                  <a:pt x="0" y="9126"/>
                  <a:pt x="278" y="10123"/>
                  <a:pt x="696" y="10915"/>
                </a:cubicBezTo>
                <a:cubicBezTo>
                  <a:pt x="1096" y="11682"/>
                  <a:pt x="1635" y="12270"/>
                  <a:pt x="2157" y="12807"/>
                </a:cubicBezTo>
                <a:cubicBezTo>
                  <a:pt x="2817" y="13471"/>
                  <a:pt x="3130" y="14085"/>
                  <a:pt x="3217" y="14315"/>
                </a:cubicBezTo>
                <a:cubicBezTo>
                  <a:pt x="3148" y="14340"/>
                  <a:pt x="3130" y="14391"/>
                  <a:pt x="2939" y="14391"/>
                </a:cubicBezTo>
                <a:cubicBezTo>
                  <a:pt x="2765" y="14366"/>
                  <a:pt x="2591" y="14519"/>
                  <a:pt x="2504" y="14749"/>
                </a:cubicBezTo>
                <a:cubicBezTo>
                  <a:pt x="2417" y="14954"/>
                  <a:pt x="2417" y="15235"/>
                  <a:pt x="2504" y="15465"/>
                </a:cubicBezTo>
                <a:cubicBezTo>
                  <a:pt x="2591" y="15695"/>
                  <a:pt x="2765" y="15823"/>
                  <a:pt x="2939" y="15823"/>
                </a:cubicBezTo>
                <a:cubicBezTo>
                  <a:pt x="3339" y="15823"/>
                  <a:pt x="3670" y="15746"/>
                  <a:pt x="3948" y="15440"/>
                </a:cubicBezTo>
                <a:cubicBezTo>
                  <a:pt x="4139" y="15235"/>
                  <a:pt x="4226" y="14877"/>
                  <a:pt x="4261" y="14519"/>
                </a:cubicBezTo>
                <a:cubicBezTo>
                  <a:pt x="4522" y="14979"/>
                  <a:pt x="4800" y="15388"/>
                  <a:pt x="5113" y="15695"/>
                </a:cubicBezTo>
                <a:cubicBezTo>
                  <a:pt x="5930" y="16539"/>
                  <a:pt x="6922" y="17024"/>
                  <a:pt x="8139" y="17178"/>
                </a:cubicBezTo>
                <a:cubicBezTo>
                  <a:pt x="7983" y="17433"/>
                  <a:pt x="7878" y="17766"/>
                  <a:pt x="7861" y="18149"/>
                </a:cubicBezTo>
                <a:cubicBezTo>
                  <a:pt x="7391" y="18251"/>
                  <a:pt x="6974" y="18430"/>
                  <a:pt x="6609" y="18686"/>
                </a:cubicBezTo>
                <a:cubicBezTo>
                  <a:pt x="6278" y="18916"/>
                  <a:pt x="5983" y="19172"/>
                  <a:pt x="5774" y="19529"/>
                </a:cubicBezTo>
                <a:cubicBezTo>
                  <a:pt x="5548" y="19887"/>
                  <a:pt x="5391" y="20347"/>
                  <a:pt x="5391" y="20859"/>
                </a:cubicBezTo>
                <a:lnTo>
                  <a:pt x="5391" y="21600"/>
                </a:lnTo>
                <a:lnTo>
                  <a:pt x="12730" y="21600"/>
                </a:lnTo>
                <a:lnTo>
                  <a:pt x="12730" y="20859"/>
                </a:lnTo>
                <a:cubicBezTo>
                  <a:pt x="12730" y="20347"/>
                  <a:pt x="12574" y="19887"/>
                  <a:pt x="12348" y="19529"/>
                </a:cubicBezTo>
                <a:cubicBezTo>
                  <a:pt x="12122" y="19172"/>
                  <a:pt x="11843" y="18916"/>
                  <a:pt x="11513" y="18686"/>
                </a:cubicBezTo>
                <a:cubicBezTo>
                  <a:pt x="11148" y="18430"/>
                  <a:pt x="10730" y="18251"/>
                  <a:pt x="10278" y="18149"/>
                </a:cubicBezTo>
                <a:cubicBezTo>
                  <a:pt x="10243" y="17766"/>
                  <a:pt x="10157" y="17459"/>
                  <a:pt x="10000" y="17178"/>
                </a:cubicBezTo>
                <a:cubicBezTo>
                  <a:pt x="12470" y="16820"/>
                  <a:pt x="14243" y="14979"/>
                  <a:pt x="16487" y="12040"/>
                </a:cubicBezTo>
                <a:cubicBezTo>
                  <a:pt x="18122" y="9893"/>
                  <a:pt x="19878" y="7209"/>
                  <a:pt x="21235" y="6442"/>
                </a:cubicBezTo>
                <a:cubicBezTo>
                  <a:pt x="21461" y="6314"/>
                  <a:pt x="21600" y="5956"/>
                  <a:pt x="21548" y="5624"/>
                </a:cubicBezTo>
                <a:cubicBezTo>
                  <a:pt x="21513" y="5291"/>
                  <a:pt x="21304" y="5036"/>
                  <a:pt x="21061" y="5036"/>
                </a:cubicBezTo>
                <a:lnTo>
                  <a:pt x="18209" y="5036"/>
                </a:lnTo>
                <a:cubicBezTo>
                  <a:pt x="18104" y="5036"/>
                  <a:pt x="17983" y="5087"/>
                  <a:pt x="17913" y="5189"/>
                </a:cubicBezTo>
                <a:cubicBezTo>
                  <a:pt x="16922" y="6288"/>
                  <a:pt x="14922" y="7157"/>
                  <a:pt x="12626" y="7183"/>
                </a:cubicBezTo>
                <a:cubicBezTo>
                  <a:pt x="12035" y="5828"/>
                  <a:pt x="11252" y="4678"/>
                  <a:pt x="10400" y="4064"/>
                </a:cubicBezTo>
                <a:cubicBezTo>
                  <a:pt x="10643" y="3655"/>
                  <a:pt x="10783" y="3093"/>
                  <a:pt x="10783" y="2505"/>
                </a:cubicBezTo>
                <a:cubicBezTo>
                  <a:pt x="10783" y="1125"/>
                  <a:pt x="10000" y="0"/>
                  <a:pt x="9061" y="0"/>
                </a:cubicBezTo>
                <a:close/>
                <a:moveTo>
                  <a:pt x="9061" y="1431"/>
                </a:moveTo>
                <a:cubicBezTo>
                  <a:pt x="9461" y="1431"/>
                  <a:pt x="9809" y="1892"/>
                  <a:pt x="9809" y="2505"/>
                </a:cubicBezTo>
                <a:cubicBezTo>
                  <a:pt x="9809" y="3093"/>
                  <a:pt x="9461" y="3604"/>
                  <a:pt x="9061" y="3604"/>
                </a:cubicBezTo>
                <a:cubicBezTo>
                  <a:pt x="8643" y="3604"/>
                  <a:pt x="8330" y="3093"/>
                  <a:pt x="8330" y="2505"/>
                </a:cubicBezTo>
                <a:cubicBezTo>
                  <a:pt x="8330" y="1892"/>
                  <a:pt x="8643" y="1431"/>
                  <a:pt x="9061" y="1431"/>
                </a:cubicBezTo>
                <a:close/>
                <a:moveTo>
                  <a:pt x="9061" y="5036"/>
                </a:moveTo>
                <a:cubicBezTo>
                  <a:pt x="9757" y="5036"/>
                  <a:pt x="10591" y="5956"/>
                  <a:pt x="11287" y="7209"/>
                </a:cubicBezTo>
                <a:lnTo>
                  <a:pt x="6835" y="7209"/>
                </a:lnTo>
                <a:cubicBezTo>
                  <a:pt x="7548" y="5982"/>
                  <a:pt x="8348" y="5036"/>
                  <a:pt x="9061" y="5036"/>
                </a:cubicBezTo>
                <a:close/>
                <a:moveTo>
                  <a:pt x="1948" y="6467"/>
                </a:moveTo>
                <a:cubicBezTo>
                  <a:pt x="2383" y="6467"/>
                  <a:pt x="2626" y="6697"/>
                  <a:pt x="2835" y="7055"/>
                </a:cubicBezTo>
                <a:cubicBezTo>
                  <a:pt x="3043" y="7439"/>
                  <a:pt x="3200" y="8027"/>
                  <a:pt x="3304" y="8614"/>
                </a:cubicBezTo>
                <a:cubicBezTo>
                  <a:pt x="3496" y="9816"/>
                  <a:pt x="3426" y="11094"/>
                  <a:pt x="3426" y="11094"/>
                </a:cubicBezTo>
                <a:cubicBezTo>
                  <a:pt x="3426" y="11171"/>
                  <a:pt x="3426" y="11247"/>
                  <a:pt x="3426" y="11298"/>
                </a:cubicBezTo>
                <a:cubicBezTo>
                  <a:pt x="3426" y="11375"/>
                  <a:pt x="3426" y="11426"/>
                  <a:pt x="3426" y="11503"/>
                </a:cubicBezTo>
                <a:cubicBezTo>
                  <a:pt x="3426" y="11861"/>
                  <a:pt x="3478" y="12219"/>
                  <a:pt x="3530" y="12577"/>
                </a:cubicBezTo>
                <a:cubicBezTo>
                  <a:pt x="3304" y="12270"/>
                  <a:pt x="3043" y="11963"/>
                  <a:pt x="2730" y="11631"/>
                </a:cubicBezTo>
                <a:cubicBezTo>
                  <a:pt x="2209" y="11094"/>
                  <a:pt x="1774" y="10583"/>
                  <a:pt x="1461" y="10020"/>
                </a:cubicBezTo>
                <a:cubicBezTo>
                  <a:pt x="1165" y="9458"/>
                  <a:pt x="974" y="8819"/>
                  <a:pt x="974" y="7950"/>
                </a:cubicBezTo>
                <a:cubicBezTo>
                  <a:pt x="974" y="7924"/>
                  <a:pt x="991" y="7541"/>
                  <a:pt x="1130" y="7183"/>
                </a:cubicBezTo>
                <a:cubicBezTo>
                  <a:pt x="1270" y="6800"/>
                  <a:pt x="1443" y="6467"/>
                  <a:pt x="1948" y="6467"/>
                </a:cubicBezTo>
                <a:close/>
                <a:moveTo>
                  <a:pt x="18330" y="6467"/>
                </a:moveTo>
                <a:lnTo>
                  <a:pt x="19287" y="6467"/>
                </a:lnTo>
                <a:cubicBezTo>
                  <a:pt x="18087" y="7796"/>
                  <a:pt x="16922" y="9535"/>
                  <a:pt x="15826" y="10966"/>
                </a:cubicBezTo>
                <a:cubicBezTo>
                  <a:pt x="13443" y="14085"/>
                  <a:pt x="11896" y="15670"/>
                  <a:pt x="9339" y="15823"/>
                </a:cubicBezTo>
                <a:cubicBezTo>
                  <a:pt x="9339" y="15797"/>
                  <a:pt x="9339" y="15797"/>
                  <a:pt x="9339" y="15823"/>
                </a:cubicBezTo>
                <a:cubicBezTo>
                  <a:pt x="9235" y="15823"/>
                  <a:pt x="9148" y="15823"/>
                  <a:pt x="9061" y="15823"/>
                </a:cubicBezTo>
                <a:lnTo>
                  <a:pt x="9043" y="15823"/>
                </a:lnTo>
                <a:cubicBezTo>
                  <a:pt x="9026" y="15823"/>
                  <a:pt x="9009" y="15823"/>
                  <a:pt x="9009" y="15823"/>
                </a:cubicBezTo>
                <a:cubicBezTo>
                  <a:pt x="7513" y="15797"/>
                  <a:pt x="6504" y="15363"/>
                  <a:pt x="5670" y="14519"/>
                </a:cubicBezTo>
                <a:cubicBezTo>
                  <a:pt x="5061" y="13880"/>
                  <a:pt x="4400" y="12500"/>
                  <a:pt x="4400" y="11503"/>
                </a:cubicBezTo>
                <a:cubicBezTo>
                  <a:pt x="4400" y="10250"/>
                  <a:pt x="4939" y="9202"/>
                  <a:pt x="5670" y="8793"/>
                </a:cubicBezTo>
                <a:lnTo>
                  <a:pt x="5826" y="8742"/>
                </a:lnTo>
                <a:cubicBezTo>
                  <a:pt x="5913" y="8717"/>
                  <a:pt x="6000" y="8691"/>
                  <a:pt x="6087" y="8666"/>
                </a:cubicBezTo>
                <a:cubicBezTo>
                  <a:pt x="6174" y="8640"/>
                  <a:pt x="6278" y="8640"/>
                  <a:pt x="6365" y="8640"/>
                </a:cubicBezTo>
                <a:lnTo>
                  <a:pt x="13217" y="8640"/>
                </a:lnTo>
                <a:lnTo>
                  <a:pt x="13200" y="8614"/>
                </a:lnTo>
                <a:cubicBezTo>
                  <a:pt x="15322" y="8461"/>
                  <a:pt x="17148" y="7694"/>
                  <a:pt x="18330" y="6467"/>
                </a:cubicBezTo>
                <a:close/>
                <a:moveTo>
                  <a:pt x="9061" y="19427"/>
                </a:moveTo>
                <a:cubicBezTo>
                  <a:pt x="9270" y="19427"/>
                  <a:pt x="9478" y="19453"/>
                  <a:pt x="9670" y="19478"/>
                </a:cubicBezTo>
                <a:cubicBezTo>
                  <a:pt x="10243" y="19555"/>
                  <a:pt x="10748" y="19734"/>
                  <a:pt x="11096" y="19990"/>
                </a:cubicBezTo>
                <a:cubicBezTo>
                  <a:pt x="11165" y="20041"/>
                  <a:pt x="11200" y="20092"/>
                  <a:pt x="11252" y="20143"/>
                </a:cubicBezTo>
                <a:lnTo>
                  <a:pt x="6870" y="20143"/>
                </a:lnTo>
                <a:cubicBezTo>
                  <a:pt x="6922" y="20092"/>
                  <a:pt x="6939" y="20041"/>
                  <a:pt x="7026" y="19990"/>
                </a:cubicBezTo>
                <a:cubicBezTo>
                  <a:pt x="7374" y="19734"/>
                  <a:pt x="7878" y="19555"/>
                  <a:pt x="8452" y="19478"/>
                </a:cubicBezTo>
                <a:cubicBezTo>
                  <a:pt x="8661" y="19453"/>
                  <a:pt x="8870" y="19427"/>
                  <a:pt x="9061" y="19427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spcBef>
                <a:spcPts val="1200"/>
              </a:spcBef>
              <a:defRPr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2194" name="Shape"/>
          <p:cNvSpPr/>
          <p:nvPr/>
        </p:nvSpPr>
        <p:spPr>
          <a:xfrm>
            <a:off x="4163981" y="5559610"/>
            <a:ext cx="534664" cy="5203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600" fill="norm" stroke="1" extrusionOk="0">
                <a:moveTo>
                  <a:pt x="10683" y="0"/>
                </a:moveTo>
                <a:cubicBezTo>
                  <a:pt x="9385" y="77"/>
                  <a:pt x="8213" y="774"/>
                  <a:pt x="7539" y="1878"/>
                </a:cubicBezTo>
                <a:cubicBezTo>
                  <a:pt x="6989" y="1467"/>
                  <a:pt x="6342" y="1206"/>
                  <a:pt x="5642" y="1180"/>
                </a:cubicBezTo>
                <a:cubicBezTo>
                  <a:pt x="5617" y="1180"/>
                  <a:pt x="5621" y="1180"/>
                  <a:pt x="5596" y="1180"/>
                </a:cubicBezTo>
                <a:cubicBezTo>
                  <a:pt x="5571" y="1180"/>
                  <a:pt x="5564" y="1180"/>
                  <a:pt x="5564" y="1180"/>
                </a:cubicBezTo>
                <a:cubicBezTo>
                  <a:pt x="5539" y="1180"/>
                  <a:pt x="5543" y="1180"/>
                  <a:pt x="5518" y="1180"/>
                </a:cubicBezTo>
                <a:cubicBezTo>
                  <a:pt x="4194" y="1257"/>
                  <a:pt x="3074" y="2103"/>
                  <a:pt x="2599" y="3387"/>
                </a:cubicBezTo>
                <a:cubicBezTo>
                  <a:pt x="2150" y="4672"/>
                  <a:pt x="2643" y="6193"/>
                  <a:pt x="3692" y="7015"/>
                </a:cubicBezTo>
                <a:cubicBezTo>
                  <a:pt x="4741" y="7863"/>
                  <a:pt x="6268" y="7882"/>
                  <a:pt x="7367" y="7112"/>
                </a:cubicBezTo>
                <a:cubicBezTo>
                  <a:pt x="7642" y="6932"/>
                  <a:pt x="7893" y="6678"/>
                  <a:pt x="8093" y="6421"/>
                </a:cubicBezTo>
                <a:cubicBezTo>
                  <a:pt x="8842" y="7192"/>
                  <a:pt x="9861" y="7603"/>
                  <a:pt x="10909" y="7577"/>
                </a:cubicBezTo>
                <a:cubicBezTo>
                  <a:pt x="11858" y="7552"/>
                  <a:pt x="12757" y="7115"/>
                  <a:pt x="13406" y="6421"/>
                </a:cubicBezTo>
                <a:cubicBezTo>
                  <a:pt x="13581" y="6653"/>
                  <a:pt x="13782" y="6860"/>
                  <a:pt x="14007" y="7039"/>
                </a:cubicBezTo>
                <a:cubicBezTo>
                  <a:pt x="15056" y="7887"/>
                  <a:pt x="16576" y="7914"/>
                  <a:pt x="17675" y="7144"/>
                </a:cubicBezTo>
                <a:cubicBezTo>
                  <a:pt x="18798" y="6348"/>
                  <a:pt x="19273" y="4883"/>
                  <a:pt x="18923" y="3548"/>
                </a:cubicBezTo>
                <a:cubicBezTo>
                  <a:pt x="18548" y="2186"/>
                  <a:pt x="17306" y="1255"/>
                  <a:pt x="15958" y="1204"/>
                </a:cubicBezTo>
                <a:cubicBezTo>
                  <a:pt x="15933" y="1204"/>
                  <a:pt x="15928" y="1204"/>
                  <a:pt x="15903" y="1204"/>
                </a:cubicBezTo>
                <a:cubicBezTo>
                  <a:pt x="15878" y="1204"/>
                  <a:pt x="15880" y="1204"/>
                  <a:pt x="15880" y="1204"/>
                </a:cubicBezTo>
                <a:cubicBezTo>
                  <a:pt x="15855" y="1204"/>
                  <a:pt x="15858" y="1204"/>
                  <a:pt x="15833" y="1204"/>
                </a:cubicBezTo>
                <a:cubicBezTo>
                  <a:pt x="15134" y="1255"/>
                  <a:pt x="14485" y="1515"/>
                  <a:pt x="13960" y="1926"/>
                </a:cubicBezTo>
                <a:cubicBezTo>
                  <a:pt x="13935" y="1901"/>
                  <a:pt x="13909" y="1849"/>
                  <a:pt x="13859" y="1798"/>
                </a:cubicBezTo>
                <a:cubicBezTo>
                  <a:pt x="13210" y="694"/>
                  <a:pt x="12033" y="26"/>
                  <a:pt x="10785" y="0"/>
                </a:cubicBezTo>
                <a:cubicBezTo>
                  <a:pt x="10785" y="0"/>
                  <a:pt x="10761" y="0"/>
                  <a:pt x="10761" y="0"/>
                </a:cubicBezTo>
                <a:cubicBezTo>
                  <a:pt x="10761" y="0"/>
                  <a:pt x="10738" y="0"/>
                  <a:pt x="10738" y="0"/>
                </a:cubicBezTo>
                <a:cubicBezTo>
                  <a:pt x="10738" y="0"/>
                  <a:pt x="10708" y="0"/>
                  <a:pt x="10683" y="0"/>
                </a:cubicBezTo>
                <a:close/>
                <a:moveTo>
                  <a:pt x="10738" y="875"/>
                </a:moveTo>
                <a:cubicBezTo>
                  <a:pt x="10962" y="875"/>
                  <a:pt x="11186" y="896"/>
                  <a:pt x="11385" y="947"/>
                </a:cubicBezTo>
                <a:cubicBezTo>
                  <a:pt x="10486" y="1872"/>
                  <a:pt x="8091" y="4342"/>
                  <a:pt x="7991" y="4471"/>
                </a:cubicBezTo>
                <a:cubicBezTo>
                  <a:pt x="7891" y="4034"/>
                  <a:pt x="7891" y="3569"/>
                  <a:pt x="7991" y="3106"/>
                </a:cubicBezTo>
                <a:cubicBezTo>
                  <a:pt x="8016" y="3004"/>
                  <a:pt x="8043" y="2880"/>
                  <a:pt x="8093" y="2777"/>
                </a:cubicBezTo>
                <a:cubicBezTo>
                  <a:pt x="8118" y="2700"/>
                  <a:pt x="8138" y="2646"/>
                  <a:pt x="8163" y="2569"/>
                </a:cubicBezTo>
                <a:cubicBezTo>
                  <a:pt x="8612" y="1567"/>
                  <a:pt x="9664" y="901"/>
                  <a:pt x="10738" y="875"/>
                </a:cubicBezTo>
                <a:close/>
                <a:moveTo>
                  <a:pt x="12181" y="1284"/>
                </a:moveTo>
                <a:cubicBezTo>
                  <a:pt x="12556" y="1515"/>
                  <a:pt x="12860" y="1824"/>
                  <a:pt x="13110" y="2183"/>
                </a:cubicBezTo>
                <a:cubicBezTo>
                  <a:pt x="11811" y="3519"/>
                  <a:pt x="10483" y="4877"/>
                  <a:pt x="9185" y="6213"/>
                </a:cubicBezTo>
                <a:cubicBezTo>
                  <a:pt x="9185" y="6213"/>
                  <a:pt x="9162" y="6245"/>
                  <a:pt x="9162" y="6245"/>
                </a:cubicBezTo>
                <a:cubicBezTo>
                  <a:pt x="9112" y="6219"/>
                  <a:pt x="9063" y="6192"/>
                  <a:pt x="9013" y="6140"/>
                </a:cubicBezTo>
                <a:cubicBezTo>
                  <a:pt x="8839" y="5986"/>
                  <a:pt x="8662" y="5831"/>
                  <a:pt x="8537" y="5651"/>
                </a:cubicBezTo>
                <a:cubicBezTo>
                  <a:pt x="8437" y="5548"/>
                  <a:pt x="8363" y="5418"/>
                  <a:pt x="8288" y="5290"/>
                </a:cubicBezTo>
                <a:cubicBezTo>
                  <a:pt x="8437" y="5136"/>
                  <a:pt x="11008" y="2466"/>
                  <a:pt x="12181" y="1284"/>
                </a:cubicBezTo>
                <a:close/>
                <a:moveTo>
                  <a:pt x="5596" y="2103"/>
                </a:moveTo>
                <a:cubicBezTo>
                  <a:pt x="6220" y="2103"/>
                  <a:pt x="6763" y="2366"/>
                  <a:pt x="7187" y="2777"/>
                </a:cubicBezTo>
                <a:cubicBezTo>
                  <a:pt x="6913" y="3753"/>
                  <a:pt x="7039" y="4832"/>
                  <a:pt x="7539" y="5731"/>
                </a:cubicBezTo>
                <a:cubicBezTo>
                  <a:pt x="7164" y="6348"/>
                  <a:pt x="6493" y="6778"/>
                  <a:pt x="5744" y="6855"/>
                </a:cubicBezTo>
                <a:cubicBezTo>
                  <a:pt x="4520" y="6958"/>
                  <a:pt x="3419" y="5986"/>
                  <a:pt x="3294" y="4728"/>
                </a:cubicBezTo>
                <a:cubicBezTo>
                  <a:pt x="3169" y="3443"/>
                  <a:pt x="4091" y="2366"/>
                  <a:pt x="5315" y="2135"/>
                </a:cubicBezTo>
                <a:cubicBezTo>
                  <a:pt x="5415" y="2109"/>
                  <a:pt x="5496" y="2103"/>
                  <a:pt x="5596" y="2103"/>
                </a:cubicBezTo>
                <a:close/>
                <a:moveTo>
                  <a:pt x="13484" y="2930"/>
                </a:moveTo>
                <a:cubicBezTo>
                  <a:pt x="13509" y="2981"/>
                  <a:pt x="13531" y="3031"/>
                  <a:pt x="13531" y="3082"/>
                </a:cubicBezTo>
                <a:cubicBezTo>
                  <a:pt x="13606" y="3442"/>
                  <a:pt x="13636" y="3800"/>
                  <a:pt x="13586" y="4134"/>
                </a:cubicBezTo>
                <a:cubicBezTo>
                  <a:pt x="13536" y="4493"/>
                  <a:pt x="13433" y="4851"/>
                  <a:pt x="13258" y="5185"/>
                </a:cubicBezTo>
                <a:cubicBezTo>
                  <a:pt x="13158" y="5339"/>
                  <a:pt x="13061" y="5497"/>
                  <a:pt x="12962" y="5651"/>
                </a:cubicBezTo>
                <a:cubicBezTo>
                  <a:pt x="12787" y="5856"/>
                  <a:pt x="12609" y="6035"/>
                  <a:pt x="12384" y="6189"/>
                </a:cubicBezTo>
                <a:cubicBezTo>
                  <a:pt x="11660" y="6728"/>
                  <a:pt x="10735" y="6855"/>
                  <a:pt x="9911" y="6598"/>
                </a:cubicBezTo>
                <a:cubicBezTo>
                  <a:pt x="10884" y="5596"/>
                  <a:pt x="13260" y="3161"/>
                  <a:pt x="13484" y="2930"/>
                </a:cubicBezTo>
                <a:close/>
                <a:moveTo>
                  <a:pt x="5541" y="8348"/>
                </a:moveTo>
                <a:cubicBezTo>
                  <a:pt x="4717" y="8348"/>
                  <a:pt x="3943" y="8736"/>
                  <a:pt x="3294" y="9199"/>
                </a:cubicBezTo>
                <a:cubicBezTo>
                  <a:pt x="2295" y="9892"/>
                  <a:pt x="1526" y="10887"/>
                  <a:pt x="976" y="11992"/>
                </a:cubicBezTo>
                <a:cubicBezTo>
                  <a:pt x="302" y="13379"/>
                  <a:pt x="-24" y="14946"/>
                  <a:pt x="1" y="16487"/>
                </a:cubicBezTo>
                <a:cubicBezTo>
                  <a:pt x="51" y="18105"/>
                  <a:pt x="1548" y="18828"/>
                  <a:pt x="2896" y="19136"/>
                </a:cubicBezTo>
                <a:cubicBezTo>
                  <a:pt x="3395" y="19239"/>
                  <a:pt x="3916" y="19317"/>
                  <a:pt x="4441" y="19369"/>
                </a:cubicBezTo>
                <a:cubicBezTo>
                  <a:pt x="4965" y="20370"/>
                  <a:pt x="6145" y="20884"/>
                  <a:pt x="7219" y="21167"/>
                </a:cubicBezTo>
                <a:cubicBezTo>
                  <a:pt x="7768" y="21295"/>
                  <a:pt x="8361" y="21395"/>
                  <a:pt x="8935" y="21472"/>
                </a:cubicBezTo>
                <a:cubicBezTo>
                  <a:pt x="9684" y="21549"/>
                  <a:pt x="10433" y="21574"/>
                  <a:pt x="11183" y="21600"/>
                </a:cubicBezTo>
                <a:cubicBezTo>
                  <a:pt x="11382" y="21600"/>
                  <a:pt x="11584" y="21576"/>
                  <a:pt x="11783" y="21576"/>
                </a:cubicBezTo>
                <a:cubicBezTo>
                  <a:pt x="12807" y="21525"/>
                  <a:pt x="13860" y="21369"/>
                  <a:pt x="14834" y="21086"/>
                </a:cubicBezTo>
                <a:cubicBezTo>
                  <a:pt x="15458" y="20906"/>
                  <a:pt x="16052" y="20622"/>
                  <a:pt x="16551" y="20211"/>
                </a:cubicBezTo>
                <a:cubicBezTo>
                  <a:pt x="16801" y="20006"/>
                  <a:pt x="16979" y="19701"/>
                  <a:pt x="17128" y="19393"/>
                </a:cubicBezTo>
                <a:cubicBezTo>
                  <a:pt x="17153" y="19393"/>
                  <a:pt x="17181" y="19393"/>
                  <a:pt x="17206" y="19393"/>
                </a:cubicBezTo>
                <a:cubicBezTo>
                  <a:pt x="18480" y="19264"/>
                  <a:pt x="19873" y="19030"/>
                  <a:pt x="20897" y="18157"/>
                </a:cubicBezTo>
                <a:cubicBezTo>
                  <a:pt x="21122" y="17977"/>
                  <a:pt x="21297" y="17571"/>
                  <a:pt x="21397" y="17314"/>
                </a:cubicBezTo>
                <a:cubicBezTo>
                  <a:pt x="21496" y="17057"/>
                  <a:pt x="21576" y="16771"/>
                  <a:pt x="21576" y="16463"/>
                </a:cubicBezTo>
                <a:lnTo>
                  <a:pt x="21576" y="16359"/>
                </a:lnTo>
                <a:cubicBezTo>
                  <a:pt x="21576" y="14817"/>
                  <a:pt x="21251" y="13329"/>
                  <a:pt x="20577" y="11968"/>
                </a:cubicBezTo>
                <a:cubicBezTo>
                  <a:pt x="20003" y="10838"/>
                  <a:pt x="19173" y="9887"/>
                  <a:pt x="18174" y="9142"/>
                </a:cubicBezTo>
                <a:cubicBezTo>
                  <a:pt x="17525" y="8654"/>
                  <a:pt x="16657" y="8322"/>
                  <a:pt x="15833" y="8348"/>
                </a:cubicBezTo>
                <a:cubicBezTo>
                  <a:pt x="15009" y="8348"/>
                  <a:pt x="14235" y="8736"/>
                  <a:pt x="13586" y="9199"/>
                </a:cubicBezTo>
                <a:cubicBezTo>
                  <a:pt x="13511" y="9250"/>
                  <a:pt x="13411" y="9324"/>
                  <a:pt x="13336" y="9375"/>
                </a:cubicBezTo>
                <a:cubicBezTo>
                  <a:pt x="12912" y="9093"/>
                  <a:pt x="12437" y="8863"/>
                  <a:pt x="11963" y="8709"/>
                </a:cubicBezTo>
                <a:cubicBezTo>
                  <a:pt x="11488" y="8555"/>
                  <a:pt x="11011" y="8499"/>
                  <a:pt x="10511" y="8524"/>
                </a:cubicBezTo>
                <a:cubicBezTo>
                  <a:pt x="9687" y="8601"/>
                  <a:pt x="8917" y="8937"/>
                  <a:pt x="8217" y="9399"/>
                </a:cubicBezTo>
                <a:cubicBezTo>
                  <a:pt x="8118" y="9322"/>
                  <a:pt x="7990" y="9220"/>
                  <a:pt x="7890" y="9142"/>
                </a:cubicBezTo>
                <a:cubicBezTo>
                  <a:pt x="7240" y="8654"/>
                  <a:pt x="6365" y="8322"/>
                  <a:pt x="5541" y="8348"/>
                </a:cubicBezTo>
                <a:close/>
                <a:moveTo>
                  <a:pt x="5994" y="9223"/>
                </a:moveTo>
                <a:cubicBezTo>
                  <a:pt x="6543" y="9300"/>
                  <a:pt x="7066" y="9555"/>
                  <a:pt x="7515" y="9889"/>
                </a:cubicBezTo>
                <a:cubicBezTo>
                  <a:pt x="7290" y="10094"/>
                  <a:pt x="7067" y="10302"/>
                  <a:pt x="6868" y="10507"/>
                </a:cubicBezTo>
                <a:cubicBezTo>
                  <a:pt x="5969" y="11457"/>
                  <a:pt x="5296" y="12612"/>
                  <a:pt x="4847" y="13870"/>
                </a:cubicBezTo>
                <a:cubicBezTo>
                  <a:pt x="4597" y="14589"/>
                  <a:pt x="4417" y="15309"/>
                  <a:pt x="4293" y="16054"/>
                </a:cubicBezTo>
                <a:cubicBezTo>
                  <a:pt x="4268" y="16156"/>
                  <a:pt x="4271" y="16232"/>
                  <a:pt x="4246" y="16334"/>
                </a:cubicBezTo>
                <a:cubicBezTo>
                  <a:pt x="4146" y="17028"/>
                  <a:pt x="4068" y="17776"/>
                  <a:pt x="4168" y="18470"/>
                </a:cubicBezTo>
                <a:cubicBezTo>
                  <a:pt x="3943" y="18444"/>
                  <a:pt x="3743" y="18391"/>
                  <a:pt x="3543" y="18365"/>
                </a:cubicBezTo>
                <a:cubicBezTo>
                  <a:pt x="2944" y="18262"/>
                  <a:pt x="2343" y="18108"/>
                  <a:pt x="1819" y="17852"/>
                </a:cubicBezTo>
                <a:cubicBezTo>
                  <a:pt x="1519" y="17697"/>
                  <a:pt x="1246" y="17494"/>
                  <a:pt x="1047" y="17185"/>
                </a:cubicBezTo>
                <a:cubicBezTo>
                  <a:pt x="822" y="16851"/>
                  <a:pt x="820" y="16439"/>
                  <a:pt x="820" y="16054"/>
                </a:cubicBezTo>
                <a:cubicBezTo>
                  <a:pt x="870" y="14564"/>
                  <a:pt x="1249" y="13098"/>
                  <a:pt x="1999" y="11839"/>
                </a:cubicBezTo>
                <a:cubicBezTo>
                  <a:pt x="2523" y="10966"/>
                  <a:pt x="3247" y="10196"/>
                  <a:pt x="4121" y="9656"/>
                </a:cubicBezTo>
                <a:cubicBezTo>
                  <a:pt x="4695" y="9322"/>
                  <a:pt x="5344" y="9120"/>
                  <a:pt x="5994" y="9223"/>
                </a:cubicBezTo>
                <a:close/>
                <a:moveTo>
                  <a:pt x="11034" y="9351"/>
                </a:moveTo>
                <a:cubicBezTo>
                  <a:pt x="10560" y="9839"/>
                  <a:pt x="6744" y="13764"/>
                  <a:pt x="5596" y="14946"/>
                </a:cubicBezTo>
                <a:cubicBezTo>
                  <a:pt x="5496" y="15049"/>
                  <a:pt x="5391" y="15156"/>
                  <a:pt x="5291" y="15259"/>
                </a:cubicBezTo>
                <a:cubicBezTo>
                  <a:pt x="5741" y="13435"/>
                  <a:pt x="6719" y="11610"/>
                  <a:pt x="8217" y="10403"/>
                </a:cubicBezTo>
                <a:cubicBezTo>
                  <a:pt x="8342" y="10326"/>
                  <a:pt x="8436" y="10223"/>
                  <a:pt x="8561" y="10146"/>
                </a:cubicBezTo>
                <a:cubicBezTo>
                  <a:pt x="8661" y="10069"/>
                  <a:pt x="8787" y="9990"/>
                  <a:pt x="8912" y="9913"/>
                </a:cubicBezTo>
                <a:cubicBezTo>
                  <a:pt x="9162" y="9759"/>
                  <a:pt x="9441" y="9631"/>
                  <a:pt x="9716" y="9528"/>
                </a:cubicBezTo>
                <a:cubicBezTo>
                  <a:pt x="10165" y="9374"/>
                  <a:pt x="10610" y="9351"/>
                  <a:pt x="11034" y="9351"/>
                </a:cubicBezTo>
                <a:close/>
                <a:moveTo>
                  <a:pt x="11908" y="9608"/>
                </a:moveTo>
                <a:cubicBezTo>
                  <a:pt x="12158" y="9711"/>
                  <a:pt x="12408" y="9815"/>
                  <a:pt x="12657" y="9969"/>
                </a:cubicBezTo>
                <a:cubicBezTo>
                  <a:pt x="12782" y="10046"/>
                  <a:pt x="12907" y="10117"/>
                  <a:pt x="13032" y="10194"/>
                </a:cubicBezTo>
                <a:lnTo>
                  <a:pt x="13086" y="10250"/>
                </a:lnTo>
                <a:cubicBezTo>
                  <a:pt x="12837" y="10507"/>
                  <a:pt x="5914" y="17617"/>
                  <a:pt x="5065" y="18542"/>
                </a:cubicBezTo>
                <a:cubicBezTo>
                  <a:pt x="5015" y="18413"/>
                  <a:pt x="4995" y="18261"/>
                  <a:pt x="4995" y="18132"/>
                </a:cubicBezTo>
                <a:cubicBezTo>
                  <a:pt x="4945" y="17670"/>
                  <a:pt x="4992" y="17184"/>
                  <a:pt x="5042" y="16696"/>
                </a:cubicBezTo>
                <a:cubicBezTo>
                  <a:pt x="6490" y="15180"/>
                  <a:pt x="11609" y="9916"/>
                  <a:pt x="11908" y="9608"/>
                </a:cubicBezTo>
                <a:close/>
                <a:moveTo>
                  <a:pt x="13734" y="10740"/>
                </a:moveTo>
                <a:cubicBezTo>
                  <a:pt x="13734" y="10765"/>
                  <a:pt x="13757" y="10764"/>
                  <a:pt x="13757" y="10764"/>
                </a:cubicBezTo>
                <a:cubicBezTo>
                  <a:pt x="14057" y="11046"/>
                  <a:pt x="14358" y="11353"/>
                  <a:pt x="14608" y="11687"/>
                </a:cubicBezTo>
                <a:cubicBezTo>
                  <a:pt x="13459" y="12843"/>
                  <a:pt x="6715" y="19780"/>
                  <a:pt x="6540" y="20011"/>
                </a:cubicBezTo>
                <a:cubicBezTo>
                  <a:pt x="6415" y="19959"/>
                  <a:pt x="6289" y="19910"/>
                  <a:pt x="6189" y="19858"/>
                </a:cubicBezTo>
                <a:cubicBezTo>
                  <a:pt x="5939" y="19730"/>
                  <a:pt x="5739" y="19572"/>
                  <a:pt x="5564" y="19393"/>
                </a:cubicBezTo>
                <a:cubicBezTo>
                  <a:pt x="5514" y="19341"/>
                  <a:pt x="5465" y="19316"/>
                  <a:pt x="5440" y="19264"/>
                </a:cubicBezTo>
                <a:cubicBezTo>
                  <a:pt x="5539" y="19161"/>
                  <a:pt x="5644" y="19062"/>
                  <a:pt x="5744" y="18959"/>
                </a:cubicBezTo>
                <a:cubicBezTo>
                  <a:pt x="5869" y="18831"/>
                  <a:pt x="13135" y="11356"/>
                  <a:pt x="13734" y="10740"/>
                </a:cubicBezTo>
                <a:close/>
                <a:moveTo>
                  <a:pt x="15053" y="12353"/>
                </a:moveTo>
                <a:cubicBezTo>
                  <a:pt x="15303" y="12738"/>
                  <a:pt x="15508" y="13122"/>
                  <a:pt x="15708" y="13533"/>
                </a:cubicBezTo>
                <a:cubicBezTo>
                  <a:pt x="15683" y="13559"/>
                  <a:pt x="15679" y="13564"/>
                  <a:pt x="15654" y="13589"/>
                </a:cubicBezTo>
                <a:cubicBezTo>
                  <a:pt x="14355" y="14925"/>
                  <a:pt x="9191" y="20237"/>
                  <a:pt x="8842" y="20597"/>
                </a:cubicBezTo>
                <a:cubicBezTo>
                  <a:pt x="8342" y="20520"/>
                  <a:pt x="7812" y="20444"/>
                  <a:pt x="7312" y="20316"/>
                </a:cubicBezTo>
                <a:cubicBezTo>
                  <a:pt x="7712" y="19905"/>
                  <a:pt x="14304" y="13124"/>
                  <a:pt x="15053" y="12353"/>
                </a:cubicBezTo>
                <a:close/>
                <a:moveTo>
                  <a:pt x="16052" y="14360"/>
                </a:moveTo>
                <a:cubicBezTo>
                  <a:pt x="16201" y="14822"/>
                  <a:pt x="16326" y="15309"/>
                  <a:pt x="16426" y="15797"/>
                </a:cubicBezTo>
                <a:cubicBezTo>
                  <a:pt x="15577" y="16670"/>
                  <a:pt x="12158" y="20187"/>
                  <a:pt x="11659" y="20701"/>
                </a:cubicBezTo>
                <a:cubicBezTo>
                  <a:pt x="11059" y="20727"/>
                  <a:pt x="10487" y="20703"/>
                  <a:pt x="9887" y="20677"/>
                </a:cubicBezTo>
                <a:cubicBezTo>
                  <a:pt x="10536" y="20009"/>
                  <a:pt x="14307" y="16103"/>
                  <a:pt x="15256" y="15179"/>
                </a:cubicBezTo>
                <a:cubicBezTo>
                  <a:pt x="15505" y="14922"/>
                  <a:pt x="15777" y="14642"/>
                  <a:pt x="16052" y="14360"/>
                </a:cubicBezTo>
                <a:close/>
                <a:moveTo>
                  <a:pt x="16551" y="16776"/>
                </a:moveTo>
                <a:cubicBezTo>
                  <a:pt x="16601" y="17187"/>
                  <a:pt x="16629" y="17593"/>
                  <a:pt x="16629" y="18004"/>
                </a:cubicBezTo>
                <a:cubicBezTo>
                  <a:pt x="16629" y="18184"/>
                  <a:pt x="16601" y="18364"/>
                  <a:pt x="16551" y="18518"/>
                </a:cubicBezTo>
                <a:cubicBezTo>
                  <a:pt x="16501" y="18672"/>
                  <a:pt x="16454" y="18831"/>
                  <a:pt x="16379" y="18959"/>
                </a:cubicBezTo>
                <a:cubicBezTo>
                  <a:pt x="16354" y="19011"/>
                  <a:pt x="16326" y="19060"/>
                  <a:pt x="16301" y="19112"/>
                </a:cubicBezTo>
                <a:cubicBezTo>
                  <a:pt x="16251" y="19214"/>
                  <a:pt x="16204" y="19316"/>
                  <a:pt x="16130" y="19393"/>
                </a:cubicBezTo>
                <a:cubicBezTo>
                  <a:pt x="16080" y="19444"/>
                  <a:pt x="16031" y="19494"/>
                  <a:pt x="15981" y="19545"/>
                </a:cubicBezTo>
                <a:cubicBezTo>
                  <a:pt x="15831" y="19674"/>
                  <a:pt x="15633" y="19780"/>
                  <a:pt x="15459" y="19882"/>
                </a:cubicBezTo>
                <a:cubicBezTo>
                  <a:pt x="14959" y="20165"/>
                  <a:pt x="14355" y="20292"/>
                  <a:pt x="13781" y="20420"/>
                </a:cubicBezTo>
                <a:cubicBezTo>
                  <a:pt x="13481" y="20471"/>
                  <a:pt x="13183" y="20521"/>
                  <a:pt x="12884" y="20573"/>
                </a:cubicBezTo>
                <a:cubicBezTo>
                  <a:pt x="13283" y="20136"/>
                  <a:pt x="16002" y="17367"/>
                  <a:pt x="16551" y="16776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95" name="Shape"/>
          <p:cNvSpPr/>
          <p:nvPr/>
        </p:nvSpPr>
        <p:spPr>
          <a:xfrm>
            <a:off x="18552582" y="4445712"/>
            <a:ext cx="600483" cy="473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425" y="0"/>
                </a:moveTo>
                <a:lnTo>
                  <a:pt x="1151" y="0"/>
                </a:lnTo>
                <a:cubicBezTo>
                  <a:pt x="503" y="0"/>
                  <a:pt x="0" y="669"/>
                  <a:pt x="0" y="1460"/>
                </a:cubicBezTo>
                <a:lnTo>
                  <a:pt x="0" y="17006"/>
                </a:lnTo>
                <a:cubicBezTo>
                  <a:pt x="0" y="17797"/>
                  <a:pt x="503" y="18466"/>
                  <a:pt x="1151" y="18466"/>
                </a:cubicBezTo>
                <a:lnTo>
                  <a:pt x="7983" y="18466"/>
                </a:lnTo>
                <a:cubicBezTo>
                  <a:pt x="7983" y="18466"/>
                  <a:pt x="8535" y="19805"/>
                  <a:pt x="7983" y="20444"/>
                </a:cubicBezTo>
                <a:cubicBezTo>
                  <a:pt x="7671" y="20596"/>
                  <a:pt x="5274" y="21326"/>
                  <a:pt x="5418" y="21600"/>
                </a:cubicBezTo>
                <a:cubicBezTo>
                  <a:pt x="5682" y="21600"/>
                  <a:pt x="15942" y="21600"/>
                  <a:pt x="16182" y="21600"/>
                </a:cubicBezTo>
                <a:cubicBezTo>
                  <a:pt x="16206" y="21326"/>
                  <a:pt x="13905" y="20505"/>
                  <a:pt x="13665" y="20444"/>
                </a:cubicBezTo>
                <a:cubicBezTo>
                  <a:pt x="13185" y="19866"/>
                  <a:pt x="13665" y="18466"/>
                  <a:pt x="13665" y="18466"/>
                </a:cubicBezTo>
                <a:lnTo>
                  <a:pt x="20449" y="18466"/>
                </a:lnTo>
                <a:cubicBezTo>
                  <a:pt x="21073" y="18466"/>
                  <a:pt x="21600" y="17828"/>
                  <a:pt x="21600" y="17006"/>
                </a:cubicBezTo>
                <a:lnTo>
                  <a:pt x="21600" y="1460"/>
                </a:lnTo>
                <a:cubicBezTo>
                  <a:pt x="21576" y="669"/>
                  <a:pt x="21073" y="0"/>
                  <a:pt x="20425" y="0"/>
                </a:cubicBezTo>
                <a:close/>
                <a:moveTo>
                  <a:pt x="6377" y="15850"/>
                </a:moveTo>
                <a:lnTo>
                  <a:pt x="4075" y="8214"/>
                </a:lnTo>
                <a:cubicBezTo>
                  <a:pt x="3932" y="7727"/>
                  <a:pt x="3932" y="7271"/>
                  <a:pt x="4291" y="7088"/>
                </a:cubicBezTo>
                <a:lnTo>
                  <a:pt x="8894" y="4868"/>
                </a:lnTo>
                <a:lnTo>
                  <a:pt x="6904" y="12686"/>
                </a:lnTo>
                <a:cubicBezTo>
                  <a:pt x="6832" y="13021"/>
                  <a:pt x="6952" y="13355"/>
                  <a:pt x="7168" y="13447"/>
                </a:cubicBezTo>
                <a:lnTo>
                  <a:pt x="10285" y="14725"/>
                </a:lnTo>
                <a:lnTo>
                  <a:pt x="7144" y="16246"/>
                </a:lnTo>
                <a:cubicBezTo>
                  <a:pt x="6760" y="16428"/>
                  <a:pt x="6521" y="16306"/>
                  <a:pt x="6377" y="15850"/>
                </a:cubicBezTo>
                <a:close/>
                <a:moveTo>
                  <a:pt x="13929" y="4776"/>
                </a:moveTo>
                <a:cubicBezTo>
                  <a:pt x="14168" y="4868"/>
                  <a:pt x="14144" y="4959"/>
                  <a:pt x="14072" y="5294"/>
                </a:cubicBezTo>
                <a:lnTo>
                  <a:pt x="12107" y="12899"/>
                </a:lnTo>
                <a:cubicBezTo>
                  <a:pt x="12059" y="13112"/>
                  <a:pt x="12035" y="13173"/>
                  <a:pt x="11843" y="13082"/>
                </a:cubicBezTo>
                <a:lnTo>
                  <a:pt x="7983" y="11500"/>
                </a:lnTo>
                <a:cubicBezTo>
                  <a:pt x="7863" y="11439"/>
                  <a:pt x="7863" y="11408"/>
                  <a:pt x="7959" y="11074"/>
                </a:cubicBezTo>
                <a:lnTo>
                  <a:pt x="9925" y="3468"/>
                </a:lnTo>
                <a:cubicBezTo>
                  <a:pt x="9997" y="3134"/>
                  <a:pt x="10093" y="3225"/>
                  <a:pt x="10333" y="3346"/>
                </a:cubicBezTo>
                <a:lnTo>
                  <a:pt x="13929" y="4776"/>
                </a:lnTo>
                <a:close/>
                <a:moveTo>
                  <a:pt x="10165" y="13386"/>
                </a:moveTo>
                <a:cubicBezTo>
                  <a:pt x="10141" y="13477"/>
                  <a:pt x="10069" y="13538"/>
                  <a:pt x="9997" y="13508"/>
                </a:cubicBezTo>
                <a:lnTo>
                  <a:pt x="9326" y="13234"/>
                </a:lnTo>
                <a:cubicBezTo>
                  <a:pt x="9254" y="13203"/>
                  <a:pt x="9206" y="13112"/>
                  <a:pt x="9230" y="13021"/>
                </a:cubicBezTo>
                <a:cubicBezTo>
                  <a:pt x="9254" y="12930"/>
                  <a:pt x="9326" y="12869"/>
                  <a:pt x="9398" y="12899"/>
                </a:cubicBezTo>
                <a:lnTo>
                  <a:pt x="10069" y="13173"/>
                </a:lnTo>
                <a:cubicBezTo>
                  <a:pt x="10141" y="13203"/>
                  <a:pt x="10189" y="13295"/>
                  <a:pt x="10165" y="13386"/>
                </a:cubicBezTo>
                <a:close/>
                <a:moveTo>
                  <a:pt x="14792" y="4928"/>
                </a:moveTo>
                <a:cubicBezTo>
                  <a:pt x="14863" y="4594"/>
                  <a:pt x="14744" y="4259"/>
                  <a:pt x="14528" y="4168"/>
                </a:cubicBezTo>
                <a:lnTo>
                  <a:pt x="12250" y="3225"/>
                </a:lnTo>
                <a:lnTo>
                  <a:pt x="14504" y="2130"/>
                </a:lnTo>
                <a:cubicBezTo>
                  <a:pt x="14863" y="1947"/>
                  <a:pt x="15103" y="2251"/>
                  <a:pt x="15247" y="2738"/>
                </a:cubicBezTo>
                <a:lnTo>
                  <a:pt x="17572" y="10405"/>
                </a:lnTo>
                <a:cubicBezTo>
                  <a:pt x="17716" y="10891"/>
                  <a:pt x="17644" y="11165"/>
                  <a:pt x="17285" y="11348"/>
                </a:cubicBezTo>
                <a:lnTo>
                  <a:pt x="12562" y="13629"/>
                </a:lnTo>
                <a:lnTo>
                  <a:pt x="14792" y="4928"/>
                </a:lnTo>
                <a:close/>
                <a:moveTo>
                  <a:pt x="1103" y="15881"/>
                </a:moveTo>
                <a:lnTo>
                  <a:pt x="1103" y="2586"/>
                </a:lnTo>
                <a:cubicBezTo>
                  <a:pt x="1103" y="1795"/>
                  <a:pt x="1486" y="1399"/>
                  <a:pt x="2110" y="1399"/>
                </a:cubicBezTo>
                <a:lnTo>
                  <a:pt x="13377" y="1399"/>
                </a:lnTo>
                <a:lnTo>
                  <a:pt x="10812" y="2647"/>
                </a:lnTo>
                <a:lnTo>
                  <a:pt x="10021" y="2312"/>
                </a:lnTo>
                <a:cubicBezTo>
                  <a:pt x="9781" y="2221"/>
                  <a:pt x="9541" y="2403"/>
                  <a:pt x="9446" y="2738"/>
                </a:cubicBezTo>
                <a:lnTo>
                  <a:pt x="9278" y="3377"/>
                </a:lnTo>
                <a:lnTo>
                  <a:pt x="3380" y="6237"/>
                </a:lnTo>
                <a:cubicBezTo>
                  <a:pt x="3021" y="6419"/>
                  <a:pt x="2685" y="7241"/>
                  <a:pt x="2829" y="7697"/>
                </a:cubicBezTo>
                <a:lnTo>
                  <a:pt x="5610" y="16945"/>
                </a:lnTo>
                <a:cubicBezTo>
                  <a:pt x="5610" y="16976"/>
                  <a:pt x="5634" y="17006"/>
                  <a:pt x="5658" y="17037"/>
                </a:cubicBezTo>
                <a:lnTo>
                  <a:pt x="2110" y="17037"/>
                </a:lnTo>
                <a:cubicBezTo>
                  <a:pt x="1486" y="17037"/>
                  <a:pt x="1103" y="16672"/>
                  <a:pt x="1103" y="15881"/>
                </a:cubicBezTo>
                <a:close/>
                <a:moveTo>
                  <a:pt x="20377" y="15881"/>
                </a:moveTo>
                <a:cubicBezTo>
                  <a:pt x="20377" y="16672"/>
                  <a:pt x="20210" y="17067"/>
                  <a:pt x="19586" y="17067"/>
                </a:cubicBezTo>
                <a:lnTo>
                  <a:pt x="8415" y="17067"/>
                </a:lnTo>
                <a:lnTo>
                  <a:pt x="18244" y="12321"/>
                </a:lnTo>
                <a:cubicBezTo>
                  <a:pt x="18603" y="12139"/>
                  <a:pt x="18867" y="11074"/>
                  <a:pt x="18723" y="10587"/>
                </a:cubicBezTo>
                <a:lnTo>
                  <a:pt x="15966" y="1399"/>
                </a:lnTo>
                <a:lnTo>
                  <a:pt x="19610" y="1399"/>
                </a:lnTo>
                <a:cubicBezTo>
                  <a:pt x="20234" y="1399"/>
                  <a:pt x="20401" y="1795"/>
                  <a:pt x="20401" y="2586"/>
                </a:cubicBezTo>
                <a:lnTo>
                  <a:pt x="20401" y="15881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96" name="Shape"/>
          <p:cNvSpPr/>
          <p:nvPr/>
        </p:nvSpPr>
        <p:spPr>
          <a:xfrm>
            <a:off x="7501963" y="10029374"/>
            <a:ext cx="520694" cy="5205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5" fill="norm" stroke="1" extrusionOk="0">
                <a:moveTo>
                  <a:pt x="4949" y="0"/>
                </a:moveTo>
                <a:cubicBezTo>
                  <a:pt x="4002" y="0"/>
                  <a:pt x="3215" y="-3"/>
                  <a:pt x="2589" y="81"/>
                </a:cubicBezTo>
                <a:cubicBezTo>
                  <a:pt x="1927" y="170"/>
                  <a:pt x="1328" y="368"/>
                  <a:pt x="848" y="848"/>
                </a:cubicBezTo>
                <a:cubicBezTo>
                  <a:pt x="369" y="1328"/>
                  <a:pt x="176" y="1921"/>
                  <a:pt x="87" y="2583"/>
                </a:cubicBezTo>
                <a:cubicBezTo>
                  <a:pt x="3" y="3209"/>
                  <a:pt x="0" y="4002"/>
                  <a:pt x="0" y="4948"/>
                </a:cubicBezTo>
                <a:lnTo>
                  <a:pt x="0" y="5057"/>
                </a:lnTo>
                <a:cubicBezTo>
                  <a:pt x="0" y="6004"/>
                  <a:pt x="3" y="6791"/>
                  <a:pt x="87" y="7417"/>
                </a:cubicBezTo>
                <a:cubicBezTo>
                  <a:pt x="176" y="8079"/>
                  <a:pt x="369" y="8678"/>
                  <a:pt x="848" y="9157"/>
                </a:cubicBezTo>
                <a:cubicBezTo>
                  <a:pt x="1328" y="9637"/>
                  <a:pt x="1927" y="9835"/>
                  <a:pt x="2589" y="9924"/>
                </a:cubicBezTo>
                <a:cubicBezTo>
                  <a:pt x="3215" y="10008"/>
                  <a:pt x="4002" y="10006"/>
                  <a:pt x="4949" y="10006"/>
                </a:cubicBezTo>
                <a:lnTo>
                  <a:pt x="5057" y="10006"/>
                </a:lnTo>
                <a:cubicBezTo>
                  <a:pt x="6004" y="10006"/>
                  <a:pt x="6796" y="10008"/>
                  <a:pt x="7423" y="9924"/>
                </a:cubicBezTo>
                <a:cubicBezTo>
                  <a:pt x="8084" y="9835"/>
                  <a:pt x="8683" y="9637"/>
                  <a:pt x="9163" y="9157"/>
                </a:cubicBezTo>
                <a:cubicBezTo>
                  <a:pt x="9643" y="8678"/>
                  <a:pt x="9835" y="8079"/>
                  <a:pt x="9924" y="7417"/>
                </a:cubicBezTo>
                <a:cubicBezTo>
                  <a:pt x="10009" y="6791"/>
                  <a:pt x="10011" y="6004"/>
                  <a:pt x="10011" y="5057"/>
                </a:cubicBezTo>
                <a:lnTo>
                  <a:pt x="10011" y="4948"/>
                </a:lnTo>
                <a:cubicBezTo>
                  <a:pt x="10011" y="4002"/>
                  <a:pt x="10009" y="3209"/>
                  <a:pt x="9924" y="2583"/>
                </a:cubicBezTo>
                <a:cubicBezTo>
                  <a:pt x="9836" y="1921"/>
                  <a:pt x="9643" y="1328"/>
                  <a:pt x="9163" y="848"/>
                </a:cubicBezTo>
                <a:cubicBezTo>
                  <a:pt x="8683" y="368"/>
                  <a:pt x="8084" y="170"/>
                  <a:pt x="7423" y="81"/>
                </a:cubicBezTo>
                <a:cubicBezTo>
                  <a:pt x="6796" y="-3"/>
                  <a:pt x="6009" y="0"/>
                  <a:pt x="5063" y="0"/>
                </a:cubicBezTo>
                <a:lnTo>
                  <a:pt x="4949" y="0"/>
                </a:lnTo>
                <a:close/>
                <a:moveTo>
                  <a:pt x="16542" y="0"/>
                </a:moveTo>
                <a:cubicBezTo>
                  <a:pt x="15596" y="0"/>
                  <a:pt x="14804" y="-3"/>
                  <a:pt x="14177" y="81"/>
                </a:cubicBezTo>
                <a:cubicBezTo>
                  <a:pt x="13516" y="170"/>
                  <a:pt x="12917" y="368"/>
                  <a:pt x="12437" y="848"/>
                </a:cubicBezTo>
                <a:cubicBezTo>
                  <a:pt x="11957" y="1328"/>
                  <a:pt x="11764" y="1921"/>
                  <a:pt x="11675" y="2583"/>
                </a:cubicBezTo>
                <a:cubicBezTo>
                  <a:pt x="11591" y="3209"/>
                  <a:pt x="11588" y="4002"/>
                  <a:pt x="11588" y="4948"/>
                </a:cubicBezTo>
                <a:lnTo>
                  <a:pt x="11588" y="5057"/>
                </a:lnTo>
                <a:cubicBezTo>
                  <a:pt x="11588" y="6004"/>
                  <a:pt x="11591" y="6791"/>
                  <a:pt x="11675" y="7417"/>
                </a:cubicBezTo>
                <a:cubicBezTo>
                  <a:pt x="11764" y="8079"/>
                  <a:pt x="11957" y="8678"/>
                  <a:pt x="12437" y="9157"/>
                </a:cubicBezTo>
                <a:cubicBezTo>
                  <a:pt x="12917" y="9637"/>
                  <a:pt x="13516" y="9835"/>
                  <a:pt x="14177" y="9924"/>
                </a:cubicBezTo>
                <a:cubicBezTo>
                  <a:pt x="14804" y="10008"/>
                  <a:pt x="15596" y="10006"/>
                  <a:pt x="16542" y="10006"/>
                </a:cubicBezTo>
                <a:lnTo>
                  <a:pt x="16651" y="10006"/>
                </a:lnTo>
                <a:cubicBezTo>
                  <a:pt x="17598" y="10006"/>
                  <a:pt x="18385" y="10008"/>
                  <a:pt x="19011" y="9924"/>
                </a:cubicBezTo>
                <a:cubicBezTo>
                  <a:pt x="19673" y="9835"/>
                  <a:pt x="20272" y="9637"/>
                  <a:pt x="20752" y="9157"/>
                </a:cubicBezTo>
                <a:cubicBezTo>
                  <a:pt x="21231" y="8678"/>
                  <a:pt x="21424" y="8079"/>
                  <a:pt x="21513" y="7417"/>
                </a:cubicBezTo>
                <a:cubicBezTo>
                  <a:pt x="21597" y="6791"/>
                  <a:pt x="21600" y="6004"/>
                  <a:pt x="21600" y="5057"/>
                </a:cubicBezTo>
                <a:lnTo>
                  <a:pt x="21600" y="4948"/>
                </a:lnTo>
                <a:cubicBezTo>
                  <a:pt x="21600" y="4002"/>
                  <a:pt x="21597" y="3209"/>
                  <a:pt x="21513" y="2583"/>
                </a:cubicBezTo>
                <a:cubicBezTo>
                  <a:pt x="21424" y="1921"/>
                  <a:pt x="21231" y="1328"/>
                  <a:pt x="20752" y="848"/>
                </a:cubicBezTo>
                <a:cubicBezTo>
                  <a:pt x="20272" y="368"/>
                  <a:pt x="19673" y="170"/>
                  <a:pt x="19011" y="81"/>
                </a:cubicBezTo>
                <a:cubicBezTo>
                  <a:pt x="18385" y="-3"/>
                  <a:pt x="17598" y="0"/>
                  <a:pt x="16651" y="0"/>
                </a:cubicBezTo>
                <a:lnTo>
                  <a:pt x="16542" y="0"/>
                </a:lnTo>
                <a:close/>
                <a:moveTo>
                  <a:pt x="5003" y="1577"/>
                </a:moveTo>
                <a:cubicBezTo>
                  <a:pt x="6019" y="1577"/>
                  <a:pt x="6702" y="1579"/>
                  <a:pt x="7211" y="1647"/>
                </a:cubicBezTo>
                <a:cubicBezTo>
                  <a:pt x="7697" y="1713"/>
                  <a:pt x="7906" y="1826"/>
                  <a:pt x="8043" y="1963"/>
                </a:cubicBezTo>
                <a:cubicBezTo>
                  <a:pt x="8180" y="2100"/>
                  <a:pt x="8293" y="2309"/>
                  <a:pt x="8358" y="2795"/>
                </a:cubicBezTo>
                <a:cubicBezTo>
                  <a:pt x="8427" y="3304"/>
                  <a:pt x="8429" y="3987"/>
                  <a:pt x="8429" y="5003"/>
                </a:cubicBezTo>
                <a:cubicBezTo>
                  <a:pt x="8429" y="6018"/>
                  <a:pt x="8427" y="6702"/>
                  <a:pt x="8358" y="7211"/>
                </a:cubicBezTo>
                <a:cubicBezTo>
                  <a:pt x="8293" y="7697"/>
                  <a:pt x="8180" y="7905"/>
                  <a:pt x="8043" y="8043"/>
                </a:cubicBezTo>
                <a:cubicBezTo>
                  <a:pt x="7906" y="8180"/>
                  <a:pt x="7697" y="8293"/>
                  <a:pt x="7211" y="8358"/>
                </a:cubicBezTo>
                <a:cubicBezTo>
                  <a:pt x="6702" y="8426"/>
                  <a:pt x="6019" y="8429"/>
                  <a:pt x="5003" y="8429"/>
                </a:cubicBezTo>
                <a:cubicBezTo>
                  <a:pt x="3987" y="8429"/>
                  <a:pt x="3310" y="8426"/>
                  <a:pt x="2801" y="8358"/>
                </a:cubicBezTo>
                <a:cubicBezTo>
                  <a:pt x="2314" y="8293"/>
                  <a:pt x="2106" y="8180"/>
                  <a:pt x="1969" y="8043"/>
                </a:cubicBezTo>
                <a:cubicBezTo>
                  <a:pt x="1831" y="7905"/>
                  <a:pt x="1719" y="7697"/>
                  <a:pt x="1653" y="7211"/>
                </a:cubicBezTo>
                <a:cubicBezTo>
                  <a:pt x="1585" y="6702"/>
                  <a:pt x="1583" y="6018"/>
                  <a:pt x="1583" y="5003"/>
                </a:cubicBezTo>
                <a:cubicBezTo>
                  <a:pt x="1583" y="3987"/>
                  <a:pt x="1585" y="3304"/>
                  <a:pt x="1653" y="2795"/>
                </a:cubicBezTo>
                <a:cubicBezTo>
                  <a:pt x="1719" y="2309"/>
                  <a:pt x="1831" y="2100"/>
                  <a:pt x="1969" y="1963"/>
                </a:cubicBezTo>
                <a:cubicBezTo>
                  <a:pt x="2106" y="1826"/>
                  <a:pt x="2314" y="1713"/>
                  <a:pt x="2801" y="1647"/>
                </a:cubicBezTo>
                <a:cubicBezTo>
                  <a:pt x="3310" y="1579"/>
                  <a:pt x="3987" y="1577"/>
                  <a:pt x="5003" y="1577"/>
                </a:cubicBezTo>
                <a:close/>
                <a:moveTo>
                  <a:pt x="16597" y="1577"/>
                </a:moveTo>
                <a:cubicBezTo>
                  <a:pt x="17613" y="1577"/>
                  <a:pt x="18290" y="1579"/>
                  <a:pt x="18799" y="1647"/>
                </a:cubicBezTo>
                <a:cubicBezTo>
                  <a:pt x="19285" y="1713"/>
                  <a:pt x="19494" y="1826"/>
                  <a:pt x="19631" y="1963"/>
                </a:cubicBezTo>
                <a:cubicBezTo>
                  <a:pt x="19769" y="2100"/>
                  <a:pt x="19881" y="2309"/>
                  <a:pt x="19947" y="2795"/>
                </a:cubicBezTo>
                <a:cubicBezTo>
                  <a:pt x="20015" y="3304"/>
                  <a:pt x="20017" y="3987"/>
                  <a:pt x="20017" y="5003"/>
                </a:cubicBezTo>
                <a:cubicBezTo>
                  <a:pt x="20017" y="6018"/>
                  <a:pt x="20015" y="6702"/>
                  <a:pt x="19947" y="7211"/>
                </a:cubicBezTo>
                <a:cubicBezTo>
                  <a:pt x="19881" y="7697"/>
                  <a:pt x="19769" y="7905"/>
                  <a:pt x="19631" y="8043"/>
                </a:cubicBezTo>
                <a:cubicBezTo>
                  <a:pt x="19494" y="8180"/>
                  <a:pt x="19286" y="8293"/>
                  <a:pt x="18799" y="8358"/>
                </a:cubicBezTo>
                <a:cubicBezTo>
                  <a:pt x="18290" y="8426"/>
                  <a:pt x="17613" y="8429"/>
                  <a:pt x="16597" y="8429"/>
                </a:cubicBezTo>
                <a:cubicBezTo>
                  <a:pt x="15581" y="8429"/>
                  <a:pt x="14898" y="8426"/>
                  <a:pt x="14389" y="8358"/>
                </a:cubicBezTo>
                <a:cubicBezTo>
                  <a:pt x="13903" y="8293"/>
                  <a:pt x="13694" y="8180"/>
                  <a:pt x="13557" y="8043"/>
                </a:cubicBezTo>
                <a:cubicBezTo>
                  <a:pt x="13420" y="7905"/>
                  <a:pt x="13307" y="7697"/>
                  <a:pt x="13242" y="7211"/>
                </a:cubicBezTo>
                <a:cubicBezTo>
                  <a:pt x="13173" y="6702"/>
                  <a:pt x="13171" y="6018"/>
                  <a:pt x="13171" y="5003"/>
                </a:cubicBezTo>
                <a:cubicBezTo>
                  <a:pt x="13171" y="3987"/>
                  <a:pt x="13173" y="3304"/>
                  <a:pt x="13242" y="2795"/>
                </a:cubicBezTo>
                <a:cubicBezTo>
                  <a:pt x="13307" y="2309"/>
                  <a:pt x="13420" y="2100"/>
                  <a:pt x="13557" y="1963"/>
                </a:cubicBezTo>
                <a:cubicBezTo>
                  <a:pt x="13694" y="1826"/>
                  <a:pt x="13903" y="1713"/>
                  <a:pt x="14389" y="1647"/>
                </a:cubicBezTo>
                <a:cubicBezTo>
                  <a:pt x="14898" y="1579"/>
                  <a:pt x="15581" y="1577"/>
                  <a:pt x="16597" y="1577"/>
                </a:cubicBezTo>
                <a:close/>
                <a:moveTo>
                  <a:pt x="4269" y="3420"/>
                </a:moveTo>
                <a:cubicBezTo>
                  <a:pt x="3803" y="3420"/>
                  <a:pt x="3426" y="3798"/>
                  <a:pt x="3426" y="4263"/>
                </a:cubicBezTo>
                <a:lnTo>
                  <a:pt x="3426" y="5742"/>
                </a:lnTo>
                <a:cubicBezTo>
                  <a:pt x="3426" y="6208"/>
                  <a:pt x="3803" y="6580"/>
                  <a:pt x="4269" y="6580"/>
                </a:cubicBezTo>
                <a:lnTo>
                  <a:pt x="5743" y="6580"/>
                </a:lnTo>
                <a:cubicBezTo>
                  <a:pt x="6208" y="6580"/>
                  <a:pt x="6585" y="6208"/>
                  <a:pt x="6585" y="5742"/>
                </a:cubicBezTo>
                <a:lnTo>
                  <a:pt x="6585" y="4263"/>
                </a:lnTo>
                <a:cubicBezTo>
                  <a:pt x="6585" y="3798"/>
                  <a:pt x="6208" y="3420"/>
                  <a:pt x="5743" y="3420"/>
                </a:cubicBezTo>
                <a:lnTo>
                  <a:pt x="4269" y="3420"/>
                </a:lnTo>
                <a:close/>
                <a:moveTo>
                  <a:pt x="15857" y="3420"/>
                </a:moveTo>
                <a:cubicBezTo>
                  <a:pt x="15392" y="3420"/>
                  <a:pt x="15014" y="3798"/>
                  <a:pt x="15014" y="4263"/>
                </a:cubicBezTo>
                <a:lnTo>
                  <a:pt x="15014" y="5742"/>
                </a:lnTo>
                <a:cubicBezTo>
                  <a:pt x="15014" y="6208"/>
                  <a:pt x="15392" y="6580"/>
                  <a:pt x="15857" y="6580"/>
                </a:cubicBezTo>
                <a:lnTo>
                  <a:pt x="17331" y="6580"/>
                </a:lnTo>
                <a:cubicBezTo>
                  <a:pt x="17796" y="6580"/>
                  <a:pt x="18174" y="6208"/>
                  <a:pt x="18174" y="5742"/>
                </a:cubicBezTo>
                <a:lnTo>
                  <a:pt x="18174" y="4263"/>
                </a:lnTo>
                <a:cubicBezTo>
                  <a:pt x="18174" y="3798"/>
                  <a:pt x="17796" y="3420"/>
                  <a:pt x="17331" y="3420"/>
                </a:cubicBezTo>
                <a:lnTo>
                  <a:pt x="15857" y="3420"/>
                </a:lnTo>
                <a:close/>
                <a:moveTo>
                  <a:pt x="4949" y="11588"/>
                </a:moveTo>
                <a:cubicBezTo>
                  <a:pt x="4002" y="11588"/>
                  <a:pt x="3215" y="11586"/>
                  <a:pt x="2589" y="11670"/>
                </a:cubicBezTo>
                <a:cubicBezTo>
                  <a:pt x="1927" y="11759"/>
                  <a:pt x="1328" y="11957"/>
                  <a:pt x="848" y="12437"/>
                </a:cubicBezTo>
                <a:cubicBezTo>
                  <a:pt x="369" y="12916"/>
                  <a:pt x="176" y="13515"/>
                  <a:pt x="87" y="14177"/>
                </a:cubicBezTo>
                <a:cubicBezTo>
                  <a:pt x="3" y="14803"/>
                  <a:pt x="0" y="15590"/>
                  <a:pt x="0" y="16537"/>
                </a:cubicBezTo>
                <a:lnTo>
                  <a:pt x="0" y="16646"/>
                </a:lnTo>
                <a:cubicBezTo>
                  <a:pt x="0" y="17592"/>
                  <a:pt x="3" y="18385"/>
                  <a:pt x="87" y="19011"/>
                </a:cubicBezTo>
                <a:cubicBezTo>
                  <a:pt x="176" y="19673"/>
                  <a:pt x="369" y="20266"/>
                  <a:pt x="848" y="20746"/>
                </a:cubicBezTo>
                <a:cubicBezTo>
                  <a:pt x="1328" y="21226"/>
                  <a:pt x="1927" y="21424"/>
                  <a:pt x="2589" y="21513"/>
                </a:cubicBezTo>
                <a:cubicBezTo>
                  <a:pt x="3215" y="21597"/>
                  <a:pt x="4002" y="21594"/>
                  <a:pt x="4949" y="21594"/>
                </a:cubicBezTo>
                <a:lnTo>
                  <a:pt x="5057" y="21594"/>
                </a:lnTo>
                <a:cubicBezTo>
                  <a:pt x="6004" y="21594"/>
                  <a:pt x="6796" y="21597"/>
                  <a:pt x="7423" y="21513"/>
                </a:cubicBezTo>
                <a:cubicBezTo>
                  <a:pt x="8084" y="21424"/>
                  <a:pt x="8683" y="21226"/>
                  <a:pt x="9163" y="20746"/>
                </a:cubicBezTo>
                <a:cubicBezTo>
                  <a:pt x="9643" y="20266"/>
                  <a:pt x="9835" y="19673"/>
                  <a:pt x="9924" y="19011"/>
                </a:cubicBezTo>
                <a:cubicBezTo>
                  <a:pt x="10009" y="18385"/>
                  <a:pt x="10011" y="17592"/>
                  <a:pt x="10011" y="16646"/>
                </a:cubicBezTo>
                <a:lnTo>
                  <a:pt x="10011" y="16537"/>
                </a:lnTo>
                <a:cubicBezTo>
                  <a:pt x="10011" y="15590"/>
                  <a:pt x="10009" y="14803"/>
                  <a:pt x="9924" y="14177"/>
                </a:cubicBezTo>
                <a:cubicBezTo>
                  <a:pt x="9836" y="13515"/>
                  <a:pt x="9643" y="12916"/>
                  <a:pt x="9163" y="12437"/>
                </a:cubicBezTo>
                <a:cubicBezTo>
                  <a:pt x="8683" y="11957"/>
                  <a:pt x="8084" y="11759"/>
                  <a:pt x="7423" y="11670"/>
                </a:cubicBezTo>
                <a:cubicBezTo>
                  <a:pt x="6796" y="11586"/>
                  <a:pt x="6004" y="11588"/>
                  <a:pt x="5057" y="11588"/>
                </a:cubicBezTo>
                <a:lnTo>
                  <a:pt x="4949" y="11588"/>
                </a:lnTo>
                <a:close/>
                <a:moveTo>
                  <a:pt x="15515" y="11588"/>
                </a:moveTo>
                <a:cubicBezTo>
                  <a:pt x="15047" y="11588"/>
                  <a:pt x="14656" y="11588"/>
                  <a:pt x="14335" y="11610"/>
                </a:cubicBezTo>
                <a:cubicBezTo>
                  <a:pt x="14001" y="11633"/>
                  <a:pt x="13684" y="11679"/>
                  <a:pt x="13378" y="11806"/>
                </a:cubicBezTo>
                <a:cubicBezTo>
                  <a:pt x="12668" y="12100"/>
                  <a:pt x="12105" y="12667"/>
                  <a:pt x="11811" y="13377"/>
                </a:cubicBezTo>
                <a:cubicBezTo>
                  <a:pt x="11685" y="13683"/>
                  <a:pt x="11633" y="13995"/>
                  <a:pt x="11610" y="14329"/>
                </a:cubicBezTo>
                <a:cubicBezTo>
                  <a:pt x="11588" y="14650"/>
                  <a:pt x="11588" y="15041"/>
                  <a:pt x="11588" y="15509"/>
                </a:cubicBezTo>
                <a:lnTo>
                  <a:pt x="11588" y="15536"/>
                </a:lnTo>
                <a:lnTo>
                  <a:pt x="13171" y="15536"/>
                </a:lnTo>
                <a:cubicBezTo>
                  <a:pt x="13171" y="15035"/>
                  <a:pt x="13169" y="14699"/>
                  <a:pt x="13187" y="14438"/>
                </a:cubicBezTo>
                <a:cubicBezTo>
                  <a:pt x="13205" y="14184"/>
                  <a:pt x="13235" y="14062"/>
                  <a:pt x="13269" y="13981"/>
                </a:cubicBezTo>
                <a:cubicBezTo>
                  <a:pt x="13402" y="13658"/>
                  <a:pt x="13659" y="13402"/>
                  <a:pt x="13981" y="13269"/>
                </a:cubicBezTo>
                <a:cubicBezTo>
                  <a:pt x="14063" y="13235"/>
                  <a:pt x="14190" y="13204"/>
                  <a:pt x="14443" y="13187"/>
                </a:cubicBezTo>
                <a:cubicBezTo>
                  <a:pt x="14704" y="13169"/>
                  <a:pt x="15040" y="13165"/>
                  <a:pt x="15542" y="13165"/>
                </a:cubicBezTo>
                <a:lnTo>
                  <a:pt x="15542" y="11588"/>
                </a:lnTo>
                <a:lnTo>
                  <a:pt x="15515" y="11588"/>
                </a:lnTo>
                <a:close/>
                <a:moveTo>
                  <a:pt x="17646" y="11588"/>
                </a:moveTo>
                <a:lnTo>
                  <a:pt x="17646" y="13165"/>
                </a:lnTo>
                <a:cubicBezTo>
                  <a:pt x="18148" y="13165"/>
                  <a:pt x="18484" y="13169"/>
                  <a:pt x="18745" y="13187"/>
                </a:cubicBezTo>
                <a:cubicBezTo>
                  <a:pt x="18998" y="13204"/>
                  <a:pt x="19126" y="13235"/>
                  <a:pt x="19207" y="13269"/>
                </a:cubicBezTo>
                <a:cubicBezTo>
                  <a:pt x="19530" y="13402"/>
                  <a:pt x="19786" y="13658"/>
                  <a:pt x="19919" y="13981"/>
                </a:cubicBezTo>
                <a:cubicBezTo>
                  <a:pt x="19953" y="14062"/>
                  <a:pt x="19984" y="14184"/>
                  <a:pt x="20001" y="14438"/>
                </a:cubicBezTo>
                <a:cubicBezTo>
                  <a:pt x="20019" y="14699"/>
                  <a:pt x="20017" y="15035"/>
                  <a:pt x="20017" y="15536"/>
                </a:cubicBezTo>
                <a:lnTo>
                  <a:pt x="21600" y="15536"/>
                </a:lnTo>
                <a:lnTo>
                  <a:pt x="21600" y="15509"/>
                </a:lnTo>
                <a:cubicBezTo>
                  <a:pt x="21600" y="15041"/>
                  <a:pt x="21600" y="14650"/>
                  <a:pt x="21578" y="14329"/>
                </a:cubicBezTo>
                <a:cubicBezTo>
                  <a:pt x="21555" y="13995"/>
                  <a:pt x="21504" y="13683"/>
                  <a:pt x="21377" y="13377"/>
                </a:cubicBezTo>
                <a:cubicBezTo>
                  <a:pt x="21083" y="12667"/>
                  <a:pt x="20521" y="12100"/>
                  <a:pt x="19811" y="11806"/>
                </a:cubicBezTo>
                <a:cubicBezTo>
                  <a:pt x="19505" y="11679"/>
                  <a:pt x="19188" y="11633"/>
                  <a:pt x="18854" y="11610"/>
                </a:cubicBezTo>
                <a:cubicBezTo>
                  <a:pt x="18533" y="11588"/>
                  <a:pt x="18142" y="11588"/>
                  <a:pt x="17674" y="11588"/>
                </a:cubicBezTo>
                <a:lnTo>
                  <a:pt x="17646" y="11588"/>
                </a:lnTo>
                <a:close/>
                <a:moveTo>
                  <a:pt x="5003" y="13165"/>
                </a:moveTo>
                <a:cubicBezTo>
                  <a:pt x="6019" y="13165"/>
                  <a:pt x="6702" y="13168"/>
                  <a:pt x="7211" y="13236"/>
                </a:cubicBezTo>
                <a:cubicBezTo>
                  <a:pt x="7697" y="13301"/>
                  <a:pt x="7906" y="13414"/>
                  <a:pt x="8043" y="13551"/>
                </a:cubicBezTo>
                <a:cubicBezTo>
                  <a:pt x="8180" y="13689"/>
                  <a:pt x="8293" y="13897"/>
                  <a:pt x="8358" y="14383"/>
                </a:cubicBezTo>
                <a:cubicBezTo>
                  <a:pt x="8427" y="14892"/>
                  <a:pt x="8429" y="15576"/>
                  <a:pt x="8429" y="16591"/>
                </a:cubicBezTo>
                <a:cubicBezTo>
                  <a:pt x="8429" y="17607"/>
                  <a:pt x="8427" y="18290"/>
                  <a:pt x="8358" y="18799"/>
                </a:cubicBezTo>
                <a:cubicBezTo>
                  <a:pt x="8293" y="19285"/>
                  <a:pt x="8180" y="19494"/>
                  <a:pt x="8043" y="19631"/>
                </a:cubicBezTo>
                <a:cubicBezTo>
                  <a:pt x="7906" y="19768"/>
                  <a:pt x="7697" y="19881"/>
                  <a:pt x="7211" y="19947"/>
                </a:cubicBezTo>
                <a:cubicBezTo>
                  <a:pt x="6702" y="20015"/>
                  <a:pt x="6019" y="20017"/>
                  <a:pt x="5003" y="20017"/>
                </a:cubicBezTo>
                <a:cubicBezTo>
                  <a:pt x="3987" y="20017"/>
                  <a:pt x="3310" y="20015"/>
                  <a:pt x="2801" y="19947"/>
                </a:cubicBezTo>
                <a:cubicBezTo>
                  <a:pt x="2314" y="19881"/>
                  <a:pt x="2106" y="19768"/>
                  <a:pt x="1969" y="19631"/>
                </a:cubicBezTo>
                <a:cubicBezTo>
                  <a:pt x="1831" y="19494"/>
                  <a:pt x="1719" y="19285"/>
                  <a:pt x="1653" y="18799"/>
                </a:cubicBezTo>
                <a:cubicBezTo>
                  <a:pt x="1585" y="18290"/>
                  <a:pt x="1583" y="17607"/>
                  <a:pt x="1583" y="16591"/>
                </a:cubicBezTo>
                <a:cubicBezTo>
                  <a:pt x="1583" y="15576"/>
                  <a:pt x="1585" y="14892"/>
                  <a:pt x="1653" y="14383"/>
                </a:cubicBezTo>
                <a:cubicBezTo>
                  <a:pt x="1719" y="13897"/>
                  <a:pt x="1831" y="13689"/>
                  <a:pt x="1969" y="13551"/>
                </a:cubicBezTo>
                <a:cubicBezTo>
                  <a:pt x="2106" y="13414"/>
                  <a:pt x="2314" y="13301"/>
                  <a:pt x="2801" y="13236"/>
                </a:cubicBezTo>
                <a:cubicBezTo>
                  <a:pt x="3310" y="13168"/>
                  <a:pt x="3987" y="13165"/>
                  <a:pt x="5003" y="13165"/>
                </a:cubicBezTo>
                <a:close/>
                <a:moveTo>
                  <a:pt x="4269" y="15009"/>
                </a:moveTo>
                <a:cubicBezTo>
                  <a:pt x="3803" y="15009"/>
                  <a:pt x="3426" y="15386"/>
                  <a:pt x="3426" y="15852"/>
                </a:cubicBezTo>
                <a:lnTo>
                  <a:pt x="3426" y="17331"/>
                </a:lnTo>
                <a:cubicBezTo>
                  <a:pt x="3426" y="17796"/>
                  <a:pt x="3803" y="18174"/>
                  <a:pt x="4269" y="18174"/>
                </a:cubicBezTo>
                <a:lnTo>
                  <a:pt x="5743" y="18174"/>
                </a:lnTo>
                <a:cubicBezTo>
                  <a:pt x="6208" y="18174"/>
                  <a:pt x="6585" y="17796"/>
                  <a:pt x="6585" y="17331"/>
                </a:cubicBezTo>
                <a:lnTo>
                  <a:pt x="6585" y="15852"/>
                </a:lnTo>
                <a:cubicBezTo>
                  <a:pt x="6585" y="15386"/>
                  <a:pt x="6208" y="15009"/>
                  <a:pt x="5743" y="15009"/>
                </a:cubicBezTo>
                <a:lnTo>
                  <a:pt x="4269" y="15009"/>
                </a:lnTo>
                <a:close/>
                <a:moveTo>
                  <a:pt x="15857" y="15009"/>
                </a:moveTo>
                <a:cubicBezTo>
                  <a:pt x="15392" y="15009"/>
                  <a:pt x="15014" y="15386"/>
                  <a:pt x="15014" y="15852"/>
                </a:cubicBezTo>
                <a:lnTo>
                  <a:pt x="15014" y="17331"/>
                </a:lnTo>
                <a:cubicBezTo>
                  <a:pt x="15014" y="17796"/>
                  <a:pt x="15392" y="18174"/>
                  <a:pt x="15857" y="18174"/>
                </a:cubicBezTo>
                <a:lnTo>
                  <a:pt x="17331" y="18174"/>
                </a:lnTo>
                <a:cubicBezTo>
                  <a:pt x="17796" y="18174"/>
                  <a:pt x="18174" y="17796"/>
                  <a:pt x="18174" y="17331"/>
                </a:cubicBezTo>
                <a:lnTo>
                  <a:pt x="18174" y="15852"/>
                </a:lnTo>
                <a:cubicBezTo>
                  <a:pt x="18174" y="15386"/>
                  <a:pt x="17796" y="15009"/>
                  <a:pt x="17331" y="15009"/>
                </a:cubicBezTo>
                <a:lnTo>
                  <a:pt x="15857" y="15009"/>
                </a:lnTo>
                <a:close/>
                <a:moveTo>
                  <a:pt x="11588" y="17646"/>
                </a:moveTo>
                <a:lnTo>
                  <a:pt x="11588" y="17673"/>
                </a:lnTo>
                <a:cubicBezTo>
                  <a:pt x="11588" y="18142"/>
                  <a:pt x="11588" y="18533"/>
                  <a:pt x="11610" y="18853"/>
                </a:cubicBezTo>
                <a:cubicBezTo>
                  <a:pt x="11633" y="19188"/>
                  <a:pt x="11685" y="19499"/>
                  <a:pt x="11811" y="19805"/>
                </a:cubicBezTo>
                <a:cubicBezTo>
                  <a:pt x="12105" y="20515"/>
                  <a:pt x="12668" y="21083"/>
                  <a:pt x="13378" y="21377"/>
                </a:cubicBezTo>
                <a:cubicBezTo>
                  <a:pt x="13683" y="21504"/>
                  <a:pt x="14001" y="21550"/>
                  <a:pt x="14335" y="21573"/>
                </a:cubicBezTo>
                <a:cubicBezTo>
                  <a:pt x="14656" y="21594"/>
                  <a:pt x="15046" y="21594"/>
                  <a:pt x="15515" y="21594"/>
                </a:cubicBezTo>
                <a:lnTo>
                  <a:pt x="15542" y="21594"/>
                </a:lnTo>
                <a:lnTo>
                  <a:pt x="15542" y="20017"/>
                </a:lnTo>
                <a:cubicBezTo>
                  <a:pt x="15040" y="20017"/>
                  <a:pt x="14704" y="20013"/>
                  <a:pt x="14443" y="19995"/>
                </a:cubicBezTo>
                <a:cubicBezTo>
                  <a:pt x="14190" y="19978"/>
                  <a:pt x="14063" y="19948"/>
                  <a:pt x="13981" y="19914"/>
                </a:cubicBezTo>
                <a:cubicBezTo>
                  <a:pt x="13659" y="19780"/>
                  <a:pt x="13403" y="19524"/>
                  <a:pt x="13269" y="19202"/>
                </a:cubicBezTo>
                <a:cubicBezTo>
                  <a:pt x="13235" y="19120"/>
                  <a:pt x="13205" y="18998"/>
                  <a:pt x="13187" y="18745"/>
                </a:cubicBezTo>
                <a:cubicBezTo>
                  <a:pt x="13169" y="18484"/>
                  <a:pt x="13171" y="18148"/>
                  <a:pt x="13171" y="17646"/>
                </a:cubicBezTo>
                <a:lnTo>
                  <a:pt x="11588" y="17646"/>
                </a:lnTo>
                <a:close/>
                <a:moveTo>
                  <a:pt x="20017" y="17646"/>
                </a:moveTo>
                <a:cubicBezTo>
                  <a:pt x="20017" y="18148"/>
                  <a:pt x="20019" y="18484"/>
                  <a:pt x="20001" y="18745"/>
                </a:cubicBezTo>
                <a:cubicBezTo>
                  <a:pt x="19984" y="18998"/>
                  <a:pt x="19953" y="19120"/>
                  <a:pt x="19919" y="19202"/>
                </a:cubicBezTo>
                <a:cubicBezTo>
                  <a:pt x="19786" y="19524"/>
                  <a:pt x="19530" y="19780"/>
                  <a:pt x="19207" y="19914"/>
                </a:cubicBezTo>
                <a:cubicBezTo>
                  <a:pt x="19126" y="19948"/>
                  <a:pt x="18998" y="19978"/>
                  <a:pt x="18745" y="19995"/>
                </a:cubicBezTo>
                <a:cubicBezTo>
                  <a:pt x="18484" y="20013"/>
                  <a:pt x="18148" y="20017"/>
                  <a:pt x="17646" y="20017"/>
                </a:cubicBezTo>
                <a:lnTo>
                  <a:pt x="17646" y="21594"/>
                </a:lnTo>
                <a:lnTo>
                  <a:pt x="17674" y="21594"/>
                </a:lnTo>
                <a:cubicBezTo>
                  <a:pt x="18142" y="21594"/>
                  <a:pt x="18533" y="21594"/>
                  <a:pt x="18854" y="21573"/>
                </a:cubicBezTo>
                <a:cubicBezTo>
                  <a:pt x="19188" y="21550"/>
                  <a:pt x="19505" y="21504"/>
                  <a:pt x="19811" y="21377"/>
                </a:cubicBezTo>
                <a:cubicBezTo>
                  <a:pt x="20521" y="21083"/>
                  <a:pt x="21083" y="20515"/>
                  <a:pt x="21377" y="19805"/>
                </a:cubicBezTo>
                <a:cubicBezTo>
                  <a:pt x="21504" y="19499"/>
                  <a:pt x="21555" y="19188"/>
                  <a:pt x="21578" y="18853"/>
                </a:cubicBezTo>
                <a:cubicBezTo>
                  <a:pt x="21600" y="18533"/>
                  <a:pt x="21600" y="18142"/>
                  <a:pt x="21600" y="17673"/>
                </a:cubicBezTo>
                <a:lnTo>
                  <a:pt x="21600" y="17646"/>
                </a:lnTo>
                <a:lnTo>
                  <a:pt x="20017" y="17646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97" name="Shape"/>
          <p:cNvSpPr/>
          <p:nvPr/>
        </p:nvSpPr>
        <p:spPr>
          <a:xfrm>
            <a:off x="16339932" y="11070584"/>
            <a:ext cx="602638" cy="556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286" h="21354" fill="norm" stroke="1" extrusionOk="0">
                <a:moveTo>
                  <a:pt x="12396" y="19065"/>
                </a:moveTo>
                <a:cubicBezTo>
                  <a:pt x="12396" y="18463"/>
                  <a:pt x="11381" y="17955"/>
                  <a:pt x="10143" y="17955"/>
                </a:cubicBezTo>
                <a:cubicBezTo>
                  <a:pt x="8905" y="17955"/>
                  <a:pt x="7890" y="18463"/>
                  <a:pt x="7890" y="19065"/>
                </a:cubicBezTo>
                <a:cubicBezTo>
                  <a:pt x="7890" y="19689"/>
                  <a:pt x="8905" y="20175"/>
                  <a:pt x="10143" y="20175"/>
                </a:cubicBezTo>
                <a:cubicBezTo>
                  <a:pt x="11381" y="20175"/>
                  <a:pt x="12396" y="19689"/>
                  <a:pt x="12396" y="19065"/>
                </a:cubicBezTo>
                <a:close/>
                <a:moveTo>
                  <a:pt x="7179" y="332"/>
                </a:moveTo>
                <a:cubicBezTo>
                  <a:pt x="7078" y="55"/>
                  <a:pt x="6793" y="-84"/>
                  <a:pt x="6550" y="55"/>
                </a:cubicBezTo>
                <a:cubicBezTo>
                  <a:pt x="6306" y="170"/>
                  <a:pt x="6205" y="494"/>
                  <a:pt x="6306" y="772"/>
                </a:cubicBezTo>
                <a:cubicBezTo>
                  <a:pt x="7585" y="4356"/>
                  <a:pt x="8641" y="7478"/>
                  <a:pt x="9554" y="10092"/>
                </a:cubicBezTo>
                <a:cubicBezTo>
                  <a:pt x="8316" y="13306"/>
                  <a:pt x="7199" y="16035"/>
                  <a:pt x="6753" y="17053"/>
                </a:cubicBezTo>
                <a:cubicBezTo>
                  <a:pt x="5839" y="19111"/>
                  <a:pt x="2429" y="17631"/>
                  <a:pt x="1231" y="17677"/>
                </a:cubicBezTo>
                <a:cubicBezTo>
                  <a:pt x="703" y="17631"/>
                  <a:pt x="-657" y="20429"/>
                  <a:pt x="378" y="20522"/>
                </a:cubicBezTo>
                <a:cubicBezTo>
                  <a:pt x="1637" y="20776"/>
                  <a:pt x="5129" y="21516"/>
                  <a:pt x="6631" y="19990"/>
                </a:cubicBezTo>
                <a:cubicBezTo>
                  <a:pt x="7545" y="19041"/>
                  <a:pt x="8580" y="16313"/>
                  <a:pt x="10143" y="11826"/>
                </a:cubicBezTo>
                <a:cubicBezTo>
                  <a:pt x="10102" y="11687"/>
                  <a:pt x="10062" y="11549"/>
                  <a:pt x="10021" y="11433"/>
                </a:cubicBezTo>
                <a:cubicBezTo>
                  <a:pt x="11645" y="16151"/>
                  <a:pt x="12721" y="19018"/>
                  <a:pt x="13655" y="19990"/>
                </a:cubicBezTo>
                <a:cubicBezTo>
                  <a:pt x="15157" y="21516"/>
                  <a:pt x="18649" y="20776"/>
                  <a:pt x="19908" y="20522"/>
                </a:cubicBezTo>
                <a:cubicBezTo>
                  <a:pt x="20943" y="20429"/>
                  <a:pt x="19583" y="17631"/>
                  <a:pt x="19055" y="17677"/>
                </a:cubicBezTo>
                <a:cubicBezTo>
                  <a:pt x="17857" y="17631"/>
                  <a:pt x="14447" y="19088"/>
                  <a:pt x="13533" y="17053"/>
                </a:cubicBezTo>
                <a:cubicBezTo>
                  <a:pt x="13066" y="16012"/>
                  <a:pt x="11970" y="13306"/>
                  <a:pt x="10732" y="10068"/>
                </a:cubicBezTo>
                <a:cubicBezTo>
                  <a:pt x="11645" y="7455"/>
                  <a:pt x="12701" y="4356"/>
                  <a:pt x="13980" y="772"/>
                </a:cubicBezTo>
                <a:cubicBezTo>
                  <a:pt x="14081" y="494"/>
                  <a:pt x="13980" y="170"/>
                  <a:pt x="13736" y="55"/>
                </a:cubicBezTo>
                <a:cubicBezTo>
                  <a:pt x="13493" y="-84"/>
                  <a:pt x="13208" y="55"/>
                  <a:pt x="13107" y="332"/>
                </a:cubicBezTo>
                <a:cubicBezTo>
                  <a:pt x="12254" y="2830"/>
                  <a:pt x="11178" y="5790"/>
                  <a:pt x="10143" y="8519"/>
                </a:cubicBezTo>
                <a:cubicBezTo>
                  <a:pt x="10305" y="8958"/>
                  <a:pt x="10488" y="9398"/>
                  <a:pt x="10651" y="9837"/>
                </a:cubicBezTo>
                <a:cubicBezTo>
                  <a:pt x="9453" y="6761"/>
                  <a:pt x="8174" y="3246"/>
                  <a:pt x="7179" y="332"/>
                </a:cubicBezTo>
                <a:close/>
                <a:moveTo>
                  <a:pt x="12356" y="19458"/>
                </a:moveTo>
                <a:cubicBezTo>
                  <a:pt x="12295" y="20013"/>
                  <a:pt x="12275" y="20429"/>
                  <a:pt x="12254" y="20568"/>
                </a:cubicBezTo>
                <a:cubicBezTo>
                  <a:pt x="11869" y="21100"/>
                  <a:pt x="10894" y="21354"/>
                  <a:pt x="10184" y="21354"/>
                </a:cubicBezTo>
                <a:cubicBezTo>
                  <a:pt x="9534" y="21331"/>
                  <a:pt x="8539" y="21215"/>
                  <a:pt x="8032" y="20660"/>
                </a:cubicBezTo>
                <a:cubicBezTo>
                  <a:pt x="8011" y="20522"/>
                  <a:pt x="8011" y="20475"/>
                  <a:pt x="7930" y="19435"/>
                </a:cubicBezTo>
                <a:cubicBezTo>
                  <a:pt x="8154" y="19943"/>
                  <a:pt x="9047" y="20337"/>
                  <a:pt x="10143" y="20337"/>
                </a:cubicBezTo>
                <a:cubicBezTo>
                  <a:pt x="11239" y="20337"/>
                  <a:pt x="12132" y="19943"/>
                  <a:pt x="12356" y="19458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98" name="Shape"/>
          <p:cNvSpPr/>
          <p:nvPr/>
        </p:nvSpPr>
        <p:spPr>
          <a:xfrm>
            <a:off x="15231631" y="11117467"/>
            <a:ext cx="589985" cy="4618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0909" fill="norm" stroke="1" extrusionOk="0">
                <a:moveTo>
                  <a:pt x="4400" y="0"/>
                </a:moveTo>
                <a:lnTo>
                  <a:pt x="4400" y="16457"/>
                </a:lnTo>
                <a:lnTo>
                  <a:pt x="5123" y="16457"/>
                </a:lnTo>
                <a:lnTo>
                  <a:pt x="5123" y="15943"/>
                </a:lnTo>
                <a:cubicBezTo>
                  <a:pt x="5533" y="16060"/>
                  <a:pt x="5937" y="16316"/>
                  <a:pt x="5937" y="16666"/>
                </a:cubicBezTo>
                <a:cubicBezTo>
                  <a:pt x="5937" y="17121"/>
                  <a:pt x="5349" y="17486"/>
                  <a:pt x="4656" y="17486"/>
                </a:cubicBezTo>
                <a:cubicBezTo>
                  <a:pt x="3963" y="17486"/>
                  <a:pt x="3330" y="17121"/>
                  <a:pt x="3330" y="16666"/>
                </a:cubicBezTo>
                <a:cubicBezTo>
                  <a:pt x="3330" y="16357"/>
                  <a:pt x="3677" y="16083"/>
                  <a:pt x="3918" y="15943"/>
                </a:cubicBezTo>
                <a:lnTo>
                  <a:pt x="3918" y="13819"/>
                </a:lnTo>
                <a:cubicBezTo>
                  <a:pt x="3918" y="13872"/>
                  <a:pt x="3550" y="13926"/>
                  <a:pt x="3323" y="13962"/>
                </a:cubicBezTo>
                <a:cubicBezTo>
                  <a:pt x="3323" y="13962"/>
                  <a:pt x="93" y="14082"/>
                  <a:pt x="0" y="17019"/>
                </a:cubicBezTo>
                <a:cubicBezTo>
                  <a:pt x="0" y="17019"/>
                  <a:pt x="-81" y="19599"/>
                  <a:pt x="3172" y="20657"/>
                </a:cubicBezTo>
                <a:cubicBezTo>
                  <a:pt x="3172" y="20657"/>
                  <a:pt x="8847" y="21600"/>
                  <a:pt x="13215" y="19838"/>
                </a:cubicBezTo>
                <a:cubicBezTo>
                  <a:pt x="13215" y="19838"/>
                  <a:pt x="19976" y="17738"/>
                  <a:pt x="20930" y="14276"/>
                </a:cubicBezTo>
                <a:cubicBezTo>
                  <a:pt x="21222" y="13118"/>
                  <a:pt x="21519" y="10506"/>
                  <a:pt x="19265" y="9143"/>
                </a:cubicBezTo>
                <a:cubicBezTo>
                  <a:pt x="19265" y="9143"/>
                  <a:pt x="17261" y="7642"/>
                  <a:pt x="13132" y="7733"/>
                </a:cubicBezTo>
                <a:cubicBezTo>
                  <a:pt x="13132" y="7733"/>
                  <a:pt x="9566" y="8091"/>
                  <a:pt x="7707" y="11381"/>
                </a:cubicBezTo>
                <a:cubicBezTo>
                  <a:pt x="7707" y="11381"/>
                  <a:pt x="6865" y="12670"/>
                  <a:pt x="5123" y="13457"/>
                </a:cubicBezTo>
                <a:lnTo>
                  <a:pt x="5123" y="4209"/>
                </a:lnTo>
                <a:cubicBezTo>
                  <a:pt x="5123" y="4209"/>
                  <a:pt x="6736" y="4852"/>
                  <a:pt x="8386" y="3390"/>
                </a:cubicBezTo>
                <a:cubicBezTo>
                  <a:pt x="8386" y="3390"/>
                  <a:pt x="8976" y="2449"/>
                  <a:pt x="10586" y="2390"/>
                </a:cubicBezTo>
                <a:cubicBezTo>
                  <a:pt x="10586" y="2390"/>
                  <a:pt x="9777" y="1127"/>
                  <a:pt x="7082" y="1714"/>
                </a:cubicBezTo>
                <a:cubicBezTo>
                  <a:pt x="7082" y="1714"/>
                  <a:pt x="6329" y="2216"/>
                  <a:pt x="5123" y="924"/>
                </a:cubicBezTo>
                <a:lnTo>
                  <a:pt x="5123" y="0"/>
                </a:lnTo>
                <a:lnTo>
                  <a:pt x="4400" y="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199" name="Shape"/>
          <p:cNvSpPr/>
          <p:nvPr/>
        </p:nvSpPr>
        <p:spPr>
          <a:xfrm>
            <a:off x="18590550" y="11095133"/>
            <a:ext cx="569770" cy="5696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9451" y="4371"/>
                </a:moveTo>
                <a:cubicBezTo>
                  <a:pt x="19412" y="4282"/>
                  <a:pt x="19361" y="4206"/>
                  <a:pt x="19285" y="4143"/>
                </a:cubicBezTo>
                <a:cubicBezTo>
                  <a:pt x="18123" y="2662"/>
                  <a:pt x="16586" y="1494"/>
                  <a:pt x="14813" y="782"/>
                </a:cubicBezTo>
                <a:cubicBezTo>
                  <a:pt x="14813" y="782"/>
                  <a:pt x="14809" y="780"/>
                  <a:pt x="14801" y="775"/>
                </a:cubicBezTo>
                <a:cubicBezTo>
                  <a:pt x="13562" y="280"/>
                  <a:pt x="12216" y="0"/>
                  <a:pt x="10799" y="0"/>
                </a:cubicBezTo>
                <a:cubicBezTo>
                  <a:pt x="7356" y="0"/>
                  <a:pt x="4288" y="1626"/>
                  <a:pt x="2313" y="4142"/>
                </a:cubicBezTo>
                <a:cubicBezTo>
                  <a:pt x="2237" y="4205"/>
                  <a:pt x="2186" y="4281"/>
                  <a:pt x="2147" y="4364"/>
                </a:cubicBezTo>
                <a:cubicBezTo>
                  <a:pt x="808" y="6169"/>
                  <a:pt x="0" y="8385"/>
                  <a:pt x="0" y="10800"/>
                </a:cubicBezTo>
                <a:cubicBezTo>
                  <a:pt x="0" y="11023"/>
                  <a:pt x="19" y="11233"/>
                  <a:pt x="32" y="11448"/>
                </a:cubicBezTo>
                <a:cubicBezTo>
                  <a:pt x="26" y="11493"/>
                  <a:pt x="38" y="11537"/>
                  <a:pt x="38" y="11575"/>
                </a:cubicBezTo>
                <a:cubicBezTo>
                  <a:pt x="191" y="13652"/>
                  <a:pt x="928" y="15565"/>
                  <a:pt x="2090" y="17160"/>
                </a:cubicBezTo>
                <a:cubicBezTo>
                  <a:pt x="2122" y="17236"/>
                  <a:pt x="2172" y="17299"/>
                  <a:pt x="2237" y="17356"/>
                </a:cubicBezTo>
                <a:cubicBezTo>
                  <a:pt x="3590" y="19116"/>
                  <a:pt x="5457" y="20456"/>
                  <a:pt x="7623" y="21124"/>
                </a:cubicBezTo>
                <a:cubicBezTo>
                  <a:pt x="7636" y="21124"/>
                  <a:pt x="7648" y="21130"/>
                  <a:pt x="7662" y="21130"/>
                </a:cubicBezTo>
                <a:cubicBezTo>
                  <a:pt x="8653" y="21435"/>
                  <a:pt x="9707" y="21600"/>
                  <a:pt x="10800" y="21600"/>
                </a:cubicBezTo>
                <a:cubicBezTo>
                  <a:pt x="11893" y="21600"/>
                  <a:pt x="12948" y="21435"/>
                  <a:pt x="13938" y="21130"/>
                </a:cubicBezTo>
                <a:cubicBezTo>
                  <a:pt x="13951" y="21130"/>
                  <a:pt x="13963" y="21124"/>
                  <a:pt x="13977" y="21124"/>
                </a:cubicBezTo>
                <a:cubicBezTo>
                  <a:pt x="16143" y="20456"/>
                  <a:pt x="18011" y="19116"/>
                  <a:pt x="19357" y="17356"/>
                </a:cubicBezTo>
                <a:cubicBezTo>
                  <a:pt x="19427" y="17299"/>
                  <a:pt x="19478" y="17236"/>
                  <a:pt x="19510" y="17153"/>
                </a:cubicBezTo>
                <a:cubicBezTo>
                  <a:pt x="20672" y="15564"/>
                  <a:pt x="21409" y="13652"/>
                  <a:pt x="21562" y="11574"/>
                </a:cubicBezTo>
                <a:cubicBezTo>
                  <a:pt x="21562" y="11536"/>
                  <a:pt x="21574" y="11492"/>
                  <a:pt x="21568" y="11447"/>
                </a:cubicBezTo>
                <a:cubicBezTo>
                  <a:pt x="21580" y="11231"/>
                  <a:pt x="21600" y="11022"/>
                  <a:pt x="21600" y="10799"/>
                </a:cubicBezTo>
                <a:cubicBezTo>
                  <a:pt x="21600" y="8385"/>
                  <a:pt x="20793" y="6168"/>
                  <a:pt x="19453" y="4371"/>
                </a:cubicBezTo>
                <a:close/>
                <a:moveTo>
                  <a:pt x="18187" y="4797"/>
                </a:moveTo>
                <a:lnTo>
                  <a:pt x="17284" y="8411"/>
                </a:lnTo>
                <a:lnTo>
                  <a:pt x="14775" y="9224"/>
                </a:lnTo>
                <a:lnTo>
                  <a:pt x="11434" y="6798"/>
                </a:lnTo>
                <a:lnTo>
                  <a:pt x="11434" y="4162"/>
                </a:lnTo>
                <a:lnTo>
                  <a:pt x="14705" y="2116"/>
                </a:lnTo>
                <a:cubicBezTo>
                  <a:pt x="16065" y="2732"/>
                  <a:pt x="17259" y="3653"/>
                  <a:pt x="18187" y="4797"/>
                </a:cubicBezTo>
                <a:close/>
                <a:moveTo>
                  <a:pt x="6893" y="2115"/>
                </a:moveTo>
                <a:lnTo>
                  <a:pt x="10164" y="4161"/>
                </a:lnTo>
                <a:lnTo>
                  <a:pt x="10164" y="6798"/>
                </a:lnTo>
                <a:lnTo>
                  <a:pt x="6823" y="9224"/>
                </a:lnTo>
                <a:lnTo>
                  <a:pt x="4314" y="8411"/>
                </a:lnTo>
                <a:lnTo>
                  <a:pt x="3411" y="4796"/>
                </a:lnTo>
                <a:cubicBezTo>
                  <a:pt x="4339" y="3653"/>
                  <a:pt x="5533" y="2732"/>
                  <a:pt x="6893" y="2115"/>
                </a:cubicBezTo>
                <a:close/>
                <a:moveTo>
                  <a:pt x="3018" y="16283"/>
                </a:moveTo>
                <a:cubicBezTo>
                  <a:pt x="2103" y="14987"/>
                  <a:pt x="1499" y="13456"/>
                  <a:pt x="1321" y="11798"/>
                </a:cubicBezTo>
                <a:lnTo>
                  <a:pt x="3926" y="9619"/>
                </a:lnTo>
                <a:lnTo>
                  <a:pt x="6429" y="10432"/>
                </a:lnTo>
                <a:lnTo>
                  <a:pt x="7706" y="14371"/>
                </a:lnTo>
                <a:lnTo>
                  <a:pt x="6156" y="16499"/>
                </a:lnTo>
                <a:close/>
                <a:moveTo>
                  <a:pt x="13308" y="19981"/>
                </a:moveTo>
                <a:cubicBezTo>
                  <a:pt x="12508" y="20203"/>
                  <a:pt x="11669" y="20330"/>
                  <a:pt x="10799" y="20330"/>
                </a:cubicBezTo>
                <a:cubicBezTo>
                  <a:pt x="9929" y="20330"/>
                  <a:pt x="9090" y="20203"/>
                  <a:pt x="8290" y="19981"/>
                </a:cubicBezTo>
                <a:lnTo>
                  <a:pt x="7185" y="17249"/>
                </a:lnTo>
                <a:lnTo>
                  <a:pt x="8734" y="15115"/>
                </a:lnTo>
                <a:lnTo>
                  <a:pt x="12863" y="15115"/>
                </a:lnTo>
                <a:lnTo>
                  <a:pt x="14419" y="17249"/>
                </a:lnTo>
                <a:close/>
                <a:moveTo>
                  <a:pt x="18581" y="16283"/>
                </a:moveTo>
                <a:lnTo>
                  <a:pt x="15442" y="16499"/>
                </a:lnTo>
                <a:lnTo>
                  <a:pt x="13892" y="14371"/>
                </a:lnTo>
                <a:lnTo>
                  <a:pt x="15169" y="10432"/>
                </a:lnTo>
                <a:lnTo>
                  <a:pt x="17672" y="9619"/>
                </a:lnTo>
                <a:lnTo>
                  <a:pt x="20277" y="11798"/>
                </a:lnTo>
                <a:cubicBezTo>
                  <a:pt x="20099" y="13456"/>
                  <a:pt x="19495" y="14987"/>
                  <a:pt x="18581" y="16283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200" name="Shape"/>
          <p:cNvSpPr/>
          <p:nvPr/>
        </p:nvSpPr>
        <p:spPr>
          <a:xfrm>
            <a:off x="17406219" y="11112293"/>
            <a:ext cx="569697" cy="57127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741" h="21552" fill="norm" stroke="1" extrusionOk="0">
                <a:moveTo>
                  <a:pt x="4719" y="27"/>
                </a:moveTo>
                <a:cubicBezTo>
                  <a:pt x="3462" y="143"/>
                  <a:pt x="2345" y="658"/>
                  <a:pt x="1495" y="1535"/>
                </a:cubicBezTo>
                <a:cubicBezTo>
                  <a:pt x="-824" y="3927"/>
                  <a:pt x="-398" y="8285"/>
                  <a:pt x="2447" y="11248"/>
                </a:cubicBezTo>
                <a:cubicBezTo>
                  <a:pt x="3781" y="12685"/>
                  <a:pt x="5568" y="13580"/>
                  <a:pt x="7481" y="13787"/>
                </a:cubicBezTo>
                <a:cubicBezTo>
                  <a:pt x="7488" y="13787"/>
                  <a:pt x="7489" y="13794"/>
                  <a:pt x="7496" y="13794"/>
                </a:cubicBezTo>
                <a:cubicBezTo>
                  <a:pt x="8501" y="13833"/>
                  <a:pt x="11276" y="14054"/>
                  <a:pt x="12026" y="14618"/>
                </a:cubicBezTo>
                <a:cubicBezTo>
                  <a:pt x="12931" y="15298"/>
                  <a:pt x="13164" y="15556"/>
                  <a:pt x="13219" y="15626"/>
                </a:cubicBezTo>
                <a:cubicBezTo>
                  <a:pt x="13220" y="15629"/>
                  <a:pt x="13225" y="15631"/>
                  <a:pt x="13226" y="15633"/>
                </a:cubicBezTo>
                <a:cubicBezTo>
                  <a:pt x="13230" y="15645"/>
                  <a:pt x="13235" y="15659"/>
                  <a:pt x="13240" y="15670"/>
                </a:cubicBezTo>
                <a:cubicBezTo>
                  <a:pt x="13245" y="15680"/>
                  <a:pt x="13249" y="15690"/>
                  <a:pt x="13254" y="15700"/>
                </a:cubicBezTo>
                <a:cubicBezTo>
                  <a:pt x="13261" y="15710"/>
                  <a:pt x="13268" y="15720"/>
                  <a:pt x="13276" y="15729"/>
                </a:cubicBezTo>
                <a:cubicBezTo>
                  <a:pt x="13283" y="15738"/>
                  <a:pt x="13290" y="15742"/>
                  <a:pt x="13297" y="15751"/>
                </a:cubicBezTo>
                <a:cubicBezTo>
                  <a:pt x="13299" y="15753"/>
                  <a:pt x="13295" y="15757"/>
                  <a:pt x="13297" y="15759"/>
                </a:cubicBezTo>
                <a:lnTo>
                  <a:pt x="17437" y="20063"/>
                </a:lnTo>
                <a:cubicBezTo>
                  <a:pt x="17369" y="20200"/>
                  <a:pt x="17395" y="20367"/>
                  <a:pt x="17501" y="20475"/>
                </a:cubicBezTo>
                <a:lnTo>
                  <a:pt x="18424" y="21446"/>
                </a:lnTo>
                <a:cubicBezTo>
                  <a:pt x="18561" y="21588"/>
                  <a:pt x="18784" y="21587"/>
                  <a:pt x="18921" y="21446"/>
                </a:cubicBezTo>
                <a:lnTo>
                  <a:pt x="20639" y="19673"/>
                </a:lnTo>
                <a:cubicBezTo>
                  <a:pt x="20776" y="19531"/>
                  <a:pt x="20775" y="19306"/>
                  <a:pt x="20639" y="19165"/>
                </a:cubicBezTo>
                <a:lnTo>
                  <a:pt x="19709" y="18201"/>
                </a:lnTo>
                <a:cubicBezTo>
                  <a:pt x="19643" y="18132"/>
                  <a:pt x="19553" y="18092"/>
                  <a:pt x="19461" y="18091"/>
                </a:cubicBezTo>
                <a:cubicBezTo>
                  <a:pt x="19407" y="18092"/>
                  <a:pt x="19358" y="18104"/>
                  <a:pt x="19311" y="18128"/>
                </a:cubicBezTo>
                <a:lnTo>
                  <a:pt x="15186" y="13831"/>
                </a:lnTo>
                <a:cubicBezTo>
                  <a:pt x="15129" y="13764"/>
                  <a:pt x="14705" y="13259"/>
                  <a:pt x="14114" y="12447"/>
                </a:cubicBezTo>
                <a:cubicBezTo>
                  <a:pt x="13437" y="11518"/>
                  <a:pt x="13317" y="9542"/>
                  <a:pt x="13304" y="8599"/>
                </a:cubicBezTo>
                <a:cubicBezTo>
                  <a:pt x="13305" y="8591"/>
                  <a:pt x="13310" y="8585"/>
                  <a:pt x="13311" y="8577"/>
                </a:cubicBezTo>
                <a:cubicBezTo>
                  <a:pt x="13317" y="8417"/>
                  <a:pt x="13317" y="8257"/>
                  <a:pt x="13311" y="8099"/>
                </a:cubicBezTo>
                <a:lnTo>
                  <a:pt x="13311" y="8084"/>
                </a:lnTo>
                <a:cubicBezTo>
                  <a:pt x="13311" y="8062"/>
                  <a:pt x="13308" y="8040"/>
                  <a:pt x="13304" y="8018"/>
                </a:cubicBezTo>
                <a:cubicBezTo>
                  <a:pt x="13302" y="7977"/>
                  <a:pt x="13300" y="7931"/>
                  <a:pt x="13297" y="7893"/>
                </a:cubicBezTo>
                <a:cubicBezTo>
                  <a:pt x="13297" y="7884"/>
                  <a:pt x="13298" y="7879"/>
                  <a:pt x="13297" y="7871"/>
                </a:cubicBezTo>
                <a:cubicBezTo>
                  <a:pt x="13172" y="5985"/>
                  <a:pt x="12284" y="4054"/>
                  <a:pt x="10861" y="2573"/>
                </a:cubicBezTo>
                <a:cubicBezTo>
                  <a:pt x="9569" y="1188"/>
                  <a:pt x="7863" y="292"/>
                  <a:pt x="6019" y="42"/>
                </a:cubicBezTo>
                <a:cubicBezTo>
                  <a:pt x="5573" y="-10"/>
                  <a:pt x="5138" y="-12"/>
                  <a:pt x="4719" y="27"/>
                </a:cubicBezTo>
                <a:close/>
                <a:moveTo>
                  <a:pt x="4804" y="741"/>
                </a:moveTo>
                <a:cubicBezTo>
                  <a:pt x="5172" y="708"/>
                  <a:pt x="5548" y="717"/>
                  <a:pt x="5940" y="763"/>
                </a:cubicBezTo>
                <a:cubicBezTo>
                  <a:pt x="7626" y="995"/>
                  <a:pt x="9191" y="1811"/>
                  <a:pt x="10371" y="3080"/>
                </a:cubicBezTo>
                <a:cubicBezTo>
                  <a:pt x="11678" y="4441"/>
                  <a:pt x="12488" y="6201"/>
                  <a:pt x="12601" y="7900"/>
                </a:cubicBezTo>
                <a:cubicBezTo>
                  <a:pt x="12601" y="7909"/>
                  <a:pt x="12600" y="7920"/>
                  <a:pt x="12601" y="7929"/>
                </a:cubicBezTo>
                <a:cubicBezTo>
                  <a:pt x="12606" y="7986"/>
                  <a:pt x="12606" y="8043"/>
                  <a:pt x="12608" y="8099"/>
                </a:cubicBezTo>
                <a:cubicBezTo>
                  <a:pt x="12597" y="8511"/>
                  <a:pt x="12553" y="11516"/>
                  <a:pt x="13553" y="12889"/>
                </a:cubicBezTo>
                <a:cubicBezTo>
                  <a:pt x="13942" y="13423"/>
                  <a:pt x="14259" y="13819"/>
                  <a:pt x="14454" y="14059"/>
                </a:cubicBezTo>
                <a:lnTo>
                  <a:pt x="13574" y="14971"/>
                </a:lnTo>
                <a:cubicBezTo>
                  <a:pt x="13214" y="14635"/>
                  <a:pt x="12829" y="14317"/>
                  <a:pt x="12431" y="14029"/>
                </a:cubicBezTo>
                <a:cubicBezTo>
                  <a:pt x="11378" y="13239"/>
                  <a:pt x="7943" y="13082"/>
                  <a:pt x="7531" y="13065"/>
                </a:cubicBezTo>
                <a:cubicBezTo>
                  <a:pt x="5785" y="12872"/>
                  <a:pt x="4159" y="12053"/>
                  <a:pt x="2944" y="10740"/>
                </a:cubicBezTo>
                <a:cubicBezTo>
                  <a:pt x="371" y="8060"/>
                  <a:pt x="-54" y="4161"/>
                  <a:pt x="1992" y="2050"/>
                </a:cubicBezTo>
                <a:cubicBezTo>
                  <a:pt x="2728" y="1291"/>
                  <a:pt x="3702" y="839"/>
                  <a:pt x="4804" y="741"/>
                </a:cubicBezTo>
                <a:close/>
                <a:moveTo>
                  <a:pt x="5039" y="1145"/>
                </a:moveTo>
                <a:cubicBezTo>
                  <a:pt x="4010" y="1239"/>
                  <a:pt x="3062" y="1652"/>
                  <a:pt x="2333" y="2403"/>
                </a:cubicBezTo>
                <a:cubicBezTo>
                  <a:pt x="1918" y="2833"/>
                  <a:pt x="1591" y="3351"/>
                  <a:pt x="1382" y="3919"/>
                </a:cubicBezTo>
                <a:cubicBezTo>
                  <a:pt x="1350" y="3963"/>
                  <a:pt x="1334" y="4018"/>
                  <a:pt x="1332" y="4074"/>
                </a:cubicBezTo>
                <a:cubicBezTo>
                  <a:pt x="1100" y="4797"/>
                  <a:pt x="1026" y="5561"/>
                  <a:pt x="1112" y="6318"/>
                </a:cubicBezTo>
                <a:cubicBezTo>
                  <a:pt x="1307" y="7921"/>
                  <a:pt x="2019" y="9413"/>
                  <a:pt x="3136" y="10542"/>
                </a:cubicBezTo>
                <a:cubicBezTo>
                  <a:pt x="4219" y="11703"/>
                  <a:pt x="5651" y="12451"/>
                  <a:pt x="7197" y="12661"/>
                </a:cubicBezTo>
                <a:cubicBezTo>
                  <a:pt x="7406" y="12686"/>
                  <a:pt x="7613" y="12698"/>
                  <a:pt x="7822" y="12698"/>
                </a:cubicBezTo>
                <a:cubicBezTo>
                  <a:pt x="8341" y="12700"/>
                  <a:pt x="8855" y="12615"/>
                  <a:pt x="9349" y="12447"/>
                </a:cubicBezTo>
                <a:cubicBezTo>
                  <a:pt x="9358" y="12448"/>
                  <a:pt x="9368" y="12455"/>
                  <a:pt x="9377" y="12455"/>
                </a:cubicBezTo>
                <a:cubicBezTo>
                  <a:pt x="9447" y="12454"/>
                  <a:pt x="9513" y="12425"/>
                  <a:pt x="9562" y="12374"/>
                </a:cubicBezTo>
                <a:cubicBezTo>
                  <a:pt x="9564" y="12372"/>
                  <a:pt x="9567" y="12368"/>
                  <a:pt x="9569" y="12366"/>
                </a:cubicBezTo>
                <a:cubicBezTo>
                  <a:pt x="10099" y="12153"/>
                  <a:pt x="10579" y="11825"/>
                  <a:pt x="10982" y="11410"/>
                </a:cubicBezTo>
                <a:cubicBezTo>
                  <a:pt x="12924" y="9408"/>
                  <a:pt x="12565" y="5763"/>
                  <a:pt x="10180" y="3279"/>
                </a:cubicBezTo>
                <a:cubicBezTo>
                  <a:pt x="8689" y="1727"/>
                  <a:pt x="6754" y="989"/>
                  <a:pt x="5039" y="1145"/>
                </a:cubicBezTo>
                <a:close/>
                <a:moveTo>
                  <a:pt x="16847" y="1248"/>
                </a:moveTo>
                <a:cubicBezTo>
                  <a:pt x="15239" y="1250"/>
                  <a:pt x="13938" y="2599"/>
                  <a:pt x="13936" y="4265"/>
                </a:cubicBezTo>
                <a:cubicBezTo>
                  <a:pt x="13936" y="5486"/>
                  <a:pt x="14644" y="6587"/>
                  <a:pt x="15733" y="7054"/>
                </a:cubicBezTo>
                <a:cubicBezTo>
                  <a:pt x="16822" y="7521"/>
                  <a:pt x="18080" y="7263"/>
                  <a:pt x="18914" y="6399"/>
                </a:cubicBezTo>
                <a:cubicBezTo>
                  <a:pt x="19746" y="5535"/>
                  <a:pt x="19997" y="4238"/>
                  <a:pt x="19546" y="3110"/>
                </a:cubicBezTo>
                <a:cubicBezTo>
                  <a:pt x="19095" y="1981"/>
                  <a:pt x="18025" y="1248"/>
                  <a:pt x="16847" y="1248"/>
                </a:cubicBezTo>
                <a:close/>
                <a:moveTo>
                  <a:pt x="5145" y="1682"/>
                </a:moveTo>
                <a:lnTo>
                  <a:pt x="4669" y="2168"/>
                </a:lnTo>
                <a:lnTo>
                  <a:pt x="4336" y="1822"/>
                </a:lnTo>
                <a:cubicBezTo>
                  <a:pt x="4600" y="1749"/>
                  <a:pt x="4874" y="1703"/>
                  <a:pt x="5145" y="1682"/>
                </a:cubicBezTo>
                <a:close/>
                <a:moveTo>
                  <a:pt x="5813" y="1734"/>
                </a:moveTo>
                <a:cubicBezTo>
                  <a:pt x="5823" y="1759"/>
                  <a:pt x="5837" y="1781"/>
                  <a:pt x="5855" y="1800"/>
                </a:cubicBezTo>
                <a:lnTo>
                  <a:pt x="6629" y="2610"/>
                </a:lnTo>
                <a:lnTo>
                  <a:pt x="5862" y="3404"/>
                </a:lnTo>
                <a:lnTo>
                  <a:pt x="5039" y="2551"/>
                </a:lnTo>
                <a:lnTo>
                  <a:pt x="5756" y="1807"/>
                </a:lnTo>
                <a:cubicBezTo>
                  <a:pt x="5778" y="1784"/>
                  <a:pt x="5800" y="1763"/>
                  <a:pt x="5813" y="1734"/>
                </a:cubicBezTo>
                <a:close/>
                <a:moveTo>
                  <a:pt x="6580" y="1785"/>
                </a:moveTo>
                <a:cubicBezTo>
                  <a:pt x="6807" y="1835"/>
                  <a:pt x="7028" y="1899"/>
                  <a:pt x="7247" y="1977"/>
                </a:cubicBezTo>
                <a:lnTo>
                  <a:pt x="6999" y="2227"/>
                </a:lnTo>
                <a:lnTo>
                  <a:pt x="6580" y="1785"/>
                </a:lnTo>
                <a:close/>
                <a:moveTo>
                  <a:pt x="16883" y="1969"/>
                </a:moveTo>
                <a:cubicBezTo>
                  <a:pt x="17306" y="1976"/>
                  <a:pt x="17732" y="2109"/>
                  <a:pt x="18097" y="2367"/>
                </a:cubicBezTo>
                <a:cubicBezTo>
                  <a:pt x="17191" y="3458"/>
                  <a:pt x="17192" y="5072"/>
                  <a:pt x="18097" y="6163"/>
                </a:cubicBezTo>
                <a:cubicBezTo>
                  <a:pt x="17368" y="6679"/>
                  <a:pt x="16405" y="6693"/>
                  <a:pt x="15662" y="6200"/>
                </a:cubicBezTo>
                <a:cubicBezTo>
                  <a:pt x="16610" y="5097"/>
                  <a:pt x="16609" y="3434"/>
                  <a:pt x="15662" y="2330"/>
                </a:cubicBezTo>
                <a:cubicBezTo>
                  <a:pt x="16033" y="2083"/>
                  <a:pt x="16460" y="1963"/>
                  <a:pt x="16883" y="1969"/>
                </a:cubicBezTo>
                <a:close/>
                <a:moveTo>
                  <a:pt x="3796" y="2021"/>
                </a:moveTo>
                <a:lnTo>
                  <a:pt x="4300" y="2551"/>
                </a:lnTo>
                <a:lnTo>
                  <a:pt x="3533" y="3345"/>
                </a:lnTo>
                <a:lnTo>
                  <a:pt x="2923" y="2705"/>
                </a:lnTo>
                <a:cubicBezTo>
                  <a:pt x="2900" y="2684"/>
                  <a:pt x="2871" y="2666"/>
                  <a:pt x="2844" y="2654"/>
                </a:cubicBezTo>
                <a:cubicBezTo>
                  <a:pt x="3127" y="2392"/>
                  <a:pt x="3449" y="2178"/>
                  <a:pt x="3796" y="2021"/>
                </a:cubicBezTo>
                <a:close/>
                <a:moveTo>
                  <a:pt x="7780" y="2190"/>
                </a:moveTo>
                <a:cubicBezTo>
                  <a:pt x="8147" y="2361"/>
                  <a:pt x="8499" y="2570"/>
                  <a:pt x="8831" y="2808"/>
                </a:cubicBezTo>
                <a:lnTo>
                  <a:pt x="8191" y="3463"/>
                </a:lnTo>
                <a:lnTo>
                  <a:pt x="7375" y="2610"/>
                </a:lnTo>
                <a:lnTo>
                  <a:pt x="7780" y="2190"/>
                </a:lnTo>
                <a:close/>
                <a:moveTo>
                  <a:pt x="15257" y="2668"/>
                </a:moveTo>
                <a:cubicBezTo>
                  <a:pt x="16047" y="3573"/>
                  <a:pt x="16047" y="4957"/>
                  <a:pt x="15257" y="5862"/>
                </a:cubicBezTo>
                <a:cubicBezTo>
                  <a:pt x="14857" y="5435"/>
                  <a:pt x="14632" y="4860"/>
                  <a:pt x="14632" y="4265"/>
                </a:cubicBezTo>
                <a:cubicBezTo>
                  <a:pt x="14632" y="3670"/>
                  <a:pt x="14857" y="3095"/>
                  <a:pt x="15257" y="2668"/>
                </a:cubicBezTo>
                <a:close/>
                <a:moveTo>
                  <a:pt x="18488" y="2727"/>
                </a:moveTo>
                <a:cubicBezTo>
                  <a:pt x="18859" y="3148"/>
                  <a:pt x="19062" y="3695"/>
                  <a:pt x="19063" y="4265"/>
                </a:cubicBezTo>
                <a:cubicBezTo>
                  <a:pt x="19063" y="4835"/>
                  <a:pt x="18860" y="5383"/>
                  <a:pt x="18488" y="5803"/>
                </a:cubicBezTo>
                <a:cubicBezTo>
                  <a:pt x="17756" y="4916"/>
                  <a:pt x="17755" y="3614"/>
                  <a:pt x="18488" y="2727"/>
                </a:cubicBezTo>
                <a:close/>
                <a:moveTo>
                  <a:pt x="4669" y="2933"/>
                </a:moveTo>
                <a:lnTo>
                  <a:pt x="5493" y="3787"/>
                </a:lnTo>
                <a:lnTo>
                  <a:pt x="4719" y="4581"/>
                </a:lnTo>
                <a:lnTo>
                  <a:pt x="3903" y="3728"/>
                </a:lnTo>
                <a:lnTo>
                  <a:pt x="4669" y="2933"/>
                </a:lnTo>
                <a:close/>
                <a:moveTo>
                  <a:pt x="6999" y="2992"/>
                </a:moveTo>
                <a:lnTo>
                  <a:pt x="7822" y="3846"/>
                </a:lnTo>
                <a:lnTo>
                  <a:pt x="7048" y="4640"/>
                </a:lnTo>
                <a:lnTo>
                  <a:pt x="6232" y="3787"/>
                </a:lnTo>
                <a:lnTo>
                  <a:pt x="6999" y="2992"/>
                </a:lnTo>
                <a:close/>
                <a:moveTo>
                  <a:pt x="2504" y="3014"/>
                </a:moveTo>
                <a:cubicBezTo>
                  <a:pt x="2515" y="3042"/>
                  <a:pt x="2527" y="3067"/>
                  <a:pt x="2546" y="3088"/>
                </a:cubicBezTo>
                <a:lnTo>
                  <a:pt x="3157" y="3728"/>
                </a:lnTo>
                <a:lnTo>
                  <a:pt x="2390" y="4515"/>
                </a:lnTo>
                <a:lnTo>
                  <a:pt x="1907" y="4022"/>
                </a:lnTo>
                <a:cubicBezTo>
                  <a:pt x="2052" y="3657"/>
                  <a:pt x="2257" y="3315"/>
                  <a:pt x="2504" y="3014"/>
                </a:cubicBezTo>
                <a:close/>
                <a:moveTo>
                  <a:pt x="9249" y="3139"/>
                </a:moveTo>
                <a:cubicBezTo>
                  <a:pt x="9443" y="3303"/>
                  <a:pt x="9634" y="3478"/>
                  <a:pt x="9810" y="3662"/>
                </a:cubicBezTo>
                <a:cubicBezTo>
                  <a:pt x="9909" y="3764"/>
                  <a:pt x="9997" y="3865"/>
                  <a:pt x="10087" y="3971"/>
                </a:cubicBezTo>
                <a:lnTo>
                  <a:pt x="9377" y="4707"/>
                </a:lnTo>
                <a:lnTo>
                  <a:pt x="8561" y="3853"/>
                </a:lnTo>
                <a:lnTo>
                  <a:pt x="9249" y="3139"/>
                </a:lnTo>
                <a:close/>
                <a:moveTo>
                  <a:pt x="3526" y="4111"/>
                </a:moveTo>
                <a:lnTo>
                  <a:pt x="4350" y="4964"/>
                </a:lnTo>
                <a:lnTo>
                  <a:pt x="3583" y="5759"/>
                </a:lnTo>
                <a:lnTo>
                  <a:pt x="2759" y="4905"/>
                </a:lnTo>
                <a:lnTo>
                  <a:pt x="3526" y="4111"/>
                </a:lnTo>
                <a:close/>
                <a:moveTo>
                  <a:pt x="5862" y="4169"/>
                </a:moveTo>
                <a:lnTo>
                  <a:pt x="6679" y="5023"/>
                </a:lnTo>
                <a:lnTo>
                  <a:pt x="5912" y="5818"/>
                </a:lnTo>
                <a:lnTo>
                  <a:pt x="5088" y="4964"/>
                </a:lnTo>
                <a:lnTo>
                  <a:pt x="5862" y="4169"/>
                </a:lnTo>
                <a:close/>
                <a:moveTo>
                  <a:pt x="8191" y="4236"/>
                </a:moveTo>
                <a:lnTo>
                  <a:pt x="9008" y="5089"/>
                </a:lnTo>
                <a:lnTo>
                  <a:pt x="8241" y="5884"/>
                </a:lnTo>
                <a:lnTo>
                  <a:pt x="7417" y="5030"/>
                </a:lnTo>
                <a:lnTo>
                  <a:pt x="8191" y="4236"/>
                </a:lnTo>
                <a:close/>
                <a:moveTo>
                  <a:pt x="10421" y="4390"/>
                </a:moveTo>
                <a:cubicBezTo>
                  <a:pt x="10663" y="4719"/>
                  <a:pt x="10878" y="5074"/>
                  <a:pt x="11060" y="5442"/>
                </a:cubicBezTo>
                <a:cubicBezTo>
                  <a:pt x="11052" y="5446"/>
                  <a:pt x="11045" y="5453"/>
                  <a:pt x="11039" y="5457"/>
                </a:cubicBezTo>
                <a:lnTo>
                  <a:pt x="10570" y="5943"/>
                </a:lnTo>
                <a:lnTo>
                  <a:pt x="9747" y="5089"/>
                </a:lnTo>
                <a:lnTo>
                  <a:pt x="10421" y="4390"/>
                </a:lnTo>
                <a:close/>
                <a:moveTo>
                  <a:pt x="1730" y="4596"/>
                </a:moveTo>
                <a:lnTo>
                  <a:pt x="2021" y="4905"/>
                </a:lnTo>
                <a:lnTo>
                  <a:pt x="1616" y="5317"/>
                </a:lnTo>
                <a:cubicBezTo>
                  <a:pt x="1634" y="5075"/>
                  <a:pt x="1674" y="4832"/>
                  <a:pt x="1730" y="4596"/>
                </a:cubicBezTo>
                <a:close/>
                <a:moveTo>
                  <a:pt x="2390" y="5288"/>
                </a:moveTo>
                <a:lnTo>
                  <a:pt x="3207" y="6141"/>
                </a:lnTo>
                <a:lnTo>
                  <a:pt x="2440" y="6936"/>
                </a:lnTo>
                <a:lnTo>
                  <a:pt x="1630" y="6090"/>
                </a:lnTo>
                <a:cubicBezTo>
                  <a:pt x="1628" y="6087"/>
                  <a:pt x="1619" y="6085"/>
                  <a:pt x="1616" y="6083"/>
                </a:cubicBezTo>
                <a:lnTo>
                  <a:pt x="2390" y="5288"/>
                </a:lnTo>
                <a:close/>
                <a:moveTo>
                  <a:pt x="4719" y="5347"/>
                </a:moveTo>
                <a:lnTo>
                  <a:pt x="5536" y="6200"/>
                </a:lnTo>
                <a:lnTo>
                  <a:pt x="4769" y="6995"/>
                </a:lnTo>
                <a:lnTo>
                  <a:pt x="3952" y="6141"/>
                </a:lnTo>
                <a:lnTo>
                  <a:pt x="4719" y="5347"/>
                </a:lnTo>
                <a:close/>
                <a:moveTo>
                  <a:pt x="7048" y="5413"/>
                </a:moveTo>
                <a:lnTo>
                  <a:pt x="7872" y="6267"/>
                </a:lnTo>
                <a:lnTo>
                  <a:pt x="7098" y="7054"/>
                </a:lnTo>
                <a:lnTo>
                  <a:pt x="6281" y="6200"/>
                </a:lnTo>
                <a:lnTo>
                  <a:pt x="7048" y="5413"/>
                </a:lnTo>
                <a:close/>
                <a:moveTo>
                  <a:pt x="9377" y="5472"/>
                </a:moveTo>
                <a:lnTo>
                  <a:pt x="10201" y="6325"/>
                </a:lnTo>
                <a:lnTo>
                  <a:pt x="9427" y="7120"/>
                </a:lnTo>
                <a:lnTo>
                  <a:pt x="8610" y="6267"/>
                </a:lnTo>
                <a:lnTo>
                  <a:pt x="9377" y="5472"/>
                </a:lnTo>
                <a:close/>
                <a:moveTo>
                  <a:pt x="11295" y="5965"/>
                </a:moveTo>
                <a:cubicBezTo>
                  <a:pt x="11428" y="6305"/>
                  <a:pt x="11527" y="6656"/>
                  <a:pt x="11600" y="7017"/>
                </a:cubicBezTo>
                <a:lnTo>
                  <a:pt x="10939" y="6325"/>
                </a:lnTo>
                <a:lnTo>
                  <a:pt x="11295" y="5965"/>
                </a:lnTo>
                <a:close/>
                <a:moveTo>
                  <a:pt x="3576" y="6524"/>
                </a:moveTo>
                <a:lnTo>
                  <a:pt x="4400" y="7378"/>
                </a:lnTo>
                <a:lnTo>
                  <a:pt x="3626" y="8172"/>
                </a:lnTo>
                <a:lnTo>
                  <a:pt x="2809" y="7319"/>
                </a:lnTo>
                <a:lnTo>
                  <a:pt x="3576" y="6524"/>
                </a:lnTo>
                <a:close/>
                <a:moveTo>
                  <a:pt x="5905" y="6583"/>
                </a:moveTo>
                <a:lnTo>
                  <a:pt x="6729" y="7436"/>
                </a:lnTo>
                <a:lnTo>
                  <a:pt x="5962" y="8231"/>
                </a:lnTo>
                <a:lnTo>
                  <a:pt x="5138" y="7378"/>
                </a:lnTo>
                <a:lnTo>
                  <a:pt x="5905" y="6583"/>
                </a:lnTo>
                <a:close/>
                <a:moveTo>
                  <a:pt x="8241" y="6649"/>
                </a:moveTo>
                <a:lnTo>
                  <a:pt x="9058" y="7503"/>
                </a:lnTo>
                <a:lnTo>
                  <a:pt x="8291" y="8297"/>
                </a:lnTo>
                <a:lnTo>
                  <a:pt x="7467" y="7444"/>
                </a:lnTo>
                <a:lnTo>
                  <a:pt x="8241" y="6649"/>
                </a:lnTo>
                <a:close/>
                <a:moveTo>
                  <a:pt x="10570" y="6708"/>
                </a:moveTo>
                <a:lnTo>
                  <a:pt x="11401" y="7576"/>
                </a:lnTo>
                <a:cubicBezTo>
                  <a:pt x="11378" y="7587"/>
                  <a:pt x="11356" y="7603"/>
                  <a:pt x="11337" y="7620"/>
                </a:cubicBezTo>
                <a:lnTo>
                  <a:pt x="10620" y="8356"/>
                </a:lnTo>
                <a:lnTo>
                  <a:pt x="9796" y="7503"/>
                </a:lnTo>
                <a:lnTo>
                  <a:pt x="10570" y="6708"/>
                </a:lnTo>
                <a:close/>
                <a:moveTo>
                  <a:pt x="1751" y="6988"/>
                </a:moveTo>
                <a:lnTo>
                  <a:pt x="1758" y="6988"/>
                </a:lnTo>
                <a:lnTo>
                  <a:pt x="2070" y="7319"/>
                </a:lnTo>
                <a:lnTo>
                  <a:pt x="1893" y="7495"/>
                </a:lnTo>
                <a:cubicBezTo>
                  <a:pt x="1838" y="7329"/>
                  <a:pt x="1791" y="7158"/>
                  <a:pt x="1751" y="6988"/>
                </a:cubicBezTo>
                <a:close/>
                <a:moveTo>
                  <a:pt x="2440" y="7701"/>
                </a:moveTo>
                <a:lnTo>
                  <a:pt x="3256" y="8555"/>
                </a:lnTo>
                <a:lnTo>
                  <a:pt x="2717" y="9114"/>
                </a:lnTo>
                <a:cubicBezTo>
                  <a:pt x="2710" y="9123"/>
                  <a:pt x="2702" y="9134"/>
                  <a:pt x="2695" y="9144"/>
                </a:cubicBezTo>
                <a:cubicBezTo>
                  <a:pt x="2465" y="8799"/>
                  <a:pt x="2264" y="8431"/>
                  <a:pt x="2099" y="8047"/>
                </a:cubicBezTo>
                <a:lnTo>
                  <a:pt x="2440" y="7701"/>
                </a:lnTo>
                <a:close/>
                <a:moveTo>
                  <a:pt x="4769" y="7760"/>
                </a:moveTo>
                <a:lnTo>
                  <a:pt x="5585" y="8614"/>
                </a:lnTo>
                <a:lnTo>
                  <a:pt x="4819" y="9408"/>
                </a:lnTo>
                <a:lnTo>
                  <a:pt x="3995" y="8555"/>
                </a:lnTo>
                <a:lnTo>
                  <a:pt x="4769" y="7760"/>
                </a:lnTo>
                <a:close/>
                <a:moveTo>
                  <a:pt x="7098" y="7826"/>
                </a:moveTo>
                <a:lnTo>
                  <a:pt x="7915" y="8680"/>
                </a:lnTo>
                <a:lnTo>
                  <a:pt x="7148" y="9475"/>
                </a:lnTo>
                <a:lnTo>
                  <a:pt x="6331" y="8621"/>
                </a:lnTo>
                <a:lnTo>
                  <a:pt x="7098" y="7826"/>
                </a:lnTo>
                <a:close/>
                <a:moveTo>
                  <a:pt x="9427" y="7885"/>
                </a:moveTo>
                <a:lnTo>
                  <a:pt x="10251" y="8739"/>
                </a:lnTo>
                <a:lnTo>
                  <a:pt x="9477" y="9534"/>
                </a:lnTo>
                <a:lnTo>
                  <a:pt x="8660" y="8680"/>
                </a:lnTo>
                <a:lnTo>
                  <a:pt x="9427" y="7885"/>
                </a:lnTo>
                <a:close/>
                <a:moveTo>
                  <a:pt x="11713" y="7988"/>
                </a:moveTo>
                <a:cubicBezTo>
                  <a:pt x="11726" y="8441"/>
                  <a:pt x="11672" y="8898"/>
                  <a:pt x="11557" y="9335"/>
                </a:cubicBezTo>
                <a:lnTo>
                  <a:pt x="10989" y="8739"/>
                </a:lnTo>
                <a:lnTo>
                  <a:pt x="11706" y="8003"/>
                </a:lnTo>
                <a:cubicBezTo>
                  <a:pt x="11709" y="8000"/>
                  <a:pt x="11711" y="7991"/>
                  <a:pt x="11713" y="7988"/>
                </a:cubicBezTo>
                <a:close/>
                <a:moveTo>
                  <a:pt x="3626" y="8938"/>
                </a:moveTo>
                <a:lnTo>
                  <a:pt x="4442" y="9791"/>
                </a:lnTo>
                <a:lnTo>
                  <a:pt x="3903" y="10350"/>
                </a:lnTo>
                <a:cubicBezTo>
                  <a:pt x="3871" y="10386"/>
                  <a:pt x="3848" y="10428"/>
                  <a:pt x="3839" y="10475"/>
                </a:cubicBezTo>
                <a:cubicBezTo>
                  <a:pt x="3726" y="10372"/>
                  <a:pt x="3612" y="10271"/>
                  <a:pt x="3505" y="10159"/>
                </a:cubicBezTo>
                <a:cubicBezTo>
                  <a:pt x="3323" y="9969"/>
                  <a:pt x="3154" y="9771"/>
                  <a:pt x="2994" y="9563"/>
                </a:cubicBezTo>
                <a:cubicBezTo>
                  <a:pt x="3027" y="9549"/>
                  <a:pt x="3053" y="9523"/>
                  <a:pt x="3079" y="9497"/>
                </a:cubicBezTo>
                <a:lnTo>
                  <a:pt x="3626" y="8938"/>
                </a:lnTo>
                <a:close/>
                <a:moveTo>
                  <a:pt x="5955" y="9004"/>
                </a:moveTo>
                <a:lnTo>
                  <a:pt x="6778" y="9857"/>
                </a:lnTo>
                <a:lnTo>
                  <a:pt x="6004" y="10645"/>
                </a:lnTo>
                <a:lnTo>
                  <a:pt x="5188" y="9798"/>
                </a:lnTo>
                <a:lnTo>
                  <a:pt x="5955" y="9004"/>
                </a:lnTo>
                <a:close/>
                <a:moveTo>
                  <a:pt x="8284" y="9063"/>
                </a:moveTo>
                <a:lnTo>
                  <a:pt x="9107" y="9916"/>
                </a:lnTo>
                <a:lnTo>
                  <a:pt x="8333" y="10711"/>
                </a:lnTo>
                <a:lnTo>
                  <a:pt x="7517" y="9857"/>
                </a:lnTo>
                <a:lnTo>
                  <a:pt x="8284" y="9063"/>
                </a:lnTo>
                <a:close/>
                <a:moveTo>
                  <a:pt x="10613" y="9121"/>
                </a:moveTo>
                <a:lnTo>
                  <a:pt x="11358" y="9901"/>
                </a:lnTo>
                <a:cubicBezTo>
                  <a:pt x="11205" y="10259"/>
                  <a:pt x="11000" y="10588"/>
                  <a:pt x="10748" y="10880"/>
                </a:cubicBezTo>
                <a:cubicBezTo>
                  <a:pt x="10738" y="10856"/>
                  <a:pt x="10723" y="10833"/>
                  <a:pt x="10705" y="10814"/>
                </a:cubicBezTo>
                <a:lnTo>
                  <a:pt x="9846" y="9916"/>
                </a:lnTo>
                <a:lnTo>
                  <a:pt x="10613" y="9121"/>
                </a:lnTo>
                <a:close/>
                <a:moveTo>
                  <a:pt x="4819" y="10181"/>
                </a:moveTo>
                <a:lnTo>
                  <a:pt x="5635" y="11035"/>
                </a:lnTo>
                <a:lnTo>
                  <a:pt x="5216" y="11461"/>
                </a:lnTo>
                <a:cubicBezTo>
                  <a:pt x="4858" y="11268"/>
                  <a:pt x="4519" y="11047"/>
                  <a:pt x="4201" y="10792"/>
                </a:cubicBezTo>
                <a:cubicBezTo>
                  <a:pt x="4228" y="10779"/>
                  <a:pt x="4250" y="10761"/>
                  <a:pt x="4272" y="10740"/>
                </a:cubicBezTo>
                <a:lnTo>
                  <a:pt x="4819" y="10181"/>
                </a:lnTo>
                <a:close/>
                <a:moveTo>
                  <a:pt x="7148" y="10240"/>
                </a:moveTo>
                <a:lnTo>
                  <a:pt x="7964" y="11093"/>
                </a:lnTo>
                <a:lnTo>
                  <a:pt x="7197" y="11888"/>
                </a:lnTo>
                <a:lnTo>
                  <a:pt x="6374" y="11035"/>
                </a:lnTo>
                <a:lnTo>
                  <a:pt x="7148" y="10240"/>
                </a:lnTo>
                <a:close/>
                <a:moveTo>
                  <a:pt x="9477" y="10299"/>
                </a:moveTo>
                <a:lnTo>
                  <a:pt x="10336" y="11196"/>
                </a:lnTo>
                <a:cubicBezTo>
                  <a:pt x="10354" y="11211"/>
                  <a:pt x="10371" y="11223"/>
                  <a:pt x="10393" y="11233"/>
                </a:cubicBezTo>
                <a:cubicBezTo>
                  <a:pt x="10102" y="11486"/>
                  <a:pt x="9772" y="11689"/>
                  <a:pt x="9420" y="11837"/>
                </a:cubicBezTo>
                <a:lnTo>
                  <a:pt x="8703" y="11093"/>
                </a:lnTo>
                <a:lnTo>
                  <a:pt x="9477" y="10299"/>
                </a:lnTo>
                <a:close/>
                <a:moveTo>
                  <a:pt x="6004" y="11417"/>
                </a:moveTo>
                <a:lnTo>
                  <a:pt x="6558" y="11991"/>
                </a:lnTo>
                <a:cubicBezTo>
                  <a:pt x="6274" y="11918"/>
                  <a:pt x="5990" y="11819"/>
                  <a:pt x="5720" y="11704"/>
                </a:cubicBezTo>
                <a:lnTo>
                  <a:pt x="6004" y="11417"/>
                </a:lnTo>
                <a:close/>
                <a:moveTo>
                  <a:pt x="8333" y="11476"/>
                </a:moveTo>
                <a:lnTo>
                  <a:pt x="8859" y="12028"/>
                </a:lnTo>
                <a:cubicBezTo>
                  <a:pt x="8473" y="12123"/>
                  <a:pt x="8077" y="12167"/>
                  <a:pt x="7680" y="12153"/>
                </a:cubicBezTo>
                <a:lnTo>
                  <a:pt x="8333" y="11476"/>
                </a:lnTo>
                <a:close/>
                <a:moveTo>
                  <a:pt x="14930" y="14589"/>
                </a:moveTo>
                <a:lnTo>
                  <a:pt x="15583" y="15273"/>
                </a:lnTo>
                <a:lnTo>
                  <a:pt x="14142" y="15398"/>
                </a:lnTo>
                <a:lnTo>
                  <a:pt x="14930" y="14589"/>
                </a:lnTo>
                <a:close/>
                <a:moveTo>
                  <a:pt x="16230" y="15950"/>
                </a:moveTo>
                <a:lnTo>
                  <a:pt x="16741" y="16480"/>
                </a:lnTo>
                <a:lnTo>
                  <a:pt x="15115" y="16619"/>
                </a:lnTo>
                <a:lnTo>
                  <a:pt x="14596" y="16090"/>
                </a:lnTo>
                <a:lnTo>
                  <a:pt x="16230" y="15950"/>
                </a:lnTo>
                <a:close/>
                <a:moveTo>
                  <a:pt x="17387" y="17149"/>
                </a:moveTo>
                <a:lnTo>
                  <a:pt x="17898" y="17686"/>
                </a:lnTo>
                <a:lnTo>
                  <a:pt x="16272" y="17826"/>
                </a:lnTo>
                <a:lnTo>
                  <a:pt x="15754" y="17289"/>
                </a:lnTo>
                <a:lnTo>
                  <a:pt x="17387" y="17149"/>
                </a:lnTo>
                <a:close/>
                <a:moveTo>
                  <a:pt x="18545" y="18356"/>
                </a:moveTo>
                <a:lnTo>
                  <a:pt x="18800" y="18621"/>
                </a:lnTo>
                <a:lnTo>
                  <a:pt x="17913" y="19541"/>
                </a:lnTo>
                <a:lnTo>
                  <a:pt x="16911" y="18496"/>
                </a:lnTo>
                <a:lnTo>
                  <a:pt x="18545" y="18356"/>
                </a:lnTo>
                <a:close/>
                <a:moveTo>
                  <a:pt x="19461" y="18967"/>
                </a:moveTo>
                <a:lnTo>
                  <a:pt x="19894" y="19416"/>
                </a:lnTo>
                <a:lnTo>
                  <a:pt x="18672" y="20674"/>
                </a:lnTo>
                <a:lnTo>
                  <a:pt x="18239" y="20225"/>
                </a:lnTo>
                <a:lnTo>
                  <a:pt x="19461" y="18967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201" name="Freeform 153"/>
          <p:cNvSpPr/>
          <p:nvPr/>
        </p:nvSpPr>
        <p:spPr>
          <a:xfrm rot="18900000">
            <a:off x="18606512" y="9994460"/>
            <a:ext cx="500063" cy="5064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63" h="21399" fill="norm" stroke="1" extrusionOk="0">
                <a:moveTo>
                  <a:pt x="20756" y="18313"/>
                </a:moveTo>
                <a:cubicBezTo>
                  <a:pt x="21431" y="18984"/>
                  <a:pt x="21431" y="20192"/>
                  <a:pt x="20756" y="20997"/>
                </a:cubicBezTo>
                <a:cubicBezTo>
                  <a:pt x="20351" y="21265"/>
                  <a:pt x="19946" y="21399"/>
                  <a:pt x="19406" y="21399"/>
                </a:cubicBezTo>
                <a:cubicBezTo>
                  <a:pt x="19001" y="21399"/>
                  <a:pt x="18461" y="21265"/>
                  <a:pt x="18191" y="20997"/>
                </a:cubicBezTo>
                <a:cubicBezTo>
                  <a:pt x="10631" y="13349"/>
                  <a:pt x="10631" y="13349"/>
                  <a:pt x="10631" y="13349"/>
                </a:cubicBezTo>
                <a:cubicBezTo>
                  <a:pt x="3206" y="20997"/>
                  <a:pt x="3206" y="20997"/>
                  <a:pt x="3206" y="20997"/>
                </a:cubicBezTo>
                <a:cubicBezTo>
                  <a:pt x="2801" y="21265"/>
                  <a:pt x="2261" y="21399"/>
                  <a:pt x="1856" y="21399"/>
                </a:cubicBezTo>
                <a:cubicBezTo>
                  <a:pt x="1316" y="21399"/>
                  <a:pt x="911" y="21265"/>
                  <a:pt x="506" y="20997"/>
                </a:cubicBezTo>
                <a:cubicBezTo>
                  <a:pt x="-169" y="20192"/>
                  <a:pt x="-169" y="18984"/>
                  <a:pt x="506" y="18313"/>
                </a:cubicBezTo>
                <a:cubicBezTo>
                  <a:pt x="8066" y="10666"/>
                  <a:pt x="8066" y="10666"/>
                  <a:pt x="8066" y="10666"/>
                </a:cubicBezTo>
                <a:cubicBezTo>
                  <a:pt x="506" y="3153"/>
                  <a:pt x="506" y="3153"/>
                  <a:pt x="506" y="3153"/>
                </a:cubicBezTo>
                <a:cubicBezTo>
                  <a:pt x="-169" y="2482"/>
                  <a:pt x="-169" y="1275"/>
                  <a:pt x="506" y="604"/>
                </a:cubicBezTo>
                <a:cubicBezTo>
                  <a:pt x="1316" y="-201"/>
                  <a:pt x="2396" y="-201"/>
                  <a:pt x="3206" y="604"/>
                </a:cubicBezTo>
                <a:cubicBezTo>
                  <a:pt x="10631" y="8117"/>
                  <a:pt x="10631" y="8117"/>
                  <a:pt x="10631" y="8117"/>
                </a:cubicBezTo>
                <a:cubicBezTo>
                  <a:pt x="18191" y="604"/>
                  <a:pt x="18191" y="604"/>
                  <a:pt x="18191" y="604"/>
                </a:cubicBezTo>
                <a:cubicBezTo>
                  <a:pt x="18866" y="-201"/>
                  <a:pt x="19946" y="-201"/>
                  <a:pt x="20756" y="604"/>
                </a:cubicBezTo>
                <a:cubicBezTo>
                  <a:pt x="21431" y="1275"/>
                  <a:pt x="21431" y="2482"/>
                  <a:pt x="20756" y="3153"/>
                </a:cubicBezTo>
                <a:cubicBezTo>
                  <a:pt x="13331" y="10666"/>
                  <a:pt x="13331" y="10666"/>
                  <a:pt x="13331" y="10666"/>
                </a:cubicBezTo>
                <a:cubicBezTo>
                  <a:pt x="20756" y="18313"/>
                  <a:pt x="20756" y="18313"/>
                  <a:pt x="20756" y="18313"/>
                </a:cubicBezTo>
                <a:cubicBezTo>
                  <a:pt x="20756" y="18313"/>
                  <a:pt x="20756" y="18313"/>
                  <a:pt x="20756" y="18313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3" name="Font Usage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Font Usage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5" name="Curiosity Overview"/>
          <p:cNvSpPr txBox="1"/>
          <p:nvPr>
            <p:ph type="body" idx="21"/>
          </p:nvPr>
        </p:nvSpPr>
        <p:spPr>
          <a:xfrm>
            <a:off x="666390" y="897470"/>
            <a:ext cx="22848395" cy="1504952"/>
          </a:xfrm>
          <a:prstGeom prst="rect">
            <a:avLst/>
          </a:prstGeom>
        </p:spPr>
        <p:txBody>
          <a:bodyPr/>
          <a:lstStyle>
            <a:lvl1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Curiosity Overview</a:t>
            </a:r>
          </a:p>
        </p:txBody>
      </p:sp>
      <p:sp>
        <p:nvSpPr>
          <p:cNvPr id="2206" name="TextBox 11"/>
          <p:cNvSpPr txBox="1"/>
          <p:nvPr/>
        </p:nvSpPr>
        <p:spPr>
          <a:xfrm>
            <a:off x="4777411" y="5063905"/>
            <a:ext cx="14655833" cy="1244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4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AaBbCcDdEeFfGgHhIiJjKkLlMmNnOoPpQqRrSsTtUuVvWwXxYyZz</a:t>
            </a:r>
          </a:p>
          <a:p>
            <a:pPr defTabSz="457200">
              <a:defRPr sz="4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1234567890!@#$%</a:t>
            </a:r>
          </a:p>
        </p:txBody>
      </p:sp>
      <p:sp>
        <p:nvSpPr>
          <p:cNvPr id="2207" name="Curiosity Light"/>
          <p:cNvSpPr txBox="1"/>
          <p:nvPr/>
        </p:nvSpPr>
        <p:spPr>
          <a:xfrm>
            <a:off x="4777411" y="3754107"/>
            <a:ext cx="6060949" cy="1016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defTabSz="457200">
              <a:defRPr sz="8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Curiosity Light</a:t>
            </a:r>
          </a:p>
        </p:txBody>
      </p:sp>
      <p:sp>
        <p:nvSpPr>
          <p:cNvPr id="2208" name="TextBox 11"/>
          <p:cNvSpPr txBox="1"/>
          <p:nvPr/>
        </p:nvSpPr>
        <p:spPr>
          <a:xfrm>
            <a:off x="4777411" y="11518848"/>
            <a:ext cx="14655833" cy="520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4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Black"/>
                <a:ea typeface="Curiosity-TWDC Black"/>
                <a:cs typeface="Curiosity-TWDC Black"/>
                <a:sym typeface="Curiosity-TWDC Black"/>
              </a:defRPr>
            </a:lvl1pPr>
          </a:lstStyle>
          <a:p>
            <a:pPr/>
            <a:r>
              <a:t>1234567890!@#$%</a:t>
            </a:r>
          </a:p>
        </p:txBody>
      </p:sp>
      <p:sp>
        <p:nvSpPr>
          <p:cNvPr id="2209" name="Curiosity Black"/>
          <p:cNvSpPr txBox="1"/>
          <p:nvPr/>
        </p:nvSpPr>
        <p:spPr>
          <a:xfrm>
            <a:off x="4777411" y="10248020"/>
            <a:ext cx="7298437" cy="1016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defTabSz="457200">
              <a:defRPr sz="8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Black"/>
                <a:ea typeface="Curiosity-TWDC Black"/>
                <a:cs typeface="Curiosity-TWDC Black"/>
                <a:sym typeface="Curiosity-TWDC Black"/>
              </a:defRPr>
            </a:lvl1pPr>
          </a:lstStyle>
          <a:p>
            <a:pPr/>
            <a:r>
              <a:t>Curiosity Black</a:t>
            </a:r>
          </a:p>
        </p:txBody>
      </p:sp>
      <p:sp>
        <p:nvSpPr>
          <p:cNvPr id="2210" name="TextBox 11"/>
          <p:cNvSpPr txBox="1"/>
          <p:nvPr/>
        </p:nvSpPr>
        <p:spPr>
          <a:xfrm>
            <a:off x="4747930" y="8232146"/>
            <a:ext cx="14655833" cy="1244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4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AaBbCcDdEeFfGgHhIiJjKkLlMmNnOoPpQqRrSsTtUuVvWwXxYyZz</a:t>
            </a:r>
          </a:p>
          <a:p>
            <a:pPr defTabSz="457200">
              <a:defRPr sz="4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1234567890!@#$%</a:t>
            </a:r>
          </a:p>
        </p:txBody>
      </p:sp>
      <p:sp>
        <p:nvSpPr>
          <p:cNvPr id="2211" name="Curiosity Demibold"/>
          <p:cNvSpPr txBox="1"/>
          <p:nvPr/>
        </p:nvSpPr>
        <p:spPr>
          <a:xfrm>
            <a:off x="4747930" y="7001064"/>
            <a:ext cx="8355077" cy="1016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defTabSz="457200">
              <a:defRPr sz="8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Curiosity Demibold</a:t>
            </a:r>
          </a:p>
        </p:txBody>
      </p:sp>
      <p:sp>
        <p:nvSpPr>
          <p:cNvPr id="2212" name="(For highlighted text and numbers)"/>
          <p:cNvSpPr txBox="1"/>
          <p:nvPr/>
        </p:nvSpPr>
        <p:spPr>
          <a:xfrm>
            <a:off x="13244665" y="7377793"/>
            <a:ext cx="5479670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defTabSz="457200">
              <a:defRPr sz="3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(For highlighted text and numbers)</a:t>
            </a:r>
          </a:p>
        </p:txBody>
      </p:sp>
      <p:sp>
        <p:nvSpPr>
          <p:cNvPr id="2213" name="(For big numbers)"/>
          <p:cNvSpPr txBox="1"/>
          <p:nvPr/>
        </p:nvSpPr>
        <p:spPr>
          <a:xfrm>
            <a:off x="12321798" y="10667120"/>
            <a:ext cx="2804288" cy="381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defTabSz="457200">
              <a:defRPr sz="3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(For big numbers)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5" name="Font Usage"/>
          <p:cNvSpPr txBox="1"/>
          <p:nvPr>
            <p:ph type="body" idx="21"/>
          </p:nvPr>
        </p:nvSpPr>
        <p:spPr>
          <a:xfrm>
            <a:off x="666390" y="897470"/>
            <a:ext cx="22848395" cy="1504952"/>
          </a:xfrm>
          <a:prstGeom prst="rect">
            <a:avLst/>
          </a:prstGeom>
        </p:spPr>
        <p:txBody>
          <a:bodyPr/>
          <a:lstStyle>
            <a:lvl1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Font Usage</a:t>
            </a:r>
          </a:p>
        </p:txBody>
      </p:sp>
      <p:sp>
        <p:nvSpPr>
          <p:cNvPr id="2216" name="Title Slides"/>
          <p:cNvSpPr txBox="1"/>
          <p:nvPr/>
        </p:nvSpPr>
        <p:spPr>
          <a:xfrm>
            <a:off x="7366720" y="6146446"/>
            <a:ext cx="4945381" cy="1403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defTabSz="2438338">
              <a:lnSpc>
                <a:spcPts val="10500"/>
              </a:lnSpc>
              <a:defRPr spc="-400" sz="100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Title Slides</a:t>
            </a:r>
          </a:p>
        </p:txBody>
      </p:sp>
      <p:sp>
        <p:nvSpPr>
          <p:cNvPr id="2217" name="Subtitles"/>
          <p:cNvSpPr txBox="1"/>
          <p:nvPr/>
        </p:nvSpPr>
        <p:spPr>
          <a:xfrm>
            <a:off x="7366720" y="8260887"/>
            <a:ext cx="2675129" cy="762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6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Subtitles</a:t>
            </a:r>
          </a:p>
        </p:txBody>
      </p:sp>
      <p:sp>
        <p:nvSpPr>
          <p:cNvPr id="2218" name="Lorem ipsum dolor sit amet, consectetuer adipiscing elit, sed diam nonummy nibh euismod tincidunt ut laoreet dolore magna aliquam erat volutpat."/>
          <p:cNvSpPr txBox="1"/>
          <p:nvPr/>
        </p:nvSpPr>
        <p:spPr>
          <a:xfrm>
            <a:off x="7459100" y="9733976"/>
            <a:ext cx="7181014" cy="28384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3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amet, consectetuer adipiscing elit, sed diam nonummy nibh euismod tincidunt ut laoreet dolore magna aliquam erat volutpat.</a:t>
            </a:r>
          </a:p>
        </p:txBody>
      </p:sp>
      <p:sp>
        <p:nvSpPr>
          <p:cNvPr id="2219" name="100 pt"/>
          <p:cNvSpPr txBox="1"/>
          <p:nvPr/>
        </p:nvSpPr>
        <p:spPr>
          <a:xfrm>
            <a:off x="3283230" y="6406796"/>
            <a:ext cx="1436117" cy="520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4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100 pt</a:t>
            </a:r>
          </a:p>
        </p:txBody>
      </p:sp>
      <p:sp>
        <p:nvSpPr>
          <p:cNvPr id="2220" name="60pt"/>
          <p:cNvSpPr txBox="1"/>
          <p:nvPr/>
        </p:nvSpPr>
        <p:spPr>
          <a:xfrm>
            <a:off x="3283230" y="8083087"/>
            <a:ext cx="1030225" cy="520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4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60pt</a:t>
            </a:r>
          </a:p>
        </p:txBody>
      </p:sp>
      <p:sp>
        <p:nvSpPr>
          <p:cNvPr id="2221" name="30pt"/>
          <p:cNvSpPr txBox="1"/>
          <p:nvPr/>
        </p:nvSpPr>
        <p:spPr>
          <a:xfrm>
            <a:off x="3283230" y="9708687"/>
            <a:ext cx="775844" cy="381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3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30pt</a:t>
            </a:r>
          </a:p>
        </p:txBody>
      </p:sp>
      <p:sp>
        <p:nvSpPr>
          <p:cNvPr id="2222" name="Title Chapter"/>
          <p:cNvSpPr txBox="1"/>
          <p:nvPr/>
        </p:nvSpPr>
        <p:spPr>
          <a:xfrm>
            <a:off x="7366720" y="4209805"/>
            <a:ext cx="8092695" cy="1651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defTabSz="2438338">
              <a:lnSpc>
                <a:spcPct val="70000"/>
              </a:lnSpc>
              <a:defRPr spc="-520" sz="130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Title Chapter</a:t>
            </a:r>
          </a:p>
        </p:txBody>
      </p:sp>
      <p:sp>
        <p:nvSpPr>
          <p:cNvPr id="2223" name="130 pt"/>
          <p:cNvSpPr txBox="1"/>
          <p:nvPr/>
        </p:nvSpPr>
        <p:spPr>
          <a:xfrm>
            <a:off x="3283230" y="4470155"/>
            <a:ext cx="1436117" cy="520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4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130 pt</a:t>
            </a:r>
          </a:p>
        </p:txBody>
      </p:sp>
      <p:sp>
        <p:nvSpPr>
          <p:cNvPr id="2224" name="Line"/>
          <p:cNvSpPr/>
          <p:nvPr/>
        </p:nvSpPr>
        <p:spPr>
          <a:xfrm>
            <a:off x="3419354" y="5441705"/>
            <a:ext cx="3566493" cy="1"/>
          </a:xfrm>
          <a:prstGeom prst="line">
            <a:avLst/>
          </a:prstGeom>
          <a:ln>
            <a:solidFill>
              <a:schemeClr val="accent4">
                <a:hueOff val="-203031"/>
                <a:satOff val="-71423"/>
                <a:lumOff val="-30171"/>
              </a:schemeClr>
            </a:solidFill>
            <a:miter/>
          </a:ln>
        </p:spPr>
        <p:txBody>
          <a:bodyPr lIns="121919" tIns="121919" rIns="121919" bIns="121919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225" name="Line"/>
          <p:cNvSpPr/>
          <p:nvPr/>
        </p:nvSpPr>
        <p:spPr>
          <a:xfrm>
            <a:off x="3419354" y="7272866"/>
            <a:ext cx="3566493" cy="1"/>
          </a:xfrm>
          <a:prstGeom prst="line">
            <a:avLst/>
          </a:prstGeom>
          <a:ln>
            <a:solidFill>
              <a:schemeClr val="accent4">
                <a:hueOff val="-203031"/>
                <a:satOff val="-71423"/>
                <a:lumOff val="-30171"/>
              </a:schemeClr>
            </a:solidFill>
            <a:miter/>
          </a:ln>
        </p:spPr>
        <p:txBody>
          <a:bodyPr lIns="121919" tIns="121919" rIns="121919" bIns="121919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226" name="Line"/>
          <p:cNvSpPr/>
          <p:nvPr/>
        </p:nvSpPr>
        <p:spPr>
          <a:xfrm>
            <a:off x="3419354" y="8785571"/>
            <a:ext cx="3566493" cy="1"/>
          </a:xfrm>
          <a:prstGeom prst="line">
            <a:avLst/>
          </a:prstGeom>
          <a:ln>
            <a:solidFill>
              <a:schemeClr val="accent4">
                <a:hueOff val="-203031"/>
                <a:satOff val="-71423"/>
                <a:lumOff val="-30171"/>
              </a:schemeClr>
            </a:solidFill>
            <a:miter/>
          </a:ln>
        </p:spPr>
        <p:txBody>
          <a:bodyPr lIns="121919" tIns="121919" rIns="121919" bIns="121919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227" name="Line"/>
          <p:cNvSpPr/>
          <p:nvPr/>
        </p:nvSpPr>
        <p:spPr>
          <a:xfrm>
            <a:off x="3419354" y="10360262"/>
            <a:ext cx="3566493" cy="1"/>
          </a:xfrm>
          <a:prstGeom prst="line">
            <a:avLst/>
          </a:prstGeom>
          <a:ln>
            <a:solidFill>
              <a:schemeClr val="accent4">
                <a:hueOff val="-203031"/>
                <a:satOff val="-71423"/>
                <a:lumOff val="-30171"/>
              </a:schemeClr>
            </a:solidFill>
            <a:miter/>
          </a:ln>
        </p:spPr>
        <p:txBody>
          <a:bodyPr lIns="121919" tIns="121919" rIns="121919" bIns="121919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228" name="Please use whatever size font the page allows for and works best aesthetically,  but you can use this as a starting point."/>
          <p:cNvSpPr txBox="1"/>
          <p:nvPr/>
        </p:nvSpPr>
        <p:spPr>
          <a:xfrm>
            <a:off x="6623162" y="1141946"/>
            <a:ext cx="13954273" cy="1016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1828800">
              <a:spcBef>
                <a:spcPts val="1600"/>
              </a:spcBef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Please use whatever size font the page allows for and works best aesthetically, </a:t>
            </a:r>
            <a:br/>
            <a:r>
              <a:t>but you can use this as a starting point.</a:t>
            </a:r>
          </a:p>
        </p:txBody>
      </p:sp>
      <p:sp>
        <p:nvSpPr>
          <p:cNvPr id="2229" name="Rounded Rectangle"/>
          <p:cNvSpPr/>
          <p:nvPr/>
        </p:nvSpPr>
        <p:spPr>
          <a:xfrm>
            <a:off x="17791106" y="5185727"/>
            <a:ext cx="3810795" cy="820033"/>
          </a:xfrm>
          <a:prstGeom prst="roundRect">
            <a:avLst>
              <a:gd name="adj" fmla="val 50000"/>
            </a:avLst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230" name="Rounded Rectangle"/>
          <p:cNvSpPr/>
          <p:nvPr/>
        </p:nvSpPr>
        <p:spPr>
          <a:xfrm>
            <a:off x="17791106" y="8497952"/>
            <a:ext cx="3810795" cy="82003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231" name="Rounded Rectangle"/>
          <p:cNvSpPr/>
          <p:nvPr/>
        </p:nvSpPr>
        <p:spPr>
          <a:xfrm>
            <a:off x="17791106" y="9565277"/>
            <a:ext cx="3810795" cy="820033"/>
          </a:xfrm>
          <a:prstGeom prst="roundRect">
            <a:avLst>
              <a:gd name="adj" fmla="val 50000"/>
            </a:avLst>
          </a:prstGeom>
          <a:solidFill>
            <a:schemeClr val="accent1">
              <a:hueOff val="81242"/>
              <a:satOff val="-7999"/>
              <a:lumOff val="-10784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232" name="Rounded Rectangle"/>
          <p:cNvSpPr/>
          <p:nvPr/>
        </p:nvSpPr>
        <p:spPr>
          <a:xfrm>
            <a:off x="17865470" y="6316027"/>
            <a:ext cx="3798095" cy="820033"/>
          </a:xfrm>
          <a:prstGeom prst="roundRect">
            <a:avLst>
              <a:gd name="adj" fmla="val 50000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solidFill>
              <a:srgbClr val="A9A9A9"/>
            </a:solidFill>
            <a:miter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233" name="#0BB5DC"/>
          <p:cNvSpPr txBox="1"/>
          <p:nvPr/>
        </p:nvSpPr>
        <p:spPr>
          <a:xfrm>
            <a:off x="18173977" y="5500052"/>
            <a:ext cx="106527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#0BB5DC</a:t>
            </a:r>
          </a:p>
        </p:txBody>
      </p:sp>
      <p:sp>
        <p:nvSpPr>
          <p:cNvPr id="2234" name="#004069"/>
          <p:cNvSpPr txBox="1"/>
          <p:nvPr/>
        </p:nvSpPr>
        <p:spPr>
          <a:xfrm>
            <a:off x="18312660" y="8780969"/>
            <a:ext cx="1025145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#004069</a:t>
            </a:r>
          </a:p>
        </p:txBody>
      </p:sp>
      <p:sp>
        <p:nvSpPr>
          <p:cNvPr id="2235" name="#021D30"/>
          <p:cNvSpPr txBox="1"/>
          <p:nvPr/>
        </p:nvSpPr>
        <p:spPr>
          <a:xfrm>
            <a:off x="18312660" y="9848294"/>
            <a:ext cx="1058165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#021D30</a:t>
            </a:r>
          </a:p>
        </p:txBody>
      </p:sp>
      <p:sp>
        <p:nvSpPr>
          <p:cNvPr id="2236" name="#FFFFFF"/>
          <p:cNvSpPr txBox="1"/>
          <p:nvPr/>
        </p:nvSpPr>
        <p:spPr>
          <a:xfrm>
            <a:off x="18312660" y="6599043"/>
            <a:ext cx="95199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#FFFFFF</a:t>
            </a:r>
          </a:p>
        </p:txBody>
      </p:sp>
      <p:sp>
        <p:nvSpPr>
          <p:cNvPr id="2237" name="For Dark Backgrounds"/>
          <p:cNvSpPr txBox="1"/>
          <p:nvPr/>
        </p:nvSpPr>
        <p:spPr>
          <a:xfrm>
            <a:off x="17954803" y="4730505"/>
            <a:ext cx="2648281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200"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For Dark Backgrounds</a:t>
            </a:r>
          </a:p>
        </p:txBody>
      </p:sp>
      <p:sp>
        <p:nvSpPr>
          <p:cNvPr id="2238" name="For Light Backgrounds"/>
          <p:cNvSpPr txBox="1"/>
          <p:nvPr/>
        </p:nvSpPr>
        <p:spPr>
          <a:xfrm>
            <a:off x="17940512" y="7968720"/>
            <a:ext cx="2659457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200"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For Light Backgrounds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0" name="Tip: Replacing Images"/>
          <p:cNvSpPr txBox="1"/>
          <p:nvPr>
            <p:ph type="body" idx="21"/>
          </p:nvPr>
        </p:nvSpPr>
        <p:spPr>
          <a:xfrm>
            <a:off x="4118345" y="222418"/>
            <a:ext cx="15929426" cy="1738632"/>
          </a:xfrm>
          <a:prstGeom prst="rect">
            <a:avLst/>
          </a:prstGeom>
        </p:spPr>
        <p:txBody>
          <a:bodyPr/>
          <a:lstStyle/>
          <a:p>
            <a:pPr algn="ctr">
              <a:defRPr spc="-400" sz="10000"/>
            </a:pPr>
            <a:r>
              <a:rPr>
                <a:latin typeface="Curiosity-TWDC DemiBold"/>
                <a:ea typeface="Curiosity-TWDC DemiBold"/>
                <a:cs typeface="Curiosity-TWDC DemiBold"/>
                <a:sym typeface="Curiosity-TWDC DemiBold"/>
              </a:rPr>
              <a:t>Tip:</a:t>
            </a:r>
            <a:r>
              <a:t> Replacing Images</a:t>
            </a:r>
          </a:p>
        </p:txBody>
      </p:sp>
      <p:sp>
        <p:nvSpPr>
          <p:cNvPr id="2241" name="Rounded Rectangle"/>
          <p:cNvSpPr/>
          <p:nvPr/>
        </p:nvSpPr>
        <p:spPr>
          <a:xfrm>
            <a:off x="3770775" y="3935064"/>
            <a:ext cx="8299583" cy="8839003"/>
          </a:xfrm>
          <a:prstGeom prst="roundRect">
            <a:avLst>
              <a:gd name="adj" fmla="val 3361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242" name="Rounded Rectangle"/>
          <p:cNvSpPr/>
          <p:nvPr/>
        </p:nvSpPr>
        <p:spPr>
          <a:xfrm>
            <a:off x="12313642" y="3935064"/>
            <a:ext cx="8299583" cy="8839003"/>
          </a:xfrm>
          <a:prstGeom prst="roundRect">
            <a:avLst>
              <a:gd name="adj" fmla="val 3361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243" name="Rounded Rectangle"/>
          <p:cNvSpPr/>
          <p:nvPr/>
        </p:nvSpPr>
        <p:spPr>
          <a:xfrm>
            <a:off x="5366572" y="3674312"/>
            <a:ext cx="4943811" cy="513082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4">
                  <a:hueOff val="-203031"/>
                  <a:satOff val="-71423"/>
                  <a:lumOff val="-30171"/>
                </a:schemeClr>
              </a:gs>
            </a:gsLst>
          </a:gradFill>
          <a:ln w="12700">
            <a:miter lim="400000"/>
          </a:ln>
        </p:spPr>
        <p:txBody>
          <a:bodyPr lIns="0" tIns="0" rIns="0" bIns="0" anchor="ctr"/>
          <a:lstStyle/>
          <a:p>
            <a:pPr algn="ctr" defTabSz="1828800">
              <a:lnSpc>
                <a:spcPct val="80000"/>
              </a:lnSpc>
              <a:defRPr sz="1500">
                <a:solidFill>
                  <a:srgbClr val="474747"/>
                </a:solidFill>
              </a:defRPr>
            </a:pPr>
          </a:p>
        </p:txBody>
      </p:sp>
      <p:sp>
        <p:nvSpPr>
          <p:cNvPr id="2244" name="POWERPOINT"/>
          <p:cNvSpPr txBox="1"/>
          <p:nvPr/>
        </p:nvSpPr>
        <p:spPr>
          <a:xfrm>
            <a:off x="6883438" y="3778453"/>
            <a:ext cx="1910081" cy="355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1828800">
              <a:lnSpc>
                <a:spcPct val="80000"/>
              </a:lnSpc>
              <a:defRPr spc="200"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POWERPOINT</a:t>
            </a:r>
          </a:p>
        </p:txBody>
      </p:sp>
      <p:pic>
        <p:nvPicPr>
          <p:cNvPr id="2245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114594" y="5444756"/>
            <a:ext cx="5611946" cy="4489557"/>
          </a:xfrm>
          <a:prstGeom prst="rect">
            <a:avLst/>
          </a:prstGeom>
          <a:ln w="12700">
            <a:miter lim="400000"/>
          </a:ln>
        </p:spPr>
      </p:pic>
      <p:sp>
        <p:nvSpPr>
          <p:cNvPr id="2246" name="Oval"/>
          <p:cNvSpPr/>
          <p:nvPr/>
        </p:nvSpPr>
        <p:spPr>
          <a:xfrm>
            <a:off x="6197205" y="7134009"/>
            <a:ext cx="2699942" cy="523777"/>
          </a:xfrm>
          <a:prstGeom prst="ellipse">
            <a:avLst/>
          </a:prstGeom>
          <a:ln w="63500">
            <a:solidFill>
              <a:schemeClr val="accent4">
                <a:hueOff val="-93125"/>
                <a:satOff val="2803"/>
                <a:lumOff val="23906"/>
              </a:schemeClr>
            </a:solidFill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2247" name="Under the “Picture Format” tab,  select “Change Picture” then “From a File”"/>
          <p:cNvSpPr txBox="1"/>
          <p:nvPr/>
        </p:nvSpPr>
        <p:spPr>
          <a:xfrm>
            <a:off x="4025238" y="10402851"/>
            <a:ext cx="7626478" cy="101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algn="ctr" defTabSz="1828800">
              <a:spcBef>
                <a:spcPts val="1600"/>
              </a:spcBef>
              <a:defRPr sz="3000">
                <a:solidFill>
                  <a:srgbClr val="474747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Under the “Picture Format” tab, </a:t>
            </a:r>
            <a:br/>
            <a:r>
              <a:t>select “Change Picture” then “From a File”</a:t>
            </a:r>
          </a:p>
        </p:txBody>
      </p:sp>
      <p:pic>
        <p:nvPicPr>
          <p:cNvPr id="2248" name="Screenshot 2024-11-10 at 9.39.12 AM.png" descr="Screenshot 2024-11-10 at 9.39.12 AM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496693" y="4502158"/>
            <a:ext cx="2683569" cy="800364"/>
          </a:xfrm>
          <a:prstGeom prst="rect">
            <a:avLst/>
          </a:prstGeom>
          <a:ln w="12700">
            <a:miter lim="400000"/>
          </a:ln>
        </p:spPr>
      </p:pic>
      <p:pic>
        <p:nvPicPr>
          <p:cNvPr id="2249" name="Screenshot 2024-11-10 at 9.27.02 AM.png" descr="Screenshot 2024-11-10 at 9.27.02 AM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4224523" y="4502158"/>
            <a:ext cx="4400024" cy="5153335"/>
          </a:xfrm>
          <a:prstGeom prst="rect">
            <a:avLst/>
          </a:prstGeom>
          <a:ln w="12700">
            <a:miter lim="400000"/>
          </a:ln>
        </p:spPr>
      </p:pic>
      <p:sp>
        <p:nvSpPr>
          <p:cNvPr id="2250" name="Rounded Rectangle"/>
          <p:cNvSpPr/>
          <p:nvPr/>
        </p:nvSpPr>
        <p:spPr>
          <a:xfrm>
            <a:off x="13952630" y="3674312"/>
            <a:ext cx="4943811" cy="513082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4">
                  <a:hueOff val="-203031"/>
                  <a:satOff val="-71423"/>
                  <a:lumOff val="-30171"/>
                </a:schemeClr>
              </a:gs>
            </a:gsLst>
          </a:gradFill>
          <a:ln w="12700">
            <a:miter lim="400000"/>
          </a:ln>
        </p:spPr>
        <p:txBody>
          <a:bodyPr lIns="0" tIns="0" rIns="0" bIns="0" anchor="ctr"/>
          <a:lstStyle/>
          <a:p>
            <a:pPr algn="ctr" defTabSz="1828800">
              <a:lnSpc>
                <a:spcPct val="80000"/>
              </a:lnSpc>
              <a:defRPr sz="1500">
                <a:solidFill>
                  <a:srgbClr val="474747"/>
                </a:solidFill>
              </a:defRPr>
            </a:pPr>
          </a:p>
        </p:txBody>
      </p:sp>
      <p:sp>
        <p:nvSpPr>
          <p:cNvPr id="2251" name="KEYNOTE"/>
          <p:cNvSpPr txBox="1"/>
          <p:nvPr/>
        </p:nvSpPr>
        <p:spPr>
          <a:xfrm>
            <a:off x="15752959" y="3778453"/>
            <a:ext cx="1343153" cy="355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1828800">
              <a:lnSpc>
                <a:spcPct val="80000"/>
              </a:lnSpc>
              <a:defRPr spc="200"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KEYNOTE</a:t>
            </a:r>
          </a:p>
        </p:txBody>
      </p:sp>
      <p:sp>
        <p:nvSpPr>
          <p:cNvPr id="2252" name="Oval"/>
          <p:cNvSpPr/>
          <p:nvPr/>
        </p:nvSpPr>
        <p:spPr>
          <a:xfrm>
            <a:off x="15113463" y="7284329"/>
            <a:ext cx="2699942" cy="523776"/>
          </a:xfrm>
          <a:prstGeom prst="ellipse">
            <a:avLst/>
          </a:prstGeom>
          <a:ln w="63500">
            <a:solidFill>
              <a:schemeClr val="accent4">
                <a:hueOff val="-93125"/>
                <a:satOff val="2803"/>
                <a:lumOff val="23906"/>
              </a:schemeClr>
            </a:solidFill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</a:p>
        </p:txBody>
      </p:sp>
      <p:sp>
        <p:nvSpPr>
          <p:cNvPr id="2253" name="Select an image and go to the “Image” tab  and choose “Replace”…"/>
          <p:cNvSpPr txBox="1"/>
          <p:nvPr/>
        </p:nvSpPr>
        <p:spPr>
          <a:xfrm>
            <a:off x="12650194" y="9919457"/>
            <a:ext cx="7626478" cy="228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algn="ctr" defTabSz="1828800">
              <a:spcBef>
                <a:spcPts val="1600"/>
              </a:spcBef>
              <a:defRPr sz="3000">
                <a:solidFill>
                  <a:srgbClr val="474747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Select an image and go to the “Image” tab </a:t>
            </a:r>
            <a:br/>
            <a:r>
              <a:t>and choose “Replace”</a:t>
            </a:r>
          </a:p>
          <a:p>
            <a:pPr algn="ctr" defTabSz="1828800">
              <a:spcBef>
                <a:spcPts val="1600"/>
              </a:spcBef>
              <a:defRPr sz="3000">
                <a:solidFill>
                  <a:srgbClr val="474747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TIP: </a:t>
            </a:r>
            <a:r>
              <a:rPr>
                <a:latin typeface="+mn-lt"/>
                <a:ea typeface="+mn-ea"/>
                <a:cs typeface="+mn-cs"/>
                <a:sym typeface="Curiosity-TWDC Light"/>
              </a:rPr>
              <a:t>You can drag the file name to your desktop or folder to extract the file from the Keynote</a:t>
            </a:r>
          </a:p>
        </p:txBody>
      </p:sp>
      <p:sp>
        <p:nvSpPr>
          <p:cNvPr id="2254" name="All of the images in this toolkit are placeholders.  Here is how to replace them for your individual needs:"/>
          <p:cNvSpPr txBox="1"/>
          <p:nvPr/>
        </p:nvSpPr>
        <p:spPr>
          <a:xfrm>
            <a:off x="7693652" y="2309681"/>
            <a:ext cx="9034796" cy="1016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algn="ctr" defTabSz="1828800">
              <a:spcBef>
                <a:spcPts val="1600"/>
              </a:spcBef>
              <a:defRPr sz="3000">
                <a:solidFill>
                  <a:srgbClr val="EBEBEB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All of the images in this toolkit are placeholders. </a:t>
            </a:r>
            <a:br/>
            <a:r>
              <a:t>Here is how to replace them for your individual needs: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6" name="Slide Layouts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Layouts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8" name="ChrisHemsworthARoadTripToRemember_08.jpg" descr="ChrisHemsworthARoadTripToRemember_08.jpg"/>
          <p:cNvPicPr>
            <a:picLocks noChangeAspect="1"/>
          </p:cNvPicPr>
          <p:nvPr>
            <p:ph type="pic" idx="24"/>
          </p:nvPr>
        </p:nvPicPr>
        <p:blipFill>
          <a:blip r:embed="rId2">
            <a:extLst/>
          </a:blip>
          <a:srcRect l="39953" t="5321" r="24524" b="0"/>
          <a:stretch>
            <a:fillRect/>
          </a:stretch>
        </p:blipFill>
        <p:spPr>
          <a:xfrm>
            <a:off x="14630400" y="0"/>
            <a:ext cx="4876800" cy="8661326"/>
          </a:xfrm>
          <a:prstGeom prst="rect">
            <a:avLst/>
          </a:prstGeom>
        </p:spPr>
      </p:pic>
      <p:pic>
        <p:nvPicPr>
          <p:cNvPr id="2259" name="oab_trl3_still_uhd_1.1.26_r_0.jpg" descr="oab_trl3_still_uhd_1.1.26_r_0.jpg"/>
          <p:cNvPicPr>
            <a:picLocks noChangeAspect="1"/>
          </p:cNvPicPr>
          <p:nvPr>
            <p:ph type="pic" idx="25"/>
          </p:nvPr>
        </p:nvPicPr>
        <p:blipFill>
          <a:blip r:embed="rId3">
            <a:extLst/>
          </a:blip>
          <a:srcRect l="15482" t="7922" r="12602" b="12787"/>
          <a:stretch>
            <a:fillRect/>
          </a:stretch>
        </p:blipFill>
        <p:spPr>
          <a:xfrm>
            <a:off x="19507200" y="0"/>
            <a:ext cx="4876801" cy="9935606"/>
          </a:xfrm>
          <a:prstGeom prst="rect">
            <a:avLst/>
          </a:prstGeom>
        </p:spPr>
      </p:pic>
      <p:pic>
        <p:nvPicPr>
          <p:cNvPr id="2260" name="Lens_Aqua.png" descr="Lens_Aqua.png"/>
          <p:cNvPicPr>
            <a:picLocks noChangeAspect="0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 rot="16200000">
            <a:off x="15241851" y="3517608"/>
            <a:ext cx="8530698" cy="439395"/>
          </a:xfrm>
          <a:prstGeom prst="rect">
            <a:avLst/>
          </a:prstGeom>
          <a:ln w="12700">
            <a:miter lim="400000"/>
          </a:ln>
        </p:spPr>
      </p:pic>
      <p:pic>
        <p:nvPicPr>
          <p:cNvPr id="2261" name="Image" descr="Image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3510420" y="245186"/>
            <a:ext cx="7592125" cy="8506677"/>
          </a:xfrm>
          <a:prstGeom prst="rect">
            <a:avLst/>
          </a:prstGeom>
          <a:ln w="12700">
            <a:miter lim="400000"/>
          </a:ln>
        </p:spPr>
      </p:pic>
      <p:pic>
        <p:nvPicPr>
          <p:cNvPr id="2262" name="20250210_AK2_8125.JPG-4000x4000.jpg" descr="20250210_AK2_8125.JPG-4000x4000.jpg"/>
          <p:cNvPicPr>
            <a:picLocks noChangeAspect="1"/>
          </p:cNvPicPr>
          <p:nvPr>
            <p:ph type="pic" idx="23"/>
          </p:nvPr>
        </p:nvPicPr>
        <p:blipFill>
          <a:blip r:embed="rId6">
            <a:extLst/>
          </a:blip>
          <a:srcRect l="20353" t="27016" r="61054" b="16172"/>
          <a:stretch>
            <a:fillRect/>
          </a:stretch>
        </p:blipFill>
        <p:spPr>
          <a:xfrm>
            <a:off x="9753600" y="0"/>
            <a:ext cx="4876800" cy="9935606"/>
          </a:xfrm>
          <a:prstGeom prst="rect">
            <a:avLst/>
          </a:prstGeom>
        </p:spPr>
      </p:pic>
      <p:pic>
        <p:nvPicPr>
          <p:cNvPr id="2263" name="176723_0537R.jpg" descr="176723_0537R.jpg"/>
          <p:cNvPicPr>
            <a:picLocks noChangeAspect="1"/>
          </p:cNvPicPr>
          <p:nvPr>
            <p:ph type="pic" idx="21"/>
          </p:nvPr>
        </p:nvPicPr>
        <p:blipFill>
          <a:blip r:embed="rId7">
            <a:extLst/>
          </a:blip>
          <a:srcRect l="9506" t="0" r="56773" b="0"/>
          <a:stretch>
            <a:fillRect/>
          </a:stretch>
        </p:blipFill>
        <p:spPr>
          <a:xfrm>
            <a:off x="0" y="0"/>
            <a:ext cx="4876801" cy="9641675"/>
          </a:xfrm>
          <a:prstGeom prst="rect">
            <a:avLst/>
          </a:prstGeom>
        </p:spPr>
      </p:pic>
      <p:pic>
        <p:nvPicPr>
          <p:cNvPr id="2264" name="178887_0785.jpg" descr="178887_0785.jpg"/>
          <p:cNvPicPr>
            <a:picLocks noChangeAspect="1"/>
          </p:cNvPicPr>
          <p:nvPr>
            <p:ph type="pic" idx="22"/>
          </p:nvPr>
        </p:nvPicPr>
        <p:blipFill>
          <a:blip r:embed="rId8">
            <a:extLst/>
          </a:blip>
          <a:srcRect l="51759" t="2215" r="9054" b="0"/>
          <a:stretch>
            <a:fillRect/>
          </a:stretch>
        </p:blipFill>
        <p:spPr>
          <a:xfrm>
            <a:off x="4876800" y="0"/>
            <a:ext cx="4876801" cy="9715473"/>
          </a:xfrm>
          <a:prstGeom prst="rect">
            <a:avLst/>
          </a:prstGeom>
        </p:spPr>
      </p:pic>
      <p:pic>
        <p:nvPicPr>
          <p:cNvPr id="2265" name="Lens_Aqua.png" descr="Lens_Aqua.png"/>
          <p:cNvPicPr>
            <a:picLocks noChangeAspect="0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 rot="16200000">
            <a:off x="591344" y="5875615"/>
            <a:ext cx="8530699" cy="439395"/>
          </a:xfrm>
          <a:prstGeom prst="rect">
            <a:avLst/>
          </a:prstGeom>
          <a:ln w="12700">
            <a:miter lim="400000"/>
          </a:ln>
        </p:spPr>
      </p:pic>
      <p:pic>
        <p:nvPicPr>
          <p:cNvPr id="2266" name="Image" descr="Image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4227287" y="848981"/>
            <a:ext cx="5021380" cy="4934015"/>
          </a:xfrm>
          <a:prstGeom prst="rect">
            <a:avLst/>
          </a:prstGeom>
          <a:ln w="12700">
            <a:miter lim="400000"/>
          </a:ln>
        </p:spPr>
      </p:pic>
      <p:sp>
        <p:nvSpPr>
          <p:cNvPr id="2267" name="Rectangle"/>
          <p:cNvSpPr/>
          <p:nvPr/>
        </p:nvSpPr>
        <p:spPr>
          <a:xfrm>
            <a:off x="-1" y="3737305"/>
            <a:ext cx="24384001" cy="6814014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67759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pic>
        <p:nvPicPr>
          <p:cNvPr id="2268" name="Lens_Aqua.png" descr="Lens_Aqua.png"/>
          <p:cNvPicPr>
            <a:picLocks noChangeAspect="0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 rot="16200000">
            <a:off x="5488251" y="3096291"/>
            <a:ext cx="8530698" cy="439395"/>
          </a:xfrm>
          <a:prstGeom prst="rect">
            <a:avLst/>
          </a:prstGeom>
          <a:ln w="12700">
            <a:miter lim="400000"/>
          </a:ln>
        </p:spPr>
      </p:pic>
      <p:pic>
        <p:nvPicPr>
          <p:cNvPr id="2269" name="Lens_Aqua.png" descr="Lens_Aqua.png"/>
          <p:cNvPicPr>
            <a:picLocks noChangeAspect="0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 rot="16200000">
            <a:off x="10381984" y="2859225"/>
            <a:ext cx="8530699" cy="439395"/>
          </a:xfrm>
          <a:prstGeom prst="rect">
            <a:avLst/>
          </a:prstGeom>
          <a:ln w="12700">
            <a:miter lim="400000"/>
          </a:ln>
        </p:spPr>
      </p:pic>
      <p:pic>
        <p:nvPicPr>
          <p:cNvPr id="2270" name="Cover-Bottom.png" descr="Cover-Bottom.png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0" y="5295900"/>
            <a:ext cx="24384001" cy="8420100"/>
          </a:xfrm>
          <a:prstGeom prst="rect">
            <a:avLst/>
          </a:prstGeom>
          <a:ln w="12700">
            <a:miter lim="400000"/>
          </a:ln>
        </p:spPr>
      </p:pic>
      <p:sp>
        <p:nvSpPr>
          <p:cNvPr id="2271" name="Presentation Title Goes Here"/>
          <p:cNvSpPr txBox="1"/>
          <p:nvPr>
            <p:ph type="body" idx="26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Presentation Title Goes Here</a:t>
            </a:r>
          </a:p>
        </p:txBody>
      </p:sp>
      <p:sp>
        <p:nvSpPr>
          <p:cNvPr id="2272" name="Date Goes Here"/>
          <p:cNvSpPr txBox="1"/>
          <p:nvPr>
            <p:ph type="body" idx="27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Date Goes Here</a:t>
            </a:r>
          </a:p>
        </p:txBody>
      </p:sp>
      <p:sp>
        <p:nvSpPr>
          <p:cNvPr id="2273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grpSp>
        <p:nvGrpSpPr>
          <p:cNvPr id="2276" name="Group"/>
          <p:cNvGrpSpPr/>
          <p:nvPr/>
        </p:nvGrpSpPr>
        <p:grpSpPr>
          <a:xfrm>
            <a:off x="5042524" y="6958718"/>
            <a:ext cx="14298953" cy="2496432"/>
            <a:chOff x="0" y="0"/>
            <a:chExt cx="14298952" cy="2496431"/>
          </a:xfrm>
        </p:grpSpPr>
        <p:sp>
          <p:nvSpPr>
            <p:cNvPr id="2274" name="Shape"/>
            <p:cNvSpPr/>
            <p:nvPr/>
          </p:nvSpPr>
          <p:spPr>
            <a:xfrm>
              <a:off x="0" y="-1"/>
              <a:ext cx="5960502" cy="24964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8" h="21491" fill="norm" stroke="1" extrusionOk="0">
                  <a:moveTo>
                    <a:pt x="1823" y="10"/>
                  </a:moveTo>
                  <a:cubicBezTo>
                    <a:pt x="1478" y="41"/>
                    <a:pt x="1017" y="202"/>
                    <a:pt x="652" y="441"/>
                  </a:cubicBezTo>
                  <a:cubicBezTo>
                    <a:pt x="395" y="608"/>
                    <a:pt x="218" y="880"/>
                    <a:pt x="95" y="1392"/>
                  </a:cubicBezTo>
                  <a:cubicBezTo>
                    <a:pt x="34" y="1649"/>
                    <a:pt x="-22" y="1932"/>
                    <a:pt x="9" y="2215"/>
                  </a:cubicBezTo>
                  <a:cubicBezTo>
                    <a:pt x="35" y="2455"/>
                    <a:pt x="182" y="2532"/>
                    <a:pt x="298" y="2576"/>
                  </a:cubicBezTo>
                  <a:cubicBezTo>
                    <a:pt x="409" y="2618"/>
                    <a:pt x="661" y="2648"/>
                    <a:pt x="728" y="2453"/>
                  </a:cubicBezTo>
                  <a:cubicBezTo>
                    <a:pt x="757" y="2368"/>
                    <a:pt x="758" y="2289"/>
                    <a:pt x="734" y="2188"/>
                  </a:cubicBezTo>
                  <a:cubicBezTo>
                    <a:pt x="709" y="2081"/>
                    <a:pt x="643" y="2014"/>
                    <a:pt x="582" y="1986"/>
                  </a:cubicBezTo>
                  <a:cubicBezTo>
                    <a:pt x="513" y="1956"/>
                    <a:pt x="379" y="1932"/>
                    <a:pt x="348" y="1900"/>
                  </a:cubicBezTo>
                  <a:cubicBezTo>
                    <a:pt x="330" y="1882"/>
                    <a:pt x="313" y="1854"/>
                    <a:pt x="313" y="1853"/>
                  </a:cubicBezTo>
                  <a:cubicBezTo>
                    <a:pt x="315" y="1849"/>
                    <a:pt x="322" y="1829"/>
                    <a:pt x="328" y="1817"/>
                  </a:cubicBezTo>
                  <a:cubicBezTo>
                    <a:pt x="342" y="1791"/>
                    <a:pt x="388" y="1748"/>
                    <a:pt x="419" y="1731"/>
                  </a:cubicBezTo>
                  <a:cubicBezTo>
                    <a:pt x="458" y="1709"/>
                    <a:pt x="503" y="1676"/>
                    <a:pt x="546" y="1648"/>
                  </a:cubicBezTo>
                  <a:cubicBezTo>
                    <a:pt x="843" y="1452"/>
                    <a:pt x="1432" y="1418"/>
                    <a:pt x="1702" y="1442"/>
                  </a:cubicBezTo>
                  <a:cubicBezTo>
                    <a:pt x="2747" y="1535"/>
                    <a:pt x="3721" y="2081"/>
                    <a:pt x="4706" y="3043"/>
                  </a:cubicBezTo>
                  <a:cubicBezTo>
                    <a:pt x="5671" y="3987"/>
                    <a:pt x="6766" y="5605"/>
                    <a:pt x="7405" y="7562"/>
                  </a:cubicBezTo>
                  <a:cubicBezTo>
                    <a:pt x="7647" y="8303"/>
                    <a:pt x="7951" y="9515"/>
                    <a:pt x="7988" y="10540"/>
                  </a:cubicBezTo>
                  <a:cubicBezTo>
                    <a:pt x="8021" y="11477"/>
                    <a:pt x="7894" y="12376"/>
                    <a:pt x="7654" y="13033"/>
                  </a:cubicBezTo>
                  <a:cubicBezTo>
                    <a:pt x="7471" y="13529"/>
                    <a:pt x="7228" y="13896"/>
                    <a:pt x="6965" y="14190"/>
                  </a:cubicBezTo>
                  <a:cubicBezTo>
                    <a:pt x="6366" y="14863"/>
                    <a:pt x="5642" y="15001"/>
                    <a:pt x="4989" y="14959"/>
                  </a:cubicBezTo>
                  <a:cubicBezTo>
                    <a:pt x="4903" y="14954"/>
                    <a:pt x="4579" y="14891"/>
                    <a:pt x="4503" y="14863"/>
                  </a:cubicBezTo>
                  <a:cubicBezTo>
                    <a:pt x="4485" y="14857"/>
                    <a:pt x="4465" y="14847"/>
                    <a:pt x="4447" y="14840"/>
                  </a:cubicBezTo>
                  <a:lnTo>
                    <a:pt x="4437" y="14840"/>
                  </a:lnTo>
                  <a:cubicBezTo>
                    <a:pt x="4379" y="14816"/>
                    <a:pt x="4320" y="14788"/>
                    <a:pt x="4277" y="14767"/>
                  </a:cubicBezTo>
                  <a:cubicBezTo>
                    <a:pt x="4233" y="14746"/>
                    <a:pt x="4204" y="14731"/>
                    <a:pt x="4204" y="14731"/>
                  </a:cubicBezTo>
                  <a:lnTo>
                    <a:pt x="4158" y="9923"/>
                  </a:lnTo>
                  <a:cubicBezTo>
                    <a:pt x="4162" y="9923"/>
                    <a:pt x="4189" y="9929"/>
                    <a:pt x="4229" y="9933"/>
                  </a:cubicBezTo>
                  <a:cubicBezTo>
                    <a:pt x="4269" y="9938"/>
                    <a:pt x="4322" y="9944"/>
                    <a:pt x="4376" y="9950"/>
                  </a:cubicBezTo>
                  <a:lnTo>
                    <a:pt x="4391" y="9950"/>
                  </a:lnTo>
                  <a:cubicBezTo>
                    <a:pt x="4393" y="9950"/>
                    <a:pt x="4395" y="9950"/>
                    <a:pt x="4397" y="9950"/>
                  </a:cubicBezTo>
                  <a:cubicBezTo>
                    <a:pt x="4398" y="9950"/>
                    <a:pt x="4399" y="9949"/>
                    <a:pt x="4401" y="9950"/>
                  </a:cubicBezTo>
                  <a:lnTo>
                    <a:pt x="4412" y="9960"/>
                  </a:lnTo>
                  <a:cubicBezTo>
                    <a:pt x="4413" y="9960"/>
                    <a:pt x="4414" y="9960"/>
                    <a:pt x="4416" y="9960"/>
                  </a:cubicBezTo>
                  <a:cubicBezTo>
                    <a:pt x="4418" y="9959"/>
                    <a:pt x="4421" y="9959"/>
                    <a:pt x="4422" y="9960"/>
                  </a:cubicBezTo>
                  <a:lnTo>
                    <a:pt x="4432" y="9960"/>
                  </a:lnTo>
                  <a:cubicBezTo>
                    <a:pt x="4457" y="9963"/>
                    <a:pt x="4479" y="9956"/>
                    <a:pt x="4503" y="9960"/>
                  </a:cubicBezTo>
                  <a:cubicBezTo>
                    <a:pt x="4869" y="10011"/>
                    <a:pt x="5628" y="10314"/>
                    <a:pt x="6007" y="10672"/>
                  </a:cubicBezTo>
                  <a:cubicBezTo>
                    <a:pt x="6088" y="10748"/>
                    <a:pt x="6172" y="10867"/>
                    <a:pt x="6180" y="11057"/>
                  </a:cubicBezTo>
                  <a:cubicBezTo>
                    <a:pt x="6185" y="11204"/>
                    <a:pt x="6138" y="11327"/>
                    <a:pt x="6084" y="11442"/>
                  </a:cubicBezTo>
                  <a:cubicBezTo>
                    <a:pt x="6058" y="11497"/>
                    <a:pt x="6030" y="11545"/>
                    <a:pt x="5997" y="11588"/>
                  </a:cubicBezTo>
                  <a:cubicBezTo>
                    <a:pt x="5932" y="11670"/>
                    <a:pt x="5822" y="11803"/>
                    <a:pt x="5815" y="11826"/>
                  </a:cubicBezTo>
                  <a:cubicBezTo>
                    <a:pt x="5804" y="11859"/>
                    <a:pt x="5799" y="11900"/>
                    <a:pt x="5799" y="11939"/>
                  </a:cubicBezTo>
                  <a:cubicBezTo>
                    <a:pt x="5800" y="11978"/>
                    <a:pt x="5806" y="12018"/>
                    <a:pt x="5820" y="12045"/>
                  </a:cubicBezTo>
                  <a:cubicBezTo>
                    <a:pt x="5893" y="12179"/>
                    <a:pt x="6127" y="12259"/>
                    <a:pt x="6190" y="12251"/>
                  </a:cubicBezTo>
                  <a:cubicBezTo>
                    <a:pt x="6401" y="12222"/>
                    <a:pt x="6612" y="11878"/>
                    <a:pt x="6722" y="11418"/>
                  </a:cubicBezTo>
                  <a:cubicBezTo>
                    <a:pt x="6820" y="11012"/>
                    <a:pt x="6833" y="10699"/>
                    <a:pt x="6768" y="10248"/>
                  </a:cubicBezTo>
                  <a:cubicBezTo>
                    <a:pt x="6699" y="9756"/>
                    <a:pt x="6485" y="9297"/>
                    <a:pt x="6257" y="9021"/>
                  </a:cubicBezTo>
                  <a:cubicBezTo>
                    <a:pt x="5979" y="8687"/>
                    <a:pt x="5491" y="8429"/>
                    <a:pt x="5243" y="8335"/>
                  </a:cubicBezTo>
                  <a:cubicBezTo>
                    <a:pt x="5049" y="8262"/>
                    <a:pt x="4841" y="8187"/>
                    <a:pt x="4655" y="8176"/>
                  </a:cubicBezTo>
                  <a:cubicBezTo>
                    <a:pt x="4614" y="8173"/>
                    <a:pt x="4571" y="8176"/>
                    <a:pt x="4524" y="8176"/>
                  </a:cubicBezTo>
                  <a:lnTo>
                    <a:pt x="4503" y="8176"/>
                  </a:lnTo>
                  <a:cubicBezTo>
                    <a:pt x="4495" y="8176"/>
                    <a:pt x="4488" y="8176"/>
                    <a:pt x="4480" y="8176"/>
                  </a:cubicBezTo>
                  <a:cubicBezTo>
                    <a:pt x="4473" y="8176"/>
                    <a:pt x="4465" y="8176"/>
                    <a:pt x="4457" y="8176"/>
                  </a:cubicBezTo>
                  <a:lnTo>
                    <a:pt x="4443" y="8176"/>
                  </a:lnTo>
                  <a:cubicBezTo>
                    <a:pt x="4370" y="8177"/>
                    <a:pt x="4299" y="8180"/>
                    <a:pt x="4246" y="8182"/>
                  </a:cubicBezTo>
                  <a:cubicBezTo>
                    <a:pt x="4193" y="8185"/>
                    <a:pt x="4157" y="8189"/>
                    <a:pt x="4153" y="8189"/>
                  </a:cubicBezTo>
                  <a:cubicBezTo>
                    <a:pt x="4153" y="8189"/>
                    <a:pt x="4152" y="8115"/>
                    <a:pt x="4150" y="7997"/>
                  </a:cubicBezTo>
                  <a:cubicBezTo>
                    <a:pt x="4148" y="7879"/>
                    <a:pt x="4146" y="7717"/>
                    <a:pt x="4143" y="7549"/>
                  </a:cubicBezTo>
                  <a:lnTo>
                    <a:pt x="4143" y="7516"/>
                  </a:lnTo>
                  <a:cubicBezTo>
                    <a:pt x="4143" y="7501"/>
                    <a:pt x="4143" y="7487"/>
                    <a:pt x="4143" y="7473"/>
                  </a:cubicBezTo>
                  <a:cubicBezTo>
                    <a:pt x="4143" y="7459"/>
                    <a:pt x="4143" y="7445"/>
                    <a:pt x="4143" y="7430"/>
                  </a:cubicBezTo>
                  <a:lnTo>
                    <a:pt x="4143" y="7407"/>
                  </a:lnTo>
                  <a:cubicBezTo>
                    <a:pt x="4141" y="7304"/>
                    <a:pt x="4136" y="7196"/>
                    <a:pt x="4133" y="7105"/>
                  </a:cubicBezTo>
                  <a:cubicBezTo>
                    <a:pt x="4113" y="6394"/>
                    <a:pt x="4031" y="5001"/>
                    <a:pt x="3758" y="4598"/>
                  </a:cubicBezTo>
                  <a:cubicBezTo>
                    <a:pt x="3708" y="4526"/>
                    <a:pt x="3646" y="4511"/>
                    <a:pt x="3612" y="4622"/>
                  </a:cubicBezTo>
                  <a:cubicBezTo>
                    <a:pt x="3559" y="4786"/>
                    <a:pt x="3506" y="5411"/>
                    <a:pt x="3495" y="5573"/>
                  </a:cubicBezTo>
                  <a:cubicBezTo>
                    <a:pt x="3484" y="5712"/>
                    <a:pt x="3467" y="6092"/>
                    <a:pt x="3449" y="6478"/>
                  </a:cubicBezTo>
                  <a:lnTo>
                    <a:pt x="3444" y="6528"/>
                  </a:lnTo>
                  <a:cubicBezTo>
                    <a:pt x="3444" y="6536"/>
                    <a:pt x="3444" y="6543"/>
                    <a:pt x="3444" y="6551"/>
                  </a:cubicBezTo>
                  <a:cubicBezTo>
                    <a:pt x="3445" y="6559"/>
                    <a:pt x="3445" y="6566"/>
                    <a:pt x="3444" y="6574"/>
                  </a:cubicBezTo>
                  <a:lnTo>
                    <a:pt x="3439" y="6624"/>
                  </a:lnTo>
                  <a:cubicBezTo>
                    <a:pt x="3429" y="6825"/>
                    <a:pt x="3422" y="7022"/>
                    <a:pt x="3417" y="7181"/>
                  </a:cubicBezTo>
                  <a:cubicBezTo>
                    <a:pt x="3411" y="7341"/>
                    <a:pt x="3408" y="7464"/>
                    <a:pt x="3408" y="7516"/>
                  </a:cubicBezTo>
                  <a:cubicBezTo>
                    <a:pt x="3408" y="7524"/>
                    <a:pt x="3408" y="7528"/>
                    <a:pt x="3408" y="7536"/>
                  </a:cubicBezTo>
                  <a:cubicBezTo>
                    <a:pt x="3408" y="7543"/>
                    <a:pt x="3408" y="7552"/>
                    <a:pt x="3408" y="7562"/>
                  </a:cubicBezTo>
                  <a:lnTo>
                    <a:pt x="3408" y="7599"/>
                  </a:lnTo>
                  <a:cubicBezTo>
                    <a:pt x="3408" y="7637"/>
                    <a:pt x="3408" y="7680"/>
                    <a:pt x="3407" y="7725"/>
                  </a:cubicBezTo>
                  <a:cubicBezTo>
                    <a:pt x="3406" y="7770"/>
                    <a:pt x="3405" y="7816"/>
                    <a:pt x="3404" y="7864"/>
                  </a:cubicBezTo>
                  <a:lnTo>
                    <a:pt x="3404" y="7911"/>
                  </a:lnTo>
                  <a:lnTo>
                    <a:pt x="3404" y="7917"/>
                  </a:lnTo>
                  <a:lnTo>
                    <a:pt x="3404" y="7924"/>
                  </a:lnTo>
                  <a:lnTo>
                    <a:pt x="3404" y="7947"/>
                  </a:lnTo>
                  <a:cubicBezTo>
                    <a:pt x="3403" y="8049"/>
                    <a:pt x="3400" y="8150"/>
                    <a:pt x="3398" y="8226"/>
                  </a:cubicBezTo>
                  <a:cubicBezTo>
                    <a:pt x="3397" y="8301"/>
                    <a:pt x="3394" y="8353"/>
                    <a:pt x="3393" y="8358"/>
                  </a:cubicBezTo>
                  <a:cubicBezTo>
                    <a:pt x="3391" y="8362"/>
                    <a:pt x="3390" y="8367"/>
                    <a:pt x="3389" y="8371"/>
                  </a:cubicBezTo>
                  <a:cubicBezTo>
                    <a:pt x="3387" y="8375"/>
                    <a:pt x="3385" y="8378"/>
                    <a:pt x="3383" y="8381"/>
                  </a:cubicBezTo>
                  <a:cubicBezTo>
                    <a:pt x="3379" y="8387"/>
                    <a:pt x="3357" y="8399"/>
                    <a:pt x="3323" y="8415"/>
                  </a:cubicBezTo>
                  <a:cubicBezTo>
                    <a:pt x="3290" y="8430"/>
                    <a:pt x="3245" y="8450"/>
                    <a:pt x="3200" y="8468"/>
                  </a:cubicBezTo>
                  <a:lnTo>
                    <a:pt x="3185" y="8468"/>
                  </a:lnTo>
                  <a:lnTo>
                    <a:pt x="3181" y="8468"/>
                  </a:lnTo>
                  <a:lnTo>
                    <a:pt x="3166" y="8478"/>
                  </a:lnTo>
                  <a:cubicBezTo>
                    <a:pt x="3137" y="8489"/>
                    <a:pt x="3109" y="8492"/>
                    <a:pt x="3085" y="8501"/>
                  </a:cubicBezTo>
                  <a:cubicBezTo>
                    <a:pt x="2978" y="8538"/>
                    <a:pt x="2805" y="8651"/>
                    <a:pt x="2629" y="8779"/>
                  </a:cubicBezTo>
                  <a:lnTo>
                    <a:pt x="2602" y="8793"/>
                  </a:lnTo>
                  <a:cubicBezTo>
                    <a:pt x="2600" y="8794"/>
                    <a:pt x="2600" y="8797"/>
                    <a:pt x="2598" y="8799"/>
                  </a:cubicBezTo>
                  <a:cubicBezTo>
                    <a:pt x="2597" y="8802"/>
                    <a:pt x="2595" y="8801"/>
                    <a:pt x="2593" y="8802"/>
                  </a:cubicBezTo>
                  <a:lnTo>
                    <a:pt x="2567" y="8829"/>
                  </a:lnTo>
                  <a:cubicBezTo>
                    <a:pt x="2372" y="8975"/>
                    <a:pt x="2183" y="9130"/>
                    <a:pt x="2091" y="9227"/>
                  </a:cubicBezTo>
                  <a:cubicBezTo>
                    <a:pt x="1840" y="9487"/>
                    <a:pt x="1473" y="9943"/>
                    <a:pt x="1371" y="10550"/>
                  </a:cubicBezTo>
                  <a:cubicBezTo>
                    <a:pt x="1297" y="10986"/>
                    <a:pt x="1330" y="11355"/>
                    <a:pt x="1427" y="11767"/>
                  </a:cubicBezTo>
                  <a:cubicBezTo>
                    <a:pt x="1552" y="12293"/>
                    <a:pt x="1716" y="12704"/>
                    <a:pt x="1898" y="13116"/>
                  </a:cubicBezTo>
                  <a:cubicBezTo>
                    <a:pt x="1964" y="13262"/>
                    <a:pt x="2256" y="13849"/>
                    <a:pt x="2325" y="13971"/>
                  </a:cubicBezTo>
                  <a:cubicBezTo>
                    <a:pt x="2573" y="14407"/>
                    <a:pt x="2857" y="14828"/>
                    <a:pt x="3156" y="15178"/>
                  </a:cubicBezTo>
                  <a:cubicBezTo>
                    <a:pt x="3162" y="15186"/>
                    <a:pt x="3169" y="15194"/>
                    <a:pt x="3175" y="15201"/>
                  </a:cubicBezTo>
                  <a:lnTo>
                    <a:pt x="3185" y="15215"/>
                  </a:lnTo>
                  <a:lnTo>
                    <a:pt x="3206" y="15238"/>
                  </a:lnTo>
                  <a:lnTo>
                    <a:pt x="3209" y="15244"/>
                  </a:lnTo>
                  <a:lnTo>
                    <a:pt x="3212" y="15248"/>
                  </a:lnTo>
                  <a:lnTo>
                    <a:pt x="3221" y="15248"/>
                  </a:lnTo>
                  <a:cubicBezTo>
                    <a:pt x="3260" y="15292"/>
                    <a:pt x="3296" y="15336"/>
                    <a:pt x="3323" y="15367"/>
                  </a:cubicBezTo>
                  <a:cubicBezTo>
                    <a:pt x="3350" y="15398"/>
                    <a:pt x="3368" y="15417"/>
                    <a:pt x="3368" y="15417"/>
                  </a:cubicBezTo>
                  <a:cubicBezTo>
                    <a:pt x="3368" y="15417"/>
                    <a:pt x="3371" y="15477"/>
                    <a:pt x="3376" y="15569"/>
                  </a:cubicBezTo>
                  <a:cubicBezTo>
                    <a:pt x="3381" y="15661"/>
                    <a:pt x="3386" y="15785"/>
                    <a:pt x="3393" y="15911"/>
                  </a:cubicBezTo>
                  <a:lnTo>
                    <a:pt x="3393" y="15937"/>
                  </a:lnTo>
                  <a:cubicBezTo>
                    <a:pt x="3393" y="15946"/>
                    <a:pt x="3395" y="15953"/>
                    <a:pt x="3396" y="15961"/>
                  </a:cubicBezTo>
                  <a:cubicBezTo>
                    <a:pt x="3397" y="15968"/>
                    <a:pt x="3398" y="15975"/>
                    <a:pt x="3398" y="15984"/>
                  </a:cubicBezTo>
                  <a:lnTo>
                    <a:pt x="3398" y="16007"/>
                  </a:lnTo>
                  <a:cubicBezTo>
                    <a:pt x="3404" y="16109"/>
                    <a:pt x="3408" y="16215"/>
                    <a:pt x="3414" y="16299"/>
                  </a:cubicBezTo>
                  <a:cubicBezTo>
                    <a:pt x="3441" y="16698"/>
                    <a:pt x="3496" y="17044"/>
                    <a:pt x="3652" y="17201"/>
                  </a:cubicBezTo>
                  <a:cubicBezTo>
                    <a:pt x="3747" y="17297"/>
                    <a:pt x="3858" y="17283"/>
                    <a:pt x="3960" y="17237"/>
                  </a:cubicBezTo>
                  <a:cubicBezTo>
                    <a:pt x="4045" y="17199"/>
                    <a:pt x="4103" y="17110"/>
                    <a:pt x="4139" y="16935"/>
                  </a:cubicBezTo>
                  <a:cubicBezTo>
                    <a:pt x="4152" y="16870"/>
                    <a:pt x="4179" y="16664"/>
                    <a:pt x="4183" y="16587"/>
                  </a:cubicBezTo>
                  <a:cubicBezTo>
                    <a:pt x="4185" y="16553"/>
                    <a:pt x="4182" y="16515"/>
                    <a:pt x="4183" y="16478"/>
                  </a:cubicBezTo>
                  <a:lnTo>
                    <a:pt x="4183" y="16455"/>
                  </a:lnTo>
                  <a:lnTo>
                    <a:pt x="4183" y="16441"/>
                  </a:lnTo>
                  <a:cubicBezTo>
                    <a:pt x="4184" y="16394"/>
                    <a:pt x="4187" y="16349"/>
                    <a:pt x="4188" y="16309"/>
                  </a:cubicBezTo>
                  <a:cubicBezTo>
                    <a:pt x="4189" y="16269"/>
                    <a:pt x="4189" y="16234"/>
                    <a:pt x="4189" y="16213"/>
                  </a:cubicBezTo>
                  <a:lnTo>
                    <a:pt x="4189" y="16189"/>
                  </a:lnTo>
                  <a:lnTo>
                    <a:pt x="4189" y="16176"/>
                  </a:lnTo>
                  <a:cubicBezTo>
                    <a:pt x="4189" y="16176"/>
                    <a:pt x="4221" y="16195"/>
                    <a:pt x="4271" y="16223"/>
                  </a:cubicBezTo>
                  <a:cubicBezTo>
                    <a:pt x="4321" y="16250"/>
                    <a:pt x="4388" y="16288"/>
                    <a:pt x="4457" y="16322"/>
                  </a:cubicBezTo>
                  <a:lnTo>
                    <a:pt x="4478" y="16335"/>
                  </a:lnTo>
                  <a:lnTo>
                    <a:pt x="4480" y="16335"/>
                  </a:lnTo>
                  <a:lnTo>
                    <a:pt x="4483" y="16335"/>
                  </a:lnTo>
                  <a:lnTo>
                    <a:pt x="4493" y="16345"/>
                  </a:lnTo>
                  <a:cubicBezTo>
                    <a:pt x="4532" y="16364"/>
                    <a:pt x="4573" y="16380"/>
                    <a:pt x="4609" y="16395"/>
                  </a:cubicBezTo>
                  <a:cubicBezTo>
                    <a:pt x="5099" y="16610"/>
                    <a:pt x="5631" y="16624"/>
                    <a:pt x="6093" y="16491"/>
                  </a:cubicBezTo>
                  <a:cubicBezTo>
                    <a:pt x="6775" y="16293"/>
                    <a:pt x="7567" y="15703"/>
                    <a:pt x="8080" y="14648"/>
                  </a:cubicBezTo>
                  <a:cubicBezTo>
                    <a:pt x="8218" y="14364"/>
                    <a:pt x="8454" y="13694"/>
                    <a:pt x="8552" y="13275"/>
                  </a:cubicBezTo>
                  <a:cubicBezTo>
                    <a:pt x="8609" y="13031"/>
                    <a:pt x="8659" y="12788"/>
                    <a:pt x="8713" y="12489"/>
                  </a:cubicBezTo>
                  <a:cubicBezTo>
                    <a:pt x="8719" y="12459"/>
                    <a:pt x="8740" y="12320"/>
                    <a:pt x="8761" y="12161"/>
                  </a:cubicBezTo>
                  <a:cubicBezTo>
                    <a:pt x="8782" y="12003"/>
                    <a:pt x="8803" y="11827"/>
                    <a:pt x="8809" y="11720"/>
                  </a:cubicBezTo>
                  <a:cubicBezTo>
                    <a:pt x="8811" y="11692"/>
                    <a:pt x="8816" y="11607"/>
                    <a:pt x="8821" y="11491"/>
                  </a:cubicBezTo>
                  <a:cubicBezTo>
                    <a:pt x="8825" y="11376"/>
                    <a:pt x="8830" y="11229"/>
                    <a:pt x="8835" y="11080"/>
                  </a:cubicBezTo>
                  <a:lnTo>
                    <a:pt x="8835" y="11057"/>
                  </a:lnTo>
                  <a:cubicBezTo>
                    <a:pt x="8837" y="10968"/>
                    <a:pt x="8839" y="10879"/>
                    <a:pt x="8839" y="10795"/>
                  </a:cubicBezTo>
                  <a:cubicBezTo>
                    <a:pt x="8839" y="10711"/>
                    <a:pt x="8838" y="10631"/>
                    <a:pt x="8835" y="10563"/>
                  </a:cubicBezTo>
                  <a:cubicBezTo>
                    <a:pt x="8835" y="10529"/>
                    <a:pt x="8835" y="10483"/>
                    <a:pt x="8833" y="10430"/>
                  </a:cubicBezTo>
                  <a:cubicBezTo>
                    <a:pt x="8831" y="10378"/>
                    <a:pt x="8829" y="10319"/>
                    <a:pt x="8825" y="10261"/>
                  </a:cubicBezTo>
                  <a:lnTo>
                    <a:pt x="8819" y="10225"/>
                  </a:lnTo>
                  <a:cubicBezTo>
                    <a:pt x="8814" y="10156"/>
                    <a:pt x="8810" y="10089"/>
                    <a:pt x="8807" y="10036"/>
                  </a:cubicBezTo>
                  <a:cubicBezTo>
                    <a:pt x="8803" y="9982"/>
                    <a:pt x="8801" y="9942"/>
                    <a:pt x="8800" y="9923"/>
                  </a:cubicBezTo>
                  <a:cubicBezTo>
                    <a:pt x="8797" y="9915"/>
                    <a:pt x="8777" y="9723"/>
                    <a:pt x="8763" y="9588"/>
                  </a:cubicBezTo>
                  <a:cubicBezTo>
                    <a:pt x="8758" y="9530"/>
                    <a:pt x="8739" y="9411"/>
                    <a:pt x="8719" y="9287"/>
                  </a:cubicBezTo>
                  <a:lnTo>
                    <a:pt x="8713" y="9250"/>
                  </a:lnTo>
                  <a:cubicBezTo>
                    <a:pt x="8688" y="9095"/>
                    <a:pt x="8662" y="8941"/>
                    <a:pt x="8652" y="8899"/>
                  </a:cubicBezTo>
                  <a:cubicBezTo>
                    <a:pt x="8598" y="8669"/>
                    <a:pt x="8568" y="8470"/>
                    <a:pt x="8526" y="8272"/>
                  </a:cubicBezTo>
                  <a:cubicBezTo>
                    <a:pt x="8352" y="7444"/>
                    <a:pt x="7989" y="6400"/>
                    <a:pt x="7700" y="5719"/>
                  </a:cubicBezTo>
                  <a:cubicBezTo>
                    <a:pt x="7550" y="5367"/>
                    <a:pt x="7346" y="4928"/>
                    <a:pt x="7188" y="4622"/>
                  </a:cubicBezTo>
                  <a:cubicBezTo>
                    <a:pt x="7151" y="4548"/>
                    <a:pt x="7017" y="4310"/>
                    <a:pt x="6878" y="4068"/>
                  </a:cubicBezTo>
                  <a:lnTo>
                    <a:pt x="6859" y="4045"/>
                  </a:lnTo>
                  <a:cubicBezTo>
                    <a:pt x="6858" y="4042"/>
                    <a:pt x="6857" y="4036"/>
                    <a:pt x="6856" y="4031"/>
                  </a:cubicBezTo>
                  <a:cubicBezTo>
                    <a:pt x="6856" y="4027"/>
                    <a:pt x="6855" y="4024"/>
                    <a:pt x="6853" y="4022"/>
                  </a:cubicBezTo>
                  <a:lnTo>
                    <a:pt x="6834" y="3995"/>
                  </a:lnTo>
                  <a:cubicBezTo>
                    <a:pt x="6704" y="3769"/>
                    <a:pt x="6583" y="3551"/>
                    <a:pt x="6545" y="3491"/>
                  </a:cubicBezTo>
                  <a:cubicBezTo>
                    <a:pt x="6282" y="3081"/>
                    <a:pt x="5808" y="2460"/>
                    <a:pt x="5511" y="2118"/>
                  </a:cubicBezTo>
                  <a:cubicBezTo>
                    <a:pt x="5096" y="1643"/>
                    <a:pt x="4530" y="1113"/>
                    <a:pt x="4097" y="802"/>
                  </a:cubicBezTo>
                  <a:cubicBezTo>
                    <a:pt x="3341" y="256"/>
                    <a:pt x="2603" y="-60"/>
                    <a:pt x="1823" y="10"/>
                  </a:cubicBezTo>
                  <a:close/>
                  <a:moveTo>
                    <a:pt x="10241" y="1372"/>
                  </a:moveTo>
                  <a:cubicBezTo>
                    <a:pt x="10157" y="1361"/>
                    <a:pt x="10071" y="1367"/>
                    <a:pt x="9985" y="1392"/>
                  </a:cubicBezTo>
                  <a:cubicBezTo>
                    <a:pt x="9813" y="1442"/>
                    <a:pt x="9644" y="1557"/>
                    <a:pt x="9508" y="1694"/>
                  </a:cubicBezTo>
                  <a:cubicBezTo>
                    <a:pt x="9220" y="1984"/>
                    <a:pt x="8956" y="2411"/>
                    <a:pt x="8754" y="2924"/>
                  </a:cubicBezTo>
                  <a:cubicBezTo>
                    <a:pt x="8552" y="3432"/>
                    <a:pt x="8399" y="4082"/>
                    <a:pt x="8415" y="4781"/>
                  </a:cubicBezTo>
                  <a:cubicBezTo>
                    <a:pt x="8420" y="5005"/>
                    <a:pt x="8459" y="5350"/>
                    <a:pt x="8506" y="5550"/>
                  </a:cubicBezTo>
                  <a:cubicBezTo>
                    <a:pt x="8546" y="5719"/>
                    <a:pt x="8616" y="5890"/>
                    <a:pt x="8632" y="6067"/>
                  </a:cubicBezTo>
                  <a:cubicBezTo>
                    <a:pt x="8642" y="6172"/>
                    <a:pt x="8635" y="6318"/>
                    <a:pt x="8637" y="6442"/>
                  </a:cubicBezTo>
                  <a:cubicBezTo>
                    <a:pt x="8640" y="6726"/>
                    <a:pt x="8695" y="7012"/>
                    <a:pt x="8784" y="7201"/>
                  </a:cubicBezTo>
                  <a:cubicBezTo>
                    <a:pt x="8849" y="7336"/>
                    <a:pt x="8905" y="7331"/>
                    <a:pt x="8971" y="7214"/>
                  </a:cubicBezTo>
                  <a:cubicBezTo>
                    <a:pt x="8990" y="7183"/>
                    <a:pt x="9017" y="7107"/>
                    <a:pt x="9033" y="7045"/>
                  </a:cubicBezTo>
                  <a:cubicBezTo>
                    <a:pt x="9062" y="6930"/>
                    <a:pt x="9087" y="6773"/>
                    <a:pt x="9113" y="6707"/>
                  </a:cubicBezTo>
                  <a:cubicBezTo>
                    <a:pt x="9115" y="6702"/>
                    <a:pt x="9121" y="6704"/>
                    <a:pt x="9129" y="6710"/>
                  </a:cubicBezTo>
                  <a:cubicBezTo>
                    <a:pt x="9137" y="6717"/>
                    <a:pt x="9146" y="6730"/>
                    <a:pt x="9154" y="6744"/>
                  </a:cubicBezTo>
                  <a:cubicBezTo>
                    <a:pt x="9157" y="6748"/>
                    <a:pt x="9165" y="6755"/>
                    <a:pt x="9176" y="6763"/>
                  </a:cubicBezTo>
                  <a:cubicBezTo>
                    <a:pt x="9188" y="6772"/>
                    <a:pt x="9203" y="6780"/>
                    <a:pt x="9219" y="6790"/>
                  </a:cubicBezTo>
                  <a:lnTo>
                    <a:pt x="9231" y="6803"/>
                  </a:lnTo>
                  <a:cubicBezTo>
                    <a:pt x="9245" y="6812"/>
                    <a:pt x="9260" y="6820"/>
                    <a:pt x="9274" y="6826"/>
                  </a:cubicBezTo>
                  <a:cubicBezTo>
                    <a:pt x="9287" y="6833"/>
                    <a:pt x="9299" y="6838"/>
                    <a:pt x="9306" y="6840"/>
                  </a:cubicBezTo>
                  <a:cubicBezTo>
                    <a:pt x="9365" y="6849"/>
                    <a:pt x="9423" y="6887"/>
                    <a:pt x="9483" y="6899"/>
                  </a:cubicBezTo>
                  <a:cubicBezTo>
                    <a:pt x="9677" y="6941"/>
                    <a:pt x="9946" y="6793"/>
                    <a:pt x="10117" y="6634"/>
                  </a:cubicBezTo>
                  <a:cubicBezTo>
                    <a:pt x="10508" y="6271"/>
                    <a:pt x="10809" y="5739"/>
                    <a:pt x="11114" y="4996"/>
                  </a:cubicBezTo>
                  <a:cubicBezTo>
                    <a:pt x="11292" y="4565"/>
                    <a:pt x="11450" y="3858"/>
                    <a:pt x="11393" y="3213"/>
                  </a:cubicBezTo>
                  <a:cubicBezTo>
                    <a:pt x="11364" y="2891"/>
                    <a:pt x="11304" y="2675"/>
                    <a:pt x="11191" y="2443"/>
                  </a:cubicBezTo>
                  <a:cubicBezTo>
                    <a:pt x="11135" y="2329"/>
                    <a:pt x="10998" y="2158"/>
                    <a:pt x="10902" y="2118"/>
                  </a:cubicBezTo>
                  <a:cubicBezTo>
                    <a:pt x="10897" y="2116"/>
                    <a:pt x="10887" y="2107"/>
                    <a:pt x="10881" y="2105"/>
                  </a:cubicBezTo>
                  <a:lnTo>
                    <a:pt x="10872" y="2105"/>
                  </a:lnTo>
                  <a:cubicBezTo>
                    <a:pt x="10861" y="2101"/>
                    <a:pt x="10853" y="2099"/>
                    <a:pt x="10845" y="2095"/>
                  </a:cubicBezTo>
                  <a:cubicBezTo>
                    <a:pt x="10837" y="2092"/>
                    <a:pt x="10830" y="2089"/>
                    <a:pt x="10826" y="2082"/>
                  </a:cubicBezTo>
                  <a:cubicBezTo>
                    <a:pt x="10811" y="2060"/>
                    <a:pt x="10800" y="2003"/>
                    <a:pt x="10785" y="1959"/>
                  </a:cubicBezTo>
                  <a:cubicBezTo>
                    <a:pt x="10717" y="1753"/>
                    <a:pt x="10579" y="1558"/>
                    <a:pt x="10481" y="1479"/>
                  </a:cubicBezTo>
                  <a:cubicBezTo>
                    <a:pt x="10406" y="1417"/>
                    <a:pt x="10325" y="1384"/>
                    <a:pt x="10241" y="1372"/>
                  </a:cubicBezTo>
                  <a:close/>
                  <a:moveTo>
                    <a:pt x="9681" y="2874"/>
                  </a:moveTo>
                  <a:cubicBezTo>
                    <a:pt x="9681" y="2874"/>
                    <a:pt x="9618" y="2994"/>
                    <a:pt x="9564" y="3103"/>
                  </a:cubicBezTo>
                  <a:cubicBezTo>
                    <a:pt x="9388" y="3462"/>
                    <a:pt x="9152" y="4048"/>
                    <a:pt x="9023" y="4466"/>
                  </a:cubicBezTo>
                  <a:cubicBezTo>
                    <a:pt x="9006" y="4519"/>
                    <a:pt x="8988" y="4579"/>
                    <a:pt x="8971" y="4635"/>
                  </a:cubicBezTo>
                  <a:lnTo>
                    <a:pt x="8967" y="4658"/>
                  </a:lnTo>
                  <a:cubicBezTo>
                    <a:pt x="8941" y="4748"/>
                    <a:pt x="8915" y="4832"/>
                    <a:pt x="8896" y="4894"/>
                  </a:cubicBezTo>
                  <a:cubicBezTo>
                    <a:pt x="8877" y="4956"/>
                    <a:pt x="8865" y="4996"/>
                    <a:pt x="8865" y="4996"/>
                  </a:cubicBezTo>
                  <a:cubicBezTo>
                    <a:pt x="8865" y="4996"/>
                    <a:pt x="8852" y="4908"/>
                    <a:pt x="8840" y="4840"/>
                  </a:cubicBezTo>
                  <a:cubicBezTo>
                    <a:pt x="8760" y="4366"/>
                    <a:pt x="8936" y="3830"/>
                    <a:pt x="9098" y="3501"/>
                  </a:cubicBezTo>
                  <a:cubicBezTo>
                    <a:pt x="9196" y="3301"/>
                    <a:pt x="9390" y="2986"/>
                    <a:pt x="9523" y="2924"/>
                  </a:cubicBezTo>
                  <a:cubicBezTo>
                    <a:pt x="9580" y="2897"/>
                    <a:pt x="9681" y="2874"/>
                    <a:pt x="9681" y="2874"/>
                  </a:cubicBezTo>
                  <a:close/>
                  <a:moveTo>
                    <a:pt x="10720" y="3010"/>
                  </a:moveTo>
                  <a:cubicBezTo>
                    <a:pt x="10760" y="3009"/>
                    <a:pt x="10798" y="3030"/>
                    <a:pt x="10846" y="3080"/>
                  </a:cubicBezTo>
                  <a:cubicBezTo>
                    <a:pt x="10922" y="3156"/>
                    <a:pt x="10978" y="3322"/>
                    <a:pt x="10989" y="3537"/>
                  </a:cubicBezTo>
                  <a:cubicBezTo>
                    <a:pt x="11022" y="4204"/>
                    <a:pt x="10700" y="4766"/>
                    <a:pt x="10481" y="5056"/>
                  </a:cubicBezTo>
                  <a:cubicBezTo>
                    <a:pt x="10259" y="5350"/>
                    <a:pt x="10023" y="5522"/>
                    <a:pt x="9767" y="5563"/>
                  </a:cubicBezTo>
                  <a:cubicBezTo>
                    <a:pt x="9731" y="5569"/>
                    <a:pt x="9674" y="5573"/>
                    <a:pt x="9615" y="5573"/>
                  </a:cubicBezTo>
                  <a:lnTo>
                    <a:pt x="9606" y="5573"/>
                  </a:lnTo>
                  <a:cubicBezTo>
                    <a:pt x="9603" y="5573"/>
                    <a:pt x="9598" y="5573"/>
                    <a:pt x="9594" y="5573"/>
                  </a:cubicBezTo>
                  <a:cubicBezTo>
                    <a:pt x="9591" y="5573"/>
                    <a:pt x="9588" y="5573"/>
                    <a:pt x="9585" y="5573"/>
                  </a:cubicBezTo>
                  <a:lnTo>
                    <a:pt x="9575" y="5573"/>
                  </a:lnTo>
                  <a:cubicBezTo>
                    <a:pt x="9530" y="5572"/>
                    <a:pt x="9486" y="5570"/>
                    <a:pt x="9454" y="5563"/>
                  </a:cubicBezTo>
                  <a:cubicBezTo>
                    <a:pt x="9421" y="5556"/>
                    <a:pt x="9400" y="5545"/>
                    <a:pt x="9398" y="5527"/>
                  </a:cubicBezTo>
                  <a:cubicBezTo>
                    <a:pt x="9397" y="5519"/>
                    <a:pt x="9400" y="5500"/>
                    <a:pt x="9406" y="5474"/>
                  </a:cubicBezTo>
                  <a:cubicBezTo>
                    <a:pt x="9413" y="5448"/>
                    <a:pt x="9422" y="5414"/>
                    <a:pt x="9433" y="5381"/>
                  </a:cubicBezTo>
                  <a:cubicBezTo>
                    <a:pt x="9468" y="5274"/>
                    <a:pt x="9515" y="5123"/>
                    <a:pt x="9560" y="4983"/>
                  </a:cubicBezTo>
                  <a:cubicBezTo>
                    <a:pt x="9752" y="4392"/>
                    <a:pt x="10104" y="3645"/>
                    <a:pt x="10354" y="3299"/>
                  </a:cubicBezTo>
                  <a:cubicBezTo>
                    <a:pt x="10440" y="3182"/>
                    <a:pt x="10483" y="3144"/>
                    <a:pt x="10573" y="3080"/>
                  </a:cubicBezTo>
                  <a:cubicBezTo>
                    <a:pt x="10635" y="3036"/>
                    <a:pt x="10679" y="3012"/>
                    <a:pt x="10720" y="3010"/>
                  </a:cubicBezTo>
                  <a:close/>
                  <a:moveTo>
                    <a:pt x="14986" y="6876"/>
                  </a:moveTo>
                  <a:cubicBezTo>
                    <a:pt x="14948" y="6879"/>
                    <a:pt x="14907" y="6923"/>
                    <a:pt x="14890" y="7082"/>
                  </a:cubicBezTo>
                  <a:cubicBezTo>
                    <a:pt x="14859" y="7367"/>
                    <a:pt x="14898" y="7664"/>
                    <a:pt x="14905" y="7718"/>
                  </a:cubicBezTo>
                  <a:lnTo>
                    <a:pt x="14905" y="7732"/>
                  </a:lnTo>
                  <a:cubicBezTo>
                    <a:pt x="15072" y="9076"/>
                    <a:pt x="15173" y="10145"/>
                    <a:pt x="15234" y="10878"/>
                  </a:cubicBezTo>
                  <a:cubicBezTo>
                    <a:pt x="15295" y="11611"/>
                    <a:pt x="15315" y="12009"/>
                    <a:pt x="15315" y="12009"/>
                  </a:cubicBezTo>
                  <a:cubicBezTo>
                    <a:pt x="15315" y="12009"/>
                    <a:pt x="15318" y="12123"/>
                    <a:pt x="15316" y="12241"/>
                  </a:cubicBezTo>
                  <a:cubicBezTo>
                    <a:pt x="15315" y="12358"/>
                    <a:pt x="15309" y="12476"/>
                    <a:pt x="15290" y="12489"/>
                  </a:cubicBezTo>
                  <a:cubicBezTo>
                    <a:pt x="15277" y="12513"/>
                    <a:pt x="15263" y="12512"/>
                    <a:pt x="15252" y="12503"/>
                  </a:cubicBezTo>
                  <a:cubicBezTo>
                    <a:pt x="15242" y="12494"/>
                    <a:pt x="15234" y="12479"/>
                    <a:pt x="15234" y="12479"/>
                  </a:cubicBezTo>
                  <a:cubicBezTo>
                    <a:pt x="15225" y="12480"/>
                    <a:pt x="15197" y="12395"/>
                    <a:pt x="15160" y="12267"/>
                  </a:cubicBezTo>
                  <a:cubicBezTo>
                    <a:pt x="15123" y="12139"/>
                    <a:pt x="15077" y="11968"/>
                    <a:pt x="15031" y="11793"/>
                  </a:cubicBezTo>
                  <a:lnTo>
                    <a:pt x="15017" y="11757"/>
                  </a:lnTo>
                  <a:cubicBezTo>
                    <a:pt x="14978" y="11611"/>
                    <a:pt x="14939" y="11464"/>
                    <a:pt x="14908" y="11342"/>
                  </a:cubicBezTo>
                  <a:cubicBezTo>
                    <a:pt x="14876" y="11220"/>
                    <a:pt x="14851" y="11123"/>
                    <a:pt x="14838" y="11070"/>
                  </a:cubicBezTo>
                  <a:lnTo>
                    <a:pt x="14838" y="11044"/>
                  </a:lnTo>
                  <a:cubicBezTo>
                    <a:pt x="14836" y="11035"/>
                    <a:pt x="14835" y="11031"/>
                    <a:pt x="14833" y="11027"/>
                  </a:cubicBezTo>
                  <a:cubicBezTo>
                    <a:pt x="14831" y="11023"/>
                    <a:pt x="14828" y="11021"/>
                    <a:pt x="14828" y="11021"/>
                  </a:cubicBezTo>
                  <a:lnTo>
                    <a:pt x="14757" y="10742"/>
                  </a:lnTo>
                  <a:cubicBezTo>
                    <a:pt x="14556" y="9970"/>
                    <a:pt x="14395" y="9453"/>
                    <a:pt x="14285" y="9127"/>
                  </a:cubicBezTo>
                  <a:cubicBezTo>
                    <a:pt x="14174" y="8802"/>
                    <a:pt x="14115" y="8670"/>
                    <a:pt x="14115" y="8670"/>
                  </a:cubicBezTo>
                  <a:cubicBezTo>
                    <a:pt x="14058" y="8543"/>
                    <a:pt x="13912" y="8188"/>
                    <a:pt x="13730" y="8670"/>
                  </a:cubicBezTo>
                  <a:cubicBezTo>
                    <a:pt x="13547" y="9154"/>
                    <a:pt x="13401" y="10715"/>
                    <a:pt x="13344" y="12178"/>
                  </a:cubicBezTo>
                  <a:cubicBezTo>
                    <a:pt x="13319" y="12907"/>
                    <a:pt x="13317" y="13478"/>
                    <a:pt x="13332" y="13912"/>
                  </a:cubicBezTo>
                  <a:cubicBezTo>
                    <a:pt x="13348" y="14345"/>
                    <a:pt x="13381" y="14642"/>
                    <a:pt x="13426" y="14817"/>
                  </a:cubicBezTo>
                  <a:cubicBezTo>
                    <a:pt x="13475" y="14994"/>
                    <a:pt x="13547" y="15113"/>
                    <a:pt x="13627" y="15148"/>
                  </a:cubicBezTo>
                  <a:cubicBezTo>
                    <a:pt x="13706" y="15184"/>
                    <a:pt x="13792" y="15138"/>
                    <a:pt x="13871" y="14986"/>
                  </a:cubicBezTo>
                  <a:cubicBezTo>
                    <a:pt x="14036" y="14683"/>
                    <a:pt x="14002" y="12767"/>
                    <a:pt x="14028" y="11780"/>
                  </a:cubicBezTo>
                  <a:cubicBezTo>
                    <a:pt x="14053" y="10788"/>
                    <a:pt x="14094" y="10961"/>
                    <a:pt x="14094" y="10961"/>
                  </a:cubicBezTo>
                  <a:cubicBezTo>
                    <a:pt x="14102" y="10956"/>
                    <a:pt x="14118" y="10993"/>
                    <a:pt x="14138" y="11057"/>
                  </a:cubicBezTo>
                  <a:cubicBezTo>
                    <a:pt x="14158" y="11121"/>
                    <a:pt x="14182" y="11212"/>
                    <a:pt x="14205" y="11309"/>
                  </a:cubicBezTo>
                  <a:lnTo>
                    <a:pt x="14211" y="11332"/>
                  </a:lnTo>
                  <a:lnTo>
                    <a:pt x="14215" y="11369"/>
                  </a:lnTo>
                  <a:cubicBezTo>
                    <a:pt x="14218" y="11380"/>
                    <a:pt x="14221" y="11389"/>
                    <a:pt x="14223" y="11399"/>
                  </a:cubicBezTo>
                  <a:cubicBezTo>
                    <a:pt x="14226" y="11408"/>
                    <a:pt x="14228" y="11421"/>
                    <a:pt x="14230" y="11432"/>
                  </a:cubicBezTo>
                  <a:lnTo>
                    <a:pt x="14236" y="11455"/>
                  </a:lnTo>
                  <a:cubicBezTo>
                    <a:pt x="14258" y="11550"/>
                    <a:pt x="14279" y="11643"/>
                    <a:pt x="14294" y="11713"/>
                  </a:cubicBezTo>
                  <a:cubicBezTo>
                    <a:pt x="14310" y="11784"/>
                    <a:pt x="14321" y="11831"/>
                    <a:pt x="14322" y="11839"/>
                  </a:cubicBezTo>
                  <a:cubicBezTo>
                    <a:pt x="14322" y="11839"/>
                    <a:pt x="14824" y="14274"/>
                    <a:pt x="15138" y="14634"/>
                  </a:cubicBezTo>
                  <a:cubicBezTo>
                    <a:pt x="15456" y="14994"/>
                    <a:pt x="15709" y="14417"/>
                    <a:pt x="15806" y="13875"/>
                  </a:cubicBezTo>
                  <a:cubicBezTo>
                    <a:pt x="15904" y="13330"/>
                    <a:pt x="16070" y="11526"/>
                    <a:pt x="15821" y="9525"/>
                  </a:cubicBezTo>
                  <a:cubicBezTo>
                    <a:pt x="15570" y="7525"/>
                    <a:pt x="15057" y="6913"/>
                    <a:pt x="15057" y="6913"/>
                  </a:cubicBezTo>
                  <a:cubicBezTo>
                    <a:pt x="15057" y="6913"/>
                    <a:pt x="15024" y="6874"/>
                    <a:pt x="14986" y="6876"/>
                  </a:cubicBezTo>
                  <a:close/>
                  <a:moveTo>
                    <a:pt x="19759" y="7688"/>
                  </a:moveTo>
                  <a:cubicBezTo>
                    <a:pt x="19741" y="7698"/>
                    <a:pt x="19722" y="7718"/>
                    <a:pt x="19706" y="7738"/>
                  </a:cubicBezTo>
                  <a:cubicBezTo>
                    <a:pt x="19672" y="7779"/>
                    <a:pt x="19647" y="7828"/>
                    <a:pt x="19647" y="7828"/>
                  </a:cubicBezTo>
                  <a:cubicBezTo>
                    <a:pt x="19224" y="8731"/>
                    <a:pt x="18983" y="9685"/>
                    <a:pt x="18848" y="10414"/>
                  </a:cubicBezTo>
                  <a:cubicBezTo>
                    <a:pt x="18713" y="11143"/>
                    <a:pt x="18685" y="11647"/>
                    <a:pt x="18685" y="11647"/>
                  </a:cubicBezTo>
                  <a:cubicBezTo>
                    <a:pt x="18645" y="12187"/>
                    <a:pt x="18649" y="12644"/>
                    <a:pt x="18679" y="13033"/>
                  </a:cubicBezTo>
                  <a:cubicBezTo>
                    <a:pt x="18710" y="13422"/>
                    <a:pt x="18768" y="13743"/>
                    <a:pt x="18837" y="14008"/>
                  </a:cubicBezTo>
                  <a:cubicBezTo>
                    <a:pt x="18602" y="15200"/>
                    <a:pt x="18425" y="16317"/>
                    <a:pt x="18315" y="17290"/>
                  </a:cubicBezTo>
                  <a:cubicBezTo>
                    <a:pt x="18206" y="18263"/>
                    <a:pt x="18162" y="19092"/>
                    <a:pt x="18193" y="19707"/>
                  </a:cubicBezTo>
                  <a:cubicBezTo>
                    <a:pt x="18221" y="20175"/>
                    <a:pt x="18307" y="20576"/>
                    <a:pt x="18406" y="20878"/>
                  </a:cubicBezTo>
                  <a:cubicBezTo>
                    <a:pt x="18506" y="21179"/>
                    <a:pt x="18619" y="21383"/>
                    <a:pt x="18704" y="21454"/>
                  </a:cubicBezTo>
                  <a:cubicBezTo>
                    <a:pt x="18791" y="21540"/>
                    <a:pt x="18841" y="21461"/>
                    <a:pt x="18870" y="21362"/>
                  </a:cubicBezTo>
                  <a:cubicBezTo>
                    <a:pt x="18899" y="21262"/>
                    <a:pt x="18907" y="21139"/>
                    <a:pt x="18907" y="21139"/>
                  </a:cubicBezTo>
                  <a:cubicBezTo>
                    <a:pt x="18977" y="19868"/>
                    <a:pt x="19074" y="18808"/>
                    <a:pt x="19190" y="17854"/>
                  </a:cubicBezTo>
                  <a:cubicBezTo>
                    <a:pt x="19305" y="16900"/>
                    <a:pt x="19440" y="16055"/>
                    <a:pt x="19586" y="15215"/>
                  </a:cubicBezTo>
                  <a:cubicBezTo>
                    <a:pt x="20468" y="15697"/>
                    <a:pt x="21130" y="13657"/>
                    <a:pt x="21365" y="12682"/>
                  </a:cubicBezTo>
                  <a:cubicBezTo>
                    <a:pt x="21503" y="12096"/>
                    <a:pt x="21578" y="11312"/>
                    <a:pt x="21578" y="10576"/>
                  </a:cubicBezTo>
                  <a:cubicBezTo>
                    <a:pt x="21578" y="9738"/>
                    <a:pt x="21483" y="8958"/>
                    <a:pt x="21273" y="8600"/>
                  </a:cubicBezTo>
                  <a:cubicBezTo>
                    <a:pt x="20960" y="8084"/>
                    <a:pt x="20551" y="8642"/>
                    <a:pt x="20164" y="9535"/>
                  </a:cubicBezTo>
                  <a:cubicBezTo>
                    <a:pt x="19777" y="10428"/>
                    <a:pt x="19413" y="11655"/>
                    <a:pt x="19191" y="12466"/>
                  </a:cubicBezTo>
                  <a:cubicBezTo>
                    <a:pt x="19158" y="12053"/>
                    <a:pt x="19201" y="11583"/>
                    <a:pt x="19252" y="11216"/>
                  </a:cubicBezTo>
                  <a:cubicBezTo>
                    <a:pt x="19304" y="10850"/>
                    <a:pt x="19363" y="10586"/>
                    <a:pt x="19363" y="10586"/>
                  </a:cubicBezTo>
                  <a:cubicBezTo>
                    <a:pt x="19363" y="10586"/>
                    <a:pt x="19390" y="10475"/>
                    <a:pt x="19431" y="10304"/>
                  </a:cubicBezTo>
                  <a:cubicBezTo>
                    <a:pt x="19472" y="10134"/>
                    <a:pt x="19527" y="9904"/>
                    <a:pt x="19581" y="9671"/>
                  </a:cubicBezTo>
                  <a:lnTo>
                    <a:pt x="19591" y="9621"/>
                  </a:lnTo>
                  <a:lnTo>
                    <a:pt x="19607" y="9562"/>
                  </a:lnTo>
                  <a:cubicBezTo>
                    <a:pt x="19649" y="9381"/>
                    <a:pt x="19690" y="9203"/>
                    <a:pt x="19724" y="9054"/>
                  </a:cubicBezTo>
                  <a:cubicBezTo>
                    <a:pt x="19757" y="8905"/>
                    <a:pt x="19782" y="8786"/>
                    <a:pt x="19793" y="8720"/>
                  </a:cubicBezTo>
                  <a:cubicBezTo>
                    <a:pt x="19819" y="8561"/>
                    <a:pt x="19839" y="8321"/>
                    <a:pt x="19845" y="8113"/>
                  </a:cubicBezTo>
                  <a:cubicBezTo>
                    <a:pt x="19850" y="7905"/>
                    <a:pt x="19841" y="7727"/>
                    <a:pt x="19809" y="7695"/>
                  </a:cubicBezTo>
                  <a:cubicBezTo>
                    <a:pt x="19794" y="7679"/>
                    <a:pt x="19776" y="7679"/>
                    <a:pt x="19759" y="7688"/>
                  </a:cubicBezTo>
                  <a:close/>
                  <a:moveTo>
                    <a:pt x="11882" y="7858"/>
                  </a:moveTo>
                  <a:cubicBezTo>
                    <a:pt x="11747" y="7868"/>
                    <a:pt x="11620" y="7891"/>
                    <a:pt x="11510" y="7924"/>
                  </a:cubicBezTo>
                  <a:cubicBezTo>
                    <a:pt x="11056" y="8058"/>
                    <a:pt x="10447" y="8398"/>
                    <a:pt x="10187" y="9287"/>
                  </a:cubicBezTo>
                  <a:cubicBezTo>
                    <a:pt x="10088" y="9625"/>
                    <a:pt x="10030" y="10139"/>
                    <a:pt x="10075" y="10563"/>
                  </a:cubicBezTo>
                  <a:cubicBezTo>
                    <a:pt x="10101" y="10799"/>
                    <a:pt x="10190" y="11009"/>
                    <a:pt x="10279" y="11103"/>
                  </a:cubicBezTo>
                  <a:cubicBezTo>
                    <a:pt x="10367" y="11198"/>
                    <a:pt x="10476" y="11252"/>
                    <a:pt x="10577" y="11286"/>
                  </a:cubicBezTo>
                  <a:cubicBezTo>
                    <a:pt x="10641" y="11308"/>
                    <a:pt x="10831" y="11355"/>
                    <a:pt x="11029" y="11395"/>
                  </a:cubicBezTo>
                  <a:lnTo>
                    <a:pt x="11049" y="11395"/>
                  </a:lnTo>
                  <a:cubicBezTo>
                    <a:pt x="11052" y="11396"/>
                    <a:pt x="11055" y="11396"/>
                    <a:pt x="11058" y="11395"/>
                  </a:cubicBezTo>
                  <a:cubicBezTo>
                    <a:pt x="11062" y="11395"/>
                    <a:pt x="11066" y="11395"/>
                    <a:pt x="11070" y="11395"/>
                  </a:cubicBezTo>
                  <a:lnTo>
                    <a:pt x="11095" y="11405"/>
                  </a:lnTo>
                  <a:cubicBezTo>
                    <a:pt x="11184" y="11424"/>
                    <a:pt x="11273" y="11439"/>
                    <a:pt x="11348" y="11455"/>
                  </a:cubicBezTo>
                  <a:cubicBezTo>
                    <a:pt x="11598" y="11504"/>
                    <a:pt x="12083" y="11629"/>
                    <a:pt x="12345" y="11889"/>
                  </a:cubicBezTo>
                  <a:cubicBezTo>
                    <a:pt x="12345" y="11889"/>
                    <a:pt x="12591" y="12093"/>
                    <a:pt x="12589" y="12430"/>
                  </a:cubicBezTo>
                  <a:cubicBezTo>
                    <a:pt x="12589" y="12596"/>
                    <a:pt x="12536" y="12724"/>
                    <a:pt x="12483" y="12814"/>
                  </a:cubicBezTo>
                  <a:cubicBezTo>
                    <a:pt x="12095" y="13469"/>
                    <a:pt x="11560" y="13665"/>
                    <a:pt x="11085" y="13646"/>
                  </a:cubicBezTo>
                  <a:cubicBezTo>
                    <a:pt x="10924" y="13641"/>
                    <a:pt x="10793" y="13571"/>
                    <a:pt x="10629" y="13404"/>
                  </a:cubicBezTo>
                  <a:cubicBezTo>
                    <a:pt x="10559" y="13332"/>
                    <a:pt x="10468" y="13168"/>
                    <a:pt x="10481" y="12983"/>
                  </a:cubicBezTo>
                  <a:cubicBezTo>
                    <a:pt x="10508" y="12624"/>
                    <a:pt x="10677" y="12531"/>
                    <a:pt x="10816" y="12562"/>
                  </a:cubicBezTo>
                  <a:cubicBezTo>
                    <a:pt x="10893" y="12579"/>
                    <a:pt x="10994" y="12648"/>
                    <a:pt x="11070" y="12718"/>
                  </a:cubicBezTo>
                  <a:cubicBezTo>
                    <a:pt x="11374" y="13004"/>
                    <a:pt x="11510" y="13250"/>
                    <a:pt x="11778" y="13152"/>
                  </a:cubicBezTo>
                  <a:cubicBezTo>
                    <a:pt x="11878" y="13116"/>
                    <a:pt x="12223" y="12938"/>
                    <a:pt x="12270" y="12599"/>
                  </a:cubicBezTo>
                  <a:cubicBezTo>
                    <a:pt x="12282" y="12516"/>
                    <a:pt x="12265" y="12432"/>
                    <a:pt x="12239" y="12370"/>
                  </a:cubicBezTo>
                  <a:cubicBezTo>
                    <a:pt x="12203" y="12281"/>
                    <a:pt x="11998" y="12080"/>
                    <a:pt x="11941" y="12032"/>
                  </a:cubicBezTo>
                  <a:cubicBezTo>
                    <a:pt x="11737" y="11859"/>
                    <a:pt x="11350" y="11703"/>
                    <a:pt x="11135" y="11684"/>
                  </a:cubicBezTo>
                  <a:cubicBezTo>
                    <a:pt x="10853" y="11660"/>
                    <a:pt x="10479" y="11788"/>
                    <a:pt x="10304" y="12357"/>
                  </a:cubicBezTo>
                  <a:cubicBezTo>
                    <a:pt x="10195" y="12714"/>
                    <a:pt x="10189" y="13198"/>
                    <a:pt x="10279" y="13573"/>
                  </a:cubicBezTo>
                  <a:cubicBezTo>
                    <a:pt x="10402" y="14087"/>
                    <a:pt x="10647" y="14490"/>
                    <a:pt x="10846" y="14721"/>
                  </a:cubicBezTo>
                  <a:cubicBezTo>
                    <a:pt x="11183" y="15107"/>
                    <a:pt x="11586" y="15286"/>
                    <a:pt x="11960" y="15188"/>
                  </a:cubicBezTo>
                  <a:cubicBezTo>
                    <a:pt x="12174" y="15130"/>
                    <a:pt x="12360" y="15035"/>
                    <a:pt x="12549" y="14817"/>
                  </a:cubicBezTo>
                  <a:cubicBezTo>
                    <a:pt x="12731" y="14608"/>
                    <a:pt x="12929" y="14211"/>
                    <a:pt x="13020" y="13743"/>
                  </a:cubicBezTo>
                  <a:cubicBezTo>
                    <a:pt x="13142" y="13112"/>
                    <a:pt x="13134" y="12278"/>
                    <a:pt x="12999" y="11684"/>
                  </a:cubicBezTo>
                  <a:cubicBezTo>
                    <a:pt x="12911" y="11292"/>
                    <a:pt x="12816" y="11075"/>
                    <a:pt x="12651" y="10901"/>
                  </a:cubicBezTo>
                  <a:cubicBezTo>
                    <a:pt x="12472" y="10711"/>
                    <a:pt x="12234" y="10603"/>
                    <a:pt x="11997" y="10527"/>
                  </a:cubicBezTo>
                  <a:cubicBezTo>
                    <a:pt x="11982" y="10522"/>
                    <a:pt x="11981" y="10532"/>
                    <a:pt x="11966" y="10527"/>
                  </a:cubicBezTo>
                  <a:lnTo>
                    <a:pt x="10872" y="10215"/>
                  </a:lnTo>
                  <a:cubicBezTo>
                    <a:pt x="10864" y="10213"/>
                    <a:pt x="10859" y="10210"/>
                    <a:pt x="10853" y="10208"/>
                  </a:cubicBezTo>
                  <a:cubicBezTo>
                    <a:pt x="10848" y="10207"/>
                    <a:pt x="10844" y="10205"/>
                    <a:pt x="10837" y="10202"/>
                  </a:cubicBezTo>
                  <a:cubicBezTo>
                    <a:pt x="10813" y="10190"/>
                    <a:pt x="10747" y="10170"/>
                    <a:pt x="10696" y="10129"/>
                  </a:cubicBezTo>
                  <a:cubicBezTo>
                    <a:pt x="10645" y="10087"/>
                    <a:pt x="10610" y="10024"/>
                    <a:pt x="10648" y="9923"/>
                  </a:cubicBezTo>
                  <a:cubicBezTo>
                    <a:pt x="10659" y="9894"/>
                    <a:pt x="10682" y="9869"/>
                    <a:pt x="10706" y="9847"/>
                  </a:cubicBezTo>
                  <a:cubicBezTo>
                    <a:pt x="10730" y="9824"/>
                    <a:pt x="10756" y="9804"/>
                    <a:pt x="10775" y="9791"/>
                  </a:cubicBezTo>
                  <a:cubicBezTo>
                    <a:pt x="11272" y="9469"/>
                    <a:pt x="11901" y="9512"/>
                    <a:pt x="12422" y="9442"/>
                  </a:cubicBezTo>
                  <a:cubicBezTo>
                    <a:pt x="12538" y="9425"/>
                    <a:pt x="12800" y="9383"/>
                    <a:pt x="12928" y="9287"/>
                  </a:cubicBezTo>
                  <a:cubicBezTo>
                    <a:pt x="13050" y="9196"/>
                    <a:pt x="13154" y="8988"/>
                    <a:pt x="13182" y="8670"/>
                  </a:cubicBezTo>
                  <a:cubicBezTo>
                    <a:pt x="13196" y="8501"/>
                    <a:pt x="13162" y="8419"/>
                    <a:pt x="13095" y="8335"/>
                  </a:cubicBezTo>
                  <a:cubicBezTo>
                    <a:pt x="12879" y="8062"/>
                    <a:pt x="12592" y="7930"/>
                    <a:pt x="12305" y="7877"/>
                  </a:cubicBezTo>
                  <a:cubicBezTo>
                    <a:pt x="12161" y="7851"/>
                    <a:pt x="12018" y="7847"/>
                    <a:pt x="11882" y="7858"/>
                  </a:cubicBezTo>
                  <a:close/>
                  <a:moveTo>
                    <a:pt x="18239" y="7924"/>
                  </a:moveTo>
                  <a:cubicBezTo>
                    <a:pt x="17861" y="7894"/>
                    <a:pt x="17396" y="8001"/>
                    <a:pt x="17012" y="8133"/>
                  </a:cubicBezTo>
                  <a:cubicBezTo>
                    <a:pt x="16627" y="8264"/>
                    <a:pt x="16323" y="8420"/>
                    <a:pt x="16263" y="8491"/>
                  </a:cubicBezTo>
                  <a:cubicBezTo>
                    <a:pt x="16151" y="8611"/>
                    <a:pt x="16161" y="8812"/>
                    <a:pt x="16308" y="9250"/>
                  </a:cubicBezTo>
                  <a:cubicBezTo>
                    <a:pt x="16465" y="9712"/>
                    <a:pt x="16729" y="9658"/>
                    <a:pt x="16729" y="9658"/>
                  </a:cubicBezTo>
                  <a:lnTo>
                    <a:pt x="16496" y="10805"/>
                  </a:lnTo>
                  <a:cubicBezTo>
                    <a:pt x="16404" y="10820"/>
                    <a:pt x="16341" y="10860"/>
                    <a:pt x="16301" y="10898"/>
                  </a:cubicBezTo>
                  <a:cubicBezTo>
                    <a:pt x="16261" y="10935"/>
                    <a:pt x="16244" y="10967"/>
                    <a:pt x="16242" y="10971"/>
                  </a:cubicBezTo>
                  <a:cubicBezTo>
                    <a:pt x="16193" y="11095"/>
                    <a:pt x="16198" y="11331"/>
                    <a:pt x="16217" y="11551"/>
                  </a:cubicBezTo>
                  <a:cubicBezTo>
                    <a:pt x="16237" y="11771"/>
                    <a:pt x="16271" y="11978"/>
                    <a:pt x="16283" y="12045"/>
                  </a:cubicBezTo>
                  <a:lnTo>
                    <a:pt x="16283" y="12055"/>
                  </a:lnTo>
                  <a:lnTo>
                    <a:pt x="16283" y="12068"/>
                  </a:lnTo>
                  <a:cubicBezTo>
                    <a:pt x="16283" y="12068"/>
                    <a:pt x="15958" y="13819"/>
                    <a:pt x="16196" y="14744"/>
                  </a:cubicBezTo>
                  <a:cubicBezTo>
                    <a:pt x="16426" y="15618"/>
                    <a:pt x="16693" y="15671"/>
                    <a:pt x="16744" y="15672"/>
                  </a:cubicBezTo>
                  <a:lnTo>
                    <a:pt x="16748" y="15672"/>
                  </a:lnTo>
                  <a:cubicBezTo>
                    <a:pt x="16750" y="15672"/>
                    <a:pt x="16752" y="15672"/>
                    <a:pt x="16753" y="15672"/>
                  </a:cubicBezTo>
                  <a:lnTo>
                    <a:pt x="16754" y="15672"/>
                  </a:lnTo>
                  <a:cubicBezTo>
                    <a:pt x="17329" y="15772"/>
                    <a:pt x="18275" y="14339"/>
                    <a:pt x="18325" y="13865"/>
                  </a:cubicBezTo>
                  <a:cubicBezTo>
                    <a:pt x="18367" y="13484"/>
                    <a:pt x="18219" y="13062"/>
                    <a:pt x="18087" y="12983"/>
                  </a:cubicBezTo>
                  <a:cubicBezTo>
                    <a:pt x="17963" y="12923"/>
                    <a:pt x="17019" y="13346"/>
                    <a:pt x="16906" y="13418"/>
                  </a:cubicBezTo>
                  <a:cubicBezTo>
                    <a:pt x="16784" y="13496"/>
                    <a:pt x="16835" y="13225"/>
                    <a:pt x="16835" y="13225"/>
                  </a:cubicBezTo>
                  <a:lnTo>
                    <a:pt x="16983" y="12045"/>
                  </a:lnTo>
                  <a:cubicBezTo>
                    <a:pt x="16983" y="12045"/>
                    <a:pt x="17208" y="12025"/>
                    <a:pt x="17450" y="11999"/>
                  </a:cubicBezTo>
                  <a:cubicBezTo>
                    <a:pt x="17692" y="11972"/>
                    <a:pt x="17950" y="11939"/>
                    <a:pt x="18016" y="11912"/>
                  </a:cubicBezTo>
                  <a:cubicBezTo>
                    <a:pt x="18076" y="11886"/>
                    <a:pt x="18109" y="11823"/>
                    <a:pt x="18127" y="11767"/>
                  </a:cubicBezTo>
                  <a:cubicBezTo>
                    <a:pt x="18145" y="11710"/>
                    <a:pt x="18147" y="11660"/>
                    <a:pt x="18147" y="11660"/>
                  </a:cubicBezTo>
                  <a:cubicBezTo>
                    <a:pt x="18147" y="11660"/>
                    <a:pt x="18151" y="11575"/>
                    <a:pt x="18154" y="11452"/>
                  </a:cubicBezTo>
                  <a:cubicBezTo>
                    <a:pt x="18157" y="11328"/>
                    <a:pt x="18160" y="11165"/>
                    <a:pt x="18158" y="11007"/>
                  </a:cubicBezTo>
                  <a:cubicBezTo>
                    <a:pt x="18151" y="10839"/>
                    <a:pt x="18120" y="10762"/>
                    <a:pt x="18090" y="10725"/>
                  </a:cubicBezTo>
                  <a:cubicBezTo>
                    <a:pt x="18060" y="10689"/>
                    <a:pt x="18031" y="10696"/>
                    <a:pt x="18031" y="10696"/>
                  </a:cubicBezTo>
                  <a:cubicBezTo>
                    <a:pt x="17856" y="10652"/>
                    <a:pt x="17649" y="10655"/>
                    <a:pt x="17484" y="10669"/>
                  </a:cubicBezTo>
                  <a:cubicBezTo>
                    <a:pt x="17320" y="10683"/>
                    <a:pt x="17200" y="10706"/>
                    <a:pt x="17200" y="10706"/>
                  </a:cubicBezTo>
                  <a:lnTo>
                    <a:pt x="17327" y="9804"/>
                  </a:lnTo>
                  <a:cubicBezTo>
                    <a:pt x="17364" y="9799"/>
                    <a:pt x="18290" y="9685"/>
                    <a:pt x="18649" y="9489"/>
                  </a:cubicBezTo>
                  <a:cubicBezTo>
                    <a:pt x="18836" y="9384"/>
                    <a:pt x="18725" y="8948"/>
                    <a:pt x="18725" y="8948"/>
                  </a:cubicBezTo>
                  <a:cubicBezTo>
                    <a:pt x="18611" y="8406"/>
                    <a:pt x="18489" y="8151"/>
                    <a:pt x="18396" y="8030"/>
                  </a:cubicBezTo>
                  <a:cubicBezTo>
                    <a:pt x="18303" y="7909"/>
                    <a:pt x="18239" y="7924"/>
                    <a:pt x="18239" y="7924"/>
                  </a:cubicBezTo>
                  <a:close/>
                  <a:moveTo>
                    <a:pt x="9463" y="8139"/>
                  </a:moveTo>
                  <a:cubicBezTo>
                    <a:pt x="9378" y="8100"/>
                    <a:pt x="9329" y="8374"/>
                    <a:pt x="9306" y="8514"/>
                  </a:cubicBezTo>
                  <a:cubicBezTo>
                    <a:pt x="9238" y="8927"/>
                    <a:pt x="9192" y="9918"/>
                    <a:pt x="9179" y="10225"/>
                  </a:cubicBezTo>
                  <a:cubicBezTo>
                    <a:pt x="9139" y="11156"/>
                    <a:pt x="9107" y="13368"/>
                    <a:pt x="9175" y="14492"/>
                  </a:cubicBezTo>
                  <a:cubicBezTo>
                    <a:pt x="9203" y="14963"/>
                    <a:pt x="9267" y="15259"/>
                    <a:pt x="9468" y="15357"/>
                  </a:cubicBezTo>
                  <a:cubicBezTo>
                    <a:pt x="9549" y="15398"/>
                    <a:pt x="9697" y="15396"/>
                    <a:pt x="9762" y="15298"/>
                  </a:cubicBezTo>
                  <a:cubicBezTo>
                    <a:pt x="9818" y="15213"/>
                    <a:pt x="9854" y="15040"/>
                    <a:pt x="9868" y="14900"/>
                  </a:cubicBezTo>
                  <a:cubicBezTo>
                    <a:pt x="9904" y="14508"/>
                    <a:pt x="9890" y="13955"/>
                    <a:pt x="9883" y="13537"/>
                  </a:cubicBezTo>
                  <a:cubicBezTo>
                    <a:pt x="9874" y="13044"/>
                    <a:pt x="9873" y="12554"/>
                    <a:pt x="9864" y="12055"/>
                  </a:cubicBezTo>
                  <a:cubicBezTo>
                    <a:pt x="9851" y="11389"/>
                    <a:pt x="9815" y="9693"/>
                    <a:pt x="9737" y="8925"/>
                  </a:cubicBezTo>
                  <a:cubicBezTo>
                    <a:pt x="9703" y="8594"/>
                    <a:pt x="9645" y="8290"/>
                    <a:pt x="9508" y="8166"/>
                  </a:cubicBezTo>
                  <a:cubicBezTo>
                    <a:pt x="9492" y="8152"/>
                    <a:pt x="9475" y="8144"/>
                    <a:pt x="9463" y="8139"/>
                  </a:cubicBezTo>
                  <a:close/>
                  <a:moveTo>
                    <a:pt x="21114" y="9850"/>
                  </a:moveTo>
                  <a:cubicBezTo>
                    <a:pt x="21171" y="9901"/>
                    <a:pt x="21182" y="10105"/>
                    <a:pt x="21182" y="10105"/>
                  </a:cubicBezTo>
                  <a:cubicBezTo>
                    <a:pt x="21213" y="10733"/>
                    <a:pt x="21133" y="11285"/>
                    <a:pt x="21024" y="11723"/>
                  </a:cubicBezTo>
                  <a:cubicBezTo>
                    <a:pt x="20916" y="12162"/>
                    <a:pt x="20778" y="12484"/>
                    <a:pt x="20695" y="12658"/>
                  </a:cubicBezTo>
                  <a:cubicBezTo>
                    <a:pt x="20645" y="12773"/>
                    <a:pt x="20536" y="12940"/>
                    <a:pt x="20396" y="13089"/>
                  </a:cubicBezTo>
                  <a:cubicBezTo>
                    <a:pt x="20255" y="13239"/>
                    <a:pt x="20084" y="13371"/>
                    <a:pt x="19910" y="13418"/>
                  </a:cubicBezTo>
                  <a:cubicBezTo>
                    <a:pt x="20242" y="11891"/>
                    <a:pt x="20656" y="10778"/>
                    <a:pt x="20884" y="10178"/>
                  </a:cubicBezTo>
                  <a:cubicBezTo>
                    <a:pt x="20950" y="10001"/>
                    <a:pt x="20999" y="9903"/>
                    <a:pt x="21040" y="9863"/>
                  </a:cubicBezTo>
                  <a:cubicBezTo>
                    <a:pt x="21070" y="9834"/>
                    <a:pt x="21095" y="9833"/>
                    <a:pt x="21114" y="9850"/>
                  </a:cubicBezTo>
                  <a:close/>
                  <a:moveTo>
                    <a:pt x="3368" y="10009"/>
                  </a:moveTo>
                  <a:cubicBezTo>
                    <a:pt x="3368" y="10009"/>
                    <a:pt x="3367" y="10171"/>
                    <a:pt x="3366" y="10417"/>
                  </a:cubicBezTo>
                  <a:cubicBezTo>
                    <a:pt x="3365" y="10663"/>
                    <a:pt x="3364" y="10992"/>
                    <a:pt x="3364" y="11332"/>
                  </a:cubicBezTo>
                  <a:lnTo>
                    <a:pt x="3364" y="11369"/>
                  </a:lnTo>
                  <a:cubicBezTo>
                    <a:pt x="3363" y="11379"/>
                    <a:pt x="3362" y="11389"/>
                    <a:pt x="3362" y="11399"/>
                  </a:cubicBezTo>
                  <a:cubicBezTo>
                    <a:pt x="3362" y="11408"/>
                    <a:pt x="3364" y="11421"/>
                    <a:pt x="3364" y="11432"/>
                  </a:cubicBezTo>
                  <a:lnTo>
                    <a:pt x="3364" y="11478"/>
                  </a:lnTo>
                  <a:lnTo>
                    <a:pt x="3364" y="11561"/>
                  </a:lnTo>
                  <a:cubicBezTo>
                    <a:pt x="3363" y="11588"/>
                    <a:pt x="3362" y="11615"/>
                    <a:pt x="3362" y="11641"/>
                  </a:cubicBezTo>
                  <a:cubicBezTo>
                    <a:pt x="3362" y="11666"/>
                    <a:pt x="3364" y="11693"/>
                    <a:pt x="3364" y="11720"/>
                  </a:cubicBezTo>
                  <a:lnTo>
                    <a:pt x="3364" y="11803"/>
                  </a:lnTo>
                  <a:cubicBezTo>
                    <a:pt x="3364" y="12419"/>
                    <a:pt x="3365" y="13011"/>
                    <a:pt x="3368" y="13451"/>
                  </a:cubicBezTo>
                  <a:cubicBezTo>
                    <a:pt x="3370" y="13890"/>
                    <a:pt x="3373" y="14177"/>
                    <a:pt x="3373" y="14177"/>
                  </a:cubicBezTo>
                  <a:cubicBezTo>
                    <a:pt x="3373" y="14177"/>
                    <a:pt x="3353" y="14159"/>
                    <a:pt x="3322" y="14130"/>
                  </a:cubicBezTo>
                  <a:cubicBezTo>
                    <a:pt x="3290" y="14102"/>
                    <a:pt x="3246" y="14062"/>
                    <a:pt x="3200" y="14021"/>
                  </a:cubicBezTo>
                  <a:lnTo>
                    <a:pt x="3191" y="14021"/>
                  </a:lnTo>
                  <a:cubicBezTo>
                    <a:pt x="3189" y="14020"/>
                    <a:pt x="3187" y="14017"/>
                    <a:pt x="3185" y="14014"/>
                  </a:cubicBezTo>
                  <a:cubicBezTo>
                    <a:pt x="3183" y="14012"/>
                    <a:pt x="3183" y="14009"/>
                    <a:pt x="3181" y="14008"/>
                  </a:cubicBezTo>
                  <a:lnTo>
                    <a:pt x="3170" y="13998"/>
                  </a:lnTo>
                  <a:cubicBezTo>
                    <a:pt x="3127" y="13959"/>
                    <a:pt x="3085" y="13924"/>
                    <a:pt x="3048" y="13888"/>
                  </a:cubicBezTo>
                  <a:cubicBezTo>
                    <a:pt x="2689" y="13531"/>
                    <a:pt x="2200" y="12788"/>
                    <a:pt x="1960" y="12310"/>
                  </a:cubicBezTo>
                  <a:cubicBezTo>
                    <a:pt x="1902" y="12197"/>
                    <a:pt x="1697" y="11735"/>
                    <a:pt x="1661" y="11634"/>
                  </a:cubicBezTo>
                  <a:cubicBezTo>
                    <a:pt x="1660" y="11630"/>
                    <a:pt x="1659" y="11628"/>
                    <a:pt x="1658" y="11624"/>
                  </a:cubicBezTo>
                  <a:cubicBezTo>
                    <a:pt x="1658" y="11620"/>
                    <a:pt x="1657" y="11614"/>
                    <a:pt x="1656" y="11611"/>
                  </a:cubicBezTo>
                  <a:lnTo>
                    <a:pt x="1646" y="11588"/>
                  </a:lnTo>
                  <a:cubicBezTo>
                    <a:pt x="1590" y="11428"/>
                    <a:pt x="1545" y="11268"/>
                    <a:pt x="1559" y="11070"/>
                  </a:cubicBezTo>
                  <a:cubicBezTo>
                    <a:pt x="1574" y="10863"/>
                    <a:pt x="1748" y="10695"/>
                    <a:pt x="1833" y="10623"/>
                  </a:cubicBezTo>
                  <a:cubicBezTo>
                    <a:pt x="2116" y="10382"/>
                    <a:pt x="2605" y="10182"/>
                    <a:pt x="2866" y="10115"/>
                  </a:cubicBezTo>
                  <a:cubicBezTo>
                    <a:pt x="2897" y="10107"/>
                    <a:pt x="2928" y="10100"/>
                    <a:pt x="2962" y="10092"/>
                  </a:cubicBezTo>
                  <a:lnTo>
                    <a:pt x="2977" y="10082"/>
                  </a:lnTo>
                  <a:lnTo>
                    <a:pt x="2993" y="10082"/>
                  </a:lnTo>
                  <a:cubicBezTo>
                    <a:pt x="2995" y="10082"/>
                    <a:pt x="2997" y="10079"/>
                    <a:pt x="2998" y="10079"/>
                  </a:cubicBezTo>
                  <a:cubicBezTo>
                    <a:pt x="3000" y="10079"/>
                    <a:pt x="3002" y="10083"/>
                    <a:pt x="3004" y="10082"/>
                  </a:cubicBezTo>
                  <a:lnTo>
                    <a:pt x="3018" y="10082"/>
                  </a:lnTo>
                  <a:lnTo>
                    <a:pt x="3033" y="10069"/>
                  </a:lnTo>
                  <a:cubicBezTo>
                    <a:pt x="3118" y="10051"/>
                    <a:pt x="3202" y="10036"/>
                    <a:pt x="3265" y="10026"/>
                  </a:cubicBezTo>
                  <a:cubicBezTo>
                    <a:pt x="3327" y="10015"/>
                    <a:pt x="3368" y="10009"/>
                    <a:pt x="3368" y="10009"/>
                  </a:cubicBezTo>
                  <a:close/>
                </a:path>
              </a:pathLst>
            </a:custGeom>
            <a:solidFill>
              <a:schemeClr val="accent1">
                <a:hueOff val="-377932"/>
                <a:satOff val="-36880"/>
                <a:lumOff val="37949"/>
              </a:schemeClr>
            </a:solidFill>
            <a:ln w="12700" cap="flat">
              <a:noFill/>
              <a:miter lim="400000"/>
            </a:ln>
            <a:effectLst>
              <a:outerShdw sx="100000" sy="100000" kx="0" ky="0" algn="b" rotWithShape="0" blurRad="292100" dist="135501" dir="2970044">
                <a:schemeClr val="accent4">
                  <a:hueOff val="-203031"/>
                  <a:satOff val="-71423"/>
                  <a:lumOff val="-30171"/>
                </a:schemeClr>
              </a:outerShdw>
            </a:effectLst>
          </p:spPr>
          <p:txBody>
            <a:bodyPr wrap="square" lIns="50800" tIns="50800" rIns="50800" bIns="50800" numCol="1" anchor="ctr">
              <a:noAutofit/>
            </a:bodyPr>
            <a:lstStyle/>
            <a:p>
              <a:pPr indent="228600" defTabSz="825500">
                <a:defRPr sz="2800">
                  <a:solidFill>
                    <a:schemeClr val="accent1">
                      <a:hueOff val="-12205714"/>
                      <a:satOff val="-100000"/>
                      <a:lumOff val="79411"/>
                    </a:schemeClr>
                  </a:solidFill>
                </a:defRPr>
              </a:pPr>
            </a:p>
          </p:txBody>
        </p:sp>
        <p:sp>
          <p:nvSpPr>
            <p:cNvPr id="2275" name="Shape"/>
            <p:cNvSpPr/>
            <p:nvPr/>
          </p:nvSpPr>
          <p:spPr>
            <a:xfrm>
              <a:off x="6203740" y="654927"/>
              <a:ext cx="8095213" cy="1484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3503" y="0"/>
                  </a:moveTo>
                  <a:cubicBezTo>
                    <a:pt x="13288" y="0"/>
                    <a:pt x="13146" y="759"/>
                    <a:pt x="13146" y="1911"/>
                  </a:cubicBezTo>
                  <a:cubicBezTo>
                    <a:pt x="13146" y="3063"/>
                    <a:pt x="13288" y="3849"/>
                    <a:pt x="13503" y="3849"/>
                  </a:cubicBezTo>
                  <a:cubicBezTo>
                    <a:pt x="13718" y="3849"/>
                    <a:pt x="13866" y="3063"/>
                    <a:pt x="13866" y="1911"/>
                  </a:cubicBezTo>
                  <a:cubicBezTo>
                    <a:pt x="13866" y="759"/>
                    <a:pt x="13718" y="0"/>
                    <a:pt x="13503" y="0"/>
                  </a:cubicBezTo>
                  <a:close/>
                  <a:moveTo>
                    <a:pt x="16398" y="0"/>
                  </a:moveTo>
                  <a:cubicBezTo>
                    <a:pt x="16183" y="0"/>
                    <a:pt x="16039" y="759"/>
                    <a:pt x="16039" y="1911"/>
                  </a:cubicBezTo>
                  <a:cubicBezTo>
                    <a:pt x="16039" y="3063"/>
                    <a:pt x="16183" y="3849"/>
                    <a:pt x="16398" y="3849"/>
                  </a:cubicBezTo>
                  <a:cubicBezTo>
                    <a:pt x="16613" y="3849"/>
                    <a:pt x="16760" y="3063"/>
                    <a:pt x="16760" y="1911"/>
                  </a:cubicBezTo>
                  <a:cubicBezTo>
                    <a:pt x="16760" y="759"/>
                    <a:pt x="16613" y="0"/>
                    <a:pt x="16398" y="0"/>
                  </a:cubicBezTo>
                  <a:close/>
                  <a:moveTo>
                    <a:pt x="4463" y="263"/>
                  </a:moveTo>
                  <a:lnTo>
                    <a:pt x="4463" y="6533"/>
                  </a:lnTo>
                  <a:cubicBezTo>
                    <a:pt x="4292" y="5512"/>
                    <a:pt x="4050" y="4925"/>
                    <a:pt x="3771" y="4925"/>
                  </a:cubicBezTo>
                  <a:cubicBezTo>
                    <a:pt x="3202" y="4925"/>
                    <a:pt x="2793" y="7335"/>
                    <a:pt x="2793" y="10747"/>
                  </a:cubicBezTo>
                  <a:cubicBezTo>
                    <a:pt x="2793" y="14180"/>
                    <a:pt x="3202" y="16591"/>
                    <a:pt x="3771" y="16591"/>
                  </a:cubicBezTo>
                  <a:cubicBezTo>
                    <a:pt x="4070" y="16591"/>
                    <a:pt x="4325" y="15968"/>
                    <a:pt x="4493" y="14859"/>
                  </a:cubicBezTo>
                  <a:lnTo>
                    <a:pt x="4496" y="16327"/>
                  </a:lnTo>
                  <a:lnTo>
                    <a:pt x="5019" y="16327"/>
                  </a:lnTo>
                  <a:lnTo>
                    <a:pt x="5019" y="263"/>
                  </a:lnTo>
                  <a:lnTo>
                    <a:pt x="4463" y="263"/>
                  </a:lnTo>
                  <a:close/>
                  <a:moveTo>
                    <a:pt x="1083" y="1121"/>
                  </a:moveTo>
                  <a:lnTo>
                    <a:pt x="0" y="16327"/>
                  </a:lnTo>
                  <a:lnTo>
                    <a:pt x="608" y="16327"/>
                  </a:lnTo>
                  <a:lnTo>
                    <a:pt x="807" y="13436"/>
                  </a:lnTo>
                  <a:lnTo>
                    <a:pt x="2002" y="13436"/>
                  </a:lnTo>
                  <a:lnTo>
                    <a:pt x="2199" y="16327"/>
                  </a:lnTo>
                  <a:lnTo>
                    <a:pt x="2804" y="16327"/>
                  </a:lnTo>
                  <a:lnTo>
                    <a:pt x="1733" y="1121"/>
                  </a:lnTo>
                  <a:lnTo>
                    <a:pt x="1083" y="1121"/>
                  </a:lnTo>
                  <a:close/>
                  <a:moveTo>
                    <a:pt x="11711" y="2544"/>
                  </a:moveTo>
                  <a:lnTo>
                    <a:pt x="11711" y="12276"/>
                  </a:lnTo>
                  <a:cubicBezTo>
                    <a:pt x="11711" y="13569"/>
                    <a:pt x="11773" y="14591"/>
                    <a:pt x="11894" y="15291"/>
                  </a:cubicBezTo>
                  <a:cubicBezTo>
                    <a:pt x="12014" y="15991"/>
                    <a:pt x="12193" y="16367"/>
                    <a:pt x="12424" y="16367"/>
                  </a:cubicBezTo>
                  <a:lnTo>
                    <a:pt x="12910" y="16367"/>
                  </a:lnTo>
                  <a:lnTo>
                    <a:pt x="12910" y="13599"/>
                  </a:lnTo>
                  <a:lnTo>
                    <a:pt x="12518" y="13599"/>
                  </a:lnTo>
                  <a:cubicBezTo>
                    <a:pt x="12434" y="13599"/>
                    <a:pt x="12372" y="13465"/>
                    <a:pt x="12332" y="13201"/>
                  </a:cubicBezTo>
                  <a:cubicBezTo>
                    <a:pt x="12291" y="12937"/>
                    <a:pt x="12271" y="12540"/>
                    <a:pt x="12271" y="12030"/>
                  </a:cubicBezTo>
                  <a:lnTo>
                    <a:pt x="12271" y="7940"/>
                  </a:lnTo>
                  <a:lnTo>
                    <a:pt x="12805" y="7940"/>
                  </a:lnTo>
                  <a:lnTo>
                    <a:pt x="12805" y="5189"/>
                  </a:lnTo>
                  <a:lnTo>
                    <a:pt x="12271" y="5189"/>
                  </a:lnTo>
                  <a:lnTo>
                    <a:pt x="12271" y="2544"/>
                  </a:lnTo>
                  <a:lnTo>
                    <a:pt x="11711" y="2544"/>
                  </a:lnTo>
                  <a:close/>
                  <a:moveTo>
                    <a:pt x="1408" y="4376"/>
                  </a:moveTo>
                  <a:lnTo>
                    <a:pt x="1856" y="10971"/>
                  </a:lnTo>
                  <a:lnTo>
                    <a:pt x="956" y="10971"/>
                  </a:lnTo>
                  <a:lnTo>
                    <a:pt x="1408" y="4376"/>
                  </a:lnTo>
                  <a:close/>
                  <a:moveTo>
                    <a:pt x="8575" y="4908"/>
                  </a:moveTo>
                  <a:cubicBezTo>
                    <a:pt x="7945" y="4908"/>
                    <a:pt x="7503" y="7336"/>
                    <a:pt x="7503" y="10769"/>
                  </a:cubicBezTo>
                  <a:cubicBezTo>
                    <a:pt x="7503" y="14224"/>
                    <a:pt x="7945" y="16613"/>
                    <a:pt x="8623" y="16613"/>
                  </a:cubicBezTo>
                  <a:cubicBezTo>
                    <a:pt x="9001" y="16613"/>
                    <a:pt x="9315" y="15927"/>
                    <a:pt x="9530" y="14843"/>
                  </a:cubicBezTo>
                  <a:lnTo>
                    <a:pt x="9209" y="13195"/>
                  </a:lnTo>
                  <a:cubicBezTo>
                    <a:pt x="9052" y="13800"/>
                    <a:pt x="8868" y="14148"/>
                    <a:pt x="8653" y="14148"/>
                  </a:cubicBezTo>
                  <a:cubicBezTo>
                    <a:pt x="8342" y="14148"/>
                    <a:pt x="8115" y="13273"/>
                    <a:pt x="8047" y="11991"/>
                  </a:cubicBezTo>
                  <a:lnTo>
                    <a:pt x="9613" y="11991"/>
                  </a:lnTo>
                  <a:cubicBezTo>
                    <a:pt x="9732" y="8058"/>
                    <a:pt x="9284" y="4908"/>
                    <a:pt x="8575" y="4908"/>
                  </a:cubicBezTo>
                  <a:close/>
                  <a:moveTo>
                    <a:pt x="20364" y="4925"/>
                  </a:moveTo>
                  <a:cubicBezTo>
                    <a:pt x="19790" y="4925"/>
                    <a:pt x="19389" y="7323"/>
                    <a:pt x="19389" y="10668"/>
                  </a:cubicBezTo>
                  <a:cubicBezTo>
                    <a:pt x="19388" y="14015"/>
                    <a:pt x="19790" y="16412"/>
                    <a:pt x="20364" y="16412"/>
                  </a:cubicBezTo>
                  <a:cubicBezTo>
                    <a:pt x="20651" y="16411"/>
                    <a:pt x="20894" y="15784"/>
                    <a:pt x="21066" y="14719"/>
                  </a:cubicBezTo>
                  <a:lnTo>
                    <a:pt x="21066" y="15840"/>
                  </a:lnTo>
                  <a:cubicBezTo>
                    <a:pt x="21066" y="17774"/>
                    <a:pt x="20826" y="18978"/>
                    <a:pt x="20419" y="18978"/>
                  </a:cubicBezTo>
                  <a:cubicBezTo>
                    <a:pt x="20180" y="18978"/>
                    <a:pt x="19917" y="18573"/>
                    <a:pt x="19706" y="17812"/>
                  </a:cubicBezTo>
                  <a:lnTo>
                    <a:pt x="19486" y="20076"/>
                  </a:lnTo>
                  <a:cubicBezTo>
                    <a:pt x="19761" y="21053"/>
                    <a:pt x="20102" y="21600"/>
                    <a:pt x="20449" y="21600"/>
                  </a:cubicBezTo>
                  <a:cubicBezTo>
                    <a:pt x="21154" y="21600"/>
                    <a:pt x="21600" y="19397"/>
                    <a:pt x="21600" y="15963"/>
                  </a:cubicBezTo>
                  <a:lnTo>
                    <a:pt x="21600" y="5189"/>
                  </a:lnTo>
                  <a:lnTo>
                    <a:pt x="21077" y="5189"/>
                  </a:lnTo>
                  <a:lnTo>
                    <a:pt x="21073" y="6617"/>
                  </a:lnTo>
                  <a:cubicBezTo>
                    <a:pt x="20901" y="5553"/>
                    <a:pt x="20655" y="4925"/>
                    <a:pt x="20364" y="4925"/>
                  </a:cubicBezTo>
                  <a:close/>
                  <a:moveTo>
                    <a:pt x="14926" y="4987"/>
                  </a:moveTo>
                  <a:cubicBezTo>
                    <a:pt x="14428" y="4987"/>
                    <a:pt x="14150" y="6270"/>
                    <a:pt x="14150" y="8225"/>
                  </a:cubicBezTo>
                  <a:cubicBezTo>
                    <a:pt x="14150" y="10051"/>
                    <a:pt x="14375" y="11132"/>
                    <a:pt x="14889" y="11806"/>
                  </a:cubicBezTo>
                  <a:cubicBezTo>
                    <a:pt x="15168" y="12197"/>
                    <a:pt x="15263" y="12545"/>
                    <a:pt x="15263" y="13089"/>
                  </a:cubicBezTo>
                  <a:cubicBezTo>
                    <a:pt x="15263" y="13676"/>
                    <a:pt x="15148" y="14008"/>
                    <a:pt x="14949" y="14008"/>
                  </a:cubicBezTo>
                  <a:cubicBezTo>
                    <a:pt x="14730" y="14008"/>
                    <a:pt x="14512" y="13652"/>
                    <a:pt x="14273" y="12848"/>
                  </a:cubicBezTo>
                  <a:lnTo>
                    <a:pt x="14060" y="15028"/>
                  </a:lnTo>
                  <a:cubicBezTo>
                    <a:pt x="14323" y="16005"/>
                    <a:pt x="14629" y="16529"/>
                    <a:pt x="14952" y="16529"/>
                  </a:cubicBezTo>
                  <a:cubicBezTo>
                    <a:pt x="15466" y="16529"/>
                    <a:pt x="15804" y="15179"/>
                    <a:pt x="15804" y="13050"/>
                  </a:cubicBezTo>
                  <a:cubicBezTo>
                    <a:pt x="15804" y="11333"/>
                    <a:pt x="15575" y="10160"/>
                    <a:pt x="15061" y="9509"/>
                  </a:cubicBezTo>
                  <a:cubicBezTo>
                    <a:pt x="14766" y="9118"/>
                    <a:pt x="14676" y="8808"/>
                    <a:pt x="14676" y="8265"/>
                  </a:cubicBezTo>
                  <a:cubicBezTo>
                    <a:pt x="14676" y="7721"/>
                    <a:pt x="14770" y="7452"/>
                    <a:pt x="14945" y="7452"/>
                  </a:cubicBezTo>
                  <a:cubicBezTo>
                    <a:pt x="15148" y="7452"/>
                    <a:pt x="15399" y="7880"/>
                    <a:pt x="15546" y="8511"/>
                  </a:cubicBezTo>
                  <a:lnTo>
                    <a:pt x="15767" y="6410"/>
                  </a:lnTo>
                  <a:cubicBezTo>
                    <a:pt x="15524" y="5497"/>
                    <a:pt x="15229" y="4987"/>
                    <a:pt x="14926" y="4987"/>
                  </a:cubicBezTo>
                  <a:close/>
                  <a:moveTo>
                    <a:pt x="18272" y="5009"/>
                  </a:moveTo>
                  <a:cubicBezTo>
                    <a:pt x="17993" y="5009"/>
                    <a:pt x="17791" y="5526"/>
                    <a:pt x="17608" y="6634"/>
                  </a:cubicBezTo>
                  <a:lnTo>
                    <a:pt x="17604" y="5189"/>
                  </a:lnTo>
                  <a:lnTo>
                    <a:pt x="17077" y="5189"/>
                  </a:lnTo>
                  <a:lnTo>
                    <a:pt x="17077" y="16327"/>
                  </a:lnTo>
                  <a:lnTo>
                    <a:pt x="17637" y="16327"/>
                  </a:lnTo>
                  <a:lnTo>
                    <a:pt x="17637" y="10483"/>
                  </a:lnTo>
                  <a:cubicBezTo>
                    <a:pt x="17637" y="8811"/>
                    <a:pt x="17813" y="7755"/>
                    <a:pt x="18108" y="7755"/>
                  </a:cubicBezTo>
                  <a:cubicBezTo>
                    <a:pt x="18371" y="7755"/>
                    <a:pt x="18504" y="8612"/>
                    <a:pt x="18504" y="10198"/>
                  </a:cubicBezTo>
                  <a:lnTo>
                    <a:pt x="18504" y="16327"/>
                  </a:lnTo>
                  <a:lnTo>
                    <a:pt x="19064" y="16327"/>
                  </a:lnTo>
                  <a:lnTo>
                    <a:pt x="19064" y="9486"/>
                  </a:lnTo>
                  <a:cubicBezTo>
                    <a:pt x="19064" y="6836"/>
                    <a:pt x="18755" y="5009"/>
                    <a:pt x="18272" y="5009"/>
                  </a:cubicBezTo>
                  <a:close/>
                  <a:moveTo>
                    <a:pt x="5254" y="5189"/>
                  </a:moveTo>
                  <a:lnTo>
                    <a:pt x="6075" y="16327"/>
                  </a:lnTo>
                  <a:lnTo>
                    <a:pt x="6662" y="16327"/>
                  </a:lnTo>
                  <a:lnTo>
                    <a:pt x="7480" y="5189"/>
                  </a:lnTo>
                  <a:lnTo>
                    <a:pt x="6886" y="5189"/>
                  </a:lnTo>
                  <a:lnTo>
                    <a:pt x="6543" y="10343"/>
                  </a:lnTo>
                  <a:lnTo>
                    <a:pt x="6374" y="12910"/>
                  </a:lnTo>
                  <a:lnTo>
                    <a:pt x="6203" y="10343"/>
                  </a:lnTo>
                  <a:lnTo>
                    <a:pt x="5856" y="5189"/>
                  </a:lnTo>
                  <a:lnTo>
                    <a:pt x="5254" y="5189"/>
                  </a:lnTo>
                  <a:close/>
                  <a:moveTo>
                    <a:pt x="9956" y="5189"/>
                  </a:moveTo>
                  <a:lnTo>
                    <a:pt x="9956" y="16327"/>
                  </a:lnTo>
                  <a:lnTo>
                    <a:pt x="10513" y="16327"/>
                  </a:lnTo>
                  <a:lnTo>
                    <a:pt x="10513" y="11279"/>
                  </a:lnTo>
                  <a:cubicBezTo>
                    <a:pt x="10513" y="10312"/>
                    <a:pt x="10550" y="9480"/>
                    <a:pt x="10631" y="8887"/>
                  </a:cubicBezTo>
                  <a:cubicBezTo>
                    <a:pt x="10712" y="8293"/>
                    <a:pt x="10838" y="7940"/>
                    <a:pt x="11013" y="7940"/>
                  </a:cubicBezTo>
                  <a:lnTo>
                    <a:pt x="11393" y="7940"/>
                  </a:lnTo>
                  <a:lnTo>
                    <a:pt x="11393" y="5189"/>
                  </a:lnTo>
                  <a:lnTo>
                    <a:pt x="11110" y="5189"/>
                  </a:lnTo>
                  <a:cubicBezTo>
                    <a:pt x="10968" y="5188"/>
                    <a:pt x="10847" y="5334"/>
                    <a:pt x="10743" y="5592"/>
                  </a:cubicBezTo>
                  <a:cubicBezTo>
                    <a:pt x="10639" y="5849"/>
                    <a:pt x="10554" y="6223"/>
                    <a:pt x="10486" y="6679"/>
                  </a:cubicBezTo>
                  <a:lnTo>
                    <a:pt x="10483" y="5189"/>
                  </a:lnTo>
                  <a:lnTo>
                    <a:pt x="9956" y="5189"/>
                  </a:lnTo>
                  <a:close/>
                  <a:moveTo>
                    <a:pt x="13224" y="5189"/>
                  </a:moveTo>
                  <a:lnTo>
                    <a:pt x="13224" y="16327"/>
                  </a:lnTo>
                  <a:lnTo>
                    <a:pt x="13784" y="16327"/>
                  </a:lnTo>
                  <a:lnTo>
                    <a:pt x="13784" y="5189"/>
                  </a:lnTo>
                  <a:lnTo>
                    <a:pt x="13224" y="5189"/>
                  </a:lnTo>
                  <a:close/>
                  <a:moveTo>
                    <a:pt x="16118" y="5189"/>
                  </a:moveTo>
                  <a:lnTo>
                    <a:pt x="16118" y="16327"/>
                  </a:lnTo>
                  <a:lnTo>
                    <a:pt x="16675" y="16327"/>
                  </a:lnTo>
                  <a:lnTo>
                    <a:pt x="16675" y="5189"/>
                  </a:lnTo>
                  <a:lnTo>
                    <a:pt x="16118" y="5189"/>
                  </a:lnTo>
                  <a:close/>
                  <a:moveTo>
                    <a:pt x="8578" y="7368"/>
                  </a:moveTo>
                  <a:cubicBezTo>
                    <a:pt x="8865" y="7368"/>
                    <a:pt x="9056" y="8378"/>
                    <a:pt x="9112" y="9833"/>
                  </a:cubicBezTo>
                  <a:lnTo>
                    <a:pt x="8044" y="9833"/>
                  </a:lnTo>
                  <a:cubicBezTo>
                    <a:pt x="8096" y="8334"/>
                    <a:pt x="8303" y="7368"/>
                    <a:pt x="8578" y="7368"/>
                  </a:cubicBezTo>
                  <a:close/>
                  <a:moveTo>
                    <a:pt x="20501" y="7575"/>
                  </a:moveTo>
                  <a:cubicBezTo>
                    <a:pt x="20828" y="7575"/>
                    <a:pt x="21058" y="8860"/>
                    <a:pt x="21058" y="10708"/>
                  </a:cubicBezTo>
                  <a:cubicBezTo>
                    <a:pt x="21058" y="12511"/>
                    <a:pt x="20828" y="13823"/>
                    <a:pt x="20501" y="13823"/>
                  </a:cubicBezTo>
                  <a:cubicBezTo>
                    <a:pt x="20175" y="13823"/>
                    <a:pt x="19941" y="12555"/>
                    <a:pt x="19941" y="10708"/>
                  </a:cubicBezTo>
                  <a:cubicBezTo>
                    <a:pt x="19941" y="8839"/>
                    <a:pt x="20175" y="7575"/>
                    <a:pt x="20501" y="7575"/>
                  </a:cubicBezTo>
                  <a:close/>
                  <a:moveTo>
                    <a:pt x="3910" y="7592"/>
                  </a:moveTo>
                  <a:cubicBezTo>
                    <a:pt x="4241" y="7592"/>
                    <a:pt x="4470" y="8878"/>
                    <a:pt x="4470" y="10747"/>
                  </a:cubicBezTo>
                  <a:cubicBezTo>
                    <a:pt x="4470" y="12637"/>
                    <a:pt x="4237" y="13924"/>
                    <a:pt x="3910" y="13924"/>
                  </a:cubicBezTo>
                  <a:cubicBezTo>
                    <a:pt x="3579" y="13924"/>
                    <a:pt x="3346" y="12637"/>
                    <a:pt x="3346" y="10747"/>
                  </a:cubicBezTo>
                  <a:cubicBezTo>
                    <a:pt x="3346" y="8878"/>
                    <a:pt x="3579" y="7592"/>
                    <a:pt x="3910" y="7592"/>
                  </a:cubicBezTo>
                  <a:close/>
                </a:path>
              </a:pathLst>
            </a:custGeom>
            <a:solidFill>
              <a:srgbClr val="EBEBEB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292100" dist="135501" dir="2970044">
                <a:schemeClr val="accent4">
                  <a:hueOff val="-203031"/>
                  <a:satOff val="-71423"/>
                  <a:lumOff val="-30171"/>
                </a:schemeClr>
              </a:outerShdw>
            </a:effectLst>
          </p:spPr>
          <p:txBody>
            <a:bodyPr wrap="square" lIns="50800" tIns="50800" rIns="50800" bIns="50800" numCol="1" anchor="ctr">
              <a:noAutofit/>
            </a:bodyPr>
            <a:lstStyle/>
            <a:p>
              <a:pPr indent="228600" defTabSz="825500">
                <a:defRPr sz="2800">
                  <a:solidFill>
                    <a:schemeClr val="accent1">
                      <a:hueOff val="-12205714"/>
                      <a:satOff val="-100000"/>
                      <a:lumOff val="79411"/>
                    </a:schemeClr>
                  </a:solidFill>
                </a:defRPr>
              </a:p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8" name="placeholder.png" descr="placeholder.png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21940" t="0" r="21940" b="0"/>
          <a:stretch>
            <a:fillRect/>
          </a:stretch>
        </p:blipFill>
        <p:spPr>
          <a:xfrm>
            <a:off x="0" y="0"/>
            <a:ext cx="4876800" cy="9935607"/>
          </a:xfrm>
          <a:prstGeom prst="rect">
            <a:avLst/>
          </a:prstGeom>
        </p:spPr>
      </p:pic>
      <p:pic>
        <p:nvPicPr>
          <p:cNvPr id="2279" name="placeholder.png" descr="placeholder.png"/>
          <p:cNvPicPr>
            <a:picLocks noChangeAspect="1"/>
          </p:cNvPicPr>
          <p:nvPr>
            <p:ph type="pic" idx="22"/>
          </p:nvPr>
        </p:nvPicPr>
        <p:blipFill>
          <a:blip r:embed="rId2">
            <a:extLst/>
          </a:blip>
          <a:srcRect l="21940" t="0" r="21940" b="0"/>
          <a:stretch>
            <a:fillRect/>
          </a:stretch>
        </p:blipFill>
        <p:spPr>
          <a:xfrm>
            <a:off x="4876800" y="-1"/>
            <a:ext cx="4876800" cy="9935607"/>
          </a:xfrm>
          <a:prstGeom prst="rect">
            <a:avLst/>
          </a:prstGeom>
        </p:spPr>
      </p:pic>
      <p:pic>
        <p:nvPicPr>
          <p:cNvPr id="2280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21940" t="0" r="21940" b="0"/>
          <a:stretch>
            <a:fillRect/>
          </a:stretch>
        </p:blipFill>
        <p:spPr>
          <a:xfrm>
            <a:off x="9753600" y="-1"/>
            <a:ext cx="4876801" cy="9935607"/>
          </a:xfrm>
          <a:prstGeom prst="rect">
            <a:avLst/>
          </a:prstGeom>
        </p:spPr>
      </p:pic>
      <p:pic>
        <p:nvPicPr>
          <p:cNvPr id="2281" name="placeholder.png" descr="placeholder.png"/>
          <p:cNvPicPr>
            <a:picLocks noChangeAspect="1"/>
          </p:cNvPicPr>
          <p:nvPr>
            <p:ph type="pic" idx="24"/>
          </p:nvPr>
        </p:nvPicPr>
        <p:blipFill>
          <a:blip r:embed="rId2">
            <a:extLst/>
          </a:blip>
          <a:srcRect l="21940" t="0" r="21940" b="0"/>
          <a:stretch>
            <a:fillRect/>
          </a:stretch>
        </p:blipFill>
        <p:spPr>
          <a:xfrm>
            <a:off x="14630400" y="0"/>
            <a:ext cx="4876801" cy="9935607"/>
          </a:xfrm>
          <a:prstGeom prst="rect">
            <a:avLst/>
          </a:prstGeom>
        </p:spPr>
      </p:pic>
      <p:pic>
        <p:nvPicPr>
          <p:cNvPr id="2282" name="placeholder.png" descr="placeholder.png"/>
          <p:cNvPicPr>
            <a:picLocks noChangeAspect="1"/>
          </p:cNvPicPr>
          <p:nvPr>
            <p:ph type="pic" idx="25"/>
          </p:nvPr>
        </p:nvPicPr>
        <p:blipFill>
          <a:blip r:embed="rId2">
            <a:extLst/>
          </a:blip>
          <a:srcRect l="21940" t="0" r="21940" b="0"/>
          <a:stretch>
            <a:fillRect/>
          </a:stretch>
        </p:blipFill>
        <p:spPr>
          <a:xfrm>
            <a:off x="19507200" y="-1"/>
            <a:ext cx="4876801" cy="9935607"/>
          </a:xfrm>
          <a:prstGeom prst="rect">
            <a:avLst/>
          </a:prstGeom>
        </p:spPr>
      </p:pic>
      <p:pic>
        <p:nvPicPr>
          <p:cNvPr id="2283" name="Cover-Bottom.png" descr="Cover-Bottom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5295900"/>
            <a:ext cx="24384001" cy="842010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286" name="Group"/>
          <p:cNvGrpSpPr/>
          <p:nvPr/>
        </p:nvGrpSpPr>
        <p:grpSpPr>
          <a:xfrm>
            <a:off x="5042524" y="6958718"/>
            <a:ext cx="14298953" cy="2496432"/>
            <a:chOff x="0" y="0"/>
            <a:chExt cx="14298952" cy="2496431"/>
          </a:xfrm>
        </p:grpSpPr>
        <p:sp>
          <p:nvSpPr>
            <p:cNvPr id="2284" name="Shape"/>
            <p:cNvSpPr/>
            <p:nvPr/>
          </p:nvSpPr>
          <p:spPr>
            <a:xfrm>
              <a:off x="0" y="-1"/>
              <a:ext cx="5960502" cy="24964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8" h="21491" fill="norm" stroke="1" extrusionOk="0">
                  <a:moveTo>
                    <a:pt x="1823" y="10"/>
                  </a:moveTo>
                  <a:cubicBezTo>
                    <a:pt x="1478" y="41"/>
                    <a:pt x="1017" y="202"/>
                    <a:pt x="652" y="441"/>
                  </a:cubicBezTo>
                  <a:cubicBezTo>
                    <a:pt x="395" y="608"/>
                    <a:pt x="218" y="880"/>
                    <a:pt x="95" y="1392"/>
                  </a:cubicBezTo>
                  <a:cubicBezTo>
                    <a:pt x="34" y="1649"/>
                    <a:pt x="-22" y="1932"/>
                    <a:pt x="9" y="2215"/>
                  </a:cubicBezTo>
                  <a:cubicBezTo>
                    <a:pt x="35" y="2455"/>
                    <a:pt x="182" y="2532"/>
                    <a:pt x="298" y="2576"/>
                  </a:cubicBezTo>
                  <a:cubicBezTo>
                    <a:pt x="409" y="2618"/>
                    <a:pt x="661" y="2648"/>
                    <a:pt x="728" y="2453"/>
                  </a:cubicBezTo>
                  <a:cubicBezTo>
                    <a:pt x="757" y="2368"/>
                    <a:pt x="758" y="2289"/>
                    <a:pt x="734" y="2188"/>
                  </a:cubicBezTo>
                  <a:cubicBezTo>
                    <a:pt x="709" y="2081"/>
                    <a:pt x="643" y="2014"/>
                    <a:pt x="582" y="1986"/>
                  </a:cubicBezTo>
                  <a:cubicBezTo>
                    <a:pt x="513" y="1956"/>
                    <a:pt x="379" y="1932"/>
                    <a:pt x="348" y="1900"/>
                  </a:cubicBezTo>
                  <a:cubicBezTo>
                    <a:pt x="330" y="1882"/>
                    <a:pt x="313" y="1854"/>
                    <a:pt x="313" y="1853"/>
                  </a:cubicBezTo>
                  <a:cubicBezTo>
                    <a:pt x="315" y="1849"/>
                    <a:pt x="322" y="1829"/>
                    <a:pt x="328" y="1817"/>
                  </a:cubicBezTo>
                  <a:cubicBezTo>
                    <a:pt x="342" y="1791"/>
                    <a:pt x="388" y="1748"/>
                    <a:pt x="419" y="1731"/>
                  </a:cubicBezTo>
                  <a:cubicBezTo>
                    <a:pt x="458" y="1709"/>
                    <a:pt x="503" y="1676"/>
                    <a:pt x="546" y="1648"/>
                  </a:cubicBezTo>
                  <a:cubicBezTo>
                    <a:pt x="843" y="1452"/>
                    <a:pt x="1432" y="1418"/>
                    <a:pt x="1702" y="1442"/>
                  </a:cubicBezTo>
                  <a:cubicBezTo>
                    <a:pt x="2747" y="1535"/>
                    <a:pt x="3721" y="2081"/>
                    <a:pt x="4706" y="3043"/>
                  </a:cubicBezTo>
                  <a:cubicBezTo>
                    <a:pt x="5671" y="3987"/>
                    <a:pt x="6766" y="5605"/>
                    <a:pt x="7405" y="7562"/>
                  </a:cubicBezTo>
                  <a:cubicBezTo>
                    <a:pt x="7647" y="8303"/>
                    <a:pt x="7951" y="9515"/>
                    <a:pt x="7988" y="10540"/>
                  </a:cubicBezTo>
                  <a:cubicBezTo>
                    <a:pt x="8021" y="11477"/>
                    <a:pt x="7894" y="12376"/>
                    <a:pt x="7654" y="13033"/>
                  </a:cubicBezTo>
                  <a:cubicBezTo>
                    <a:pt x="7471" y="13529"/>
                    <a:pt x="7228" y="13896"/>
                    <a:pt x="6965" y="14190"/>
                  </a:cubicBezTo>
                  <a:cubicBezTo>
                    <a:pt x="6366" y="14863"/>
                    <a:pt x="5642" y="15001"/>
                    <a:pt x="4989" y="14959"/>
                  </a:cubicBezTo>
                  <a:cubicBezTo>
                    <a:pt x="4903" y="14954"/>
                    <a:pt x="4579" y="14891"/>
                    <a:pt x="4503" y="14863"/>
                  </a:cubicBezTo>
                  <a:cubicBezTo>
                    <a:pt x="4485" y="14857"/>
                    <a:pt x="4465" y="14847"/>
                    <a:pt x="4447" y="14840"/>
                  </a:cubicBezTo>
                  <a:lnTo>
                    <a:pt x="4437" y="14840"/>
                  </a:lnTo>
                  <a:cubicBezTo>
                    <a:pt x="4379" y="14816"/>
                    <a:pt x="4320" y="14788"/>
                    <a:pt x="4277" y="14767"/>
                  </a:cubicBezTo>
                  <a:cubicBezTo>
                    <a:pt x="4233" y="14746"/>
                    <a:pt x="4204" y="14731"/>
                    <a:pt x="4204" y="14731"/>
                  </a:cubicBezTo>
                  <a:lnTo>
                    <a:pt x="4158" y="9923"/>
                  </a:lnTo>
                  <a:cubicBezTo>
                    <a:pt x="4162" y="9923"/>
                    <a:pt x="4189" y="9929"/>
                    <a:pt x="4229" y="9933"/>
                  </a:cubicBezTo>
                  <a:cubicBezTo>
                    <a:pt x="4269" y="9938"/>
                    <a:pt x="4322" y="9944"/>
                    <a:pt x="4376" y="9950"/>
                  </a:cubicBezTo>
                  <a:lnTo>
                    <a:pt x="4391" y="9950"/>
                  </a:lnTo>
                  <a:cubicBezTo>
                    <a:pt x="4393" y="9950"/>
                    <a:pt x="4395" y="9950"/>
                    <a:pt x="4397" y="9950"/>
                  </a:cubicBezTo>
                  <a:cubicBezTo>
                    <a:pt x="4398" y="9950"/>
                    <a:pt x="4399" y="9949"/>
                    <a:pt x="4401" y="9950"/>
                  </a:cubicBezTo>
                  <a:lnTo>
                    <a:pt x="4412" y="9960"/>
                  </a:lnTo>
                  <a:cubicBezTo>
                    <a:pt x="4413" y="9960"/>
                    <a:pt x="4414" y="9960"/>
                    <a:pt x="4416" y="9960"/>
                  </a:cubicBezTo>
                  <a:cubicBezTo>
                    <a:pt x="4418" y="9959"/>
                    <a:pt x="4421" y="9959"/>
                    <a:pt x="4422" y="9960"/>
                  </a:cubicBezTo>
                  <a:lnTo>
                    <a:pt x="4432" y="9960"/>
                  </a:lnTo>
                  <a:cubicBezTo>
                    <a:pt x="4457" y="9963"/>
                    <a:pt x="4479" y="9956"/>
                    <a:pt x="4503" y="9960"/>
                  </a:cubicBezTo>
                  <a:cubicBezTo>
                    <a:pt x="4869" y="10011"/>
                    <a:pt x="5628" y="10314"/>
                    <a:pt x="6007" y="10672"/>
                  </a:cubicBezTo>
                  <a:cubicBezTo>
                    <a:pt x="6088" y="10748"/>
                    <a:pt x="6172" y="10867"/>
                    <a:pt x="6180" y="11057"/>
                  </a:cubicBezTo>
                  <a:cubicBezTo>
                    <a:pt x="6185" y="11204"/>
                    <a:pt x="6138" y="11327"/>
                    <a:pt x="6084" y="11442"/>
                  </a:cubicBezTo>
                  <a:cubicBezTo>
                    <a:pt x="6058" y="11497"/>
                    <a:pt x="6030" y="11545"/>
                    <a:pt x="5997" y="11588"/>
                  </a:cubicBezTo>
                  <a:cubicBezTo>
                    <a:pt x="5932" y="11670"/>
                    <a:pt x="5822" y="11803"/>
                    <a:pt x="5815" y="11826"/>
                  </a:cubicBezTo>
                  <a:cubicBezTo>
                    <a:pt x="5804" y="11859"/>
                    <a:pt x="5799" y="11900"/>
                    <a:pt x="5799" y="11939"/>
                  </a:cubicBezTo>
                  <a:cubicBezTo>
                    <a:pt x="5800" y="11978"/>
                    <a:pt x="5806" y="12018"/>
                    <a:pt x="5820" y="12045"/>
                  </a:cubicBezTo>
                  <a:cubicBezTo>
                    <a:pt x="5893" y="12179"/>
                    <a:pt x="6127" y="12259"/>
                    <a:pt x="6190" y="12251"/>
                  </a:cubicBezTo>
                  <a:cubicBezTo>
                    <a:pt x="6401" y="12222"/>
                    <a:pt x="6612" y="11878"/>
                    <a:pt x="6722" y="11418"/>
                  </a:cubicBezTo>
                  <a:cubicBezTo>
                    <a:pt x="6820" y="11012"/>
                    <a:pt x="6833" y="10699"/>
                    <a:pt x="6768" y="10248"/>
                  </a:cubicBezTo>
                  <a:cubicBezTo>
                    <a:pt x="6699" y="9756"/>
                    <a:pt x="6485" y="9297"/>
                    <a:pt x="6257" y="9021"/>
                  </a:cubicBezTo>
                  <a:cubicBezTo>
                    <a:pt x="5979" y="8687"/>
                    <a:pt x="5491" y="8429"/>
                    <a:pt x="5243" y="8335"/>
                  </a:cubicBezTo>
                  <a:cubicBezTo>
                    <a:pt x="5049" y="8262"/>
                    <a:pt x="4841" y="8187"/>
                    <a:pt x="4655" y="8176"/>
                  </a:cubicBezTo>
                  <a:cubicBezTo>
                    <a:pt x="4614" y="8173"/>
                    <a:pt x="4571" y="8176"/>
                    <a:pt x="4524" y="8176"/>
                  </a:cubicBezTo>
                  <a:lnTo>
                    <a:pt x="4503" y="8176"/>
                  </a:lnTo>
                  <a:cubicBezTo>
                    <a:pt x="4495" y="8176"/>
                    <a:pt x="4488" y="8176"/>
                    <a:pt x="4480" y="8176"/>
                  </a:cubicBezTo>
                  <a:cubicBezTo>
                    <a:pt x="4473" y="8176"/>
                    <a:pt x="4465" y="8176"/>
                    <a:pt x="4457" y="8176"/>
                  </a:cubicBezTo>
                  <a:lnTo>
                    <a:pt x="4443" y="8176"/>
                  </a:lnTo>
                  <a:cubicBezTo>
                    <a:pt x="4370" y="8177"/>
                    <a:pt x="4299" y="8180"/>
                    <a:pt x="4246" y="8182"/>
                  </a:cubicBezTo>
                  <a:cubicBezTo>
                    <a:pt x="4193" y="8185"/>
                    <a:pt x="4157" y="8189"/>
                    <a:pt x="4153" y="8189"/>
                  </a:cubicBezTo>
                  <a:cubicBezTo>
                    <a:pt x="4153" y="8189"/>
                    <a:pt x="4152" y="8115"/>
                    <a:pt x="4150" y="7997"/>
                  </a:cubicBezTo>
                  <a:cubicBezTo>
                    <a:pt x="4148" y="7879"/>
                    <a:pt x="4146" y="7717"/>
                    <a:pt x="4143" y="7549"/>
                  </a:cubicBezTo>
                  <a:lnTo>
                    <a:pt x="4143" y="7516"/>
                  </a:lnTo>
                  <a:cubicBezTo>
                    <a:pt x="4143" y="7501"/>
                    <a:pt x="4143" y="7487"/>
                    <a:pt x="4143" y="7473"/>
                  </a:cubicBezTo>
                  <a:cubicBezTo>
                    <a:pt x="4143" y="7459"/>
                    <a:pt x="4143" y="7445"/>
                    <a:pt x="4143" y="7430"/>
                  </a:cubicBezTo>
                  <a:lnTo>
                    <a:pt x="4143" y="7407"/>
                  </a:lnTo>
                  <a:cubicBezTo>
                    <a:pt x="4141" y="7304"/>
                    <a:pt x="4136" y="7196"/>
                    <a:pt x="4133" y="7105"/>
                  </a:cubicBezTo>
                  <a:cubicBezTo>
                    <a:pt x="4113" y="6394"/>
                    <a:pt x="4031" y="5001"/>
                    <a:pt x="3758" y="4598"/>
                  </a:cubicBezTo>
                  <a:cubicBezTo>
                    <a:pt x="3708" y="4526"/>
                    <a:pt x="3646" y="4511"/>
                    <a:pt x="3612" y="4622"/>
                  </a:cubicBezTo>
                  <a:cubicBezTo>
                    <a:pt x="3559" y="4786"/>
                    <a:pt x="3506" y="5411"/>
                    <a:pt x="3495" y="5573"/>
                  </a:cubicBezTo>
                  <a:cubicBezTo>
                    <a:pt x="3484" y="5712"/>
                    <a:pt x="3467" y="6092"/>
                    <a:pt x="3449" y="6478"/>
                  </a:cubicBezTo>
                  <a:lnTo>
                    <a:pt x="3444" y="6528"/>
                  </a:lnTo>
                  <a:cubicBezTo>
                    <a:pt x="3444" y="6536"/>
                    <a:pt x="3444" y="6543"/>
                    <a:pt x="3444" y="6551"/>
                  </a:cubicBezTo>
                  <a:cubicBezTo>
                    <a:pt x="3445" y="6559"/>
                    <a:pt x="3445" y="6566"/>
                    <a:pt x="3444" y="6574"/>
                  </a:cubicBezTo>
                  <a:lnTo>
                    <a:pt x="3439" y="6624"/>
                  </a:lnTo>
                  <a:cubicBezTo>
                    <a:pt x="3429" y="6825"/>
                    <a:pt x="3422" y="7022"/>
                    <a:pt x="3417" y="7181"/>
                  </a:cubicBezTo>
                  <a:cubicBezTo>
                    <a:pt x="3411" y="7341"/>
                    <a:pt x="3408" y="7464"/>
                    <a:pt x="3408" y="7516"/>
                  </a:cubicBezTo>
                  <a:cubicBezTo>
                    <a:pt x="3408" y="7524"/>
                    <a:pt x="3408" y="7528"/>
                    <a:pt x="3408" y="7536"/>
                  </a:cubicBezTo>
                  <a:cubicBezTo>
                    <a:pt x="3408" y="7543"/>
                    <a:pt x="3408" y="7552"/>
                    <a:pt x="3408" y="7562"/>
                  </a:cubicBezTo>
                  <a:lnTo>
                    <a:pt x="3408" y="7599"/>
                  </a:lnTo>
                  <a:cubicBezTo>
                    <a:pt x="3408" y="7637"/>
                    <a:pt x="3408" y="7680"/>
                    <a:pt x="3407" y="7725"/>
                  </a:cubicBezTo>
                  <a:cubicBezTo>
                    <a:pt x="3406" y="7770"/>
                    <a:pt x="3405" y="7816"/>
                    <a:pt x="3404" y="7864"/>
                  </a:cubicBezTo>
                  <a:lnTo>
                    <a:pt x="3404" y="7911"/>
                  </a:lnTo>
                  <a:lnTo>
                    <a:pt x="3404" y="7917"/>
                  </a:lnTo>
                  <a:lnTo>
                    <a:pt x="3404" y="7924"/>
                  </a:lnTo>
                  <a:lnTo>
                    <a:pt x="3404" y="7947"/>
                  </a:lnTo>
                  <a:cubicBezTo>
                    <a:pt x="3403" y="8049"/>
                    <a:pt x="3400" y="8150"/>
                    <a:pt x="3398" y="8226"/>
                  </a:cubicBezTo>
                  <a:cubicBezTo>
                    <a:pt x="3397" y="8301"/>
                    <a:pt x="3394" y="8353"/>
                    <a:pt x="3393" y="8358"/>
                  </a:cubicBezTo>
                  <a:cubicBezTo>
                    <a:pt x="3391" y="8362"/>
                    <a:pt x="3390" y="8367"/>
                    <a:pt x="3389" y="8371"/>
                  </a:cubicBezTo>
                  <a:cubicBezTo>
                    <a:pt x="3387" y="8375"/>
                    <a:pt x="3385" y="8378"/>
                    <a:pt x="3383" y="8381"/>
                  </a:cubicBezTo>
                  <a:cubicBezTo>
                    <a:pt x="3379" y="8387"/>
                    <a:pt x="3357" y="8399"/>
                    <a:pt x="3323" y="8415"/>
                  </a:cubicBezTo>
                  <a:cubicBezTo>
                    <a:pt x="3290" y="8430"/>
                    <a:pt x="3245" y="8450"/>
                    <a:pt x="3200" y="8468"/>
                  </a:cubicBezTo>
                  <a:lnTo>
                    <a:pt x="3185" y="8468"/>
                  </a:lnTo>
                  <a:lnTo>
                    <a:pt x="3181" y="8468"/>
                  </a:lnTo>
                  <a:lnTo>
                    <a:pt x="3166" y="8478"/>
                  </a:lnTo>
                  <a:cubicBezTo>
                    <a:pt x="3137" y="8489"/>
                    <a:pt x="3109" y="8492"/>
                    <a:pt x="3085" y="8501"/>
                  </a:cubicBezTo>
                  <a:cubicBezTo>
                    <a:pt x="2978" y="8538"/>
                    <a:pt x="2805" y="8651"/>
                    <a:pt x="2629" y="8779"/>
                  </a:cubicBezTo>
                  <a:lnTo>
                    <a:pt x="2602" y="8793"/>
                  </a:lnTo>
                  <a:cubicBezTo>
                    <a:pt x="2600" y="8794"/>
                    <a:pt x="2600" y="8797"/>
                    <a:pt x="2598" y="8799"/>
                  </a:cubicBezTo>
                  <a:cubicBezTo>
                    <a:pt x="2597" y="8802"/>
                    <a:pt x="2595" y="8801"/>
                    <a:pt x="2593" y="8802"/>
                  </a:cubicBezTo>
                  <a:lnTo>
                    <a:pt x="2567" y="8829"/>
                  </a:lnTo>
                  <a:cubicBezTo>
                    <a:pt x="2372" y="8975"/>
                    <a:pt x="2183" y="9130"/>
                    <a:pt x="2091" y="9227"/>
                  </a:cubicBezTo>
                  <a:cubicBezTo>
                    <a:pt x="1840" y="9487"/>
                    <a:pt x="1473" y="9943"/>
                    <a:pt x="1371" y="10550"/>
                  </a:cubicBezTo>
                  <a:cubicBezTo>
                    <a:pt x="1297" y="10986"/>
                    <a:pt x="1330" y="11355"/>
                    <a:pt x="1427" y="11767"/>
                  </a:cubicBezTo>
                  <a:cubicBezTo>
                    <a:pt x="1552" y="12293"/>
                    <a:pt x="1716" y="12704"/>
                    <a:pt x="1898" y="13116"/>
                  </a:cubicBezTo>
                  <a:cubicBezTo>
                    <a:pt x="1964" y="13262"/>
                    <a:pt x="2256" y="13849"/>
                    <a:pt x="2325" y="13971"/>
                  </a:cubicBezTo>
                  <a:cubicBezTo>
                    <a:pt x="2573" y="14407"/>
                    <a:pt x="2857" y="14828"/>
                    <a:pt x="3156" y="15178"/>
                  </a:cubicBezTo>
                  <a:cubicBezTo>
                    <a:pt x="3162" y="15186"/>
                    <a:pt x="3169" y="15194"/>
                    <a:pt x="3175" y="15201"/>
                  </a:cubicBezTo>
                  <a:lnTo>
                    <a:pt x="3185" y="15215"/>
                  </a:lnTo>
                  <a:lnTo>
                    <a:pt x="3206" y="15238"/>
                  </a:lnTo>
                  <a:lnTo>
                    <a:pt x="3209" y="15244"/>
                  </a:lnTo>
                  <a:lnTo>
                    <a:pt x="3212" y="15248"/>
                  </a:lnTo>
                  <a:lnTo>
                    <a:pt x="3221" y="15248"/>
                  </a:lnTo>
                  <a:cubicBezTo>
                    <a:pt x="3260" y="15292"/>
                    <a:pt x="3296" y="15336"/>
                    <a:pt x="3323" y="15367"/>
                  </a:cubicBezTo>
                  <a:cubicBezTo>
                    <a:pt x="3350" y="15398"/>
                    <a:pt x="3368" y="15417"/>
                    <a:pt x="3368" y="15417"/>
                  </a:cubicBezTo>
                  <a:cubicBezTo>
                    <a:pt x="3368" y="15417"/>
                    <a:pt x="3371" y="15477"/>
                    <a:pt x="3376" y="15569"/>
                  </a:cubicBezTo>
                  <a:cubicBezTo>
                    <a:pt x="3381" y="15661"/>
                    <a:pt x="3386" y="15785"/>
                    <a:pt x="3393" y="15911"/>
                  </a:cubicBezTo>
                  <a:lnTo>
                    <a:pt x="3393" y="15937"/>
                  </a:lnTo>
                  <a:cubicBezTo>
                    <a:pt x="3393" y="15946"/>
                    <a:pt x="3395" y="15953"/>
                    <a:pt x="3396" y="15961"/>
                  </a:cubicBezTo>
                  <a:cubicBezTo>
                    <a:pt x="3397" y="15968"/>
                    <a:pt x="3398" y="15975"/>
                    <a:pt x="3398" y="15984"/>
                  </a:cubicBezTo>
                  <a:lnTo>
                    <a:pt x="3398" y="16007"/>
                  </a:lnTo>
                  <a:cubicBezTo>
                    <a:pt x="3404" y="16109"/>
                    <a:pt x="3408" y="16215"/>
                    <a:pt x="3414" y="16299"/>
                  </a:cubicBezTo>
                  <a:cubicBezTo>
                    <a:pt x="3441" y="16698"/>
                    <a:pt x="3496" y="17044"/>
                    <a:pt x="3652" y="17201"/>
                  </a:cubicBezTo>
                  <a:cubicBezTo>
                    <a:pt x="3747" y="17297"/>
                    <a:pt x="3858" y="17283"/>
                    <a:pt x="3960" y="17237"/>
                  </a:cubicBezTo>
                  <a:cubicBezTo>
                    <a:pt x="4045" y="17199"/>
                    <a:pt x="4103" y="17110"/>
                    <a:pt x="4139" y="16935"/>
                  </a:cubicBezTo>
                  <a:cubicBezTo>
                    <a:pt x="4152" y="16870"/>
                    <a:pt x="4179" y="16664"/>
                    <a:pt x="4183" y="16587"/>
                  </a:cubicBezTo>
                  <a:cubicBezTo>
                    <a:pt x="4185" y="16553"/>
                    <a:pt x="4182" y="16515"/>
                    <a:pt x="4183" y="16478"/>
                  </a:cubicBezTo>
                  <a:lnTo>
                    <a:pt x="4183" y="16455"/>
                  </a:lnTo>
                  <a:lnTo>
                    <a:pt x="4183" y="16441"/>
                  </a:lnTo>
                  <a:cubicBezTo>
                    <a:pt x="4184" y="16394"/>
                    <a:pt x="4187" y="16349"/>
                    <a:pt x="4188" y="16309"/>
                  </a:cubicBezTo>
                  <a:cubicBezTo>
                    <a:pt x="4189" y="16269"/>
                    <a:pt x="4189" y="16234"/>
                    <a:pt x="4189" y="16213"/>
                  </a:cubicBezTo>
                  <a:lnTo>
                    <a:pt x="4189" y="16189"/>
                  </a:lnTo>
                  <a:lnTo>
                    <a:pt x="4189" y="16176"/>
                  </a:lnTo>
                  <a:cubicBezTo>
                    <a:pt x="4189" y="16176"/>
                    <a:pt x="4221" y="16195"/>
                    <a:pt x="4271" y="16223"/>
                  </a:cubicBezTo>
                  <a:cubicBezTo>
                    <a:pt x="4321" y="16250"/>
                    <a:pt x="4388" y="16288"/>
                    <a:pt x="4457" y="16322"/>
                  </a:cubicBezTo>
                  <a:lnTo>
                    <a:pt x="4478" y="16335"/>
                  </a:lnTo>
                  <a:lnTo>
                    <a:pt x="4480" y="16335"/>
                  </a:lnTo>
                  <a:lnTo>
                    <a:pt x="4483" y="16335"/>
                  </a:lnTo>
                  <a:lnTo>
                    <a:pt x="4493" y="16345"/>
                  </a:lnTo>
                  <a:cubicBezTo>
                    <a:pt x="4532" y="16364"/>
                    <a:pt x="4573" y="16380"/>
                    <a:pt x="4609" y="16395"/>
                  </a:cubicBezTo>
                  <a:cubicBezTo>
                    <a:pt x="5099" y="16610"/>
                    <a:pt x="5631" y="16624"/>
                    <a:pt x="6093" y="16491"/>
                  </a:cubicBezTo>
                  <a:cubicBezTo>
                    <a:pt x="6775" y="16293"/>
                    <a:pt x="7567" y="15703"/>
                    <a:pt x="8080" y="14648"/>
                  </a:cubicBezTo>
                  <a:cubicBezTo>
                    <a:pt x="8218" y="14364"/>
                    <a:pt x="8454" y="13694"/>
                    <a:pt x="8552" y="13275"/>
                  </a:cubicBezTo>
                  <a:cubicBezTo>
                    <a:pt x="8609" y="13031"/>
                    <a:pt x="8659" y="12788"/>
                    <a:pt x="8713" y="12489"/>
                  </a:cubicBezTo>
                  <a:cubicBezTo>
                    <a:pt x="8719" y="12459"/>
                    <a:pt x="8740" y="12320"/>
                    <a:pt x="8761" y="12161"/>
                  </a:cubicBezTo>
                  <a:cubicBezTo>
                    <a:pt x="8782" y="12003"/>
                    <a:pt x="8803" y="11827"/>
                    <a:pt x="8809" y="11720"/>
                  </a:cubicBezTo>
                  <a:cubicBezTo>
                    <a:pt x="8811" y="11692"/>
                    <a:pt x="8816" y="11607"/>
                    <a:pt x="8821" y="11491"/>
                  </a:cubicBezTo>
                  <a:cubicBezTo>
                    <a:pt x="8825" y="11376"/>
                    <a:pt x="8830" y="11229"/>
                    <a:pt x="8835" y="11080"/>
                  </a:cubicBezTo>
                  <a:lnTo>
                    <a:pt x="8835" y="11057"/>
                  </a:lnTo>
                  <a:cubicBezTo>
                    <a:pt x="8837" y="10968"/>
                    <a:pt x="8839" y="10879"/>
                    <a:pt x="8839" y="10795"/>
                  </a:cubicBezTo>
                  <a:cubicBezTo>
                    <a:pt x="8839" y="10711"/>
                    <a:pt x="8838" y="10631"/>
                    <a:pt x="8835" y="10563"/>
                  </a:cubicBezTo>
                  <a:cubicBezTo>
                    <a:pt x="8835" y="10529"/>
                    <a:pt x="8835" y="10483"/>
                    <a:pt x="8833" y="10430"/>
                  </a:cubicBezTo>
                  <a:cubicBezTo>
                    <a:pt x="8831" y="10378"/>
                    <a:pt x="8829" y="10319"/>
                    <a:pt x="8825" y="10261"/>
                  </a:cubicBezTo>
                  <a:lnTo>
                    <a:pt x="8819" y="10225"/>
                  </a:lnTo>
                  <a:cubicBezTo>
                    <a:pt x="8814" y="10156"/>
                    <a:pt x="8810" y="10089"/>
                    <a:pt x="8807" y="10036"/>
                  </a:cubicBezTo>
                  <a:cubicBezTo>
                    <a:pt x="8803" y="9982"/>
                    <a:pt x="8801" y="9942"/>
                    <a:pt x="8800" y="9923"/>
                  </a:cubicBezTo>
                  <a:cubicBezTo>
                    <a:pt x="8797" y="9915"/>
                    <a:pt x="8777" y="9723"/>
                    <a:pt x="8763" y="9588"/>
                  </a:cubicBezTo>
                  <a:cubicBezTo>
                    <a:pt x="8758" y="9530"/>
                    <a:pt x="8739" y="9411"/>
                    <a:pt x="8719" y="9287"/>
                  </a:cubicBezTo>
                  <a:lnTo>
                    <a:pt x="8713" y="9250"/>
                  </a:lnTo>
                  <a:cubicBezTo>
                    <a:pt x="8688" y="9095"/>
                    <a:pt x="8662" y="8941"/>
                    <a:pt x="8652" y="8899"/>
                  </a:cubicBezTo>
                  <a:cubicBezTo>
                    <a:pt x="8598" y="8669"/>
                    <a:pt x="8568" y="8470"/>
                    <a:pt x="8526" y="8272"/>
                  </a:cubicBezTo>
                  <a:cubicBezTo>
                    <a:pt x="8352" y="7444"/>
                    <a:pt x="7989" y="6400"/>
                    <a:pt x="7700" y="5719"/>
                  </a:cubicBezTo>
                  <a:cubicBezTo>
                    <a:pt x="7550" y="5367"/>
                    <a:pt x="7346" y="4928"/>
                    <a:pt x="7188" y="4622"/>
                  </a:cubicBezTo>
                  <a:cubicBezTo>
                    <a:pt x="7151" y="4548"/>
                    <a:pt x="7017" y="4310"/>
                    <a:pt x="6878" y="4068"/>
                  </a:cubicBezTo>
                  <a:lnTo>
                    <a:pt x="6859" y="4045"/>
                  </a:lnTo>
                  <a:cubicBezTo>
                    <a:pt x="6858" y="4042"/>
                    <a:pt x="6857" y="4036"/>
                    <a:pt x="6856" y="4031"/>
                  </a:cubicBezTo>
                  <a:cubicBezTo>
                    <a:pt x="6856" y="4027"/>
                    <a:pt x="6855" y="4024"/>
                    <a:pt x="6853" y="4022"/>
                  </a:cubicBezTo>
                  <a:lnTo>
                    <a:pt x="6834" y="3995"/>
                  </a:lnTo>
                  <a:cubicBezTo>
                    <a:pt x="6704" y="3769"/>
                    <a:pt x="6583" y="3551"/>
                    <a:pt x="6545" y="3491"/>
                  </a:cubicBezTo>
                  <a:cubicBezTo>
                    <a:pt x="6282" y="3081"/>
                    <a:pt x="5808" y="2460"/>
                    <a:pt x="5511" y="2118"/>
                  </a:cubicBezTo>
                  <a:cubicBezTo>
                    <a:pt x="5096" y="1643"/>
                    <a:pt x="4530" y="1113"/>
                    <a:pt x="4097" y="802"/>
                  </a:cubicBezTo>
                  <a:cubicBezTo>
                    <a:pt x="3341" y="256"/>
                    <a:pt x="2603" y="-60"/>
                    <a:pt x="1823" y="10"/>
                  </a:cubicBezTo>
                  <a:close/>
                  <a:moveTo>
                    <a:pt x="10241" y="1372"/>
                  </a:moveTo>
                  <a:cubicBezTo>
                    <a:pt x="10157" y="1361"/>
                    <a:pt x="10071" y="1367"/>
                    <a:pt x="9985" y="1392"/>
                  </a:cubicBezTo>
                  <a:cubicBezTo>
                    <a:pt x="9813" y="1442"/>
                    <a:pt x="9644" y="1557"/>
                    <a:pt x="9508" y="1694"/>
                  </a:cubicBezTo>
                  <a:cubicBezTo>
                    <a:pt x="9220" y="1984"/>
                    <a:pt x="8956" y="2411"/>
                    <a:pt x="8754" y="2924"/>
                  </a:cubicBezTo>
                  <a:cubicBezTo>
                    <a:pt x="8552" y="3432"/>
                    <a:pt x="8399" y="4082"/>
                    <a:pt x="8415" y="4781"/>
                  </a:cubicBezTo>
                  <a:cubicBezTo>
                    <a:pt x="8420" y="5005"/>
                    <a:pt x="8459" y="5350"/>
                    <a:pt x="8506" y="5550"/>
                  </a:cubicBezTo>
                  <a:cubicBezTo>
                    <a:pt x="8546" y="5719"/>
                    <a:pt x="8616" y="5890"/>
                    <a:pt x="8632" y="6067"/>
                  </a:cubicBezTo>
                  <a:cubicBezTo>
                    <a:pt x="8642" y="6172"/>
                    <a:pt x="8635" y="6318"/>
                    <a:pt x="8637" y="6442"/>
                  </a:cubicBezTo>
                  <a:cubicBezTo>
                    <a:pt x="8640" y="6726"/>
                    <a:pt x="8695" y="7012"/>
                    <a:pt x="8784" y="7201"/>
                  </a:cubicBezTo>
                  <a:cubicBezTo>
                    <a:pt x="8849" y="7336"/>
                    <a:pt x="8905" y="7331"/>
                    <a:pt x="8971" y="7214"/>
                  </a:cubicBezTo>
                  <a:cubicBezTo>
                    <a:pt x="8990" y="7183"/>
                    <a:pt x="9017" y="7107"/>
                    <a:pt x="9033" y="7045"/>
                  </a:cubicBezTo>
                  <a:cubicBezTo>
                    <a:pt x="9062" y="6930"/>
                    <a:pt x="9087" y="6773"/>
                    <a:pt x="9113" y="6707"/>
                  </a:cubicBezTo>
                  <a:cubicBezTo>
                    <a:pt x="9115" y="6702"/>
                    <a:pt x="9121" y="6704"/>
                    <a:pt x="9129" y="6710"/>
                  </a:cubicBezTo>
                  <a:cubicBezTo>
                    <a:pt x="9137" y="6717"/>
                    <a:pt x="9146" y="6730"/>
                    <a:pt x="9154" y="6744"/>
                  </a:cubicBezTo>
                  <a:cubicBezTo>
                    <a:pt x="9157" y="6748"/>
                    <a:pt x="9165" y="6755"/>
                    <a:pt x="9176" y="6763"/>
                  </a:cubicBezTo>
                  <a:cubicBezTo>
                    <a:pt x="9188" y="6772"/>
                    <a:pt x="9203" y="6780"/>
                    <a:pt x="9219" y="6790"/>
                  </a:cubicBezTo>
                  <a:lnTo>
                    <a:pt x="9231" y="6803"/>
                  </a:lnTo>
                  <a:cubicBezTo>
                    <a:pt x="9245" y="6812"/>
                    <a:pt x="9260" y="6820"/>
                    <a:pt x="9274" y="6826"/>
                  </a:cubicBezTo>
                  <a:cubicBezTo>
                    <a:pt x="9287" y="6833"/>
                    <a:pt x="9299" y="6838"/>
                    <a:pt x="9306" y="6840"/>
                  </a:cubicBezTo>
                  <a:cubicBezTo>
                    <a:pt x="9365" y="6849"/>
                    <a:pt x="9423" y="6887"/>
                    <a:pt x="9483" y="6899"/>
                  </a:cubicBezTo>
                  <a:cubicBezTo>
                    <a:pt x="9677" y="6941"/>
                    <a:pt x="9946" y="6793"/>
                    <a:pt x="10117" y="6634"/>
                  </a:cubicBezTo>
                  <a:cubicBezTo>
                    <a:pt x="10508" y="6271"/>
                    <a:pt x="10809" y="5739"/>
                    <a:pt x="11114" y="4996"/>
                  </a:cubicBezTo>
                  <a:cubicBezTo>
                    <a:pt x="11292" y="4565"/>
                    <a:pt x="11450" y="3858"/>
                    <a:pt x="11393" y="3213"/>
                  </a:cubicBezTo>
                  <a:cubicBezTo>
                    <a:pt x="11364" y="2891"/>
                    <a:pt x="11304" y="2675"/>
                    <a:pt x="11191" y="2443"/>
                  </a:cubicBezTo>
                  <a:cubicBezTo>
                    <a:pt x="11135" y="2329"/>
                    <a:pt x="10998" y="2158"/>
                    <a:pt x="10902" y="2118"/>
                  </a:cubicBezTo>
                  <a:cubicBezTo>
                    <a:pt x="10897" y="2116"/>
                    <a:pt x="10887" y="2107"/>
                    <a:pt x="10881" y="2105"/>
                  </a:cubicBezTo>
                  <a:lnTo>
                    <a:pt x="10872" y="2105"/>
                  </a:lnTo>
                  <a:cubicBezTo>
                    <a:pt x="10861" y="2101"/>
                    <a:pt x="10853" y="2099"/>
                    <a:pt x="10845" y="2095"/>
                  </a:cubicBezTo>
                  <a:cubicBezTo>
                    <a:pt x="10837" y="2092"/>
                    <a:pt x="10830" y="2089"/>
                    <a:pt x="10826" y="2082"/>
                  </a:cubicBezTo>
                  <a:cubicBezTo>
                    <a:pt x="10811" y="2060"/>
                    <a:pt x="10800" y="2003"/>
                    <a:pt x="10785" y="1959"/>
                  </a:cubicBezTo>
                  <a:cubicBezTo>
                    <a:pt x="10717" y="1753"/>
                    <a:pt x="10579" y="1558"/>
                    <a:pt x="10481" y="1479"/>
                  </a:cubicBezTo>
                  <a:cubicBezTo>
                    <a:pt x="10406" y="1417"/>
                    <a:pt x="10325" y="1384"/>
                    <a:pt x="10241" y="1372"/>
                  </a:cubicBezTo>
                  <a:close/>
                  <a:moveTo>
                    <a:pt x="9681" y="2874"/>
                  </a:moveTo>
                  <a:cubicBezTo>
                    <a:pt x="9681" y="2874"/>
                    <a:pt x="9618" y="2994"/>
                    <a:pt x="9564" y="3103"/>
                  </a:cubicBezTo>
                  <a:cubicBezTo>
                    <a:pt x="9388" y="3462"/>
                    <a:pt x="9152" y="4048"/>
                    <a:pt x="9023" y="4466"/>
                  </a:cubicBezTo>
                  <a:cubicBezTo>
                    <a:pt x="9006" y="4519"/>
                    <a:pt x="8988" y="4579"/>
                    <a:pt x="8971" y="4635"/>
                  </a:cubicBezTo>
                  <a:lnTo>
                    <a:pt x="8967" y="4658"/>
                  </a:lnTo>
                  <a:cubicBezTo>
                    <a:pt x="8941" y="4748"/>
                    <a:pt x="8915" y="4832"/>
                    <a:pt x="8896" y="4894"/>
                  </a:cubicBezTo>
                  <a:cubicBezTo>
                    <a:pt x="8877" y="4956"/>
                    <a:pt x="8865" y="4996"/>
                    <a:pt x="8865" y="4996"/>
                  </a:cubicBezTo>
                  <a:cubicBezTo>
                    <a:pt x="8865" y="4996"/>
                    <a:pt x="8852" y="4908"/>
                    <a:pt x="8840" y="4840"/>
                  </a:cubicBezTo>
                  <a:cubicBezTo>
                    <a:pt x="8760" y="4366"/>
                    <a:pt x="8936" y="3830"/>
                    <a:pt x="9098" y="3501"/>
                  </a:cubicBezTo>
                  <a:cubicBezTo>
                    <a:pt x="9196" y="3301"/>
                    <a:pt x="9390" y="2986"/>
                    <a:pt x="9523" y="2924"/>
                  </a:cubicBezTo>
                  <a:cubicBezTo>
                    <a:pt x="9580" y="2897"/>
                    <a:pt x="9681" y="2874"/>
                    <a:pt x="9681" y="2874"/>
                  </a:cubicBezTo>
                  <a:close/>
                  <a:moveTo>
                    <a:pt x="10720" y="3010"/>
                  </a:moveTo>
                  <a:cubicBezTo>
                    <a:pt x="10760" y="3009"/>
                    <a:pt x="10798" y="3030"/>
                    <a:pt x="10846" y="3080"/>
                  </a:cubicBezTo>
                  <a:cubicBezTo>
                    <a:pt x="10922" y="3156"/>
                    <a:pt x="10978" y="3322"/>
                    <a:pt x="10989" y="3537"/>
                  </a:cubicBezTo>
                  <a:cubicBezTo>
                    <a:pt x="11022" y="4204"/>
                    <a:pt x="10700" y="4766"/>
                    <a:pt x="10481" y="5056"/>
                  </a:cubicBezTo>
                  <a:cubicBezTo>
                    <a:pt x="10259" y="5350"/>
                    <a:pt x="10023" y="5522"/>
                    <a:pt x="9767" y="5563"/>
                  </a:cubicBezTo>
                  <a:cubicBezTo>
                    <a:pt x="9731" y="5569"/>
                    <a:pt x="9674" y="5573"/>
                    <a:pt x="9615" y="5573"/>
                  </a:cubicBezTo>
                  <a:lnTo>
                    <a:pt x="9606" y="5573"/>
                  </a:lnTo>
                  <a:cubicBezTo>
                    <a:pt x="9603" y="5573"/>
                    <a:pt x="9598" y="5573"/>
                    <a:pt x="9594" y="5573"/>
                  </a:cubicBezTo>
                  <a:cubicBezTo>
                    <a:pt x="9591" y="5573"/>
                    <a:pt x="9588" y="5573"/>
                    <a:pt x="9585" y="5573"/>
                  </a:cubicBezTo>
                  <a:lnTo>
                    <a:pt x="9575" y="5573"/>
                  </a:lnTo>
                  <a:cubicBezTo>
                    <a:pt x="9530" y="5572"/>
                    <a:pt x="9486" y="5570"/>
                    <a:pt x="9454" y="5563"/>
                  </a:cubicBezTo>
                  <a:cubicBezTo>
                    <a:pt x="9421" y="5556"/>
                    <a:pt x="9400" y="5545"/>
                    <a:pt x="9398" y="5527"/>
                  </a:cubicBezTo>
                  <a:cubicBezTo>
                    <a:pt x="9397" y="5519"/>
                    <a:pt x="9400" y="5500"/>
                    <a:pt x="9406" y="5474"/>
                  </a:cubicBezTo>
                  <a:cubicBezTo>
                    <a:pt x="9413" y="5448"/>
                    <a:pt x="9422" y="5414"/>
                    <a:pt x="9433" y="5381"/>
                  </a:cubicBezTo>
                  <a:cubicBezTo>
                    <a:pt x="9468" y="5274"/>
                    <a:pt x="9515" y="5123"/>
                    <a:pt x="9560" y="4983"/>
                  </a:cubicBezTo>
                  <a:cubicBezTo>
                    <a:pt x="9752" y="4392"/>
                    <a:pt x="10104" y="3645"/>
                    <a:pt x="10354" y="3299"/>
                  </a:cubicBezTo>
                  <a:cubicBezTo>
                    <a:pt x="10440" y="3182"/>
                    <a:pt x="10483" y="3144"/>
                    <a:pt x="10573" y="3080"/>
                  </a:cubicBezTo>
                  <a:cubicBezTo>
                    <a:pt x="10635" y="3036"/>
                    <a:pt x="10679" y="3012"/>
                    <a:pt x="10720" y="3010"/>
                  </a:cubicBezTo>
                  <a:close/>
                  <a:moveTo>
                    <a:pt x="14986" y="6876"/>
                  </a:moveTo>
                  <a:cubicBezTo>
                    <a:pt x="14948" y="6879"/>
                    <a:pt x="14907" y="6923"/>
                    <a:pt x="14890" y="7082"/>
                  </a:cubicBezTo>
                  <a:cubicBezTo>
                    <a:pt x="14859" y="7367"/>
                    <a:pt x="14898" y="7664"/>
                    <a:pt x="14905" y="7718"/>
                  </a:cubicBezTo>
                  <a:lnTo>
                    <a:pt x="14905" y="7732"/>
                  </a:lnTo>
                  <a:cubicBezTo>
                    <a:pt x="15072" y="9076"/>
                    <a:pt x="15173" y="10145"/>
                    <a:pt x="15234" y="10878"/>
                  </a:cubicBezTo>
                  <a:cubicBezTo>
                    <a:pt x="15295" y="11611"/>
                    <a:pt x="15315" y="12009"/>
                    <a:pt x="15315" y="12009"/>
                  </a:cubicBezTo>
                  <a:cubicBezTo>
                    <a:pt x="15315" y="12009"/>
                    <a:pt x="15318" y="12123"/>
                    <a:pt x="15316" y="12241"/>
                  </a:cubicBezTo>
                  <a:cubicBezTo>
                    <a:pt x="15315" y="12358"/>
                    <a:pt x="15309" y="12476"/>
                    <a:pt x="15290" y="12489"/>
                  </a:cubicBezTo>
                  <a:cubicBezTo>
                    <a:pt x="15277" y="12513"/>
                    <a:pt x="15263" y="12512"/>
                    <a:pt x="15252" y="12503"/>
                  </a:cubicBezTo>
                  <a:cubicBezTo>
                    <a:pt x="15242" y="12494"/>
                    <a:pt x="15234" y="12479"/>
                    <a:pt x="15234" y="12479"/>
                  </a:cubicBezTo>
                  <a:cubicBezTo>
                    <a:pt x="15225" y="12480"/>
                    <a:pt x="15197" y="12395"/>
                    <a:pt x="15160" y="12267"/>
                  </a:cubicBezTo>
                  <a:cubicBezTo>
                    <a:pt x="15123" y="12139"/>
                    <a:pt x="15077" y="11968"/>
                    <a:pt x="15031" y="11793"/>
                  </a:cubicBezTo>
                  <a:lnTo>
                    <a:pt x="15017" y="11757"/>
                  </a:lnTo>
                  <a:cubicBezTo>
                    <a:pt x="14978" y="11611"/>
                    <a:pt x="14939" y="11464"/>
                    <a:pt x="14908" y="11342"/>
                  </a:cubicBezTo>
                  <a:cubicBezTo>
                    <a:pt x="14876" y="11220"/>
                    <a:pt x="14851" y="11123"/>
                    <a:pt x="14838" y="11070"/>
                  </a:cubicBezTo>
                  <a:lnTo>
                    <a:pt x="14838" y="11044"/>
                  </a:lnTo>
                  <a:cubicBezTo>
                    <a:pt x="14836" y="11035"/>
                    <a:pt x="14835" y="11031"/>
                    <a:pt x="14833" y="11027"/>
                  </a:cubicBezTo>
                  <a:cubicBezTo>
                    <a:pt x="14831" y="11023"/>
                    <a:pt x="14828" y="11021"/>
                    <a:pt x="14828" y="11021"/>
                  </a:cubicBezTo>
                  <a:lnTo>
                    <a:pt x="14757" y="10742"/>
                  </a:lnTo>
                  <a:cubicBezTo>
                    <a:pt x="14556" y="9970"/>
                    <a:pt x="14395" y="9453"/>
                    <a:pt x="14285" y="9127"/>
                  </a:cubicBezTo>
                  <a:cubicBezTo>
                    <a:pt x="14174" y="8802"/>
                    <a:pt x="14115" y="8670"/>
                    <a:pt x="14115" y="8670"/>
                  </a:cubicBezTo>
                  <a:cubicBezTo>
                    <a:pt x="14058" y="8543"/>
                    <a:pt x="13912" y="8188"/>
                    <a:pt x="13730" y="8670"/>
                  </a:cubicBezTo>
                  <a:cubicBezTo>
                    <a:pt x="13547" y="9154"/>
                    <a:pt x="13401" y="10715"/>
                    <a:pt x="13344" y="12178"/>
                  </a:cubicBezTo>
                  <a:cubicBezTo>
                    <a:pt x="13319" y="12907"/>
                    <a:pt x="13317" y="13478"/>
                    <a:pt x="13332" y="13912"/>
                  </a:cubicBezTo>
                  <a:cubicBezTo>
                    <a:pt x="13348" y="14345"/>
                    <a:pt x="13381" y="14642"/>
                    <a:pt x="13426" y="14817"/>
                  </a:cubicBezTo>
                  <a:cubicBezTo>
                    <a:pt x="13475" y="14994"/>
                    <a:pt x="13547" y="15113"/>
                    <a:pt x="13627" y="15148"/>
                  </a:cubicBezTo>
                  <a:cubicBezTo>
                    <a:pt x="13706" y="15184"/>
                    <a:pt x="13792" y="15138"/>
                    <a:pt x="13871" y="14986"/>
                  </a:cubicBezTo>
                  <a:cubicBezTo>
                    <a:pt x="14036" y="14683"/>
                    <a:pt x="14002" y="12767"/>
                    <a:pt x="14028" y="11780"/>
                  </a:cubicBezTo>
                  <a:cubicBezTo>
                    <a:pt x="14053" y="10788"/>
                    <a:pt x="14094" y="10961"/>
                    <a:pt x="14094" y="10961"/>
                  </a:cubicBezTo>
                  <a:cubicBezTo>
                    <a:pt x="14102" y="10956"/>
                    <a:pt x="14118" y="10993"/>
                    <a:pt x="14138" y="11057"/>
                  </a:cubicBezTo>
                  <a:cubicBezTo>
                    <a:pt x="14158" y="11121"/>
                    <a:pt x="14182" y="11212"/>
                    <a:pt x="14205" y="11309"/>
                  </a:cubicBezTo>
                  <a:lnTo>
                    <a:pt x="14211" y="11332"/>
                  </a:lnTo>
                  <a:lnTo>
                    <a:pt x="14215" y="11369"/>
                  </a:lnTo>
                  <a:cubicBezTo>
                    <a:pt x="14218" y="11380"/>
                    <a:pt x="14221" y="11389"/>
                    <a:pt x="14223" y="11399"/>
                  </a:cubicBezTo>
                  <a:cubicBezTo>
                    <a:pt x="14226" y="11408"/>
                    <a:pt x="14228" y="11421"/>
                    <a:pt x="14230" y="11432"/>
                  </a:cubicBezTo>
                  <a:lnTo>
                    <a:pt x="14236" y="11455"/>
                  </a:lnTo>
                  <a:cubicBezTo>
                    <a:pt x="14258" y="11550"/>
                    <a:pt x="14279" y="11643"/>
                    <a:pt x="14294" y="11713"/>
                  </a:cubicBezTo>
                  <a:cubicBezTo>
                    <a:pt x="14310" y="11784"/>
                    <a:pt x="14321" y="11831"/>
                    <a:pt x="14322" y="11839"/>
                  </a:cubicBezTo>
                  <a:cubicBezTo>
                    <a:pt x="14322" y="11839"/>
                    <a:pt x="14824" y="14274"/>
                    <a:pt x="15138" y="14634"/>
                  </a:cubicBezTo>
                  <a:cubicBezTo>
                    <a:pt x="15456" y="14994"/>
                    <a:pt x="15709" y="14417"/>
                    <a:pt x="15806" y="13875"/>
                  </a:cubicBezTo>
                  <a:cubicBezTo>
                    <a:pt x="15904" y="13330"/>
                    <a:pt x="16070" y="11526"/>
                    <a:pt x="15821" y="9525"/>
                  </a:cubicBezTo>
                  <a:cubicBezTo>
                    <a:pt x="15570" y="7525"/>
                    <a:pt x="15057" y="6913"/>
                    <a:pt x="15057" y="6913"/>
                  </a:cubicBezTo>
                  <a:cubicBezTo>
                    <a:pt x="15057" y="6913"/>
                    <a:pt x="15024" y="6874"/>
                    <a:pt x="14986" y="6876"/>
                  </a:cubicBezTo>
                  <a:close/>
                  <a:moveTo>
                    <a:pt x="19759" y="7688"/>
                  </a:moveTo>
                  <a:cubicBezTo>
                    <a:pt x="19741" y="7698"/>
                    <a:pt x="19722" y="7718"/>
                    <a:pt x="19706" y="7738"/>
                  </a:cubicBezTo>
                  <a:cubicBezTo>
                    <a:pt x="19672" y="7779"/>
                    <a:pt x="19647" y="7828"/>
                    <a:pt x="19647" y="7828"/>
                  </a:cubicBezTo>
                  <a:cubicBezTo>
                    <a:pt x="19224" y="8731"/>
                    <a:pt x="18983" y="9685"/>
                    <a:pt x="18848" y="10414"/>
                  </a:cubicBezTo>
                  <a:cubicBezTo>
                    <a:pt x="18713" y="11143"/>
                    <a:pt x="18685" y="11647"/>
                    <a:pt x="18685" y="11647"/>
                  </a:cubicBezTo>
                  <a:cubicBezTo>
                    <a:pt x="18645" y="12187"/>
                    <a:pt x="18649" y="12644"/>
                    <a:pt x="18679" y="13033"/>
                  </a:cubicBezTo>
                  <a:cubicBezTo>
                    <a:pt x="18710" y="13422"/>
                    <a:pt x="18768" y="13743"/>
                    <a:pt x="18837" y="14008"/>
                  </a:cubicBezTo>
                  <a:cubicBezTo>
                    <a:pt x="18602" y="15200"/>
                    <a:pt x="18425" y="16317"/>
                    <a:pt x="18315" y="17290"/>
                  </a:cubicBezTo>
                  <a:cubicBezTo>
                    <a:pt x="18206" y="18263"/>
                    <a:pt x="18162" y="19092"/>
                    <a:pt x="18193" y="19707"/>
                  </a:cubicBezTo>
                  <a:cubicBezTo>
                    <a:pt x="18221" y="20175"/>
                    <a:pt x="18307" y="20576"/>
                    <a:pt x="18406" y="20878"/>
                  </a:cubicBezTo>
                  <a:cubicBezTo>
                    <a:pt x="18506" y="21179"/>
                    <a:pt x="18619" y="21383"/>
                    <a:pt x="18704" y="21454"/>
                  </a:cubicBezTo>
                  <a:cubicBezTo>
                    <a:pt x="18791" y="21540"/>
                    <a:pt x="18841" y="21461"/>
                    <a:pt x="18870" y="21362"/>
                  </a:cubicBezTo>
                  <a:cubicBezTo>
                    <a:pt x="18899" y="21262"/>
                    <a:pt x="18907" y="21139"/>
                    <a:pt x="18907" y="21139"/>
                  </a:cubicBezTo>
                  <a:cubicBezTo>
                    <a:pt x="18977" y="19868"/>
                    <a:pt x="19074" y="18808"/>
                    <a:pt x="19190" y="17854"/>
                  </a:cubicBezTo>
                  <a:cubicBezTo>
                    <a:pt x="19305" y="16900"/>
                    <a:pt x="19440" y="16055"/>
                    <a:pt x="19586" y="15215"/>
                  </a:cubicBezTo>
                  <a:cubicBezTo>
                    <a:pt x="20468" y="15697"/>
                    <a:pt x="21130" y="13657"/>
                    <a:pt x="21365" y="12682"/>
                  </a:cubicBezTo>
                  <a:cubicBezTo>
                    <a:pt x="21503" y="12096"/>
                    <a:pt x="21578" y="11312"/>
                    <a:pt x="21578" y="10576"/>
                  </a:cubicBezTo>
                  <a:cubicBezTo>
                    <a:pt x="21578" y="9738"/>
                    <a:pt x="21483" y="8958"/>
                    <a:pt x="21273" y="8600"/>
                  </a:cubicBezTo>
                  <a:cubicBezTo>
                    <a:pt x="20960" y="8084"/>
                    <a:pt x="20551" y="8642"/>
                    <a:pt x="20164" y="9535"/>
                  </a:cubicBezTo>
                  <a:cubicBezTo>
                    <a:pt x="19777" y="10428"/>
                    <a:pt x="19413" y="11655"/>
                    <a:pt x="19191" y="12466"/>
                  </a:cubicBezTo>
                  <a:cubicBezTo>
                    <a:pt x="19158" y="12053"/>
                    <a:pt x="19201" y="11583"/>
                    <a:pt x="19252" y="11216"/>
                  </a:cubicBezTo>
                  <a:cubicBezTo>
                    <a:pt x="19304" y="10850"/>
                    <a:pt x="19363" y="10586"/>
                    <a:pt x="19363" y="10586"/>
                  </a:cubicBezTo>
                  <a:cubicBezTo>
                    <a:pt x="19363" y="10586"/>
                    <a:pt x="19390" y="10475"/>
                    <a:pt x="19431" y="10304"/>
                  </a:cubicBezTo>
                  <a:cubicBezTo>
                    <a:pt x="19472" y="10134"/>
                    <a:pt x="19527" y="9904"/>
                    <a:pt x="19581" y="9671"/>
                  </a:cubicBezTo>
                  <a:lnTo>
                    <a:pt x="19591" y="9621"/>
                  </a:lnTo>
                  <a:lnTo>
                    <a:pt x="19607" y="9562"/>
                  </a:lnTo>
                  <a:cubicBezTo>
                    <a:pt x="19649" y="9381"/>
                    <a:pt x="19690" y="9203"/>
                    <a:pt x="19724" y="9054"/>
                  </a:cubicBezTo>
                  <a:cubicBezTo>
                    <a:pt x="19757" y="8905"/>
                    <a:pt x="19782" y="8786"/>
                    <a:pt x="19793" y="8720"/>
                  </a:cubicBezTo>
                  <a:cubicBezTo>
                    <a:pt x="19819" y="8561"/>
                    <a:pt x="19839" y="8321"/>
                    <a:pt x="19845" y="8113"/>
                  </a:cubicBezTo>
                  <a:cubicBezTo>
                    <a:pt x="19850" y="7905"/>
                    <a:pt x="19841" y="7727"/>
                    <a:pt x="19809" y="7695"/>
                  </a:cubicBezTo>
                  <a:cubicBezTo>
                    <a:pt x="19794" y="7679"/>
                    <a:pt x="19776" y="7679"/>
                    <a:pt x="19759" y="7688"/>
                  </a:cubicBezTo>
                  <a:close/>
                  <a:moveTo>
                    <a:pt x="11882" y="7858"/>
                  </a:moveTo>
                  <a:cubicBezTo>
                    <a:pt x="11747" y="7868"/>
                    <a:pt x="11620" y="7891"/>
                    <a:pt x="11510" y="7924"/>
                  </a:cubicBezTo>
                  <a:cubicBezTo>
                    <a:pt x="11056" y="8058"/>
                    <a:pt x="10447" y="8398"/>
                    <a:pt x="10187" y="9287"/>
                  </a:cubicBezTo>
                  <a:cubicBezTo>
                    <a:pt x="10088" y="9625"/>
                    <a:pt x="10030" y="10139"/>
                    <a:pt x="10075" y="10563"/>
                  </a:cubicBezTo>
                  <a:cubicBezTo>
                    <a:pt x="10101" y="10799"/>
                    <a:pt x="10190" y="11009"/>
                    <a:pt x="10279" y="11103"/>
                  </a:cubicBezTo>
                  <a:cubicBezTo>
                    <a:pt x="10367" y="11198"/>
                    <a:pt x="10476" y="11252"/>
                    <a:pt x="10577" y="11286"/>
                  </a:cubicBezTo>
                  <a:cubicBezTo>
                    <a:pt x="10641" y="11308"/>
                    <a:pt x="10831" y="11355"/>
                    <a:pt x="11029" y="11395"/>
                  </a:cubicBezTo>
                  <a:lnTo>
                    <a:pt x="11049" y="11395"/>
                  </a:lnTo>
                  <a:cubicBezTo>
                    <a:pt x="11052" y="11396"/>
                    <a:pt x="11055" y="11396"/>
                    <a:pt x="11058" y="11395"/>
                  </a:cubicBezTo>
                  <a:cubicBezTo>
                    <a:pt x="11062" y="11395"/>
                    <a:pt x="11066" y="11395"/>
                    <a:pt x="11070" y="11395"/>
                  </a:cubicBezTo>
                  <a:lnTo>
                    <a:pt x="11095" y="11405"/>
                  </a:lnTo>
                  <a:cubicBezTo>
                    <a:pt x="11184" y="11424"/>
                    <a:pt x="11273" y="11439"/>
                    <a:pt x="11348" y="11455"/>
                  </a:cubicBezTo>
                  <a:cubicBezTo>
                    <a:pt x="11598" y="11504"/>
                    <a:pt x="12083" y="11629"/>
                    <a:pt x="12345" y="11889"/>
                  </a:cubicBezTo>
                  <a:cubicBezTo>
                    <a:pt x="12345" y="11889"/>
                    <a:pt x="12591" y="12093"/>
                    <a:pt x="12589" y="12430"/>
                  </a:cubicBezTo>
                  <a:cubicBezTo>
                    <a:pt x="12589" y="12596"/>
                    <a:pt x="12536" y="12724"/>
                    <a:pt x="12483" y="12814"/>
                  </a:cubicBezTo>
                  <a:cubicBezTo>
                    <a:pt x="12095" y="13469"/>
                    <a:pt x="11560" y="13665"/>
                    <a:pt x="11085" y="13646"/>
                  </a:cubicBezTo>
                  <a:cubicBezTo>
                    <a:pt x="10924" y="13641"/>
                    <a:pt x="10793" y="13571"/>
                    <a:pt x="10629" y="13404"/>
                  </a:cubicBezTo>
                  <a:cubicBezTo>
                    <a:pt x="10559" y="13332"/>
                    <a:pt x="10468" y="13168"/>
                    <a:pt x="10481" y="12983"/>
                  </a:cubicBezTo>
                  <a:cubicBezTo>
                    <a:pt x="10508" y="12624"/>
                    <a:pt x="10677" y="12531"/>
                    <a:pt x="10816" y="12562"/>
                  </a:cubicBezTo>
                  <a:cubicBezTo>
                    <a:pt x="10893" y="12579"/>
                    <a:pt x="10994" y="12648"/>
                    <a:pt x="11070" y="12718"/>
                  </a:cubicBezTo>
                  <a:cubicBezTo>
                    <a:pt x="11374" y="13004"/>
                    <a:pt x="11510" y="13250"/>
                    <a:pt x="11778" y="13152"/>
                  </a:cubicBezTo>
                  <a:cubicBezTo>
                    <a:pt x="11878" y="13116"/>
                    <a:pt x="12223" y="12938"/>
                    <a:pt x="12270" y="12599"/>
                  </a:cubicBezTo>
                  <a:cubicBezTo>
                    <a:pt x="12282" y="12516"/>
                    <a:pt x="12265" y="12432"/>
                    <a:pt x="12239" y="12370"/>
                  </a:cubicBezTo>
                  <a:cubicBezTo>
                    <a:pt x="12203" y="12281"/>
                    <a:pt x="11998" y="12080"/>
                    <a:pt x="11941" y="12032"/>
                  </a:cubicBezTo>
                  <a:cubicBezTo>
                    <a:pt x="11737" y="11859"/>
                    <a:pt x="11350" y="11703"/>
                    <a:pt x="11135" y="11684"/>
                  </a:cubicBezTo>
                  <a:cubicBezTo>
                    <a:pt x="10853" y="11660"/>
                    <a:pt x="10479" y="11788"/>
                    <a:pt x="10304" y="12357"/>
                  </a:cubicBezTo>
                  <a:cubicBezTo>
                    <a:pt x="10195" y="12714"/>
                    <a:pt x="10189" y="13198"/>
                    <a:pt x="10279" y="13573"/>
                  </a:cubicBezTo>
                  <a:cubicBezTo>
                    <a:pt x="10402" y="14087"/>
                    <a:pt x="10647" y="14490"/>
                    <a:pt x="10846" y="14721"/>
                  </a:cubicBezTo>
                  <a:cubicBezTo>
                    <a:pt x="11183" y="15107"/>
                    <a:pt x="11586" y="15286"/>
                    <a:pt x="11960" y="15188"/>
                  </a:cubicBezTo>
                  <a:cubicBezTo>
                    <a:pt x="12174" y="15130"/>
                    <a:pt x="12360" y="15035"/>
                    <a:pt x="12549" y="14817"/>
                  </a:cubicBezTo>
                  <a:cubicBezTo>
                    <a:pt x="12731" y="14608"/>
                    <a:pt x="12929" y="14211"/>
                    <a:pt x="13020" y="13743"/>
                  </a:cubicBezTo>
                  <a:cubicBezTo>
                    <a:pt x="13142" y="13112"/>
                    <a:pt x="13134" y="12278"/>
                    <a:pt x="12999" y="11684"/>
                  </a:cubicBezTo>
                  <a:cubicBezTo>
                    <a:pt x="12911" y="11292"/>
                    <a:pt x="12816" y="11075"/>
                    <a:pt x="12651" y="10901"/>
                  </a:cubicBezTo>
                  <a:cubicBezTo>
                    <a:pt x="12472" y="10711"/>
                    <a:pt x="12234" y="10603"/>
                    <a:pt x="11997" y="10527"/>
                  </a:cubicBezTo>
                  <a:cubicBezTo>
                    <a:pt x="11982" y="10522"/>
                    <a:pt x="11981" y="10532"/>
                    <a:pt x="11966" y="10527"/>
                  </a:cubicBezTo>
                  <a:lnTo>
                    <a:pt x="10872" y="10215"/>
                  </a:lnTo>
                  <a:cubicBezTo>
                    <a:pt x="10864" y="10213"/>
                    <a:pt x="10859" y="10210"/>
                    <a:pt x="10853" y="10208"/>
                  </a:cubicBezTo>
                  <a:cubicBezTo>
                    <a:pt x="10848" y="10207"/>
                    <a:pt x="10844" y="10205"/>
                    <a:pt x="10837" y="10202"/>
                  </a:cubicBezTo>
                  <a:cubicBezTo>
                    <a:pt x="10813" y="10190"/>
                    <a:pt x="10747" y="10170"/>
                    <a:pt x="10696" y="10129"/>
                  </a:cubicBezTo>
                  <a:cubicBezTo>
                    <a:pt x="10645" y="10087"/>
                    <a:pt x="10610" y="10024"/>
                    <a:pt x="10648" y="9923"/>
                  </a:cubicBezTo>
                  <a:cubicBezTo>
                    <a:pt x="10659" y="9894"/>
                    <a:pt x="10682" y="9869"/>
                    <a:pt x="10706" y="9847"/>
                  </a:cubicBezTo>
                  <a:cubicBezTo>
                    <a:pt x="10730" y="9824"/>
                    <a:pt x="10756" y="9804"/>
                    <a:pt x="10775" y="9791"/>
                  </a:cubicBezTo>
                  <a:cubicBezTo>
                    <a:pt x="11272" y="9469"/>
                    <a:pt x="11901" y="9512"/>
                    <a:pt x="12422" y="9442"/>
                  </a:cubicBezTo>
                  <a:cubicBezTo>
                    <a:pt x="12538" y="9425"/>
                    <a:pt x="12800" y="9383"/>
                    <a:pt x="12928" y="9287"/>
                  </a:cubicBezTo>
                  <a:cubicBezTo>
                    <a:pt x="13050" y="9196"/>
                    <a:pt x="13154" y="8988"/>
                    <a:pt x="13182" y="8670"/>
                  </a:cubicBezTo>
                  <a:cubicBezTo>
                    <a:pt x="13196" y="8501"/>
                    <a:pt x="13162" y="8419"/>
                    <a:pt x="13095" y="8335"/>
                  </a:cubicBezTo>
                  <a:cubicBezTo>
                    <a:pt x="12879" y="8062"/>
                    <a:pt x="12592" y="7930"/>
                    <a:pt x="12305" y="7877"/>
                  </a:cubicBezTo>
                  <a:cubicBezTo>
                    <a:pt x="12161" y="7851"/>
                    <a:pt x="12018" y="7847"/>
                    <a:pt x="11882" y="7858"/>
                  </a:cubicBezTo>
                  <a:close/>
                  <a:moveTo>
                    <a:pt x="18239" y="7924"/>
                  </a:moveTo>
                  <a:cubicBezTo>
                    <a:pt x="17861" y="7894"/>
                    <a:pt x="17396" y="8001"/>
                    <a:pt x="17012" y="8133"/>
                  </a:cubicBezTo>
                  <a:cubicBezTo>
                    <a:pt x="16627" y="8264"/>
                    <a:pt x="16323" y="8420"/>
                    <a:pt x="16263" y="8491"/>
                  </a:cubicBezTo>
                  <a:cubicBezTo>
                    <a:pt x="16151" y="8611"/>
                    <a:pt x="16161" y="8812"/>
                    <a:pt x="16308" y="9250"/>
                  </a:cubicBezTo>
                  <a:cubicBezTo>
                    <a:pt x="16465" y="9712"/>
                    <a:pt x="16729" y="9658"/>
                    <a:pt x="16729" y="9658"/>
                  </a:cubicBezTo>
                  <a:lnTo>
                    <a:pt x="16496" y="10805"/>
                  </a:lnTo>
                  <a:cubicBezTo>
                    <a:pt x="16404" y="10820"/>
                    <a:pt x="16341" y="10860"/>
                    <a:pt x="16301" y="10898"/>
                  </a:cubicBezTo>
                  <a:cubicBezTo>
                    <a:pt x="16261" y="10935"/>
                    <a:pt x="16244" y="10967"/>
                    <a:pt x="16242" y="10971"/>
                  </a:cubicBezTo>
                  <a:cubicBezTo>
                    <a:pt x="16193" y="11095"/>
                    <a:pt x="16198" y="11331"/>
                    <a:pt x="16217" y="11551"/>
                  </a:cubicBezTo>
                  <a:cubicBezTo>
                    <a:pt x="16237" y="11771"/>
                    <a:pt x="16271" y="11978"/>
                    <a:pt x="16283" y="12045"/>
                  </a:cubicBezTo>
                  <a:lnTo>
                    <a:pt x="16283" y="12055"/>
                  </a:lnTo>
                  <a:lnTo>
                    <a:pt x="16283" y="12068"/>
                  </a:lnTo>
                  <a:cubicBezTo>
                    <a:pt x="16283" y="12068"/>
                    <a:pt x="15958" y="13819"/>
                    <a:pt x="16196" y="14744"/>
                  </a:cubicBezTo>
                  <a:cubicBezTo>
                    <a:pt x="16426" y="15618"/>
                    <a:pt x="16693" y="15671"/>
                    <a:pt x="16744" y="15672"/>
                  </a:cubicBezTo>
                  <a:lnTo>
                    <a:pt x="16748" y="15672"/>
                  </a:lnTo>
                  <a:cubicBezTo>
                    <a:pt x="16750" y="15672"/>
                    <a:pt x="16752" y="15672"/>
                    <a:pt x="16753" y="15672"/>
                  </a:cubicBezTo>
                  <a:lnTo>
                    <a:pt x="16754" y="15672"/>
                  </a:lnTo>
                  <a:cubicBezTo>
                    <a:pt x="17329" y="15772"/>
                    <a:pt x="18275" y="14339"/>
                    <a:pt x="18325" y="13865"/>
                  </a:cubicBezTo>
                  <a:cubicBezTo>
                    <a:pt x="18367" y="13484"/>
                    <a:pt x="18219" y="13062"/>
                    <a:pt x="18087" y="12983"/>
                  </a:cubicBezTo>
                  <a:cubicBezTo>
                    <a:pt x="17963" y="12923"/>
                    <a:pt x="17019" y="13346"/>
                    <a:pt x="16906" y="13418"/>
                  </a:cubicBezTo>
                  <a:cubicBezTo>
                    <a:pt x="16784" y="13496"/>
                    <a:pt x="16835" y="13225"/>
                    <a:pt x="16835" y="13225"/>
                  </a:cubicBezTo>
                  <a:lnTo>
                    <a:pt x="16983" y="12045"/>
                  </a:lnTo>
                  <a:cubicBezTo>
                    <a:pt x="16983" y="12045"/>
                    <a:pt x="17208" y="12025"/>
                    <a:pt x="17450" y="11999"/>
                  </a:cubicBezTo>
                  <a:cubicBezTo>
                    <a:pt x="17692" y="11972"/>
                    <a:pt x="17950" y="11939"/>
                    <a:pt x="18016" y="11912"/>
                  </a:cubicBezTo>
                  <a:cubicBezTo>
                    <a:pt x="18076" y="11886"/>
                    <a:pt x="18109" y="11823"/>
                    <a:pt x="18127" y="11767"/>
                  </a:cubicBezTo>
                  <a:cubicBezTo>
                    <a:pt x="18145" y="11710"/>
                    <a:pt x="18147" y="11660"/>
                    <a:pt x="18147" y="11660"/>
                  </a:cubicBezTo>
                  <a:cubicBezTo>
                    <a:pt x="18147" y="11660"/>
                    <a:pt x="18151" y="11575"/>
                    <a:pt x="18154" y="11452"/>
                  </a:cubicBezTo>
                  <a:cubicBezTo>
                    <a:pt x="18157" y="11328"/>
                    <a:pt x="18160" y="11165"/>
                    <a:pt x="18158" y="11007"/>
                  </a:cubicBezTo>
                  <a:cubicBezTo>
                    <a:pt x="18151" y="10839"/>
                    <a:pt x="18120" y="10762"/>
                    <a:pt x="18090" y="10725"/>
                  </a:cubicBezTo>
                  <a:cubicBezTo>
                    <a:pt x="18060" y="10689"/>
                    <a:pt x="18031" y="10696"/>
                    <a:pt x="18031" y="10696"/>
                  </a:cubicBezTo>
                  <a:cubicBezTo>
                    <a:pt x="17856" y="10652"/>
                    <a:pt x="17649" y="10655"/>
                    <a:pt x="17484" y="10669"/>
                  </a:cubicBezTo>
                  <a:cubicBezTo>
                    <a:pt x="17320" y="10683"/>
                    <a:pt x="17200" y="10706"/>
                    <a:pt x="17200" y="10706"/>
                  </a:cubicBezTo>
                  <a:lnTo>
                    <a:pt x="17327" y="9804"/>
                  </a:lnTo>
                  <a:cubicBezTo>
                    <a:pt x="17364" y="9799"/>
                    <a:pt x="18290" y="9685"/>
                    <a:pt x="18649" y="9489"/>
                  </a:cubicBezTo>
                  <a:cubicBezTo>
                    <a:pt x="18836" y="9384"/>
                    <a:pt x="18725" y="8948"/>
                    <a:pt x="18725" y="8948"/>
                  </a:cubicBezTo>
                  <a:cubicBezTo>
                    <a:pt x="18611" y="8406"/>
                    <a:pt x="18489" y="8151"/>
                    <a:pt x="18396" y="8030"/>
                  </a:cubicBezTo>
                  <a:cubicBezTo>
                    <a:pt x="18303" y="7909"/>
                    <a:pt x="18239" y="7924"/>
                    <a:pt x="18239" y="7924"/>
                  </a:cubicBezTo>
                  <a:close/>
                  <a:moveTo>
                    <a:pt x="9463" y="8139"/>
                  </a:moveTo>
                  <a:cubicBezTo>
                    <a:pt x="9378" y="8100"/>
                    <a:pt x="9329" y="8374"/>
                    <a:pt x="9306" y="8514"/>
                  </a:cubicBezTo>
                  <a:cubicBezTo>
                    <a:pt x="9238" y="8927"/>
                    <a:pt x="9192" y="9918"/>
                    <a:pt x="9179" y="10225"/>
                  </a:cubicBezTo>
                  <a:cubicBezTo>
                    <a:pt x="9139" y="11156"/>
                    <a:pt x="9107" y="13368"/>
                    <a:pt x="9175" y="14492"/>
                  </a:cubicBezTo>
                  <a:cubicBezTo>
                    <a:pt x="9203" y="14963"/>
                    <a:pt x="9267" y="15259"/>
                    <a:pt x="9468" y="15357"/>
                  </a:cubicBezTo>
                  <a:cubicBezTo>
                    <a:pt x="9549" y="15398"/>
                    <a:pt x="9697" y="15396"/>
                    <a:pt x="9762" y="15298"/>
                  </a:cubicBezTo>
                  <a:cubicBezTo>
                    <a:pt x="9818" y="15213"/>
                    <a:pt x="9854" y="15040"/>
                    <a:pt x="9868" y="14900"/>
                  </a:cubicBezTo>
                  <a:cubicBezTo>
                    <a:pt x="9904" y="14508"/>
                    <a:pt x="9890" y="13955"/>
                    <a:pt x="9883" y="13537"/>
                  </a:cubicBezTo>
                  <a:cubicBezTo>
                    <a:pt x="9874" y="13044"/>
                    <a:pt x="9873" y="12554"/>
                    <a:pt x="9864" y="12055"/>
                  </a:cubicBezTo>
                  <a:cubicBezTo>
                    <a:pt x="9851" y="11389"/>
                    <a:pt x="9815" y="9693"/>
                    <a:pt x="9737" y="8925"/>
                  </a:cubicBezTo>
                  <a:cubicBezTo>
                    <a:pt x="9703" y="8594"/>
                    <a:pt x="9645" y="8290"/>
                    <a:pt x="9508" y="8166"/>
                  </a:cubicBezTo>
                  <a:cubicBezTo>
                    <a:pt x="9492" y="8152"/>
                    <a:pt x="9475" y="8144"/>
                    <a:pt x="9463" y="8139"/>
                  </a:cubicBezTo>
                  <a:close/>
                  <a:moveTo>
                    <a:pt x="21114" y="9850"/>
                  </a:moveTo>
                  <a:cubicBezTo>
                    <a:pt x="21171" y="9901"/>
                    <a:pt x="21182" y="10105"/>
                    <a:pt x="21182" y="10105"/>
                  </a:cubicBezTo>
                  <a:cubicBezTo>
                    <a:pt x="21213" y="10733"/>
                    <a:pt x="21133" y="11285"/>
                    <a:pt x="21024" y="11723"/>
                  </a:cubicBezTo>
                  <a:cubicBezTo>
                    <a:pt x="20916" y="12162"/>
                    <a:pt x="20778" y="12484"/>
                    <a:pt x="20695" y="12658"/>
                  </a:cubicBezTo>
                  <a:cubicBezTo>
                    <a:pt x="20645" y="12773"/>
                    <a:pt x="20536" y="12940"/>
                    <a:pt x="20396" y="13089"/>
                  </a:cubicBezTo>
                  <a:cubicBezTo>
                    <a:pt x="20255" y="13239"/>
                    <a:pt x="20084" y="13371"/>
                    <a:pt x="19910" y="13418"/>
                  </a:cubicBezTo>
                  <a:cubicBezTo>
                    <a:pt x="20242" y="11891"/>
                    <a:pt x="20656" y="10778"/>
                    <a:pt x="20884" y="10178"/>
                  </a:cubicBezTo>
                  <a:cubicBezTo>
                    <a:pt x="20950" y="10001"/>
                    <a:pt x="20999" y="9903"/>
                    <a:pt x="21040" y="9863"/>
                  </a:cubicBezTo>
                  <a:cubicBezTo>
                    <a:pt x="21070" y="9834"/>
                    <a:pt x="21095" y="9833"/>
                    <a:pt x="21114" y="9850"/>
                  </a:cubicBezTo>
                  <a:close/>
                  <a:moveTo>
                    <a:pt x="3368" y="10009"/>
                  </a:moveTo>
                  <a:cubicBezTo>
                    <a:pt x="3368" y="10009"/>
                    <a:pt x="3367" y="10171"/>
                    <a:pt x="3366" y="10417"/>
                  </a:cubicBezTo>
                  <a:cubicBezTo>
                    <a:pt x="3365" y="10663"/>
                    <a:pt x="3364" y="10992"/>
                    <a:pt x="3364" y="11332"/>
                  </a:cubicBezTo>
                  <a:lnTo>
                    <a:pt x="3364" y="11369"/>
                  </a:lnTo>
                  <a:cubicBezTo>
                    <a:pt x="3363" y="11379"/>
                    <a:pt x="3362" y="11389"/>
                    <a:pt x="3362" y="11399"/>
                  </a:cubicBezTo>
                  <a:cubicBezTo>
                    <a:pt x="3362" y="11408"/>
                    <a:pt x="3364" y="11421"/>
                    <a:pt x="3364" y="11432"/>
                  </a:cubicBezTo>
                  <a:lnTo>
                    <a:pt x="3364" y="11478"/>
                  </a:lnTo>
                  <a:lnTo>
                    <a:pt x="3364" y="11561"/>
                  </a:lnTo>
                  <a:cubicBezTo>
                    <a:pt x="3363" y="11588"/>
                    <a:pt x="3362" y="11615"/>
                    <a:pt x="3362" y="11641"/>
                  </a:cubicBezTo>
                  <a:cubicBezTo>
                    <a:pt x="3362" y="11666"/>
                    <a:pt x="3364" y="11693"/>
                    <a:pt x="3364" y="11720"/>
                  </a:cubicBezTo>
                  <a:lnTo>
                    <a:pt x="3364" y="11803"/>
                  </a:lnTo>
                  <a:cubicBezTo>
                    <a:pt x="3364" y="12419"/>
                    <a:pt x="3365" y="13011"/>
                    <a:pt x="3368" y="13451"/>
                  </a:cubicBezTo>
                  <a:cubicBezTo>
                    <a:pt x="3370" y="13890"/>
                    <a:pt x="3373" y="14177"/>
                    <a:pt x="3373" y="14177"/>
                  </a:cubicBezTo>
                  <a:cubicBezTo>
                    <a:pt x="3373" y="14177"/>
                    <a:pt x="3353" y="14159"/>
                    <a:pt x="3322" y="14130"/>
                  </a:cubicBezTo>
                  <a:cubicBezTo>
                    <a:pt x="3290" y="14102"/>
                    <a:pt x="3246" y="14062"/>
                    <a:pt x="3200" y="14021"/>
                  </a:cubicBezTo>
                  <a:lnTo>
                    <a:pt x="3191" y="14021"/>
                  </a:lnTo>
                  <a:cubicBezTo>
                    <a:pt x="3189" y="14020"/>
                    <a:pt x="3187" y="14017"/>
                    <a:pt x="3185" y="14014"/>
                  </a:cubicBezTo>
                  <a:cubicBezTo>
                    <a:pt x="3183" y="14012"/>
                    <a:pt x="3183" y="14009"/>
                    <a:pt x="3181" y="14008"/>
                  </a:cubicBezTo>
                  <a:lnTo>
                    <a:pt x="3170" y="13998"/>
                  </a:lnTo>
                  <a:cubicBezTo>
                    <a:pt x="3127" y="13959"/>
                    <a:pt x="3085" y="13924"/>
                    <a:pt x="3048" y="13888"/>
                  </a:cubicBezTo>
                  <a:cubicBezTo>
                    <a:pt x="2689" y="13531"/>
                    <a:pt x="2200" y="12788"/>
                    <a:pt x="1960" y="12310"/>
                  </a:cubicBezTo>
                  <a:cubicBezTo>
                    <a:pt x="1902" y="12197"/>
                    <a:pt x="1697" y="11735"/>
                    <a:pt x="1661" y="11634"/>
                  </a:cubicBezTo>
                  <a:cubicBezTo>
                    <a:pt x="1660" y="11630"/>
                    <a:pt x="1659" y="11628"/>
                    <a:pt x="1658" y="11624"/>
                  </a:cubicBezTo>
                  <a:cubicBezTo>
                    <a:pt x="1658" y="11620"/>
                    <a:pt x="1657" y="11614"/>
                    <a:pt x="1656" y="11611"/>
                  </a:cubicBezTo>
                  <a:lnTo>
                    <a:pt x="1646" y="11588"/>
                  </a:lnTo>
                  <a:cubicBezTo>
                    <a:pt x="1590" y="11428"/>
                    <a:pt x="1545" y="11268"/>
                    <a:pt x="1559" y="11070"/>
                  </a:cubicBezTo>
                  <a:cubicBezTo>
                    <a:pt x="1574" y="10863"/>
                    <a:pt x="1748" y="10695"/>
                    <a:pt x="1833" y="10623"/>
                  </a:cubicBezTo>
                  <a:cubicBezTo>
                    <a:pt x="2116" y="10382"/>
                    <a:pt x="2605" y="10182"/>
                    <a:pt x="2866" y="10115"/>
                  </a:cubicBezTo>
                  <a:cubicBezTo>
                    <a:pt x="2897" y="10107"/>
                    <a:pt x="2928" y="10100"/>
                    <a:pt x="2962" y="10092"/>
                  </a:cubicBezTo>
                  <a:lnTo>
                    <a:pt x="2977" y="10082"/>
                  </a:lnTo>
                  <a:lnTo>
                    <a:pt x="2993" y="10082"/>
                  </a:lnTo>
                  <a:cubicBezTo>
                    <a:pt x="2995" y="10082"/>
                    <a:pt x="2997" y="10079"/>
                    <a:pt x="2998" y="10079"/>
                  </a:cubicBezTo>
                  <a:cubicBezTo>
                    <a:pt x="3000" y="10079"/>
                    <a:pt x="3002" y="10083"/>
                    <a:pt x="3004" y="10082"/>
                  </a:cubicBezTo>
                  <a:lnTo>
                    <a:pt x="3018" y="10082"/>
                  </a:lnTo>
                  <a:lnTo>
                    <a:pt x="3033" y="10069"/>
                  </a:lnTo>
                  <a:cubicBezTo>
                    <a:pt x="3118" y="10051"/>
                    <a:pt x="3202" y="10036"/>
                    <a:pt x="3265" y="10026"/>
                  </a:cubicBezTo>
                  <a:cubicBezTo>
                    <a:pt x="3327" y="10015"/>
                    <a:pt x="3368" y="10009"/>
                    <a:pt x="3368" y="10009"/>
                  </a:cubicBezTo>
                  <a:close/>
                </a:path>
              </a:pathLst>
            </a:custGeom>
            <a:solidFill>
              <a:schemeClr val="accent1">
                <a:hueOff val="-377932"/>
                <a:satOff val="-36880"/>
                <a:lumOff val="37949"/>
              </a:schemeClr>
            </a:solidFill>
            <a:ln w="12700" cap="flat">
              <a:noFill/>
              <a:miter lim="400000"/>
            </a:ln>
            <a:effectLst>
              <a:outerShdw sx="100000" sy="100000" kx="0" ky="0" algn="b" rotWithShape="0" blurRad="292100" dist="135501" dir="2970044">
                <a:schemeClr val="accent4">
                  <a:hueOff val="-203031"/>
                  <a:satOff val="-71423"/>
                  <a:lumOff val="-30171"/>
                </a:schemeClr>
              </a:outerShdw>
            </a:effectLst>
          </p:spPr>
          <p:txBody>
            <a:bodyPr wrap="square" lIns="50800" tIns="50800" rIns="50800" bIns="50800" numCol="1" anchor="ctr">
              <a:noAutofit/>
            </a:bodyPr>
            <a:lstStyle/>
            <a:p>
              <a:pPr indent="228600" defTabSz="825500">
                <a:defRPr sz="2800">
                  <a:solidFill>
                    <a:schemeClr val="accent1">
                      <a:hueOff val="-12205714"/>
                      <a:satOff val="-100000"/>
                      <a:lumOff val="79411"/>
                    </a:schemeClr>
                  </a:solidFill>
                </a:defRPr>
              </a:pPr>
            </a:p>
          </p:txBody>
        </p:sp>
        <p:sp>
          <p:nvSpPr>
            <p:cNvPr id="2285" name="Shape"/>
            <p:cNvSpPr/>
            <p:nvPr/>
          </p:nvSpPr>
          <p:spPr>
            <a:xfrm>
              <a:off x="6203740" y="654927"/>
              <a:ext cx="8095213" cy="1484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3503" y="0"/>
                  </a:moveTo>
                  <a:cubicBezTo>
                    <a:pt x="13288" y="0"/>
                    <a:pt x="13146" y="759"/>
                    <a:pt x="13146" y="1911"/>
                  </a:cubicBezTo>
                  <a:cubicBezTo>
                    <a:pt x="13146" y="3063"/>
                    <a:pt x="13288" y="3849"/>
                    <a:pt x="13503" y="3849"/>
                  </a:cubicBezTo>
                  <a:cubicBezTo>
                    <a:pt x="13718" y="3849"/>
                    <a:pt x="13866" y="3063"/>
                    <a:pt x="13866" y="1911"/>
                  </a:cubicBezTo>
                  <a:cubicBezTo>
                    <a:pt x="13866" y="759"/>
                    <a:pt x="13718" y="0"/>
                    <a:pt x="13503" y="0"/>
                  </a:cubicBezTo>
                  <a:close/>
                  <a:moveTo>
                    <a:pt x="16398" y="0"/>
                  </a:moveTo>
                  <a:cubicBezTo>
                    <a:pt x="16183" y="0"/>
                    <a:pt x="16039" y="759"/>
                    <a:pt x="16039" y="1911"/>
                  </a:cubicBezTo>
                  <a:cubicBezTo>
                    <a:pt x="16039" y="3063"/>
                    <a:pt x="16183" y="3849"/>
                    <a:pt x="16398" y="3849"/>
                  </a:cubicBezTo>
                  <a:cubicBezTo>
                    <a:pt x="16613" y="3849"/>
                    <a:pt x="16760" y="3063"/>
                    <a:pt x="16760" y="1911"/>
                  </a:cubicBezTo>
                  <a:cubicBezTo>
                    <a:pt x="16760" y="759"/>
                    <a:pt x="16613" y="0"/>
                    <a:pt x="16398" y="0"/>
                  </a:cubicBezTo>
                  <a:close/>
                  <a:moveTo>
                    <a:pt x="4463" y="263"/>
                  </a:moveTo>
                  <a:lnTo>
                    <a:pt x="4463" y="6533"/>
                  </a:lnTo>
                  <a:cubicBezTo>
                    <a:pt x="4292" y="5512"/>
                    <a:pt x="4050" y="4925"/>
                    <a:pt x="3771" y="4925"/>
                  </a:cubicBezTo>
                  <a:cubicBezTo>
                    <a:pt x="3202" y="4925"/>
                    <a:pt x="2793" y="7335"/>
                    <a:pt x="2793" y="10747"/>
                  </a:cubicBezTo>
                  <a:cubicBezTo>
                    <a:pt x="2793" y="14180"/>
                    <a:pt x="3202" y="16591"/>
                    <a:pt x="3771" y="16591"/>
                  </a:cubicBezTo>
                  <a:cubicBezTo>
                    <a:pt x="4070" y="16591"/>
                    <a:pt x="4325" y="15968"/>
                    <a:pt x="4493" y="14859"/>
                  </a:cubicBezTo>
                  <a:lnTo>
                    <a:pt x="4496" y="16327"/>
                  </a:lnTo>
                  <a:lnTo>
                    <a:pt x="5019" y="16327"/>
                  </a:lnTo>
                  <a:lnTo>
                    <a:pt x="5019" y="263"/>
                  </a:lnTo>
                  <a:lnTo>
                    <a:pt x="4463" y="263"/>
                  </a:lnTo>
                  <a:close/>
                  <a:moveTo>
                    <a:pt x="1083" y="1121"/>
                  </a:moveTo>
                  <a:lnTo>
                    <a:pt x="0" y="16327"/>
                  </a:lnTo>
                  <a:lnTo>
                    <a:pt x="608" y="16327"/>
                  </a:lnTo>
                  <a:lnTo>
                    <a:pt x="807" y="13436"/>
                  </a:lnTo>
                  <a:lnTo>
                    <a:pt x="2002" y="13436"/>
                  </a:lnTo>
                  <a:lnTo>
                    <a:pt x="2199" y="16327"/>
                  </a:lnTo>
                  <a:lnTo>
                    <a:pt x="2804" y="16327"/>
                  </a:lnTo>
                  <a:lnTo>
                    <a:pt x="1733" y="1121"/>
                  </a:lnTo>
                  <a:lnTo>
                    <a:pt x="1083" y="1121"/>
                  </a:lnTo>
                  <a:close/>
                  <a:moveTo>
                    <a:pt x="11711" y="2544"/>
                  </a:moveTo>
                  <a:lnTo>
                    <a:pt x="11711" y="12276"/>
                  </a:lnTo>
                  <a:cubicBezTo>
                    <a:pt x="11711" y="13569"/>
                    <a:pt x="11773" y="14591"/>
                    <a:pt x="11894" y="15291"/>
                  </a:cubicBezTo>
                  <a:cubicBezTo>
                    <a:pt x="12014" y="15991"/>
                    <a:pt x="12193" y="16367"/>
                    <a:pt x="12424" y="16367"/>
                  </a:cubicBezTo>
                  <a:lnTo>
                    <a:pt x="12910" y="16367"/>
                  </a:lnTo>
                  <a:lnTo>
                    <a:pt x="12910" y="13599"/>
                  </a:lnTo>
                  <a:lnTo>
                    <a:pt x="12518" y="13599"/>
                  </a:lnTo>
                  <a:cubicBezTo>
                    <a:pt x="12434" y="13599"/>
                    <a:pt x="12372" y="13465"/>
                    <a:pt x="12332" y="13201"/>
                  </a:cubicBezTo>
                  <a:cubicBezTo>
                    <a:pt x="12291" y="12937"/>
                    <a:pt x="12271" y="12540"/>
                    <a:pt x="12271" y="12030"/>
                  </a:cubicBezTo>
                  <a:lnTo>
                    <a:pt x="12271" y="7940"/>
                  </a:lnTo>
                  <a:lnTo>
                    <a:pt x="12805" y="7940"/>
                  </a:lnTo>
                  <a:lnTo>
                    <a:pt x="12805" y="5189"/>
                  </a:lnTo>
                  <a:lnTo>
                    <a:pt x="12271" y="5189"/>
                  </a:lnTo>
                  <a:lnTo>
                    <a:pt x="12271" y="2544"/>
                  </a:lnTo>
                  <a:lnTo>
                    <a:pt x="11711" y="2544"/>
                  </a:lnTo>
                  <a:close/>
                  <a:moveTo>
                    <a:pt x="1408" y="4376"/>
                  </a:moveTo>
                  <a:lnTo>
                    <a:pt x="1856" y="10971"/>
                  </a:lnTo>
                  <a:lnTo>
                    <a:pt x="956" y="10971"/>
                  </a:lnTo>
                  <a:lnTo>
                    <a:pt x="1408" y="4376"/>
                  </a:lnTo>
                  <a:close/>
                  <a:moveTo>
                    <a:pt x="8575" y="4908"/>
                  </a:moveTo>
                  <a:cubicBezTo>
                    <a:pt x="7945" y="4908"/>
                    <a:pt x="7503" y="7336"/>
                    <a:pt x="7503" y="10769"/>
                  </a:cubicBezTo>
                  <a:cubicBezTo>
                    <a:pt x="7503" y="14224"/>
                    <a:pt x="7945" y="16613"/>
                    <a:pt x="8623" y="16613"/>
                  </a:cubicBezTo>
                  <a:cubicBezTo>
                    <a:pt x="9001" y="16613"/>
                    <a:pt x="9315" y="15927"/>
                    <a:pt x="9530" y="14843"/>
                  </a:cubicBezTo>
                  <a:lnTo>
                    <a:pt x="9209" y="13195"/>
                  </a:lnTo>
                  <a:cubicBezTo>
                    <a:pt x="9052" y="13800"/>
                    <a:pt x="8868" y="14148"/>
                    <a:pt x="8653" y="14148"/>
                  </a:cubicBezTo>
                  <a:cubicBezTo>
                    <a:pt x="8342" y="14148"/>
                    <a:pt x="8115" y="13273"/>
                    <a:pt x="8047" y="11991"/>
                  </a:cubicBezTo>
                  <a:lnTo>
                    <a:pt x="9613" y="11991"/>
                  </a:lnTo>
                  <a:cubicBezTo>
                    <a:pt x="9732" y="8058"/>
                    <a:pt x="9284" y="4908"/>
                    <a:pt x="8575" y="4908"/>
                  </a:cubicBezTo>
                  <a:close/>
                  <a:moveTo>
                    <a:pt x="20364" y="4925"/>
                  </a:moveTo>
                  <a:cubicBezTo>
                    <a:pt x="19790" y="4925"/>
                    <a:pt x="19389" y="7323"/>
                    <a:pt x="19389" y="10668"/>
                  </a:cubicBezTo>
                  <a:cubicBezTo>
                    <a:pt x="19388" y="14015"/>
                    <a:pt x="19790" y="16412"/>
                    <a:pt x="20364" y="16412"/>
                  </a:cubicBezTo>
                  <a:cubicBezTo>
                    <a:pt x="20651" y="16411"/>
                    <a:pt x="20894" y="15784"/>
                    <a:pt x="21066" y="14719"/>
                  </a:cubicBezTo>
                  <a:lnTo>
                    <a:pt x="21066" y="15840"/>
                  </a:lnTo>
                  <a:cubicBezTo>
                    <a:pt x="21066" y="17774"/>
                    <a:pt x="20826" y="18978"/>
                    <a:pt x="20419" y="18978"/>
                  </a:cubicBezTo>
                  <a:cubicBezTo>
                    <a:pt x="20180" y="18978"/>
                    <a:pt x="19917" y="18573"/>
                    <a:pt x="19706" y="17812"/>
                  </a:cubicBezTo>
                  <a:lnTo>
                    <a:pt x="19486" y="20076"/>
                  </a:lnTo>
                  <a:cubicBezTo>
                    <a:pt x="19761" y="21053"/>
                    <a:pt x="20102" y="21600"/>
                    <a:pt x="20449" y="21600"/>
                  </a:cubicBezTo>
                  <a:cubicBezTo>
                    <a:pt x="21154" y="21600"/>
                    <a:pt x="21600" y="19397"/>
                    <a:pt x="21600" y="15963"/>
                  </a:cubicBezTo>
                  <a:lnTo>
                    <a:pt x="21600" y="5189"/>
                  </a:lnTo>
                  <a:lnTo>
                    <a:pt x="21077" y="5189"/>
                  </a:lnTo>
                  <a:lnTo>
                    <a:pt x="21073" y="6617"/>
                  </a:lnTo>
                  <a:cubicBezTo>
                    <a:pt x="20901" y="5553"/>
                    <a:pt x="20655" y="4925"/>
                    <a:pt x="20364" y="4925"/>
                  </a:cubicBezTo>
                  <a:close/>
                  <a:moveTo>
                    <a:pt x="14926" y="4987"/>
                  </a:moveTo>
                  <a:cubicBezTo>
                    <a:pt x="14428" y="4987"/>
                    <a:pt x="14150" y="6270"/>
                    <a:pt x="14150" y="8225"/>
                  </a:cubicBezTo>
                  <a:cubicBezTo>
                    <a:pt x="14150" y="10051"/>
                    <a:pt x="14375" y="11132"/>
                    <a:pt x="14889" y="11806"/>
                  </a:cubicBezTo>
                  <a:cubicBezTo>
                    <a:pt x="15168" y="12197"/>
                    <a:pt x="15263" y="12545"/>
                    <a:pt x="15263" y="13089"/>
                  </a:cubicBezTo>
                  <a:cubicBezTo>
                    <a:pt x="15263" y="13676"/>
                    <a:pt x="15148" y="14008"/>
                    <a:pt x="14949" y="14008"/>
                  </a:cubicBezTo>
                  <a:cubicBezTo>
                    <a:pt x="14730" y="14008"/>
                    <a:pt x="14512" y="13652"/>
                    <a:pt x="14273" y="12848"/>
                  </a:cubicBezTo>
                  <a:lnTo>
                    <a:pt x="14060" y="15028"/>
                  </a:lnTo>
                  <a:cubicBezTo>
                    <a:pt x="14323" y="16005"/>
                    <a:pt x="14629" y="16529"/>
                    <a:pt x="14952" y="16529"/>
                  </a:cubicBezTo>
                  <a:cubicBezTo>
                    <a:pt x="15466" y="16529"/>
                    <a:pt x="15804" y="15179"/>
                    <a:pt x="15804" y="13050"/>
                  </a:cubicBezTo>
                  <a:cubicBezTo>
                    <a:pt x="15804" y="11333"/>
                    <a:pt x="15575" y="10160"/>
                    <a:pt x="15061" y="9509"/>
                  </a:cubicBezTo>
                  <a:cubicBezTo>
                    <a:pt x="14766" y="9118"/>
                    <a:pt x="14676" y="8808"/>
                    <a:pt x="14676" y="8265"/>
                  </a:cubicBezTo>
                  <a:cubicBezTo>
                    <a:pt x="14676" y="7721"/>
                    <a:pt x="14770" y="7452"/>
                    <a:pt x="14945" y="7452"/>
                  </a:cubicBezTo>
                  <a:cubicBezTo>
                    <a:pt x="15148" y="7452"/>
                    <a:pt x="15399" y="7880"/>
                    <a:pt x="15546" y="8511"/>
                  </a:cubicBezTo>
                  <a:lnTo>
                    <a:pt x="15767" y="6410"/>
                  </a:lnTo>
                  <a:cubicBezTo>
                    <a:pt x="15524" y="5497"/>
                    <a:pt x="15229" y="4987"/>
                    <a:pt x="14926" y="4987"/>
                  </a:cubicBezTo>
                  <a:close/>
                  <a:moveTo>
                    <a:pt x="18272" y="5009"/>
                  </a:moveTo>
                  <a:cubicBezTo>
                    <a:pt x="17993" y="5009"/>
                    <a:pt x="17791" y="5526"/>
                    <a:pt x="17608" y="6634"/>
                  </a:cubicBezTo>
                  <a:lnTo>
                    <a:pt x="17604" y="5189"/>
                  </a:lnTo>
                  <a:lnTo>
                    <a:pt x="17077" y="5189"/>
                  </a:lnTo>
                  <a:lnTo>
                    <a:pt x="17077" y="16327"/>
                  </a:lnTo>
                  <a:lnTo>
                    <a:pt x="17637" y="16327"/>
                  </a:lnTo>
                  <a:lnTo>
                    <a:pt x="17637" y="10483"/>
                  </a:lnTo>
                  <a:cubicBezTo>
                    <a:pt x="17637" y="8811"/>
                    <a:pt x="17813" y="7755"/>
                    <a:pt x="18108" y="7755"/>
                  </a:cubicBezTo>
                  <a:cubicBezTo>
                    <a:pt x="18371" y="7755"/>
                    <a:pt x="18504" y="8612"/>
                    <a:pt x="18504" y="10198"/>
                  </a:cubicBezTo>
                  <a:lnTo>
                    <a:pt x="18504" y="16327"/>
                  </a:lnTo>
                  <a:lnTo>
                    <a:pt x="19064" y="16327"/>
                  </a:lnTo>
                  <a:lnTo>
                    <a:pt x="19064" y="9486"/>
                  </a:lnTo>
                  <a:cubicBezTo>
                    <a:pt x="19064" y="6836"/>
                    <a:pt x="18755" y="5009"/>
                    <a:pt x="18272" y="5009"/>
                  </a:cubicBezTo>
                  <a:close/>
                  <a:moveTo>
                    <a:pt x="5254" y="5189"/>
                  </a:moveTo>
                  <a:lnTo>
                    <a:pt x="6075" y="16327"/>
                  </a:lnTo>
                  <a:lnTo>
                    <a:pt x="6662" y="16327"/>
                  </a:lnTo>
                  <a:lnTo>
                    <a:pt x="7480" y="5189"/>
                  </a:lnTo>
                  <a:lnTo>
                    <a:pt x="6886" y="5189"/>
                  </a:lnTo>
                  <a:lnTo>
                    <a:pt x="6543" y="10343"/>
                  </a:lnTo>
                  <a:lnTo>
                    <a:pt x="6374" y="12910"/>
                  </a:lnTo>
                  <a:lnTo>
                    <a:pt x="6203" y="10343"/>
                  </a:lnTo>
                  <a:lnTo>
                    <a:pt x="5856" y="5189"/>
                  </a:lnTo>
                  <a:lnTo>
                    <a:pt x="5254" y="5189"/>
                  </a:lnTo>
                  <a:close/>
                  <a:moveTo>
                    <a:pt x="9956" y="5189"/>
                  </a:moveTo>
                  <a:lnTo>
                    <a:pt x="9956" y="16327"/>
                  </a:lnTo>
                  <a:lnTo>
                    <a:pt x="10513" y="16327"/>
                  </a:lnTo>
                  <a:lnTo>
                    <a:pt x="10513" y="11279"/>
                  </a:lnTo>
                  <a:cubicBezTo>
                    <a:pt x="10513" y="10312"/>
                    <a:pt x="10550" y="9480"/>
                    <a:pt x="10631" y="8887"/>
                  </a:cubicBezTo>
                  <a:cubicBezTo>
                    <a:pt x="10712" y="8293"/>
                    <a:pt x="10838" y="7940"/>
                    <a:pt x="11013" y="7940"/>
                  </a:cubicBezTo>
                  <a:lnTo>
                    <a:pt x="11393" y="7940"/>
                  </a:lnTo>
                  <a:lnTo>
                    <a:pt x="11393" y="5189"/>
                  </a:lnTo>
                  <a:lnTo>
                    <a:pt x="11110" y="5189"/>
                  </a:lnTo>
                  <a:cubicBezTo>
                    <a:pt x="10968" y="5188"/>
                    <a:pt x="10847" y="5334"/>
                    <a:pt x="10743" y="5592"/>
                  </a:cubicBezTo>
                  <a:cubicBezTo>
                    <a:pt x="10639" y="5849"/>
                    <a:pt x="10554" y="6223"/>
                    <a:pt x="10486" y="6679"/>
                  </a:cubicBezTo>
                  <a:lnTo>
                    <a:pt x="10483" y="5189"/>
                  </a:lnTo>
                  <a:lnTo>
                    <a:pt x="9956" y="5189"/>
                  </a:lnTo>
                  <a:close/>
                  <a:moveTo>
                    <a:pt x="13224" y="5189"/>
                  </a:moveTo>
                  <a:lnTo>
                    <a:pt x="13224" y="16327"/>
                  </a:lnTo>
                  <a:lnTo>
                    <a:pt x="13784" y="16327"/>
                  </a:lnTo>
                  <a:lnTo>
                    <a:pt x="13784" y="5189"/>
                  </a:lnTo>
                  <a:lnTo>
                    <a:pt x="13224" y="5189"/>
                  </a:lnTo>
                  <a:close/>
                  <a:moveTo>
                    <a:pt x="16118" y="5189"/>
                  </a:moveTo>
                  <a:lnTo>
                    <a:pt x="16118" y="16327"/>
                  </a:lnTo>
                  <a:lnTo>
                    <a:pt x="16675" y="16327"/>
                  </a:lnTo>
                  <a:lnTo>
                    <a:pt x="16675" y="5189"/>
                  </a:lnTo>
                  <a:lnTo>
                    <a:pt x="16118" y="5189"/>
                  </a:lnTo>
                  <a:close/>
                  <a:moveTo>
                    <a:pt x="8578" y="7368"/>
                  </a:moveTo>
                  <a:cubicBezTo>
                    <a:pt x="8865" y="7368"/>
                    <a:pt x="9056" y="8378"/>
                    <a:pt x="9112" y="9833"/>
                  </a:cubicBezTo>
                  <a:lnTo>
                    <a:pt x="8044" y="9833"/>
                  </a:lnTo>
                  <a:cubicBezTo>
                    <a:pt x="8096" y="8334"/>
                    <a:pt x="8303" y="7368"/>
                    <a:pt x="8578" y="7368"/>
                  </a:cubicBezTo>
                  <a:close/>
                  <a:moveTo>
                    <a:pt x="20501" y="7575"/>
                  </a:moveTo>
                  <a:cubicBezTo>
                    <a:pt x="20828" y="7575"/>
                    <a:pt x="21058" y="8860"/>
                    <a:pt x="21058" y="10708"/>
                  </a:cubicBezTo>
                  <a:cubicBezTo>
                    <a:pt x="21058" y="12511"/>
                    <a:pt x="20828" y="13823"/>
                    <a:pt x="20501" y="13823"/>
                  </a:cubicBezTo>
                  <a:cubicBezTo>
                    <a:pt x="20175" y="13823"/>
                    <a:pt x="19941" y="12555"/>
                    <a:pt x="19941" y="10708"/>
                  </a:cubicBezTo>
                  <a:cubicBezTo>
                    <a:pt x="19941" y="8839"/>
                    <a:pt x="20175" y="7575"/>
                    <a:pt x="20501" y="7575"/>
                  </a:cubicBezTo>
                  <a:close/>
                  <a:moveTo>
                    <a:pt x="3910" y="7592"/>
                  </a:moveTo>
                  <a:cubicBezTo>
                    <a:pt x="4241" y="7592"/>
                    <a:pt x="4470" y="8878"/>
                    <a:pt x="4470" y="10747"/>
                  </a:cubicBezTo>
                  <a:cubicBezTo>
                    <a:pt x="4470" y="12637"/>
                    <a:pt x="4237" y="13924"/>
                    <a:pt x="3910" y="13924"/>
                  </a:cubicBezTo>
                  <a:cubicBezTo>
                    <a:pt x="3579" y="13924"/>
                    <a:pt x="3346" y="12637"/>
                    <a:pt x="3346" y="10747"/>
                  </a:cubicBezTo>
                  <a:cubicBezTo>
                    <a:pt x="3346" y="8878"/>
                    <a:pt x="3579" y="7592"/>
                    <a:pt x="3910" y="7592"/>
                  </a:cubicBezTo>
                  <a:close/>
                </a:path>
              </a:pathLst>
            </a:custGeom>
            <a:solidFill>
              <a:srgbClr val="EBEBEB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292100" dist="135501" dir="2970044">
                <a:schemeClr val="accent4">
                  <a:hueOff val="-203031"/>
                  <a:satOff val="-71423"/>
                  <a:lumOff val="-30171"/>
                </a:schemeClr>
              </a:outerShdw>
            </a:effectLst>
          </p:spPr>
          <p:txBody>
            <a:bodyPr wrap="square" lIns="50800" tIns="50800" rIns="50800" bIns="50800" numCol="1" anchor="ctr">
              <a:noAutofit/>
            </a:bodyPr>
            <a:lstStyle/>
            <a:p>
              <a:pPr indent="228600" defTabSz="825500">
                <a:defRPr sz="2800">
                  <a:solidFill>
                    <a:schemeClr val="accent1">
                      <a:hueOff val="-12205714"/>
                      <a:satOff val="-100000"/>
                      <a:lumOff val="79411"/>
                    </a:schemeClr>
                  </a:solidFill>
                </a:defRPr>
              </a:pPr>
            </a:p>
          </p:txBody>
        </p:sp>
      </p:grpSp>
      <p:sp>
        <p:nvSpPr>
          <p:cNvPr id="2287" name="Title Text"/>
          <p:cNvSpPr txBox="1"/>
          <p:nvPr>
            <p:ph type="body" idx="26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288" name="Date Goes Here"/>
          <p:cNvSpPr txBox="1"/>
          <p:nvPr>
            <p:ph type="body" idx="27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Date Goes Here</a:t>
            </a:r>
          </a:p>
        </p:txBody>
      </p:sp>
      <p:sp>
        <p:nvSpPr>
          <p:cNvPr id="2289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1" name="Title Text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292" name="Date Goes Here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Date Goes Here</a:t>
            </a:r>
          </a:p>
        </p:txBody>
      </p:sp>
      <p:sp>
        <p:nvSpPr>
          <p:cNvPr id="2293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5" name="OMITH-S5.jpg" descr="OMITH-S5.jpg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23484" t="3636" r="0" b="19837"/>
          <a:stretch>
            <a:fillRect/>
          </a:stretch>
        </p:blipFill>
        <p:spPr>
          <a:xfrm>
            <a:off x="0" y="0"/>
            <a:ext cx="24383416" cy="13717379"/>
          </a:xfrm>
          <a:prstGeom prst="rect">
            <a:avLst/>
          </a:prstGeom>
        </p:spPr>
      </p:pic>
      <p:pic>
        <p:nvPicPr>
          <p:cNvPr id="2296" name="New Wedge.png" descr="New Wedge.png"/>
          <p:cNvPicPr>
            <a:picLocks noChangeAspect="1"/>
          </p:cNvPicPr>
          <p:nvPr/>
        </p:nvPicPr>
        <p:blipFill>
          <a:blip r:embed="rId3">
            <a:extLst/>
          </a:blip>
          <a:srcRect l="0" t="24958" r="0" b="0"/>
          <a:stretch>
            <a:fillRect/>
          </a:stretch>
        </p:blipFill>
        <p:spPr>
          <a:xfrm>
            <a:off x="0" y="3423311"/>
            <a:ext cx="24384000" cy="10292689"/>
          </a:xfrm>
          <a:prstGeom prst="rect">
            <a:avLst/>
          </a:prstGeom>
          <a:ln w="12700">
            <a:miter lim="400000"/>
          </a:ln>
        </p:spPr>
      </p:pic>
      <p:sp>
        <p:nvSpPr>
          <p:cNvPr id="2297" name="Cover or Divider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Cover or Divider</a:t>
            </a:r>
          </a:p>
        </p:txBody>
      </p:sp>
      <p:sp>
        <p:nvSpPr>
          <p:cNvPr id="2298" name="Slide Subtitle"/>
          <p:cNvSpPr txBox="1"/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299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1" name="placeholder.png" descr="placeholder.png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21940" t="0" r="21940" b="0"/>
          <a:stretch>
            <a:fillRect/>
          </a:stretch>
        </p:blipFill>
        <p:spPr>
          <a:xfrm>
            <a:off x="0" y="-1"/>
            <a:ext cx="24383416" cy="13717380"/>
          </a:xfrm>
          <a:prstGeom prst="rect">
            <a:avLst/>
          </a:prstGeom>
        </p:spPr>
      </p:pic>
      <p:pic>
        <p:nvPicPr>
          <p:cNvPr id="2302" name="New Wedge.png" descr="New Wedge.png"/>
          <p:cNvPicPr>
            <a:picLocks noChangeAspect="1"/>
          </p:cNvPicPr>
          <p:nvPr/>
        </p:nvPicPr>
        <p:blipFill>
          <a:blip r:embed="rId3">
            <a:extLst/>
          </a:blip>
          <a:srcRect l="0" t="24958" r="0" b="0"/>
          <a:stretch>
            <a:fillRect/>
          </a:stretch>
        </p:blipFill>
        <p:spPr>
          <a:xfrm>
            <a:off x="0" y="3423311"/>
            <a:ext cx="24384000" cy="10292689"/>
          </a:xfrm>
          <a:prstGeom prst="rect">
            <a:avLst/>
          </a:prstGeom>
          <a:ln w="12700">
            <a:miter lim="400000"/>
          </a:ln>
        </p:spPr>
      </p:pic>
      <p:sp>
        <p:nvSpPr>
          <p:cNvPr id="2303" name="Cover or Divider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Cover or Divider</a:t>
            </a:r>
          </a:p>
        </p:txBody>
      </p:sp>
      <p:sp>
        <p:nvSpPr>
          <p:cNvPr id="2304" name="Slide Subtitle"/>
          <p:cNvSpPr txBox="1"/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305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7" name="placeholder.png" descr="placeholder.png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21940" t="0" r="21940" b="0"/>
          <a:stretch>
            <a:fillRect/>
          </a:stretch>
        </p:blipFill>
        <p:spPr>
          <a:xfrm>
            <a:off x="0" y="-1"/>
            <a:ext cx="24383416" cy="13717380"/>
          </a:xfrm>
          <a:prstGeom prst="rect">
            <a:avLst/>
          </a:prstGeom>
        </p:spPr>
      </p:pic>
      <p:pic>
        <p:nvPicPr>
          <p:cNvPr id="2308" name="New Wedge White.png" descr="New Wedge White.png"/>
          <p:cNvPicPr>
            <a:picLocks noChangeAspect="1"/>
          </p:cNvPicPr>
          <p:nvPr/>
        </p:nvPicPr>
        <p:blipFill>
          <a:blip r:embed="rId3">
            <a:extLst/>
          </a:blip>
          <a:srcRect l="0" t="0" r="0" b="12478"/>
          <a:stretch>
            <a:fillRect/>
          </a:stretch>
        </p:blipFill>
        <p:spPr>
          <a:xfrm>
            <a:off x="0" y="1711589"/>
            <a:ext cx="24384000" cy="12004411"/>
          </a:xfrm>
          <a:prstGeom prst="rect">
            <a:avLst/>
          </a:prstGeom>
          <a:ln w="12700">
            <a:miter lim="400000"/>
          </a:ln>
        </p:spPr>
      </p:pic>
      <p:sp>
        <p:nvSpPr>
          <p:cNvPr id="2309" name="Cover or Divider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Cover or Divider</a:t>
            </a:r>
          </a:p>
        </p:txBody>
      </p:sp>
      <p:sp>
        <p:nvSpPr>
          <p:cNvPr id="2310" name="Slide Subtitle"/>
          <p:cNvSpPr txBox="1"/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311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3" name="placeholder.png" descr="placeholder.png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48895" t="0" r="21940" b="0"/>
          <a:stretch>
            <a:fillRect/>
          </a:stretch>
        </p:blipFill>
        <p:spPr>
          <a:xfrm>
            <a:off x="11711979" y="-1"/>
            <a:ext cx="12671437" cy="13717380"/>
          </a:xfrm>
          <a:prstGeom prst="rect">
            <a:avLst/>
          </a:prstGeom>
        </p:spPr>
      </p:pic>
      <p:pic>
        <p:nvPicPr>
          <p:cNvPr id="2314" name="Image-Right.png" descr="Image-Right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1983700" cy="1371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315" name="Image-Right.png" descr="Image-Right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19837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316" name="One or two…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317" name="Slide Subtitle"/>
          <p:cNvSpPr txBox="1"/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318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20" name="pjo_s2_percy_27x40_act690394_61617d9b.jpg" descr="pjo_s2_percy_27x40_act690394_61617d9b.jpg"/>
          <p:cNvPicPr>
            <a:picLocks noChangeAspect="1"/>
          </p:cNvPicPr>
          <p:nvPr/>
        </p:nvPicPr>
        <p:blipFill>
          <a:blip r:embed="rId2">
            <a:extLst/>
          </a:blip>
          <a:srcRect l="0" t="8931" r="0" b="17085"/>
          <a:stretch>
            <a:fillRect/>
          </a:stretch>
        </p:blipFill>
        <p:spPr>
          <a:xfrm>
            <a:off x="11961446" y="-1"/>
            <a:ext cx="12515449" cy="13716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2321" name="Image-Right.png" descr="Image-Right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19837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322" name="Agenda"/>
          <p:cNvSpPr txBox="1"/>
          <p:nvPr>
            <p:ph type="body" idx="22"/>
          </p:nvPr>
        </p:nvSpPr>
        <p:spPr>
          <a:xfrm>
            <a:off x="666390" y="1434463"/>
            <a:ext cx="10419799" cy="1839597"/>
          </a:xfrm>
          <a:prstGeom prst="rect">
            <a:avLst/>
          </a:prstGeom>
        </p:spPr>
        <p:txBody>
          <a:bodyPr/>
          <a:lstStyle>
            <a:lvl1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Agenda</a:t>
            </a:r>
          </a:p>
        </p:txBody>
      </p:sp>
      <p:sp>
        <p:nvSpPr>
          <p:cNvPr id="2323" name="Circle"/>
          <p:cNvSpPr/>
          <p:nvPr/>
        </p:nvSpPr>
        <p:spPr>
          <a:xfrm>
            <a:off x="2062898" y="3646618"/>
            <a:ext cx="1939265" cy="1939265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baseline="-50000" sz="6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sx="100000" sy="100000" kx="0" ky="0" algn="b" rotWithShape="0" blurRad="215900" dist="63500" dir="366000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</a:p>
        </p:txBody>
      </p:sp>
      <p:sp>
        <p:nvSpPr>
          <p:cNvPr id="2324" name="01"/>
          <p:cNvSpPr txBox="1"/>
          <p:nvPr/>
        </p:nvSpPr>
        <p:spPr>
          <a:xfrm>
            <a:off x="2466872" y="4165400"/>
            <a:ext cx="1131317" cy="10033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01600" dist="110100" dir="3650924">
              <a:schemeClr val="accent4">
                <a:hueOff val="-203031"/>
                <a:satOff val="-71423"/>
                <a:lumOff val="-30171"/>
                <a:alpha val="44164"/>
              </a:scheme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8">
              <a:lnSpc>
                <a:spcPct val="90000"/>
              </a:lnSpc>
              <a:spcBef>
                <a:spcPts val="4500"/>
              </a:spcBef>
              <a:defRPr sz="7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2325" name="Circle"/>
          <p:cNvSpPr/>
          <p:nvPr/>
        </p:nvSpPr>
        <p:spPr>
          <a:xfrm>
            <a:off x="2645567" y="5913991"/>
            <a:ext cx="1939264" cy="1939264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baseline="-50000" sz="6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sx="100000" sy="100000" kx="0" ky="0" algn="b" rotWithShape="0" blurRad="215900" dist="63500" dir="366000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</a:p>
        </p:txBody>
      </p:sp>
      <p:sp>
        <p:nvSpPr>
          <p:cNvPr id="2326" name="02"/>
          <p:cNvSpPr txBox="1"/>
          <p:nvPr/>
        </p:nvSpPr>
        <p:spPr>
          <a:xfrm>
            <a:off x="3049540" y="6432773"/>
            <a:ext cx="1131317" cy="1003300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01600" dist="110100" dir="3650924">
              <a:schemeClr val="accent4">
                <a:hueOff val="-203031"/>
                <a:satOff val="-71423"/>
                <a:lumOff val="-30171"/>
                <a:alpha val="44164"/>
              </a:scheme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8">
              <a:lnSpc>
                <a:spcPct val="90000"/>
              </a:lnSpc>
              <a:spcBef>
                <a:spcPts val="4500"/>
              </a:spcBef>
              <a:defRPr sz="7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2327" name="Circle"/>
          <p:cNvSpPr/>
          <p:nvPr/>
        </p:nvSpPr>
        <p:spPr>
          <a:xfrm>
            <a:off x="3553815" y="8056058"/>
            <a:ext cx="1939265" cy="1939265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baseline="-50000" sz="6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sx="100000" sy="100000" kx="0" ky="0" algn="b" rotWithShape="0" blurRad="215900" dist="63500" dir="366000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</a:p>
        </p:txBody>
      </p:sp>
      <p:sp>
        <p:nvSpPr>
          <p:cNvPr id="2328" name="03"/>
          <p:cNvSpPr txBox="1"/>
          <p:nvPr/>
        </p:nvSpPr>
        <p:spPr>
          <a:xfrm>
            <a:off x="3957789" y="8574840"/>
            <a:ext cx="1131317" cy="1003300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01600" dist="110100" dir="3650924">
              <a:schemeClr val="accent4">
                <a:hueOff val="-203031"/>
                <a:satOff val="-71423"/>
                <a:lumOff val="-30171"/>
                <a:alpha val="44164"/>
              </a:scheme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8">
              <a:lnSpc>
                <a:spcPct val="90000"/>
              </a:lnSpc>
              <a:spcBef>
                <a:spcPts val="4500"/>
              </a:spcBef>
              <a:defRPr sz="7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2329" name="Circle"/>
          <p:cNvSpPr/>
          <p:nvPr/>
        </p:nvSpPr>
        <p:spPr>
          <a:xfrm>
            <a:off x="4629082" y="10248925"/>
            <a:ext cx="1939264" cy="1939265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baseline="-50000" sz="6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sx="100000" sy="100000" kx="0" ky="0" algn="b" rotWithShape="0" blurRad="215900" dist="63500" dir="366000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</a:p>
        </p:txBody>
      </p:sp>
      <p:sp>
        <p:nvSpPr>
          <p:cNvPr id="2330" name="04"/>
          <p:cNvSpPr txBox="1"/>
          <p:nvPr/>
        </p:nvSpPr>
        <p:spPr>
          <a:xfrm>
            <a:off x="5033055" y="10767707"/>
            <a:ext cx="1131317" cy="1003300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01600" dist="110100" dir="3650924">
              <a:schemeClr val="accent4">
                <a:hueOff val="-203031"/>
                <a:satOff val="-71423"/>
                <a:lumOff val="-30171"/>
                <a:alpha val="44164"/>
              </a:scheme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8">
              <a:lnSpc>
                <a:spcPct val="90000"/>
              </a:lnSpc>
              <a:spcBef>
                <a:spcPts val="4500"/>
              </a:spcBef>
              <a:defRPr sz="7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2331" name="Rectangle 44"/>
          <p:cNvSpPr txBox="1"/>
          <p:nvPr/>
        </p:nvSpPr>
        <p:spPr>
          <a:xfrm>
            <a:off x="4326709" y="4165400"/>
            <a:ext cx="6529035" cy="850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21919" tIns="121919" rIns="121919" bIns="121919" anchor="b">
            <a:spAutoFit/>
          </a:bodyPr>
          <a:lstStyle>
            <a:lvl1pPr>
              <a:defRPr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Agenda item goes here</a:t>
            </a:r>
          </a:p>
        </p:txBody>
      </p:sp>
      <p:sp>
        <p:nvSpPr>
          <p:cNvPr id="2332" name="Rectangle 44"/>
          <p:cNvSpPr txBox="1"/>
          <p:nvPr/>
        </p:nvSpPr>
        <p:spPr>
          <a:xfrm>
            <a:off x="4919981" y="6508973"/>
            <a:ext cx="6302221" cy="850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21919" tIns="121919" rIns="121919" bIns="121919" anchor="b">
            <a:spAutoFit/>
          </a:bodyPr>
          <a:lstStyle>
            <a:lvl1pPr>
              <a:defRPr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Agenda item goes here</a:t>
            </a:r>
          </a:p>
        </p:txBody>
      </p:sp>
      <p:sp>
        <p:nvSpPr>
          <p:cNvPr id="2333" name="Rectangle 44"/>
          <p:cNvSpPr txBox="1"/>
          <p:nvPr/>
        </p:nvSpPr>
        <p:spPr>
          <a:xfrm>
            <a:off x="5766042" y="8600240"/>
            <a:ext cx="7488766" cy="850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21919" tIns="121919" rIns="121919" bIns="121919" anchor="b">
            <a:spAutoFit/>
          </a:bodyPr>
          <a:lstStyle>
            <a:lvl1pPr>
              <a:defRPr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Agenda item goes here</a:t>
            </a:r>
          </a:p>
        </p:txBody>
      </p:sp>
      <p:sp>
        <p:nvSpPr>
          <p:cNvPr id="2334" name="Rectangle 44"/>
          <p:cNvSpPr txBox="1"/>
          <p:nvPr/>
        </p:nvSpPr>
        <p:spPr>
          <a:xfrm>
            <a:off x="7019109" y="10767707"/>
            <a:ext cx="7172072" cy="850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21919" tIns="121919" rIns="121919" bIns="121919" anchor="b">
            <a:spAutoFit/>
          </a:bodyPr>
          <a:lstStyle>
            <a:lvl1pPr>
              <a:defRPr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Agenda item goes here</a:t>
            </a:r>
          </a:p>
        </p:txBody>
      </p:sp>
      <p:sp>
        <p:nvSpPr>
          <p:cNvPr id="2335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7" name="placeholder.png" descr="placeholder.png"/>
          <p:cNvPicPr>
            <a:picLocks noChangeAspect="0"/>
          </p:cNvPicPr>
          <p:nvPr>
            <p:ph type="pic" idx="23"/>
          </p:nvPr>
        </p:nvPicPr>
        <p:blipFill>
          <a:blip r:embed="rId2">
            <a:extLst/>
          </a:blip>
          <a:srcRect l="48895" t="0" r="21940" b="0"/>
          <a:stretch>
            <a:fillRect/>
          </a:stretch>
        </p:blipFill>
        <p:spPr>
          <a:xfrm>
            <a:off x="10416777" y="-1"/>
            <a:ext cx="13966638" cy="13717380"/>
          </a:xfrm>
          <a:prstGeom prst="rect">
            <a:avLst/>
          </a:prstGeom>
        </p:spPr>
      </p:pic>
      <p:pic>
        <p:nvPicPr>
          <p:cNvPr id="2338" name="Image-Right-White.png" descr="Image-Right-Whit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9177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339" name="One or two…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340" name="Subtitle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Subtitle</a:t>
            </a:r>
          </a:p>
        </p:txBody>
      </p:sp>
      <p:sp>
        <p:nvSpPr>
          <p:cNvPr id="2341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rgbClr val="797979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3" name="177436_1002_V5 (1).jpg" descr="177436_1002_V5 (1).jpg"/>
          <p:cNvPicPr>
            <a:picLocks noChangeAspect="1"/>
          </p:cNvPicPr>
          <p:nvPr/>
        </p:nvPicPr>
        <p:blipFill>
          <a:blip r:embed="rId2">
            <a:extLst/>
          </a:blip>
          <a:srcRect l="0" t="22346" r="25293" b="855"/>
          <a:stretch>
            <a:fillRect/>
          </a:stretch>
        </p:blipFill>
        <p:spPr>
          <a:xfrm>
            <a:off x="6592876" y="-2"/>
            <a:ext cx="17791124" cy="13716003"/>
          </a:xfrm>
          <a:prstGeom prst="rect">
            <a:avLst/>
          </a:prstGeom>
          <a:ln w="12700">
            <a:miter lim="400000"/>
          </a:ln>
        </p:spPr>
      </p:pic>
      <p:pic>
        <p:nvPicPr>
          <p:cNvPr id="2344" name="Image-Right-White.png" descr="Image-Right-Whit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9177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345" name="Agenda"/>
          <p:cNvSpPr txBox="1"/>
          <p:nvPr>
            <p:ph type="body" idx="21"/>
          </p:nvPr>
        </p:nvSpPr>
        <p:spPr>
          <a:xfrm>
            <a:off x="666390" y="1437002"/>
            <a:ext cx="9592987" cy="1839597"/>
          </a:xfrm>
          <a:prstGeom prst="rect">
            <a:avLst/>
          </a:prstGeom>
        </p:spPr>
        <p:txBody>
          <a:bodyPr/>
          <a:lstStyle>
            <a:lvl1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Agenda</a:t>
            </a:r>
          </a:p>
        </p:txBody>
      </p:sp>
      <p:sp>
        <p:nvSpPr>
          <p:cNvPr id="2346" name="Circle"/>
          <p:cNvSpPr/>
          <p:nvPr/>
        </p:nvSpPr>
        <p:spPr>
          <a:xfrm>
            <a:off x="1571832" y="3646618"/>
            <a:ext cx="1939264" cy="1939265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baseline="-50000" sz="6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sx="100000" sy="100000" kx="0" ky="0" algn="b" rotWithShape="0" blurRad="215900" dist="63500" dir="366000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</a:p>
        </p:txBody>
      </p:sp>
      <p:sp>
        <p:nvSpPr>
          <p:cNvPr id="2347" name="01"/>
          <p:cNvSpPr txBox="1"/>
          <p:nvPr/>
        </p:nvSpPr>
        <p:spPr>
          <a:xfrm>
            <a:off x="1975805" y="4165400"/>
            <a:ext cx="1131317" cy="10033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01600" dist="110100" dir="3650924">
              <a:schemeClr val="accent4">
                <a:hueOff val="-203031"/>
                <a:satOff val="-71423"/>
                <a:lumOff val="-30171"/>
                <a:alpha val="44164"/>
              </a:scheme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8">
              <a:lnSpc>
                <a:spcPct val="90000"/>
              </a:lnSpc>
              <a:spcBef>
                <a:spcPts val="4500"/>
              </a:spcBef>
              <a:defRPr sz="7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2348" name="Circle"/>
          <p:cNvSpPr/>
          <p:nvPr/>
        </p:nvSpPr>
        <p:spPr>
          <a:xfrm>
            <a:off x="2154500" y="5913991"/>
            <a:ext cx="1939264" cy="1939264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baseline="-50000" sz="6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sx="100000" sy="100000" kx="0" ky="0" algn="b" rotWithShape="0" blurRad="215900" dist="63500" dir="366000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</a:p>
        </p:txBody>
      </p:sp>
      <p:sp>
        <p:nvSpPr>
          <p:cNvPr id="2349" name="02"/>
          <p:cNvSpPr txBox="1"/>
          <p:nvPr/>
        </p:nvSpPr>
        <p:spPr>
          <a:xfrm>
            <a:off x="2558474" y="6432773"/>
            <a:ext cx="1131317" cy="1003300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01600" dist="110100" dir="3650924">
              <a:schemeClr val="accent4">
                <a:hueOff val="-203031"/>
                <a:satOff val="-71423"/>
                <a:lumOff val="-30171"/>
                <a:alpha val="44164"/>
              </a:scheme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8">
              <a:lnSpc>
                <a:spcPct val="90000"/>
              </a:lnSpc>
              <a:spcBef>
                <a:spcPts val="4500"/>
              </a:spcBef>
              <a:defRPr sz="7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2350" name="Circle"/>
          <p:cNvSpPr/>
          <p:nvPr/>
        </p:nvSpPr>
        <p:spPr>
          <a:xfrm>
            <a:off x="3062748" y="8056058"/>
            <a:ext cx="1939265" cy="1939265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baseline="-50000" sz="6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sx="100000" sy="100000" kx="0" ky="0" algn="b" rotWithShape="0" blurRad="215900" dist="63500" dir="366000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</a:p>
        </p:txBody>
      </p:sp>
      <p:sp>
        <p:nvSpPr>
          <p:cNvPr id="2351" name="03"/>
          <p:cNvSpPr txBox="1"/>
          <p:nvPr/>
        </p:nvSpPr>
        <p:spPr>
          <a:xfrm>
            <a:off x="3466722" y="8574840"/>
            <a:ext cx="1131317" cy="1003300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01600" dist="110100" dir="3650924">
              <a:schemeClr val="accent4">
                <a:hueOff val="-203031"/>
                <a:satOff val="-71423"/>
                <a:lumOff val="-30171"/>
                <a:alpha val="44164"/>
              </a:scheme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8">
              <a:lnSpc>
                <a:spcPct val="90000"/>
              </a:lnSpc>
              <a:spcBef>
                <a:spcPts val="4500"/>
              </a:spcBef>
              <a:defRPr sz="7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2352" name="Circle"/>
          <p:cNvSpPr/>
          <p:nvPr/>
        </p:nvSpPr>
        <p:spPr>
          <a:xfrm>
            <a:off x="4138015" y="10248925"/>
            <a:ext cx="1939265" cy="1939265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baseline="-50000" sz="6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sx="100000" sy="100000" kx="0" ky="0" algn="b" rotWithShape="0" blurRad="215900" dist="63500" dir="366000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</a:p>
        </p:txBody>
      </p:sp>
      <p:sp>
        <p:nvSpPr>
          <p:cNvPr id="2353" name="04"/>
          <p:cNvSpPr txBox="1"/>
          <p:nvPr/>
        </p:nvSpPr>
        <p:spPr>
          <a:xfrm>
            <a:off x="4541989" y="10767707"/>
            <a:ext cx="1131317" cy="1003300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01600" dist="110100" dir="3650924">
              <a:schemeClr val="accent4">
                <a:hueOff val="-203031"/>
                <a:satOff val="-71423"/>
                <a:lumOff val="-30171"/>
                <a:alpha val="44164"/>
              </a:scheme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8">
              <a:lnSpc>
                <a:spcPct val="90000"/>
              </a:lnSpc>
              <a:spcBef>
                <a:spcPts val="4500"/>
              </a:spcBef>
              <a:defRPr sz="7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2354" name="Rectangle 44"/>
          <p:cNvSpPr txBox="1"/>
          <p:nvPr/>
        </p:nvSpPr>
        <p:spPr>
          <a:xfrm>
            <a:off x="3835643" y="4165400"/>
            <a:ext cx="6529035" cy="850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21919" tIns="121919" rIns="121919" bIns="121919" anchor="b">
            <a:spAutoFit/>
          </a:bodyPr>
          <a:lstStyle>
            <a:lvl1pPr>
              <a:defRPr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Agenda item goes here</a:t>
            </a:r>
          </a:p>
        </p:txBody>
      </p:sp>
      <p:sp>
        <p:nvSpPr>
          <p:cNvPr id="2355" name="Rectangle 44"/>
          <p:cNvSpPr txBox="1"/>
          <p:nvPr/>
        </p:nvSpPr>
        <p:spPr>
          <a:xfrm>
            <a:off x="4428915" y="6508973"/>
            <a:ext cx="6302221" cy="850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21919" tIns="121919" rIns="121919" bIns="121919" anchor="b">
            <a:spAutoFit/>
          </a:bodyPr>
          <a:lstStyle>
            <a:lvl1pPr>
              <a:defRPr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Agenda item goes here</a:t>
            </a:r>
          </a:p>
        </p:txBody>
      </p:sp>
      <p:sp>
        <p:nvSpPr>
          <p:cNvPr id="2356" name="Rectangle 44"/>
          <p:cNvSpPr txBox="1"/>
          <p:nvPr/>
        </p:nvSpPr>
        <p:spPr>
          <a:xfrm>
            <a:off x="5274976" y="8600240"/>
            <a:ext cx="7488765" cy="850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21919" tIns="121919" rIns="121919" bIns="121919" anchor="b">
            <a:spAutoFit/>
          </a:bodyPr>
          <a:lstStyle>
            <a:lvl1pPr>
              <a:defRPr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Agenda item goes here</a:t>
            </a:r>
          </a:p>
        </p:txBody>
      </p:sp>
      <p:sp>
        <p:nvSpPr>
          <p:cNvPr id="2357" name="Rectangle 44"/>
          <p:cNvSpPr txBox="1"/>
          <p:nvPr/>
        </p:nvSpPr>
        <p:spPr>
          <a:xfrm>
            <a:off x="6528042" y="10767707"/>
            <a:ext cx="7172072" cy="850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21919" tIns="121919" rIns="121919" bIns="121919" anchor="b">
            <a:spAutoFit/>
          </a:bodyPr>
          <a:lstStyle>
            <a:lvl1pPr>
              <a:defRPr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Agenda item goes here</a:t>
            </a:r>
          </a:p>
        </p:txBody>
      </p:sp>
      <p:sp>
        <p:nvSpPr>
          <p:cNvPr id="2358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rgbClr val="797979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0" name="One or two…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361" name="Subtitle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Subtitle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3" name="One or two…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364" name="Subtitle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Subtitle</a:t>
            </a:r>
          </a:p>
        </p:txBody>
      </p:sp>
      <p:pic>
        <p:nvPicPr>
          <p:cNvPr id="2365" name="dgtm-episode3-3_16a519e3.jpeg" descr="dgtm-episode3-3_16a519e3.jpeg"/>
          <p:cNvPicPr>
            <a:picLocks noChangeAspect="1"/>
          </p:cNvPicPr>
          <p:nvPr/>
        </p:nvPicPr>
        <p:blipFill>
          <a:blip r:embed="rId2">
            <a:extLst/>
          </a:blip>
          <a:srcRect l="19349" t="4182" r="1601" b="0"/>
          <a:stretch>
            <a:fillRect/>
          </a:stretch>
        </p:blipFill>
        <p:spPr>
          <a:xfrm>
            <a:off x="7412699" y="0"/>
            <a:ext cx="16971301" cy="13716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1615" y="21600"/>
                </a:lnTo>
                <a:cubicBezTo>
                  <a:pt x="4011" y="20154"/>
                  <a:pt x="5587" y="17210"/>
                  <a:pt x="5728" y="13917"/>
                </a:cubicBezTo>
                <a:cubicBezTo>
                  <a:pt x="5855" y="10954"/>
                  <a:pt x="4860" y="8240"/>
                  <a:pt x="3665" y="5826"/>
                </a:cubicBezTo>
                <a:cubicBezTo>
                  <a:pt x="2642" y="3758"/>
                  <a:pt x="1422" y="1802"/>
                  <a:pt x="0" y="0"/>
                </a:cubicBezTo>
                <a:lnTo>
                  <a:pt x="2160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366" name="Shape"/>
          <p:cNvSpPr/>
          <p:nvPr/>
        </p:nvSpPr>
        <p:spPr>
          <a:xfrm>
            <a:off x="6852840" y="0"/>
            <a:ext cx="10426833" cy="13716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ubicBezTo>
                  <a:pt x="3805" y="21036"/>
                  <a:pt x="7149" y="19295"/>
                  <a:pt x="8740" y="16993"/>
                </a:cubicBezTo>
                <a:cubicBezTo>
                  <a:pt x="10883" y="13892"/>
                  <a:pt x="9554" y="10428"/>
                  <a:pt x="7264" y="7261"/>
                </a:cubicBezTo>
                <a:cubicBezTo>
                  <a:pt x="5377" y="4650"/>
                  <a:pt x="2934" y="2197"/>
                  <a:pt x="0" y="0"/>
                </a:cubicBezTo>
                <a:close/>
              </a:path>
            </a:pathLst>
          </a:custGeom>
          <a:gradFill>
            <a:gsLst>
              <a:gs pos="24899">
                <a:schemeClr val="accent4">
                  <a:hueOff val="-203031"/>
                  <a:satOff val="-71423"/>
                  <a:lumOff val="-30171"/>
                </a:schemeClr>
              </a:gs>
              <a:gs pos="10000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</a:gsLst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pic>
        <p:nvPicPr>
          <p:cNvPr id="2367" name="D.png" descr="D.png"/>
          <p:cNvPicPr>
            <a:picLocks noChangeAspect="1"/>
          </p:cNvPicPr>
          <p:nvPr/>
        </p:nvPicPr>
        <p:blipFill>
          <a:blip r:embed="rId3">
            <a:extLst/>
          </a:blip>
          <a:srcRect l="15179" t="1288" r="0" b="1079"/>
          <a:stretch>
            <a:fillRect/>
          </a:stretch>
        </p:blipFill>
        <p:spPr>
          <a:xfrm>
            <a:off x="0" y="-1"/>
            <a:ext cx="12255307" cy="137160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9" name="One or two…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1" name="Title Text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372" name="UPPERTEXT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UPPERTEXT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4" name="Title Text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375" name="UPPERTEXT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UPPERTEXT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7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378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379" name="Slide bullet text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1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382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383" name="Slide bullet text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5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386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387" name="Slide bullet text"/>
          <p:cNvSpPr txBox="1"/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9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390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391" name="Slide bullet text"/>
          <p:cNvSpPr txBox="1"/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3" name="placeholder.png" descr="placeholder.png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951" t="0" r="4259" b="11981"/>
          <a:stretch>
            <a:fillRect/>
          </a:stretch>
        </p:blipFill>
        <p:spPr>
          <a:xfrm>
            <a:off x="7036831" y="-1506877"/>
            <a:ext cx="6467104" cy="37952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8" y="49"/>
                </a:moveTo>
                <a:cubicBezTo>
                  <a:pt x="21433" y="120"/>
                  <a:pt x="21524" y="276"/>
                  <a:pt x="21567" y="473"/>
                </a:cubicBezTo>
                <a:cubicBezTo>
                  <a:pt x="21600" y="609"/>
                  <a:pt x="21600" y="814"/>
                  <a:pt x="21600" y="1156"/>
                </a:cubicBezTo>
                <a:lnTo>
                  <a:pt x="21600" y="20435"/>
                </a:lnTo>
                <a:cubicBezTo>
                  <a:pt x="21600" y="20777"/>
                  <a:pt x="21600" y="20982"/>
                  <a:pt x="21567" y="21119"/>
                </a:cubicBezTo>
                <a:cubicBezTo>
                  <a:pt x="21524" y="21316"/>
                  <a:pt x="21433" y="21471"/>
                  <a:pt x="21318" y="21543"/>
                </a:cubicBezTo>
                <a:cubicBezTo>
                  <a:pt x="21237" y="21600"/>
                  <a:pt x="21117" y="21600"/>
                  <a:pt x="20916" y="21600"/>
                </a:cubicBezTo>
                <a:lnTo>
                  <a:pt x="684" y="21600"/>
                </a:lnTo>
                <a:cubicBezTo>
                  <a:pt x="483" y="21600"/>
                  <a:pt x="363" y="21600"/>
                  <a:pt x="282" y="21543"/>
                </a:cubicBezTo>
                <a:cubicBezTo>
                  <a:pt x="167" y="21471"/>
                  <a:pt x="76" y="21316"/>
                  <a:pt x="33" y="21119"/>
                </a:cubicBezTo>
                <a:cubicBezTo>
                  <a:pt x="0" y="20982"/>
                  <a:pt x="0" y="20777"/>
                  <a:pt x="0" y="20435"/>
                </a:cubicBezTo>
                <a:lnTo>
                  <a:pt x="0" y="1156"/>
                </a:lnTo>
                <a:cubicBezTo>
                  <a:pt x="0" y="814"/>
                  <a:pt x="0" y="609"/>
                  <a:pt x="33" y="473"/>
                </a:cubicBezTo>
                <a:cubicBezTo>
                  <a:pt x="76" y="276"/>
                  <a:pt x="167" y="120"/>
                  <a:pt x="282" y="49"/>
                </a:cubicBezTo>
                <a:cubicBezTo>
                  <a:pt x="320" y="22"/>
                  <a:pt x="367" y="7"/>
                  <a:pt x="427" y="0"/>
                </a:cubicBezTo>
                <a:lnTo>
                  <a:pt x="21173" y="0"/>
                </a:lnTo>
                <a:cubicBezTo>
                  <a:pt x="21233" y="7"/>
                  <a:pt x="21280" y="22"/>
                  <a:pt x="21318" y="49"/>
                </a:cubicBezTo>
                <a:close/>
              </a:path>
            </a:pathLst>
          </a:custGeom>
          <a:ln w="12700">
            <a:miter lim="400000"/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394" name="placeholder.png" descr="placeholder.png"/>
          <p:cNvPicPr>
            <a:picLocks noChangeAspect="1"/>
          </p:cNvPicPr>
          <p:nvPr>
            <p:ph type="pic" idx="22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-74225" y="-1463933"/>
            <a:ext cx="6414338" cy="37440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395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14210453" y="-1472862"/>
            <a:ext cx="6445183" cy="37620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396" name="placeholder.png" descr="placeholder.png"/>
          <p:cNvPicPr>
            <a:picLocks noChangeAspect="1"/>
          </p:cNvPicPr>
          <p:nvPr>
            <p:ph type="pic" idx="24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21404983" y="-1498262"/>
            <a:ext cx="6445183" cy="37620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397" name="placeholder.png" descr="placeholder.png"/>
          <p:cNvPicPr>
            <a:picLocks noChangeAspect="1"/>
          </p:cNvPicPr>
          <p:nvPr>
            <p:ph type="pic" idx="25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3631997" y="11274309"/>
            <a:ext cx="6457370" cy="3769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398" name="placeholder.png" descr="placeholder.png"/>
          <p:cNvPicPr>
            <a:picLocks noChangeAspect="1"/>
          </p:cNvPicPr>
          <p:nvPr>
            <p:ph type="pic" idx="26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-3501244" y="11286868"/>
            <a:ext cx="6414338" cy="37440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399" name="placeholder.png" descr="placeholder.png"/>
          <p:cNvPicPr>
            <a:picLocks noChangeAspect="1"/>
          </p:cNvPicPr>
          <p:nvPr>
            <p:ph type="pic" idx="27"/>
          </p:nvPr>
        </p:nvPicPr>
        <p:blipFill>
          <a:blip r:embed="rId2">
            <a:extLst/>
          </a:blip>
          <a:srcRect l="2992" t="4578" r="2992" b="8491"/>
          <a:stretch>
            <a:fillRect/>
          </a:stretch>
        </p:blipFill>
        <p:spPr>
          <a:xfrm>
            <a:off x="10789621" y="11274366"/>
            <a:ext cx="6449622" cy="3768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53" y="50"/>
                </a:moveTo>
                <a:cubicBezTo>
                  <a:pt x="21454" y="113"/>
                  <a:pt x="21534" y="249"/>
                  <a:pt x="21571" y="422"/>
                </a:cubicBezTo>
                <a:cubicBezTo>
                  <a:pt x="21600" y="542"/>
                  <a:pt x="21600" y="722"/>
                  <a:pt x="21600" y="1022"/>
                </a:cubicBezTo>
                <a:lnTo>
                  <a:pt x="21600" y="20578"/>
                </a:lnTo>
                <a:cubicBezTo>
                  <a:pt x="21600" y="20878"/>
                  <a:pt x="21600" y="21058"/>
                  <a:pt x="21571" y="21178"/>
                </a:cubicBezTo>
                <a:cubicBezTo>
                  <a:pt x="21534" y="21351"/>
                  <a:pt x="21454" y="21487"/>
                  <a:pt x="21353" y="21550"/>
                </a:cubicBezTo>
                <a:cubicBezTo>
                  <a:pt x="21283" y="21600"/>
                  <a:pt x="21178" y="21600"/>
                  <a:pt x="21003" y="21600"/>
                </a:cubicBezTo>
                <a:lnTo>
                  <a:pt x="597" y="21600"/>
                </a:lnTo>
                <a:cubicBezTo>
                  <a:pt x="422" y="21600"/>
                  <a:pt x="317" y="21600"/>
                  <a:pt x="247" y="21550"/>
                </a:cubicBezTo>
                <a:cubicBezTo>
                  <a:pt x="146" y="21487"/>
                  <a:pt x="66" y="21351"/>
                  <a:pt x="29" y="21178"/>
                </a:cubicBezTo>
                <a:cubicBezTo>
                  <a:pt x="0" y="21058"/>
                  <a:pt x="0" y="20878"/>
                  <a:pt x="0" y="20578"/>
                </a:cubicBezTo>
                <a:lnTo>
                  <a:pt x="0" y="1022"/>
                </a:lnTo>
                <a:cubicBezTo>
                  <a:pt x="0" y="722"/>
                  <a:pt x="0" y="542"/>
                  <a:pt x="29" y="422"/>
                </a:cubicBezTo>
                <a:cubicBezTo>
                  <a:pt x="66" y="249"/>
                  <a:pt x="146" y="113"/>
                  <a:pt x="247" y="50"/>
                </a:cubicBezTo>
                <a:cubicBezTo>
                  <a:pt x="317" y="0"/>
                  <a:pt x="422" y="0"/>
                  <a:pt x="597" y="0"/>
                </a:cubicBezTo>
                <a:lnTo>
                  <a:pt x="21003" y="0"/>
                </a:lnTo>
                <a:cubicBezTo>
                  <a:pt x="21178" y="0"/>
                  <a:pt x="21283" y="0"/>
                  <a:pt x="21353" y="50"/>
                </a:cubicBezTo>
                <a:close/>
              </a:path>
            </a:pathLst>
          </a:custGeom>
          <a:ln w="12700">
            <a:miter lim="400000"/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00" name="placeholder.png" descr="placeholder.png"/>
          <p:cNvPicPr>
            <a:picLocks noChangeAspect="1"/>
          </p:cNvPicPr>
          <p:nvPr>
            <p:ph type="pic" idx="28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17982398" y="11277937"/>
            <a:ext cx="6445183" cy="3762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sp>
        <p:nvSpPr>
          <p:cNvPr id="2401" name="One or Two…"/>
          <p:cNvSpPr txBox="1"/>
          <p:nvPr>
            <p:ph type="body" idx="29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402" name="UPPERTEXT"/>
          <p:cNvSpPr txBox="1"/>
          <p:nvPr>
            <p:ph type="body" idx="30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UPPERTEXT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4" name="One or Two…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405" name="UPPERTEXT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UPPERTEXT</a:t>
            </a:r>
          </a:p>
        </p:txBody>
      </p:sp>
      <p:pic>
        <p:nvPicPr>
          <p:cNvPr id="2406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7104029" y="-1463933"/>
            <a:ext cx="6414338" cy="37440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>
            <a:miter lim="400000"/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07" name="placeholder.png" descr="placeholder.png"/>
          <p:cNvPicPr>
            <a:picLocks noChangeAspect="1"/>
          </p:cNvPicPr>
          <p:nvPr>
            <p:ph type="pic" idx="24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-61525" y="-1476633"/>
            <a:ext cx="6414338" cy="37440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08" name="placeholder.png" descr="placeholder.png"/>
          <p:cNvPicPr>
            <a:picLocks noChangeAspect="1"/>
          </p:cNvPicPr>
          <p:nvPr>
            <p:ph type="pic" idx="25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14210453" y="-1485562"/>
            <a:ext cx="6445183" cy="37620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09" name="placeholder.png" descr="placeholder.png"/>
          <p:cNvPicPr>
            <a:picLocks noChangeAspect="1"/>
          </p:cNvPicPr>
          <p:nvPr>
            <p:ph type="pic" idx="26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21385998" y="-1485562"/>
            <a:ext cx="6445183" cy="37620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10" name="placeholder.png" descr="placeholder.png"/>
          <p:cNvPicPr>
            <a:picLocks noChangeAspect="1"/>
          </p:cNvPicPr>
          <p:nvPr>
            <p:ph type="pic" idx="27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3687729" y="11248767"/>
            <a:ext cx="6414338" cy="37440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11" name="placeholder.png" descr="placeholder.png"/>
          <p:cNvPicPr>
            <a:picLocks noChangeAspect="1"/>
          </p:cNvPicPr>
          <p:nvPr>
            <p:ph type="pic" idx="28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-3452425" y="11248767"/>
            <a:ext cx="6414338" cy="37440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>
            <a:miter lim="400000"/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12" name="placeholder.png" descr="placeholder.png"/>
          <p:cNvPicPr>
            <a:picLocks noChangeAspect="1"/>
          </p:cNvPicPr>
          <p:nvPr>
            <p:ph type="pic" idx="29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10806853" y="11252537"/>
            <a:ext cx="6445183" cy="3762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13" name="placeholder.png" descr="placeholder.png"/>
          <p:cNvPicPr>
            <a:picLocks noChangeAspect="1"/>
          </p:cNvPicPr>
          <p:nvPr>
            <p:ph type="pic" idx="30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18007798" y="11252537"/>
            <a:ext cx="6445183" cy="3762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5" name="One or two…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416" name="UPPERTEXT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UPPERTEXT</a:t>
            </a:r>
          </a:p>
        </p:txBody>
      </p:sp>
      <p:pic>
        <p:nvPicPr>
          <p:cNvPr id="2417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5524200" y="62372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18" name="placeholder.png" descr="placeholder.png"/>
          <p:cNvPicPr>
            <a:picLocks noChangeAspect="1"/>
          </p:cNvPicPr>
          <p:nvPr>
            <p:ph type="pic" idx="24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0032700" y="85740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19" name="placeholder.png" descr="placeholder.png"/>
          <p:cNvPicPr>
            <a:picLocks noChangeAspect="1"/>
          </p:cNvPicPr>
          <p:nvPr>
            <p:ph type="pic" idx="25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4553900" y="62499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20" name="placeholder.png" descr="placeholder.png"/>
          <p:cNvPicPr>
            <a:picLocks noChangeAspect="1"/>
          </p:cNvPicPr>
          <p:nvPr>
            <p:ph type="pic" idx="26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5524200" y="12845472"/>
            <a:ext cx="4140192" cy="62662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21" name="placeholder.png" descr="placeholder.png"/>
          <p:cNvPicPr>
            <a:picLocks noChangeAspect="1"/>
          </p:cNvPicPr>
          <p:nvPr>
            <p:ph type="pic" idx="27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977600" y="85867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22" name="placeholder.png" descr="placeholder.png"/>
          <p:cNvPicPr>
            <a:picLocks noChangeAspect="1"/>
          </p:cNvPicPr>
          <p:nvPr>
            <p:ph type="pic" idx="28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4553900" y="12845472"/>
            <a:ext cx="4140192" cy="62662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23" name="placeholder.png" descr="placeholder.png"/>
          <p:cNvPicPr>
            <a:picLocks noChangeAspect="1"/>
          </p:cNvPicPr>
          <p:nvPr>
            <p:ph type="pic" idx="29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9125900" y="85740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sx="100000" sy="100000" kx="0" ky="0" algn="b" rotWithShape="0" blurRad="355600" dist="0" dir="540000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5" name="One or two…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426" name="UPPERTEXT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UPPERTEXT</a:t>
            </a:r>
          </a:p>
        </p:txBody>
      </p:sp>
      <p:pic>
        <p:nvPicPr>
          <p:cNvPr id="2427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5524200" y="62372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428" name="placeholder.png" descr="placeholder.png"/>
          <p:cNvPicPr>
            <a:picLocks noChangeAspect="1"/>
          </p:cNvPicPr>
          <p:nvPr>
            <p:ph type="pic" idx="24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0032700" y="85867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429" name="placeholder.png" descr="placeholder.png"/>
          <p:cNvPicPr>
            <a:picLocks noChangeAspect="1"/>
          </p:cNvPicPr>
          <p:nvPr>
            <p:ph type="pic" idx="25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4553900" y="62499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430" name="placeholder.png" descr="placeholder.png"/>
          <p:cNvPicPr>
            <a:picLocks noChangeAspect="1"/>
          </p:cNvPicPr>
          <p:nvPr>
            <p:ph type="pic" idx="26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5524200" y="12845472"/>
            <a:ext cx="4140192" cy="62662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431" name="placeholder.png" descr="placeholder.png"/>
          <p:cNvPicPr>
            <a:picLocks noChangeAspect="1"/>
          </p:cNvPicPr>
          <p:nvPr>
            <p:ph type="pic" idx="27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977600" y="85867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432" name="placeholder.png" descr="placeholder.png"/>
          <p:cNvPicPr>
            <a:picLocks noChangeAspect="1"/>
          </p:cNvPicPr>
          <p:nvPr>
            <p:ph type="pic" idx="28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4553900" y="12845472"/>
            <a:ext cx="4140192" cy="62662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433" name="placeholder.png" descr="placeholder.png"/>
          <p:cNvPicPr>
            <a:picLocks noChangeAspect="1"/>
          </p:cNvPicPr>
          <p:nvPr>
            <p:ph type="pic" idx="29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9125900" y="85867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5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436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437" name="Slide bullet text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9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440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441" name="Slide bullet text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3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444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445" name="Slide bullet text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7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448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449" name="Slide bullet text"/>
          <p:cNvSpPr txBox="1"/>
          <p:nvPr>
            <p:ph type="body" idx="1"/>
          </p:nvPr>
        </p:nvSpPr>
        <p:spPr>
          <a:xfrm>
            <a:off x="1143000" y="4248504"/>
            <a:ext cx="22098000" cy="8256012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1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452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453" name="Slide bullet text"/>
          <p:cNvSpPr txBox="1"/>
          <p:nvPr>
            <p:ph type="body" idx="1"/>
          </p:nvPr>
        </p:nvSpPr>
        <p:spPr>
          <a:xfrm>
            <a:off x="1143000" y="4248504"/>
            <a:ext cx="22098000" cy="8256012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5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456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457" name="Slide bullet text"/>
          <p:cNvSpPr txBox="1"/>
          <p:nvPr>
            <p:ph type="body" sz="quarter" idx="1"/>
          </p:nvPr>
        </p:nvSpPr>
        <p:spPr>
          <a:xfrm>
            <a:off x="1143000" y="4248504"/>
            <a:ext cx="22331247" cy="1151685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</a:p>
        </p:txBody>
      </p:sp>
      <p:pic>
        <p:nvPicPr>
          <p:cNvPr id="2458" name="placeholder.png" descr="placeholder.png"/>
          <p:cNvPicPr>
            <a:picLocks noChangeAspect="1"/>
          </p:cNvPicPr>
          <p:nvPr>
            <p:ph type="pic" idx="22"/>
          </p:nvPr>
        </p:nvPicPr>
        <p:blipFill>
          <a:blip r:embed="rId2">
            <a:extLst/>
          </a:blip>
          <a:srcRect l="24226" t="2421" r="2069" b="2749"/>
          <a:stretch>
            <a:fillRect/>
          </a:stretch>
        </p:blipFill>
        <p:spPr>
          <a:xfrm>
            <a:off x="16183255" y="5717997"/>
            <a:ext cx="7278243" cy="59183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138" y="67"/>
                </a:moveTo>
                <a:cubicBezTo>
                  <a:pt x="21327" y="152"/>
                  <a:pt x="21476" y="335"/>
                  <a:pt x="21545" y="568"/>
                </a:cubicBezTo>
                <a:cubicBezTo>
                  <a:pt x="21600" y="729"/>
                  <a:pt x="21600" y="971"/>
                  <a:pt x="21600" y="1375"/>
                </a:cubicBezTo>
                <a:lnTo>
                  <a:pt x="21600" y="20225"/>
                </a:lnTo>
                <a:cubicBezTo>
                  <a:pt x="21600" y="20629"/>
                  <a:pt x="21600" y="20871"/>
                  <a:pt x="21545" y="21032"/>
                </a:cubicBezTo>
                <a:cubicBezTo>
                  <a:pt x="21476" y="21265"/>
                  <a:pt x="21327" y="21448"/>
                  <a:pt x="21138" y="21533"/>
                </a:cubicBezTo>
                <a:cubicBezTo>
                  <a:pt x="21007" y="21600"/>
                  <a:pt x="20810" y="21600"/>
                  <a:pt x="20482" y="21600"/>
                </a:cubicBezTo>
                <a:lnTo>
                  <a:pt x="1118" y="21600"/>
                </a:lnTo>
                <a:cubicBezTo>
                  <a:pt x="790" y="21600"/>
                  <a:pt x="593" y="21600"/>
                  <a:pt x="462" y="21533"/>
                </a:cubicBezTo>
                <a:cubicBezTo>
                  <a:pt x="273" y="21448"/>
                  <a:pt x="124" y="21265"/>
                  <a:pt x="55" y="21032"/>
                </a:cubicBezTo>
                <a:cubicBezTo>
                  <a:pt x="0" y="20871"/>
                  <a:pt x="0" y="20629"/>
                  <a:pt x="0" y="20225"/>
                </a:cubicBezTo>
                <a:lnTo>
                  <a:pt x="0" y="1375"/>
                </a:lnTo>
                <a:cubicBezTo>
                  <a:pt x="0" y="971"/>
                  <a:pt x="0" y="729"/>
                  <a:pt x="55" y="568"/>
                </a:cubicBezTo>
                <a:cubicBezTo>
                  <a:pt x="124" y="335"/>
                  <a:pt x="273" y="152"/>
                  <a:pt x="462" y="67"/>
                </a:cubicBezTo>
                <a:cubicBezTo>
                  <a:pt x="593" y="0"/>
                  <a:pt x="790" y="0"/>
                  <a:pt x="1118" y="0"/>
                </a:cubicBezTo>
                <a:lnTo>
                  <a:pt x="20482" y="0"/>
                </a:lnTo>
                <a:cubicBezTo>
                  <a:pt x="20810" y="0"/>
                  <a:pt x="21007" y="0"/>
                  <a:pt x="21138" y="67"/>
                </a:cubicBezTo>
                <a:close/>
              </a:path>
            </a:pathLst>
          </a:custGeom>
        </p:spPr>
      </p:pic>
      <p:sp>
        <p:nvSpPr>
          <p:cNvPr id="2459" name="Rounded Rectangle"/>
          <p:cNvSpPr/>
          <p:nvPr/>
        </p:nvSpPr>
        <p:spPr>
          <a:xfrm>
            <a:off x="838200" y="5698637"/>
            <a:ext cx="7162345" cy="5956885"/>
          </a:xfrm>
          <a:prstGeom prst="roundRect">
            <a:avLst>
              <a:gd name="adj" fmla="val 4431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</a:gradFill>
          <a:ln w="25400">
            <a:solidFill>
              <a:srgbClr val="49C0EF"/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20113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460" name="Rounded Rectangle"/>
          <p:cNvSpPr/>
          <p:nvPr/>
        </p:nvSpPr>
        <p:spPr>
          <a:xfrm>
            <a:off x="8433027" y="5698637"/>
            <a:ext cx="7162346" cy="2813051"/>
          </a:xfrm>
          <a:prstGeom prst="roundRect">
            <a:avLst>
              <a:gd name="adj" fmla="val 9382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</a:gradFill>
          <a:ln w="25400">
            <a:solidFill>
              <a:srgbClr val="49C0EF"/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20113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461" name="Rounded Rectangle"/>
          <p:cNvSpPr/>
          <p:nvPr/>
        </p:nvSpPr>
        <p:spPr>
          <a:xfrm>
            <a:off x="8433027" y="8822836"/>
            <a:ext cx="7162346" cy="2813052"/>
          </a:xfrm>
          <a:prstGeom prst="roundRect">
            <a:avLst>
              <a:gd name="adj" fmla="val 9382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</a:gradFill>
          <a:ln w="25400">
            <a:solidFill>
              <a:srgbClr val="49C0EF"/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20113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462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286985" y="7488568"/>
            <a:ext cx="5897120" cy="17869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463" name="XXM"/>
          <p:cNvSpPr txBox="1"/>
          <p:nvPr/>
        </p:nvSpPr>
        <p:spPr>
          <a:xfrm>
            <a:off x="1286986" y="10071428"/>
            <a:ext cx="3340255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pc="-260" sz="6500"/>
              <a:t>M</a:t>
            </a:r>
          </a:p>
        </p:txBody>
      </p:sp>
      <p:sp>
        <p:nvSpPr>
          <p:cNvPr id="2464" name="#01"/>
          <p:cNvSpPr txBox="1"/>
          <p:nvPr/>
        </p:nvSpPr>
        <p:spPr>
          <a:xfrm>
            <a:off x="8964700" y="6527313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#01</a:t>
            </a:r>
          </a:p>
        </p:txBody>
      </p:sp>
      <p:sp>
        <p:nvSpPr>
          <p:cNvPr id="2465" name="#02"/>
          <p:cNvSpPr txBox="1"/>
          <p:nvPr/>
        </p:nvSpPr>
        <p:spPr>
          <a:xfrm>
            <a:off x="8964700" y="9727713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#02</a:t>
            </a:r>
          </a:p>
        </p:txBody>
      </p:sp>
      <p:sp>
        <p:nvSpPr>
          <p:cNvPr id="2466" name="LOREM IPSUM"/>
          <p:cNvSpPr txBox="1"/>
          <p:nvPr/>
        </p:nvSpPr>
        <p:spPr>
          <a:xfrm>
            <a:off x="1286986" y="6292039"/>
            <a:ext cx="3879711" cy="758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3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</a:t>
            </a:r>
          </a:p>
        </p:txBody>
      </p:sp>
      <p:sp>
        <p:nvSpPr>
          <p:cNvPr id="2467" name="LOREM IPSUM"/>
          <p:cNvSpPr txBox="1"/>
          <p:nvPr/>
        </p:nvSpPr>
        <p:spPr>
          <a:xfrm>
            <a:off x="11573985" y="6952823"/>
            <a:ext cx="3879711" cy="758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3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</a:t>
            </a:r>
          </a:p>
        </p:txBody>
      </p:sp>
      <p:sp>
        <p:nvSpPr>
          <p:cNvPr id="2468" name="LOREM IPSUM"/>
          <p:cNvSpPr txBox="1"/>
          <p:nvPr/>
        </p:nvSpPr>
        <p:spPr>
          <a:xfrm>
            <a:off x="11573985" y="10040414"/>
            <a:ext cx="3879711" cy="758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3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0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471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472" name="Slide bullet text"/>
          <p:cNvSpPr txBox="1"/>
          <p:nvPr>
            <p:ph type="body" sz="quarter" idx="1"/>
          </p:nvPr>
        </p:nvSpPr>
        <p:spPr>
          <a:xfrm>
            <a:off x="1143000" y="4248504"/>
            <a:ext cx="22331247" cy="1293464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</a:p>
        </p:txBody>
      </p:sp>
      <p:pic>
        <p:nvPicPr>
          <p:cNvPr id="2473" name="placeholder.png" descr="placeholder.png"/>
          <p:cNvPicPr>
            <a:picLocks noChangeAspect="1"/>
          </p:cNvPicPr>
          <p:nvPr>
            <p:ph type="pic" idx="22"/>
          </p:nvPr>
        </p:nvPicPr>
        <p:blipFill>
          <a:blip r:embed="rId2">
            <a:extLst/>
          </a:blip>
          <a:srcRect l="24226" t="2421" r="2069" b="2749"/>
          <a:stretch>
            <a:fillRect/>
          </a:stretch>
        </p:blipFill>
        <p:spPr>
          <a:xfrm>
            <a:off x="16183255" y="5717997"/>
            <a:ext cx="7278243" cy="59183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138" y="67"/>
                </a:moveTo>
                <a:cubicBezTo>
                  <a:pt x="21327" y="152"/>
                  <a:pt x="21476" y="335"/>
                  <a:pt x="21545" y="568"/>
                </a:cubicBezTo>
                <a:cubicBezTo>
                  <a:pt x="21600" y="729"/>
                  <a:pt x="21600" y="971"/>
                  <a:pt x="21600" y="1375"/>
                </a:cubicBezTo>
                <a:lnTo>
                  <a:pt x="21600" y="20225"/>
                </a:lnTo>
                <a:cubicBezTo>
                  <a:pt x="21600" y="20629"/>
                  <a:pt x="21600" y="20871"/>
                  <a:pt x="21545" y="21032"/>
                </a:cubicBezTo>
                <a:cubicBezTo>
                  <a:pt x="21476" y="21265"/>
                  <a:pt x="21327" y="21448"/>
                  <a:pt x="21138" y="21533"/>
                </a:cubicBezTo>
                <a:cubicBezTo>
                  <a:pt x="21007" y="21600"/>
                  <a:pt x="20810" y="21600"/>
                  <a:pt x="20482" y="21600"/>
                </a:cubicBezTo>
                <a:lnTo>
                  <a:pt x="1118" y="21600"/>
                </a:lnTo>
                <a:cubicBezTo>
                  <a:pt x="790" y="21600"/>
                  <a:pt x="593" y="21600"/>
                  <a:pt x="462" y="21533"/>
                </a:cubicBezTo>
                <a:cubicBezTo>
                  <a:pt x="273" y="21448"/>
                  <a:pt x="124" y="21265"/>
                  <a:pt x="55" y="21032"/>
                </a:cubicBezTo>
                <a:cubicBezTo>
                  <a:pt x="0" y="20871"/>
                  <a:pt x="0" y="20629"/>
                  <a:pt x="0" y="20225"/>
                </a:cubicBezTo>
                <a:lnTo>
                  <a:pt x="0" y="1375"/>
                </a:lnTo>
                <a:cubicBezTo>
                  <a:pt x="0" y="971"/>
                  <a:pt x="0" y="729"/>
                  <a:pt x="55" y="568"/>
                </a:cubicBezTo>
                <a:cubicBezTo>
                  <a:pt x="124" y="335"/>
                  <a:pt x="273" y="152"/>
                  <a:pt x="462" y="67"/>
                </a:cubicBezTo>
                <a:cubicBezTo>
                  <a:pt x="593" y="0"/>
                  <a:pt x="790" y="0"/>
                  <a:pt x="1118" y="0"/>
                </a:cubicBezTo>
                <a:lnTo>
                  <a:pt x="20482" y="0"/>
                </a:lnTo>
                <a:cubicBezTo>
                  <a:pt x="20810" y="0"/>
                  <a:pt x="21007" y="0"/>
                  <a:pt x="21138" y="67"/>
                </a:cubicBezTo>
                <a:close/>
              </a:path>
            </a:pathLst>
          </a:custGeom>
        </p:spPr>
      </p:pic>
      <p:sp>
        <p:nvSpPr>
          <p:cNvPr id="2474" name="Rounded Rectangle"/>
          <p:cNvSpPr/>
          <p:nvPr/>
        </p:nvSpPr>
        <p:spPr>
          <a:xfrm>
            <a:off x="838200" y="5698637"/>
            <a:ext cx="7162345" cy="5956885"/>
          </a:xfrm>
          <a:prstGeom prst="roundRect">
            <a:avLst>
              <a:gd name="adj" fmla="val 4431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25400">
            <a:solidFill>
              <a:srgbClr val="183F66"/>
            </a:solidFill>
            <a:miter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475" name="Rounded Rectangle"/>
          <p:cNvSpPr/>
          <p:nvPr/>
        </p:nvSpPr>
        <p:spPr>
          <a:xfrm>
            <a:off x="8433027" y="5698637"/>
            <a:ext cx="7162346" cy="2813051"/>
          </a:xfrm>
          <a:prstGeom prst="roundRect">
            <a:avLst>
              <a:gd name="adj" fmla="val 9382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25400">
            <a:solidFill>
              <a:srgbClr val="183F66"/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20113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476" name="Rounded Rectangle"/>
          <p:cNvSpPr/>
          <p:nvPr/>
        </p:nvSpPr>
        <p:spPr>
          <a:xfrm>
            <a:off x="8433027" y="8822836"/>
            <a:ext cx="7162346" cy="2813052"/>
          </a:xfrm>
          <a:prstGeom prst="roundRect">
            <a:avLst>
              <a:gd name="adj" fmla="val 9382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25400">
            <a:solidFill>
              <a:srgbClr val="183F66"/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20113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477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286986" y="7488568"/>
            <a:ext cx="5897119" cy="17869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478" name="XXM"/>
          <p:cNvSpPr txBox="1"/>
          <p:nvPr/>
        </p:nvSpPr>
        <p:spPr>
          <a:xfrm>
            <a:off x="1286986" y="10071428"/>
            <a:ext cx="3340255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pc="-260" sz="6500"/>
              <a:t>M</a:t>
            </a:r>
          </a:p>
        </p:txBody>
      </p:sp>
      <p:sp>
        <p:nvSpPr>
          <p:cNvPr id="2479" name="#01"/>
          <p:cNvSpPr txBox="1"/>
          <p:nvPr/>
        </p:nvSpPr>
        <p:spPr>
          <a:xfrm>
            <a:off x="8964700" y="6527313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#01</a:t>
            </a:r>
          </a:p>
        </p:txBody>
      </p:sp>
      <p:sp>
        <p:nvSpPr>
          <p:cNvPr id="2480" name="#02"/>
          <p:cNvSpPr txBox="1"/>
          <p:nvPr/>
        </p:nvSpPr>
        <p:spPr>
          <a:xfrm>
            <a:off x="8964700" y="9727713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#02</a:t>
            </a:r>
          </a:p>
        </p:txBody>
      </p:sp>
      <p:sp>
        <p:nvSpPr>
          <p:cNvPr id="2481" name="LOREM IPSUM"/>
          <p:cNvSpPr txBox="1"/>
          <p:nvPr/>
        </p:nvSpPr>
        <p:spPr>
          <a:xfrm>
            <a:off x="1286986" y="6292039"/>
            <a:ext cx="3879711" cy="758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35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</a:t>
            </a:r>
          </a:p>
        </p:txBody>
      </p:sp>
      <p:sp>
        <p:nvSpPr>
          <p:cNvPr id="2482" name="LOREM IPSUM"/>
          <p:cNvSpPr txBox="1"/>
          <p:nvPr/>
        </p:nvSpPr>
        <p:spPr>
          <a:xfrm>
            <a:off x="11573985" y="6952823"/>
            <a:ext cx="3879711" cy="758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35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</a:t>
            </a:r>
          </a:p>
        </p:txBody>
      </p:sp>
      <p:sp>
        <p:nvSpPr>
          <p:cNvPr id="2483" name="LOREM IPSUM"/>
          <p:cNvSpPr txBox="1"/>
          <p:nvPr/>
        </p:nvSpPr>
        <p:spPr>
          <a:xfrm>
            <a:off x="11573985" y="10040414"/>
            <a:ext cx="3879711" cy="758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35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5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486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487" name="Slide bullet text"/>
          <p:cNvSpPr txBox="1"/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488" name="placeholder.png" descr="placeholder.png"/>
          <p:cNvPicPr>
            <a:picLocks noChangeAspect="1"/>
          </p:cNvPicPr>
          <p:nvPr>
            <p:ph type="pic" idx="22"/>
          </p:nvPr>
        </p:nvPicPr>
        <p:blipFill>
          <a:blip r:embed="rId2">
            <a:extLst/>
          </a:blip>
          <a:srcRect l="37066" t="0" r="32880" b="1379"/>
          <a:stretch>
            <a:fillRect/>
          </a:stretch>
        </p:blipFill>
        <p:spPr>
          <a:xfrm>
            <a:off x="17949333" y="1418390"/>
            <a:ext cx="5245759" cy="108795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939" y="38"/>
                </a:moveTo>
                <a:cubicBezTo>
                  <a:pt x="21210" y="85"/>
                  <a:pt x="21423" y="188"/>
                  <a:pt x="21522" y="319"/>
                </a:cubicBezTo>
                <a:cubicBezTo>
                  <a:pt x="21600" y="409"/>
                  <a:pt x="21600" y="545"/>
                  <a:pt x="21600" y="772"/>
                </a:cubicBezTo>
                <a:lnTo>
                  <a:pt x="21600" y="20828"/>
                </a:lnTo>
                <a:cubicBezTo>
                  <a:pt x="21600" y="21055"/>
                  <a:pt x="21600" y="21191"/>
                  <a:pt x="21522" y="21281"/>
                </a:cubicBezTo>
                <a:cubicBezTo>
                  <a:pt x="21423" y="21412"/>
                  <a:pt x="21210" y="21515"/>
                  <a:pt x="20939" y="21562"/>
                </a:cubicBezTo>
                <a:cubicBezTo>
                  <a:pt x="20751" y="21600"/>
                  <a:pt x="20469" y="21600"/>
                  <a:pt x="20000" y="21600"/>
                </a:cubicBezTo>
                <a:lnTo>
                  <a:pt x="1600" y="21600"/>
                </a:lnTo>
                <a:cubicBezTo>
                  <a:pt x="1131" y="21600"/>
                  <a:pt x="849" y="21600"/>
                  <a:pt x="661" y="21562"/>
                </a:cubicBezTo>
                <a:cubicBezTo>
                  <a:pt x="390" y="21515"/>
                  <a:pt x="177" y="21412"/>
                  <a:pt x="78" y="21281"/>
                </a:cubicBezTo>
                <a:cubicBezTo>
                  <a:pt x="0" y="21191"/>
                  <a:pt x="0" y="21055"/>
                  <a:pt x="0" y="20828"/>
                </a:cubicBezTo>
                <a:lnTo>
                  <a:pt x="0" y="772"/>
                </a:lnTo>
                <a:cubicBezTo>
                  <a:pt x="0" y="545"/>
                  <a:pt x="0" y="409"/>
                  <a:pt x="78" y="319"/>
                </a:cubicBezTo>
                <a:cubicBezTo>
                  <a:pt x="177" y="188"/>
                  <a:pt x="390" y="85"/>
                  <a:pt x="661" y="38"/>
                </a:cubicBezTo>
                <a:cubicBezTo>
                  <a:pt x="849" y="0"/>
                  <a:pt x="1131" y="0"/>
                  <a:pt x="1600" y="0"/>
                </a:cubicBezTo>
                <a:lnTo>
                  <a:pt x="20000" y="0"/>
                </a:lnTo>
                <a:cubicBezTo>
                  <a:pt x="20469" y="0"/>
                  <a:pt x="20751" y="0"/>
                  <a:pt x="20939" y="38"/>
                </a:cubicBezTo>
                <a:close/>
              </a:path>
            </a:pathLst>
          </a:custGeom>
        </p:spPr>
      </p:pic>
      <p:pic>
        <p:nvPicPr>
          <p:cNvPr id="2489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24226" t="2421" r="15883" b="2749"/>
          <a:stretch>
            <a:fillRect/>
          </a:stretch>
        </p:blipFill>
        <p:spPr>
          <a:xfrm>
            <a:off x="12191999" y="7048408"/>
            <a:ext cx="5245759" cy="52495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939" y="78"/>
                </a:moveTo>
                <a:cubicBezTo>
                  <a:pt x="21210" y="177"/>
                  <a:pt x="21423" y="390"/>
                  <a:pt x="21522" y="661"/>
                </a:cubicBezTo>
                <a:cubicBezTo>
                  <a:pt x="21600" y="848"/>
                  <a:pt x="21600" y="1130"/>
                  <a:pt x="21600" y="1599"/>
                </a:cubicBezTo>
                <a:lnTo>
                  <a:pt x="21600" y="20001"/>
                </a:lnTo>
                <a:cubicBezTo>
                  <a:pt x="21600" y="20470"/>
                  <a:pt x="21600" y="20752"/>
                  <a:pt x="21522" y="20939"/>
                </a:cubicBezTo>
                <a:cubicBezTo>
                  <a:pt x="21423" y="21210"/>
                  <a:pt x="21210" y="21423"/>
                  <a:pt x="20939" y="21522"/>
                </a:cubicBezTo>
                <a:cubicBezTo>
                  <a:pt x="20751" y="21600"/>
                  <a:pt x="20469" y="21600"/>
                  <a:pt x="20000" y="21600"/>
                </a:cubicBezTo>
                <a:lnTo>
                  <a:pt x="1600" y="21600"/>
                </a:lnTo>
                <a:cubicBezTo>
                  <a:pt x="1131" y="21600"/>
                  <a:pt x="849" y="21600"/>
                  <a:pt x="661" y="21522"/>
                </a:cubicBezTo>
                <a:cubicBezTo>
                  <a:pt x="390" y="21423"/>
                  <a:pt x="177" y="21210"/>
                  <a:pt x="78" y="20939"/>
                </a:cubicBezTo>
                <a:cubicBezTo>
                  <a:pt x="0" y="20752"/>
                  <a:pt x="0" y="20470"/>
                  <a:pt x="0" y="20001"/>
                </a:cubicBezTo>
                <a:lnTo>
                  <a:pt x="0" y="1599"/>
                </a:lnTo>
                <a:cubicBezTo>
                  <a:pt x="0" y="1130"/>
                  <a:pt x="0" y="848"/>
                  <a:pt x="78" y="661"/>
                </a:cubicBezTo>
                <a:cubicBezTo>
                  <a:pt x="177" y="390"/>
                  <a:pt x="390" y="177"/>
                  <a:pt x="661" y="78"/>
                </a:cubicBezTo>
                <a:cubicBezTo>
                  <a:pt x="849" y="0"/>
                  <a:pt x="1131" y="0"/>
                  <a:pt x="1600" y="0"/>
                </a:cubicBezTo>
                <a:lnTo>
                  <a:pt x="20000" y="0"/>
                </a:lnTo>
                <a:cubicBezTo>
                  <a:pt x="20469" y="0"/>
                  <a:pt x="20751" y="0"/>
                  <a:pt x="20939" y="78"/>
                </a:cubicBezTo>
                <a:close/>
              </a:path>
            </a:pathLst>
          </a:custGeom>
        </p:spPr>
      </p:pic>
      <p:pic>
        <p:nvPicPr>
          <p:cNvPr id="2490" name="placeholder.png" descr="placeholder.png"/>
          <p:cNvPicPr>
            <a:picLocks noChangeAspect="1"/>
          </p:cNvPicPr>
          <p:nvPr>
            <p:ph type="pic" idx="24"/>
          </p:nvPr>
        </p:nvPicPr>
        <p:blipFill>
          <a:blip r:embed="rId2">
            <a:extLst/>
          </a:blip>
          <a:srcRect l="24226" t="2421" r="15883" b="2749"/>
          <a:stretch>
            <a:fillRect/>
          </a:stretch>
        </p:blipFill>
        <p:spPr>
          <a:xfrm>
            <a:off x="12191999" y="1418075"/>
            <a:ext cx="5245759" cy="52495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939" y="78"/>
                </a:moveTo>
                <a:cubicBezTo>
                  <a:pt x="21210" y="177"/>
                  <a:pt x="21423" y="390"/>
                  <a:pt x="21522" y="661"/>
                </a:cubicBezTo>
                <a:cubicBezTo>
                  <a:pt x="21600" y="848"/>
                  <a:pt x="21600" y="1130"/>
                  <a:pt x="21600" y="1599"/>
                </a:cubicBezTo>
                <a:lnTo>
                  <a:pt x="21600" y="20001"/>
                </a:lnTo>
                <a:cubicBezTo>
                  <a:pt x="21600" y="20470"/>
                  <a:pt x="21600" y="20752"/>
                  <a:pt x="21522" y="20939"/>
                </a:cubicBezTo>
                <a:cubicBezTo>
                  <a:pt x="21423" y="21210"/>
                  <a:pt x="21210" y="21423"/>
                  <a:pt x="20939" y="21522"/>
                </a:cubicBezTo>
                <a:cubicBezTo>
                  <a:pt x="20751" y="21600"/>
                  <a:pt x="20469" y="21600"/>
                  <a:pt x="20000" y="21600"/>
                </a:cubicBezTo>
                <a:lnTo>
                  <a:pt x="1600" y="21600"/>
                </a:lnTo>
                <a:cubicBezTo>
                  <a:pt x="1131" y="21600"/>
                  <a:pt x="849" y="21600"/>
                  <a:pt x="661" y="21522"/>
                </a:cubicBezTo>
                <a:cubicBezTo>
                  <a:pt x="390" y="21423"/>
                  <a:pt x="177" y="21210"/>
                  <a:pt x="78" y="20939"/>
                </a:cubicBezTo>
                <a:cubicBezTo>
                  <a:pt x="0" y="20752"/>
                  <a:pt x="0" y="20470"/>
                  <a:pt x="0" y="20001"/>
                </a:cubicBezTo>
                <a:lnTo>
                  <a:pt x="0" y="1599"/>
                </a:lnTo>
                <a:cubicBezTo>
                  <a:pt x="0" y="1130"/>
                  <a:pt x="0" y="848"/>
                  <a:pt x="78" y="661"/>
                </a:cubicBezTo>
                <a:cubicBezTo>
                  <a:pt x="177" y="390"/>
                  <a:pt x="390" y="177"/>
                  <a:pt x="661" y="78"/>
                </a:cubicBezTo>
                <a:cubicBezTo>
                  <a:pt x="849" y="0"/>
                  <a:pt x="1131" y="0"/>
                  <a:pt x="1600" y="0"/>
                </a:cubicBezTo>
                <a:lnTo>
                  <a:pt x="20000" y="0"/>
                </a:lnTo>
                <a:cubicBezTo>
                  <a:pt x="20469" y="0"/>
                  <a:pt x="20751" y="0"/>
                  <a:pt x="20939" y="78"/>
                </a:cubicBezTo>
                <a:close/>
              </a:path>
            </a:pathLst>
          </a:custGeom>
        </p:spPr>
      </p:pic>
      <p:pic>
        <p:nvPicPr>
          <p:cNvPr id="2491" name="Lens_Aqua.png" descr="Lens_Aqua.png"/>
          <p:cNvPicPr>
            <a:picLocks noChangeAspect="0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 rot="16200000">
            <a:off x="18936228" y="6521870"/>
            <a:ext cx="8530699" cy="1167661"/>
          </a:xfrm>
          <a:prstGeom prst="rect">
            <a:avLst/>
          </a:prstGeom>
          <a:ln w="12700">
            <a:miter lim="400000"/>
          </a:ln>
        </p:spPr>
      </p:pic>
      <p:pic>
        <p:nvPicPr>
          <p:cNvPr id="2492" name="Lens_Red.png" descr="Lens_Red.png"/>
          <p:cNvPicPr>
            <a:picLocks noChangeAspect="0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1516425" y="11626412"/>
            <a:ext cx="6597042" cy="1254126"/>
          </a:xfrm>
          <a:prstGeom prst="rect">
            <a:avLst/>
          </a:prstGeom>
          <a:ln w="12700">
            <a:miter lim="400000"/>
          </a:ln>
        </p:spPr>
      </p:pic>
      <p:pic>
        <p:nvPicPr>
          <p:cNvPr id="2493" name="Lens_Green.png" descr="Lens_Green.png"/>
          <p:cNvPicPr>
            <a:picLocks noChangeAspect="0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1367658" y="892626"/>
            <a:ext cx="6894577" cy="103882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5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496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497" name="Slide bullet text"/>
          <p:cNvSpPr txBox="1"/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498" name="placeholder.png" descr="placeholder.png"/>
          <p:cNvPicPr>
            <a:picLocks noChangeAspect="1"/>
          </p:cNvPicPr>
          <p:nvPr>
            <p:ph type="pic" idx="22"/>
          </p:nvPr>
        </p:nvPicPr>
        <p:blipFill>
          <a:blip r:embed="rId2">
            <a:extLst/>
          </a:blip>
          <a:srcRect l="37066" t="0" r="32880" b="1379"/>
          <a:stretch>
            <a:fillRect/>
          </a:stretch>
        </p:blipFill>
        <p:spPr>
          <a:xfrm>
            <a:off x="17949333" y="1418390"/>
            <a:ext cx="5245759" cy="108795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939" y="38"/>
                </a:moveTo>
                <a:cubicBezTo>
                  <a:pt x="21210" y="85"/>
                  <a:pt x="21423" y="188"/>
                  <a:pt x="21522" y="319"/>
                </a:cubicBezTo>
                <a:cubicBezTo>
                  <a:pt x="21600" y="409"/>
                  <a:pt x="21600" y="545"/>
                  <a:pt x="21600" y="772"/>
                </a:cubicBezTo>
                <a:lnTo>
                  <a:pt x="21600" y="20828"/>
                </a:lnTo>
                <a:cubicBezTo>
                  <a:pt x="21600" y="21055"/>
                  <a:pt x="21600" y="21191"/>
                  <a:pt x="21522" y="21281"/>
                </a:cubicBezTo>
                <a:cubicBezTo>
                  <a:pt x="21423" y="21412"/>
                  <a:pt x="21210" y="21515"/>
                  <a:pt x="20939" y="21562"/>
                </a:cubicBezTo>
                <a:cubicBezTo>
                  <a:pt x="20751" y="21600"/>
                  <a:pt x="20469" y="21600"/>
                  <a:pt x="20000" y="21600"/>
                </a:cubicBezTo>
                <a:lnTo>
                  <a:pt x="1600" y="21600"/>
                </a:lnTo>
                <a:cubicBezTo>
                  <a:pt x="1131" y="21600"/>
                  <a:pt x="849" y="21600"/>
                  <a:pt x="661" y="21562"/>
                </a:cubicBezTo>
                <a:cubicBezTo>
                  <a:pt x="390" y="21515"/>
                  <a:pt x="177" y="21412"/>
                  <a:pt x="78" y="21281"/>
                </a:cubicBezTo>
                <a:cubicBezTo>
                  <a:pt x="0" y="21191"/>
                  <a:pt x="0" y="21055"/>
                  <a:pt x="0" y="20828"/>
                </a:cubicBezTo>
                <a:lnTo>
                  <a:pt x="0" y="772"/>
                </a:lnTo>
                <a:cubicBezTo>
                  <a:pt x="0" y="545"/>
                  <a:pt x="0" y="409"/>
                  <a:pt x="78" y="319"/>
                </a:cubicBezTo>
                <a:cubicBezTo>
                  <a:pt x="177" y="188"/>
                  <a:pt x="390" y="85"/>
                  <a:pt x="661" y="38"/>
                </a:cubicBezTo>
                <a:cubicBezTo>
                  <a:pt x="849" y="0"/>
                  <a:pt x="1131" y="0"/>
                  <a:pt x="1600" y="0"/>
                </a:cubicBezTo>
                <a:lnTo>
                  <a:pt x="20000" y="0"/>
                </a:lnTo>
                <a:cubicBezTo>
                  <a:pt x="20469" y="0"/>
                  <a:pt x="20751" y="0"/>
                  <a:pt x="20939" y="38"/>
                </a:cubicBezTo>
                <a:close/>
              </a:path>
            </a:pathLst>
          </a:custGeom>
        </p:spPr>
      </p:pic>
      <p:pic>
        <p:nvPicPr>
          <p:cNvPr id="2499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24226" t="2421" r="15883" b="2749"/>
          <a:stretch>
            <a:fillRect/>
          </a:stretch>
        </p:blipFill>
        <p:spPr>
          <a:xfrm>
            <a:off x="12191999" y="7048408"/>
            <a:ext cx="5245759" cy="52495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939" y="78"/>
                </a:moveTo>
                <a:cubicBezTo>
                  <a:pt x="21210" y="177"/>
                  <a:pt x="21423" y="390"/>
                  <a:pt x="21522" y="661"/>
                </a:cubicBezTo>
                <a:cubicBezTo>
                  <a:pt x="21600" y="848"/>
                  <a:pt x="21600" y="1130"/>
                  <a:pt x="21600" y="1599"/>
                </a:cubicBezTo>
                <a:lnTo>
                  <a:pt x="21600" y="20001"/>
                </a:lnTo>
                <a:cubicBezTo>
                  <a:pt x="21600" y="20470"/>
                  <a:pt x="21600" y="20752"/>
                  <a:pt x="21522" y="20939"/>
                </a:cubicBezTo>
                <a:cubicBezTo>
                  <a:pt x="21423" y="21210"/>
                  <a:pt x="21210" y="21423"/>
                  <a:pt x="20939" y="21522"/>
                </a:cubicBezTo>
                <a:cubicBezTo>
                  <a:pt x="20751" y="21600"/>
                  <a:pt x="20469" y="21600"/>
                  <a:pt x="20000" y="21600"/>
                </a:cubicBezTo>
                <a:lnTo>
                  <a:pt x="1600" y="21600"/>
                </a:lnTo>
                <a:cubicBezTo>
                  <a:pt x="1131" y="21600"/>
                  <a:pt x="849" y="21600"/>
                  <a:pt x="661" y="21522"/>
                </a:cubicBezTo>
                <a:cubicBezTo>
                  <a:pt x="390" y="21423"/>
                  <a:pt x="177" y="21210"/>
                  <a:pt x="78" y="20939"/>
                </a:cubicBezTo>
                <a:cubicBezTo>
                  <a:pt x="0" y="20752"/>
                  <a:pt x="0" y="20470"/>
                  <a:pt x="0" y="20001"/>
                </a:cubicBezTo>
                <a:lnTo>
                  <a:pt x="0" y="1599"/>
                </a:lnTo>
                <a:cubicBezTo>
                  <a:pt x="0" y="1130"/>
                  <a:pt x="0" y="848"/>
                  <a:pt x="78" y="661"/>
                </a:cubicBezTo>
                <a:cubicBezTo>
                  <a:pt x="177" y="390"/>
                  <a:pt x="390" y="177"/>
                  <a:pt x="661" y="78"/>
                </a:cubicBezTo>
                <a:cubicBezTo>
                  <a:pt x="849" y="0"/>
                  <a:pt x="1131" y="0"/>
                  <a:pt x="1600" y="0"/>
                </a:cubicBezTo>
                <a:lnTo>
                  <a:pt x="20000" y="0"/>
                </a:lnTo>
                <a:cubicBezTo>
                  <a:pt x="20469" y="0"/>
                  <a:pt x="20751" y="0"/>
                  <a:pt x="20939" y="78"/>
                </a:cubicBezTo>
                <a:close/>
              </a:path>
            </a:pathLst>
          </a:custGeom>
        </p:spPr>
      </p:pic>
      <p:pic>
        <p:nvPicPr>
          <p:cNvPr id="2500" name="placeholder.png" descr="placeholder.png"/>
          <p:cNvPicPr>
            <a:picLocks noChangeAspect="1"/>
          </p:cNvPicPr>
          <p:nvPr>
            <p:ph type="pic" idx="24"/>
          </p:nvPr>
        </p:nvPicPr>
        <p:blipFill>
          <a:blip r:embed="rId2">
            <a:extLst/>
          </a:blip>
          <a:srcRect l="24226" t="2421" r="15883" b="2749"/>
          <a:stretch>
            <a:fillRect/>
          </a:stretch>
        </p:blipFill>
        <p:spPr>
          <a:xfrm>
            <a:off x="12191999" y="1418075"/>
            <a:ext cx="5245759" cy="52495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939" y="78"/>
                </a:moveTo>
                <a:cubicBezTo>
                  <a:pt x="21210" y="177"/>
                  <a:pt x="21423" y="390"/>
                  <a:pt x="21522" y="661"/>
                </a:cubicBezTo>
                <a:cubicBezTo>
                  <a:pt x="21600" y="848"/>
                  <a:pt x="21600" y="1130"/>
                  <a:pt x="21600" y="1599"/>
                </a:cubicBezTo>
                <a:lnTo>
                  <a:pt x="21600" y="20001"/>
                </a:lnTo>
                <a:cubicBezTo>
                  <a:pt x="21600" y="20470"/>
                  <a:pt x="21600" y="20752"/>
                  <a:pt x="21522" y="20939"/>
                </a:cubicBezTo>
                <a:cubicBezTo>
                  <a:pt x="21423" y="21210"/>
                  <a:pt x="21210" y="21423"/>
                  <a:pt x="20939" y="21522"/>
                </a:cubicBezTo>
                <a:cubicBezTo>
                  <a:pt x="20751" y="21600"/>
                  <a:pt x="20469" y="21600"/>
                  <a:pt x="20000" y="21600"/>
                </a:cubicBezTo>
                <a:lnTo>
                  <a:pt x="1600" y="21600"/>
                </a:lnTo>
                <a:cubicBezTo>
                  <a:pt x="1131" y="21600"/>
                  <a:pt x="849" y="21600"/>
                  <a:pt x="661" y="21522"/>
                </a:cubicBezTo>
                <a:cubicBezTo>
                  <a:pt x="390" y="21423"/>
                  <a:pt x="177" y="21210"/>
                  <a:pt x="78" y="20939"/>
                </a:cubicBezTo>
                <a:cubicBezTo>
                  <a:pt x="0" y="20752"/>
                  <a:pt x="0" y="20470"/>
                  <a:pt x="0" y="20001"/>
                </a:cubicBezTo>
                <a:lnTo>
                  <a:pt x="0" y="1599"/>
                </a:lnTo>
                <a:cubicBezTo>
                  <a:pt x="0" y="1130"/>
                  <a:pt x="0" y="848"/>
                  <a:pt x="78" y="661"/>
                </a:cubicBezTo>
                <a:cubicBezTo>
                  <a:pt x="177" y="390"/>
                  <a:pt x="390" y="177"/>
                  <a:pt x="661" y="78"/>
                </a:cubicBezTo>
                <a:cubicBezTo>
                  <a:pt x="849" y="0"/>
                  <a:pt x="1131" y="0"/>
                  <a:pt x="1600" y="0"/>
                </a:cubicBezTo>
                <a:lnTo>
                  <a:pt x="20000" y="0"/>
                </a:lnTo>
                <a:cubicBezTo>
                  <a:pt x="20469" y="0"/>
                  <a:pt x="20751" y="0"/>
                  <a:pt x="20939" y="78"/>
                </a:cubicBezTo>
                <a:close/>
              </a:path>
            </a:pathLst>
          </a:custGeom>
        </p:spPr>
      </p:pic>
      <p:pic>
        <p:nvPicPr>
          <p:cNvPr id="2501" name="Lens_Aqua.png" descr="Lens_Aqua.png"/>
          <p:cNvPicPr>
            <a:picLocks noChangeAspect="0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 rot="16200000">
            <a:off x="18936228" y="6521870"/>
            <a:ext cx="8530699" cy="1167661"/>
          </a:xfrm>
          <a:prstGeom prst="rect">
            <a:avLst/>
          </a:prstGeom>
          <a:ln w="12700">
            <a:miter lim="400000"/>
          </a:ln>
        </p:spPr>
      </p:pic>
      <p:pic>
        <p:nvPicPr>
          <p:cNvPr id="2502" name="Lens_Red.png" descr="Lens_Red.png"/>
          <p:cNvPicPr>
            <a:picLocks noChangeAspect="0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1516425" y="11626412"/>
            <a:ext cx="6597042" cy="1254126"/>
          </a:xfrm>
          <a:prstGeom prst="rect">
            <a:avLst/>
          </a:prstGeom>
          <a:ln w="12700">
            <a:miter lim="400000"/>
          </a:ln>
        </p:spPr>
      </p:pic>
      <p:pic>
        <p:nvPicPr>
          <p:cNvPr id="2503" name="Lens_Green.png" descr="Lens_Green.png"/>
          <p:cNvPicPr>
            <a:picLocks noChangeAspect="0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1367658" y="892626"/>
            <a:ext cx="6894577" cy="103882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5" name="placeholder.png" descr="placeholder.png"/>
          <p:cNvPicPr>
            <a:picLocks noChangeAspect="0"/>
          </p:cNvPicPr>
          <p:nvPr>
            <p:ph type="pic" idx="21"/>
          </p:nvPr>
        </p:nvPicPr>
        <p:blipFill>
          <a:blip r:embed="rId2">
            <a:extLst/>
          </a:blip>
          <a:srcRect l="21940" t="0" r="21940" b="0"/>
          <a:stretch>
            <a:fillRect/>
          </a:stretch>
        </p:blipFill>
        <p:spPr>
          <a:xfrm>
            <a:off x="0" y="-1"/>
            <a:ext cx="24383680" cy="7620001"/>
          </a:xfrm>
          <a:prstGeom prst="rect">
            <a:avLst/>
          </a:prstGeom>
        </p:spPr>
      </p:pic>
      <p:sp>
        <p:nvSpPr>
          <p:cNvPr id="2506" name="Slide bullet text"/>
          <p:cNvSpPr txBox="1"/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507" name="Rectangle 22"/>
          <p:cNvSpPr/>
          <p:nvPr/>
        </p:nvSpPr>
        <p:spPr>
          <a:xfrm>
            <a:off x="-3" y="3811289"/>
            <a:ext cx="24384001" cy="3811291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91000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tIns="91439" bIns="91439" anchor="ctr"/>
          <a:lstStyle/>
          <a:p>
            <a:pPr algn="ctr" defTabSz="1828800">
              <a:defRPr sz="3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08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0" name="Slide bullet text"/>
          <p:cNvSpPr txBox="1"/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511" name="Bear-S4-16x9.jpg" descr="Bear-S4-16x9.jpg"/>
          <p:cNvPicPr>
            <a:picLocks noChangeAspect="1"/>
          </p:cNvPicPr>
          <p:nvPr/>
        </p:nvPicPr>
        <p:blipFill>
          <a:blip r:embed="rId2">
            <a:extLst/>
          </a:blip>
          <a:srcRect l="0" t="7332" r="0" b="37093"/>
          <a:stretch>
            <a:fillRect/>
          </a:stretch>
        </p:blipFill>
        <p:spPr>
          <a:xfrm>
            <a:off x="-1" y="0"/>
            <a:ext cx="24384001" cy="7622580"/>
          </a:xfrm>
          <a:prstGeom prst="rect">
            <a:avLst/>
          </a:prstGeom>
          <a:ln w="12700">
            <a:miter lim="400000"/>
          </a:ln>
        </p:spPr>
      </p:pic>
      <p:sp>
        <p:nvSpPr>
          <p:cNvPr id="2512" name="Rectangle 22"/>
          <p:cNvSpPr/>
          <p:nvPr/>
        </p:nvSpPr>
        <p:spPr>
          <a:xfrm>
            <a:off x="-3" y="3811289"/>
            <a:ext cx="24384001" cy="3811291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91000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tIns="91439" bIns="91439" anchor="ctr"/>
          <a:lstStyle/>
          <a:p>
            <a:pPr algn="ctr" defTabSz="1828800">
              <a:defRPr sz="3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13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5" name="placeholder.png" descr="placeholder.png"/>
          <p:cNvPicPr>
            <a:picLocks noChangeAspect="0"/>
          </p:cNvPicPr>
          <p:nvPr>
            <p:ph type="pic" idx="21"/>
          </p:nvPr>
        </p:nvPicPr>
        <p:blipFill>
          <a:blip r:embed="rId2">
            <a:extLst/>
          </a:blip>
          <a:srcRect l="21940" t="0" r="21940" b="0"/>
          <a:stretch>
            <a:fillRect/>
          </a:stretch>
        </p:blipFill>
        <p:spPr>
          <a:xfrm>
            <a:off x="0" y="-1"/>
            <a:ext cx="24383680" cy="7620001"/>
          </a:xfrm>
          <a:prstGeom prst="rect">
            <a:avLst/>
          </a:prstGeom>
        </p:spPr>
      </p:pic>
      <p:sp>
        <p:nvSpPr>
          <p:cNvPr id="2516" name="Slide bullet text"/>
          <p:cNvSpPr txBox="1"/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517" name="Rectangle 22"/>
          <p:cNvSpPr/>
          <p:nvPr/>
        </p:nvSpPr>
        <p:spPr>
          <a:xfrm>
            <a:off x="-3" y="3811289"/>
            <a:ext cx="24384001" cy="3811291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91000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tIns="91439" bIns="91439" anchor="ctr"/>
          <a:lstStyle/>
          <a:p>
            <a:pPr algn="ctr" defTabSz="1828800">
              <a:defRPr sz="3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18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0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521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522" name="Slide bullet text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523" name="Tampungan Gambar 38" descr="Tampungan Gambar 38"/>
          <p:cNvPicPr>
            <a:picLocks noChangeAspect="1"/>
          </p:cNvPicPr>
          <p:nvPr>
            <p:ph type="pic" idx="22"/>
          </p:nvPr>
        </p:nvPicPr>
        <p:blipFill>
          <a:blip r:embed="rId2">
            <a:extLst/>
          </a:blip>
          <a:srcRect l="0" t="0" r="0" b="0"/>
          <a:stretch>
            <a:fillRect/>
          </a:stretch>
        </p:blipFill>
        <p:spPr>
          <a:xfrm>
            <a:off x="2638850" y="-3"/>
            <a:ext cx="8636259" cy="123139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0370"/>
                </a:moveTo>
                <a:cubicBezTo>
                  <a:pt x="21600" y="21049"/>
                  <a:pt x="20910" y="21600"/>
                  <a:pt x="20059" y="21600"/>
                </a:cubicBezTo>
                <a:lnTo>
                  <a:pt x="1541" y="21600"/>
                </a:lnTo>
                <a:cubicBezTo>
                  <a:pt x="690" y="21600"/>
                  <a:pt x="0" y="21049"/>
                  <a:pt x="0" y="2037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</p:spPr>
      </p:pic>
      <p:sp>
        <p:nvSpPr>
          <p:cNvPr id="2524" name="Persegi Panjang: Sudut Lengkung 6"/>
          <p:cNvSpPr/>
          <p:nvPr/>
        </p:nvSpPr>
        <p:spPr>
          <a:xfrm>
            <a:off x="-662853" y="7581802"/>
            <a:ext cx="5333704" cy="3169843"/>
          </a:xfrm>
          <a:prstGeom prst="roundRect">
            <a:avLst>
              <a:gd name="adj" fmla="val 9690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25" name="Persegi Panjang: Sudut Lengkung 9"/>
          <p:cNvSpPr/>
          <p:nvPr/>
        </p:nvSpPr>
        <p:spPr>
          <a:xfrm>
            <a:off x="-662853" y="4232364"/>
            <a:ext cx="5333704" cy="3169843"/>
          </a:xfrm>
          <a:prstGeom prst="roundRect">
            <a:avLst>
              <a:gd name="adj" fmla="val 9690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26" name="XXM"/>
          <p:cNvSpPr txBox="1"/>
          <p:nvPr/>
        </p:nvSpPr>
        <p:spPr>
          <a:xfrm>
            <a:off x="566031" y="4804227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pc="-260" sz="6500"/>
              <a:t>M</a:t>
            </a:r>
          </a:p>
        </p:txBody>
      </p:sp>
      <p:sp>
        <p:nvSpPr>
          <p:cNvPr id="2527" name="Lorem ipsum dolor sit amet consectetur adipiscing elit"/>
          <p:cNvSpPr txBox="1"/>
          <p:nvPr/>
        </p:nvSpPr>
        <p:spPr>
          <a:xfrm>
            <a:off x="566031" y="6061522"/>
            <a:ext cx="3753888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</a:t>
            </a:r>
          </a:p>
        </p:txBody>
      </p:sp>
      <p:sp>
        <p:nvSpPr>
          <p:cNvPr id="2528" name="XXM"/>
          <p:cNvSpPr txBox="1"/>
          <p:nvPr/>
        </p:nvSpPr>
        <p:spPr>
          <a:xfrm>
            <a:off x="566031" y="8157075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pc="-260" sz="6500"/>
              <a:t>M</a:t>
            </a:r>
          </a:p>
        </p:txBody>
      </p:sp>
      <p:sp>
        <p:nvSpPr>
          <p:cNvPr id="2529" name="Lorem ipsum dolor sit amet consectetur adipiscing elit"/>
          <p:cNvSpPr txBox="1"/>
          <p:nvPr/>
        </p:nvSpPr>
        <p:spPr>
          <a:xfrm>
            <a:off x="566031" y="9414371"/>
            <a:ext cx="3753888" cy="762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1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532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533" name="Slide bullet text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534" name="Tampungan Gambar 38" descr="Tampungan Gambar 38"/>
          <p:cNvPicPr>
            <a:picLocks noChangeAspect="1"/>
          </p:cNvPicPr>
          <p:nvPr>
            <p:ph type="pic" idx="22"/>
          </p:nvPr>
        </p:nvPicPr>
        <p:blipFill>
          <a:blip r:embed="rId2">
            <a:extLst/>
          </a:blip>
          <a:srcRect l="0" t="0" r="0" b="0"/>
          <a:stretch>
            <a:fillRect/>
          </a:stretch>
        </p:blipFill>
        <p:spPr>
          <a:xfrm>
            <a:off x="2638850" y="-3"/>
            <a:ext cx="8636259" cy="123139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0370"/>
                </a:moveTo>
                <a:cubicBezTo>
                  <a:pt x="21600" y="21049"/>
                  <a:pt x="20910" y="21600"/>
                  <a:pt x="20059" y="21600"/>
                </a:cubicBezTo>
                <a:lnTo>
                  <a:pt x="1541" y="21600"/>
                </a:lnTo>
                <a:cubicBezTo>
                  <a:pt x="690" y="21600"/>
                  <a:pt x="0" y="21049"/>
                  <a:pt x="0" y="2037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</p:spPr>
      </p:pic>
      <p:sp>
        <p:nvSpPr>
          <p:cNvPr id="2535" name="Persegi Panjang: Sudut Lengkung 6"/>
          <p:cNvSpPr/>
          <p:nvPr/>
        </p:nvSpPr>
        <p:spPr>
          <a:xfrm>
            <a:off x="-662853" y="7581802"/>
            <a:ext cx="5333704" cy="3169843"/>
          </a:xfrm>
          <a:prstGeom prst="roundRect">
            <a:avLst>
              <a:gd name="adj" fmla="val 9690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36" name="Persegi Panjang: Sudut Lengkung 9"/>
          <p:cNvSpPr/>
          <p:nvPr/>
        </p:nvSpPr>
        <p:spPr>
          <a:xfrm>
            <a:off x="-662853" y="4232364"/>
            <a:ext cx="5333704" cy="3169843"/>
          </a:xfrm>
          <a:prstGeom prst="roundRect">
            <a:avLst>
              <a:gd name="adj" fmla="val 9690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37" name="XXM"/>
          <p:cNvSpPr txBox="1"/>
          <p:nvPr/>
        </p:nvSpPr>
        <p:spPr>
          <a:xfrm>
            <a:off x="566031" y="4804227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pc="-260" sz="6500"/>
              <a:t>M</a:t>
            </a:r>
          </a:p>
        </p:txBody>
      </p:sp>
      <p:sp>
        <p:nvSpPr>
          <p:cNvPr id="2538" name="Lorem ipsum dolor sit amet consectetur adipiscing elit"/>
          <p:cNvSpPr txBox="1"/>
          <p:nvPr/>
        </p:nvSpPr>
        <p:spPr>
          <a:xfrm>
            <a:off x="566031" y="6061522"/>
            <a:ext cx="3753888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</a:t>
            </a:r>
          </a:p>
        </p:txBody>
      </p:sp>
      <p:sp>
        <p:nvSpPr>
          <p:cNvPr id="2539" name="XXM"/>
          <p:cNvSpPr txBox="1"/>
          <p:nvPr/>
        </p:nvSpPr>
        <p:spPr>
          <a:xfrm>
            <a:off x="566031" y="8157075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pc="-260" sz="6500"/>
              <a:t>M</a:t>
            </a:r>
          </a:p>
        </p:txBody>
      </p:sp>
      <p:sp>
        <p:nvSpPr>
          <p:cNvPr id="2540" name="Lorem ipsum dolor sit amet consectetur adipiscing elit"/>
          <p:cNvSpPr txBox="1"/>
          <p:nvPr/>
        </p:nvSpPr>
        <p:spPr>
          <a:xfrm>
            <a:off x="566031" y="9414371"/>
            <a:ext cx="3753888" cy="762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2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543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544" name="Slide bullet text"/>
          <p:cNvSpPr txBox="1"/>
          <p:nvPr>
            <p:ph type="body" sz="quarter" idx="1"/>
          </p:nvPr>
        </p:nvSpPr>
        <p:spPr>
          <a:xfrm>
            <a:off x="12761098" y="8134704"/>
            <a:ext cx="10047884" cy="4069566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545" name="placeholder.png" descr="placeholder.png"/>
          <p:cNvPicPr>
            <a:picLocks noChangeAspect="1"/>
          </p:cNvPicPr>
          <p:nvPr>
            <p:ph type="pic" idx="22"/>
          </p:nvPr>
        </p:nvPicPr>
        <p:blipFill>
          <a:blip r:embed="rId2">
            <a:extLst/>
          </a:blip>
          <a:srcRect l="37066" t="0" r="32880" b="1379"/>
          <a:stretch>
            <a:fillRect/>
          </a:stretch>
        </p:blipFill>
        <p:spPr>
          <a:xfrm>
            <a:off x="12320269" y="1530782"/>
            <a:ext cx="10929493" cy="58383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56" y="76"/>
                </a:moveTo>
                <a:cubicBezTo>
                  <a:pt x="21397" y="173"/>
                  <a:pt x="21508" y="380"/>
                  <a:pt x="21559" y="644"/>
                </a:cubicBezTo>
                <a:cubicBezTo>
                  <a:pt x="21600" y="827"/>
                  <a:pt x="21600" y="1102"/>
                  <a:pt x="21600" y="1560"/>
                </a:cubicBezTo>
                <a:lnTo>
                  <a:pt x="21600" y="20040"/>
                </a:lnTo>
                <a:cubicBezTo>
                  <a:pt x="21600" y="20498"/>
                  <a:pt x="21600" y="20773"/>
                  <a:pt x="21559" y="20956"/>
                </a:cubicBezTo>
                <a:cubicBezTo>
                  <a:pt x="21508" y="21220"/>
                  <a:pt x="21397" y="21427"/>
                  <a:pt x="21256" y="21524"/>
                </a:cubicBezTo>
                <a:cubicBezTo>
                  <a:pt x="21158" y="21600"/>
                  <a:pt x="21011" y="21600"/>
                  <a:pt x="20767" y="21600"/>
                </a:cubicBezTo>
                <a:lnTo>
                  <a:pt x="833" y="21600"/>
                </a:lnTo>
                <a:cubicBezTo>
                  <a:pt x="589" y="21600"/>
                  <a:pt x="442" y="21600"/>
                  <a:pt x="344" y="21524"/>
                </a:cubicBezTo>
                <a:cubicBezTo>
                  <a:pt x="203" y="21427"/>
                  <a:pt x="92" y="21220"/>
                  <a:pt x="41" y="20956"/>
                </a:cubicBezTo>
                <a:cubicBezTo>
                  <a:pt x="0" y="20773"/>
                  <a:pt x="0" y="20498"/>
                  <a:pt x="0" y="20040"/>
                </a:cubicBezTo>
                <a:lnTo>
                  <a:pt x="0" y="1560"/>
                </a:lnTo>
                <a:cubicBezTo>
                  <a:pt x="0" y="1102"/>
                  <a:pt x="0" y="827"/>
                  <a:pt x="41" y="644"/>
                </a:cubicBezTo>
                <a:cubicBezTo>
                  <a:pt x="92" y="380"/>
                  <a:pt x="203" y="173"/>
                  <a:pt x="344" y="76"/>
                </a:cubicBezTo>
                <a:cubicBezTo>
                  <a:pt x="442" y="0"/>
                  <a:pt x="589" y="0"/>
                  <a:pt x="833" y="0"/>
                </a:cubicBezTo>
                <a:lnTo>
                  <a:pt x="20767" y="0"/>
                </a:lnTo>
                <a:cubicBezTo>
                  <a:pt x="21011" y="0"/>
                  <a:pt x="21158" y="0"/>
                  <a:pt x="21256" y="76"/>
                </a:cubicBezTo>
                <a:close/>
              </a:path>
            </a:pathLst>
          </a:custGeom>
        </p:spPr>
      </p:pic>
      <p:sp>
        <p:nvSpPr>
          <p:cNvPr id="2546" name="Persegi Panjang: Sudut Lengkung 5"/>
          <p:cNvSpPr/>
          <p:nvPr/>
        </p:nvSpPr>
        <p:spPr>
          <a:xfrm>
            <a:off x="1127758" y="7375729"/>
            <a:ext cx="5248863" cy="4815841"/>
          </a:xfrm>
          <a:prstGeom prst="roundRect">
            <a:avLst>
              <a:gd name="adj" fmla="val 9690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47" name="Persegi Panjang: Sudut Lengkung 6"/>
          <p:cNvSpPr/>
          <p:nvPr/>
        </p:nvSpPr>
        <p:spPr>
          <a:xfrm>
            <a:off x="6821217" y="7375729"/>
            <a:ext cx="5248863" cy="4815841"/>
          </a:xfrm>
          <a:prstGeom prst="roundRect">
            <a:avLst>
              <a:gd name="adj" fmla="val 9690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48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526970" y="9275998"/>
            <a:ext cx="4450438" cy="2422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549" name="XXM"/>
          <p:cNvSpPr txBox="1"/>
          <p:nvPr/>
        </p:nvSpPr>
        <p:spPr>
          <a:xfrm>
            <a:off x="1526970" y="7836228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pc="-260" sz="6500"/>
              <a:t>M</a:t>
            </a:r>
          </a:p>
        </p:txBody>
      </p:sp>
      <p:sp>
        <p:nvSpPr>
          <p:cNvPr id="2550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7220430" y="9275998"/>
            <a:ext cx="4450438" cy="2422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551" name="XXM"/>
          <p:cNvSpPr txBox="1"/>
          <p:nvPr/>
        </p:nvSpPr>
        <p:spPr>
          <a:xfrm>
            <a:off x="7220430" y="7836228"/>
            <a:ext cx="3340255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pc="-260" sz="6500"/>
              <a:t>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3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554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555" name="Slide bullet text"/>
          <p:cNvSpPr txBox="1"/>
          <p:nvPr>
            <p:ph type="body" sz="quarter" idx="1"/>
          </p:nvPr>
        </p:nvSpPr>
        <p:spPr>
          <a:xfrm>
            <a:off x="12761098" y="8134704"/>
            <a:ext cx="10047884" cy="4069566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556" name="placeholder.png" descr="placeholder.png"/>
          <p:cNvPicPr>
            <a:picLocks noChangeAspect="1"/>
          </p:cNvPicPr>
          <p:nvPr>
            <p:ph type="pic" idx="22"/>
          </p:nvPr>
        </p:nvPicPr>
        <p:blipFill>
          <a:blip r:embed="rId2">
            <a:extLst/>
          </a:blip>
          <a:srcRect l="37066" t="0" r="32880" b="1379"/>
          <a:stretch>
            <a:fillRect/>
          </a:stretch>
        </p:blipFill>
        <p:spPr>
          <a:xfrm>
            <a:off x="12320269" y="1530782"/>
            <a:ext cx="10929493" cy="58383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56" y="76"/>
                </a:moveTo>
                <a:cubicBezTo>
                  <a:pt x="21397" y="173"/>
                  <a:pt x="21508" y="380"/>
                  <a:pt x="21559" y="644"/>
                </a:cubicBezTo>
                <a:cubicBezTo>
                  <a:pt x="21600" y="827"/>
                  <a:pt x="21600" y="1102"/>
                  <a:pt x="21600" y="1560"/>
                </a:cubicBezTo>
                <a:lnTo>
                  <a:pt x="21600" y="20040"/>
                </a:lnTo>
                <a:cubicBezTo>
                  <a:pt x="21600" y="20498"/>
                  <a:pt x="21600" y="20773"/>
                  <a:pt x="21559" y="20956"/>
                </a:cubicBezTo>
                <a:cubicBezTo>
                  <a:pt x="21508" y="21220"/>
                  <a:pt x="21397" y="21427"/>
                  <a:pt x="21256" y="21524"/>
                </a:cubicBezTo>
                <a:cubicBezTo>
                  <a:pt x="21158" y="21600"/>
                  <a:pt x="21011" y="21600"/>
                  <a:pt x="20767" y="21600"/>
                </a:cubicBezTo>
                <a:lnTo>
                  <a:pt x="833" y="21600"/>
                </a:lnTo>
                <a:cubicBezTo>
                  <a:pt x="589" y="21600"/>
                  <a:pt x="442" y="21600"/>
                  <a:pt x="344" y="21524"/>
                </a:cubicBezTo>
                <a:cubicBezTo>
                  <a:pt x="203" y="21427"/>
                  <a:pt x="92" y="21220"/>
                  <a:pt x="41" y="20956"/>
                </a:cubicBezTo>
                <a:cubicBezTo>
                  <a:pt x="0" y="20773"/>
                  <a:pt x="0" y="20498"/>
                  <a:pt x="0" y="20040"/>
                </a:cubicBezTo>
                <a:lnTo>
                  <a:pt x="0" y="1560"/>
                </a:lnTo>
                <a:cubicBezTo>
                  <a:pt x="0" y="1102"/>
                  <a:pt x="0" y="827"/>
                  <a:pt x="41" y="644"/>
                </a:cubicBezTo>
                <a:cubicBezTo>
                  <a:pt x="92" y="380"/>
                  <a:pt x="203" y="173"/>
                  <a:pt x="344" y="76"/>
                </a:cubicBezTo>
                <a:cubicBezTo>
                  <a:pt x="442" y="0"/>
                  <a:pt x="589" y="0"/>
                  <a:pt x="833" y="0"/>
                </a:cubicBezTo>
                <a:lnTo>
                  <a:pt x="20767" y="0"/>
                </a:lnTo>
                <a:cubicBezTo>
                  <a:pt x="21011" y="0"/>
                  <a:pt x="21158" y="0"/>
                  <a:pt x="21256" y="76"/>
                </a:cubicBezTo>
                <a:close/>
              </a:path>
            </a:pathLst>
          </a:custGeom>
        </p:spPr>
      </p:pic>
      <p:sp>
        <p:nvSpPr>
          <p:cNvPr id="2557" name="Persegi Panjang: Sudut Lengkung 5"/>
          <p:cNvSpPr/>
          <p:nvPr/>
        </p:nvSpPr>
        <p:spPr>
          <a:xfrm>
            <a:off x="1127758" y="7375729"/>
            <a:ext cx="5248863" cy="4815841"/>
          </a:xfrm>
          <a:prstGeom prst="roundRect">
            <a:avLst>
              <a:gd name="adj" fmla="val 9690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58" name="Persegi Panjang: Sudut Lengkung 6"/>
          <p:cNvSpPr/>
          <p:nvPr/>
        </p:nvSpPr>
        <p:spPr>
          <a:xfrm>
            <a:off x="6821217" y="7375729"/>
            <a:ext cx="5248863" cy="4815841"/>
          </a:xfrm>
          <a:prstGeom prst="roundRect">
            <a:avLst>
              <a:gd name="adj" fmla="val 9690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59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526970" y="9275998"/>
            <a:ext cx="4450438" cy="2422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560" name="XXM"/>
          <p:cNvSpPr txBox="1"/>
          <p:nvPr/>
        </p:nvSpPr>
        <p:spPr>
          <a:xfrm>
            <a:off x="1526970" y="7836228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pc="-260" sz="6500"/>
              <a:t>M</a:t>
            </a:r>
          </a:p>
        </p:txBody>
      </p:sp>
      <p:sp>
        <p:nvSpPr>
          <p:cNvPr id="2561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7220430" y="9275998"/>
            <a:ext cx="4450438" cy="2422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562" name="XXM"/>
          <p:cNvSpPr txBox="1"/>
          <p:nvPr/>
        </p:nvSpPr>
        <p:spPr>
          <a:xfrm>
            <a:off x="7220430" y="7836228"/>
            <a:ext cx="3340255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pc="-260" sz="6500"/>
              <a:t>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4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565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566" name="Slide bullet text"/>
          <p:cNvSpPr txBox="1"/>
          <p:nvPr>
            <p:ph type="body" sz="quarter" idx="1"/>
          </p:nvPr>
        </p:nvSpPr>
        <p:spPr>
          <a:xfrm>
            <a:off x="1143000" y="5924904"/>
            <a:ext cx="10691416" cy="2544187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567" name="Tampungan Gambar 23" descr="Tampungan Gambar 23"/>
          <p:cNvPicPr>
            <a:picLocks noChangeAspect="1"/>
          </p:cNvPicPr>
          <p:nvPr>
            <p:ph type="pic" idx="22"/>
          </p:nvPr>
        </p:nvPicPr>
        <p:blipFill>
          <a:blip r:embed="rId2">
            <a:extLst/>
          </a:blip>
          <a:srcRect l="0" t="0" r="0" b="0"/>
          <a:stretch>
            <a:fillRect/>
          </a:stretch>
        </p:blipFill>
        <p:spPr>
          <a:xfrm>
            <a:off x="12938755" y="1908968"/>
            <a:ext cx="9387842" cy="118259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230"/>
                </a:moveTo>
                <a:lnTo>
                  <a:pt x="21600" y="21600"/>
                </a:lnTo>
                <a:lnTo>
                  <a:pt x="0" y="21600"/>
                </a:lnTo>
                <a:lnTo>
                  <a:pt x="0" y="1230"/>
                </a:lnTo>
                <a:cubicBezTo>
                  <a:pt x="0" y="551"/>
                  <a:pt x="690" y="0"/>
                  <a:pt x="1541" y="0"/>
                </a:cubicBezTo>
                <a:lnTo>
                  <a:pt x="20059" y="0"/>
                </a:lnTo>
                <a:cubicBezTo>
                  <a:pt x="20910" y="0"/>
                  <a:pt x="21600" y="551"/>
                  <a:pt x="21600" y="1230"/>
                </a:cubicBezTo>
                <a:close/>
              </a:path>
            </a:pathLst>
          </a:custGeom>
        </p:spPr>
      </p:pic>
      <p:sp>
        <p:nvSpPr>
          <p:cNvPr id="2568" name="Persegi Panjang: Sudut Lengkung 8"/>
          <p:cNvSpPr/>
          <p:nvPr/>
        </p:nvSpPr>
        <p:spPr>
          <a:xfrm>
            <a:off x="8155473" y="9313942"/>
            <a:ext cx="6551127" cy="2268789"/>
          </a:xfrm>
          <a:prstGeom prst="roundRect">
            <a:avLst>
              <a:gd name="adj" fmla="val 11195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69" name="Persegi Panjang: Sudut Lengkung 9"/>
          <p:cNvSpPr/>
          <p:nvPr/>
        </p:nvSpPr>
        <p:spPr>
          <a:xfrm>
            <a:off x="1143000" y="9313942"/>
            <a:ext cx="6551126" cy="2268789"/>
          </a:xfrm>
          <a:prstGeom prst="roundRect">
            <a:avLst>
              <a:gd name="adj" fmla="val 11195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70" name="XXM"/>
          <p:cNvSpPr txBox="1"/>
          <p:nvPr/>
        </p:nvSpPr>
        <p:spPr>
          <a:xfrm>
            <a:off x="1526970" y="9936398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pc="-260" sz="6500"/>
              <a:t>M</a:t>
            </a:r>
          </a:p>
        </p:txBody>
      </p:sp>
      <p:sp>
        <p:nvSpPr>
          <p:cNvPr id="2571" name="Lorem ipsum dolor sit consectetur adipiscing"/>
          <p:cNvSpPr txBox="1"/>
          <p:nvPr/>
        </p:nvSpPr>
        <p:spPr>
          <a:xfrm>
            <a:off x="4093548" y="10247548"/>
            <a:ext cx="3613278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consectetur adipiscing</a:t>
            </a:r>
          </a:p>
        </p:txBody>
      </p:sp>
      <p:sp>
        <p:nvSpPr>
          <p:cNvPr id="2572" name="XXM"/>
          <p:cNvSpPr txBox="1"/>
          <p:nvPr/>
        </p:nvSpPr>
        <p:spPr>
          <a:xfrm>
            <a:off x="8539444" y="9936398"/>
            <a:ext cx="3340255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pc="-260" sz="6500"/>
              <a:t>M</a:t>
            </a:r>
          </a:p>
        </p:txBody>
      </p:sp>
      <p:sp>
        <p:nvSpPr>
          <p:cNvPr id="2573" name="Lorem ipsum dolor sit consectetur adipiscing"/>
          <p:cNvSpPr txBox="1"/>
          <p:nvPr/>
        </p:nvSpPr>
        <p:spPr>
          <a:xfrm>
            <a:off x="11106022" y="10247548"/>
            <a:ext cx="3613278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consectetur adipiscing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5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576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577" name="Slide bullet text"/>
          <p:cNvSpPr txBox="1"/>
          <p:nvPr>
            <p:ph type="body" sz="quarter" idx="1"/>
          </p:nvPr>
        </p:nvSpPr>
        <p:spPr>
          <a:xfrm>
            <a:off x="1143000" y="5924904"/>
            <a:ext cx="10691416" cy="3015551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578" name="Tampungan Gambar 23" descr="Tampungan Gambar 23"/>
          <p:cNvPicPr>
            <a:picLocks noChangeAspect="1"/>
          </p:cNvPicPr>
          <p:nvPr>
            <p:ph type="pic" idx="22"/>
          </p:nvPr>
        </p:nvPicPr>
        <p:blipFill>
          <a:blip r:embed="rId2">
            <a:extLst/>
          </a:blip>
          <a:srcRect l="0" t="0" r="0" b="0"/>
          <a:stretch>
            <a:fillRect/>
          </a:stretch>
        </p:blipFill>
        <p:spPr>
          <a:xfrm>
            <a:off x="12938755" y="1908968"/>
            <a:ext cx="9387842" cy="118259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230"/>
                </a:moveTo>
                <a:lnTo>
                  <a:pt x="21600" y="21600"/>
                </a:lnTo>
                <a:lnTo>
                  <a:pt x="0" y="21600"/>
                </a:lnTo>
                <a:lnTo>
                  <a:pt x="0" y="1230"/>
                </a:lnTo>
                <a:cubicBezTo>
                  <a:pt x="0" y="551"/>
                  <a:pt x="690" y="0"/>
                  <a:pt x="1541" y="0"/>
                </a:cubicBezTo>
                <a:lnTo>
                  <a:pt x="20059" y="0"/>
                </a:lnTo>
                <a:cubicBezTo>
                  <a:pt x="20910" y="0"/>
                  <a:pt x="21600" y="551"/>
                  <a:pt x="21600" y="1230"/>
                </a:cubicBezTo>
                <a:close/>
              </a:path>
            </a:pathLst>
          </a:custGeom>
        </p:spPr>
      </p:pic>
      <p:sp>
        <p:nvSpPr>
          <p:cNvPr id="2579" name="Persegi Panjang: Sudut Lengkung 8"/>
          <p:cNvSpPr/>
          <p:nvPr/>
        </p:nvSpPr>
        <p:spPr>
          <a:xfrm>
            <a:off x="8155473" y="9313942"/>
            <a:ext cx="6551127" cy="2268789"/>
          </a:xfrm>
          <a:prstGeom prst="roundRect">
            <a:avLst>
              <a:gd name="adj" fmla="val 11195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80" name="Persegi Panjang: Sudut Lengkung 9"/>
          <p:cNvSpPr/>
          <p:nvPr/>
        </p:nvSpPr>
        <p:spPr>
          <a:xfrm>
            <a:off x="1143000" y="9313942"/>
            <a:ext cx="6551126" cy="2268789"/>
          </a:xfrm>
          <a:prstGeom prst="roundRect">
            <a:avLst>
              <a:gd name="adj" fmla="val 11195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81" name="XXM"/>
          <p:cNvSpPr txBox="1"/>
          <p:nvPr/>
        </p:nvSpPr>
        <p:spPr>
          <a:xfrm>
            <a:off x="1526970" y="9936398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pc="-260" sz="6500"/>
              <a:t>M</a:t>
            </a:r>
          </a:p>
        </p:txBody>
      </p:sp>
      <p:sp>
        <p:nvSpPr>
          <p:cNvPr id="2582" name="Lorem ipsum dolor sit consectetur adipiscing"/>
          <p:cNvSpPr txBox="1"/>
          <p:nvPr/>
        </p:nvSpPr>
        <p:spPr>
          <a:xfrm>
            <a:off x="4093548" y="10247548"/>
            <a:ext cx="3613278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consectetur adipiscing</a:t>
            </a:r>
          </a:p>
        </p:txBody>
      </p:sp>
      <p:sp>
        <p:nvSpPr>
          <p:cNvPr id="2583" name="XXM"/>
          <p:cNvSpPr txBox="1"/>
          <p:nvPr/>
        </p:nvSpPr>
        <p:spPr>
          <a:xfrm>
            <a:off x="8539444" y="9936398"/>
            <a:ext cx="3340255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pc="-260" sz="6500"/>
              <a:t>M</a:t>
            </a:r>
          </a:p>
        </p:txBody>
      </p:sp>
      <p:sp>
        <p:nvSpPr>
          <p:cNvPr id="2584" name="Lorem ipsum dolor sit consectetur adipiscing"/>
          <p:cNvSpPr txBox="1"/>
          <p:nvPr/>
        </p:nvSpPr>
        <p:spPr>
          <a:xfrm>
            <a:off x="11106022" y="10247548"/>
            <a:ext cx="3613278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consectetur adipiscing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6" name="Tampungan Gambar 29" descr="Tampungan Gambar 29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0" t="0" r="0" b="0"/>
          <a:stretch>
            <a:fillRect/>
          </a:stretch>
        </p:blipFill>
        <p:spPr>
          <a:xfrm>
            <a:off x="6998361" y="1937325"/>
            <a:ext cx="7053301" cy="49782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413"/>
                </a:moveTo>
                <a:lnTo>
                  <a:pt x="21600" y="20187"/>
                </a:lnTo>
                <a:cubicBezTo>
                  <a:pt x="21600" y="20967"/>
                  <a:pt x="21154" y="21600"/>
                  <a:pt x="20603" y="21600"/>
                </a:cubicBezTo>
                <a:lnTo>
                  <a:pt x="997" y="21600"/>
                </a:lnTo>
                <a:cubicBezTo>
                  <a:pt x="446" y="21600"/>
                  <a:pt x="0" y="20967"/>
                  <a:pt x="0" y="20187"/>
                </a:cubicBezTo>
                <a:lnTo>
                  <a:pt x="0" y="1413"/>
                </a:lnTo>
                <a:cubicBezTo>
                  <a:pt x="0" y="633"/>
                  <a:pt x="446" y="0"/>
                  <a:pt x="997" y="0"/>
                </a:cubicBezTo>
                <a:lnTo>
                  <a:pt x="20603" y="0"/>
                </a:lnTo>
                <a:cubicBezTo>
                  <a:pt x="21154" y="0"/>
                  <a:pt x="21600" y="633"/>
                  <a:pt x="21600" y="1413"/>
                </a:cubicBezTo>
                <a:close/>
              </a:path>
            </a:pathLst>
          </a:custGeom>
        </p:spPr>
      </p:pic>
      <p:pic>
        <p:nvPicPr>
          <p:cNvPr id="2587" name="Tampungan Gambar 30" descr="Tampungan Gambar 30"/>
          <p:cNvPicPr>
            <a:picLocks noChangeAspect="1"/>
          </p:cNvPicPr>
          <p:nvPr>
            <p:ph type="pic" idx="22"/>
          </p:nvPr>
        </p:nvPicPr>
        <p:blipFill>
          <a:blip r:embed="rId2">
            <a:extLst/>
          </a:blip>
          <a:srcRect l="0" t="0" r="0" b="0"/>
          <a:stretch>
            <a:fillRect/>
          </a:stretch>
        </p:blipFill>
        <p:spPr>
          <a:xfrm>
            <a:off x="-38104" y="1937325"/>
            <a:ext cx="6414388" cy="49782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413"/>
                </a:moveTo>
                <a:lnTo>
                  <a:pt x="21600" y="20187"/>
                </a:lnTo>
                <a:cubicBezTo>
                  <a:pt x="21600" y="20967"/>
                  <a:pt x="21061" y="21600"/>
                  <a:pt x="20396" y="21600"/>
                </a:cubicBezTo>
                <a:lnTo>
                  <a:pt x="0" y="21600"/>
                </a:lnTo>
                <a:lnTo>
                  <a:pt x="0" y="0"/>
                </a:lnTo>
                <a:lnTo>
                  <a:pt x="20396" y="0"/>
                </a:lnTo>
                <a:cubicBezTo>
                  <a:pt x="21061" y="0"/>
                  <a:pt x="21600" y="633"/>
                  <a:pt x="21600" y="1413"/>
                </a:cubicBezTo>
                <a:close/>
              </a:path>
            </a:pathLst>
          </a:custGeom>
        </p:spPr>
      </p:pic>
      <p:pic>
        <p:nvPicPr>
          <p:cNvPr id="2588" name="Tampungan Gambar 31" descr="Tampungan Gambar 31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0" t="0" r="0" b="0"/>
          <a:stretch>
            <a:fillRect/>
          </a:stretch>
        </p:blipFill>
        <p:spPr>
          <a:xfrm>
            <a:off x="12524389" y="7461781"/>
            <a:ext cx="11897708" cy="49782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516" y="21600"/>
                </a:lnTo>
                <a:cubicBezTo>
                  <a:pt x="231" y="21600"/>
                  <a:pt x="0" y="20967"/>
                  <a:pt x="0" y="20187"/>
                </a:cubicBezTo>
                <a:lnTo>
                  <a:pt x="0" y="1413"/>
                </a:lnTo>
                <a:cubicBezTo>
                  <a:pt x="0" y="633"/>
                  <a:pt x="231" y="0"/>
                  <a:pt x="516" y="0"/>
                </a:cubicBezTo>
                <a:lnTo>
                  <a:pt x="21600" y="0"/>
                </a:lnTo>
                <a:close/>
              </a:path>
            </a:pathLst>
          </a:custGeom>
        </p:spPr>
      </p:pic>
      <p:sp>
        <p:nvSpPr>
          <p:cNvPr id="2589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590" name="Slide Subtitle"/>
          <p:cNvSpPr txBox="1"/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591" name="Persegi Panjang: Sudut Lengkung 2"/>
          <p:cNvSpPr/>
          <p:nvPr/>
        </p:nvSpPr>
        <p:spPr>
          <a:xfrm>
            <a:off x="7004711" y="7461780"/>
            <a:ext cx="4771697" cy="4978259"/>
          </a:xfrm>
          <a:prstGeom prst="roundRect">
            <a:avLst>
              <a:gd name="adj" fmla="val 6541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92" name="Persegi Panjang: Sudut Lengkung 5"/>
          <p:cNvSpPr/>
          <p:nvPr/>
        </p:nvSpPr>
        <p:spPr>
          <a:xfrm>
            <a:off x="1598143" y="7461780"/>
            <a:ext cx="4771697" cy="4978259"/>
          </a:xfrm>
          <a:prstGeom prst="roundRect">
            <a:avLst>
              <a:gd name="adj" fmla="val 6541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593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812643" y="9459779"/>
            <a:ext cx="4450438" cy="2422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594" name="XXM"/>
          <p:cNvSpPr txBox="1"/>
          <p:nvPr/>
        </p:nvSpPr>
        <p:spPr>
          <a:xfrm>
            <a:off x="1812643" y="8020008"/>
            <a:ext cx="3340255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pc="-260" sz="6500"/>
              <a:t>M</a:t>
            </a:r>
          </a:p>
        </p:txBody>
      </p:sp>
      <p:sp>
        <p:nvSpPr>
          <p:cNvPr id="2595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7225071" y="9459779"/>
            <a:ext cx="4450437" cy="2422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596" name="XXM"/>
          <p:cNvSpPr txBox="1"/>
          <p:nvPr/>
        </p:nvSpPr>
        <p:spPr>
          <a:xfrm>
            <a:off x="7225071" y="8020008"/>
            <a:ext cx="3340255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pc="-260" sz="6500"/>
              <a:t>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8" name="Tampungan Gambar 29" descr="Tampungan Gambar 29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0" t="0" r="0" b="0"/>
          <a:stretch>
            <a:fillRect/>
          </a:stretch>
        </p:blipFill>
        <p:spPr>
          <a:xfrm>
            <a:off x="6998361" y="1937325"/>
            <a:ext cx="7053301" cy="49782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413"/>
                </a:moveTo>
                <a:lnTo>
                  <a:pt x="21600" y="20187"/>
                </a:lnTo>
                <a:cubicBezTo>
                  <a:pt x="21600" y="20967"/>
                  <a:pt x="21154" y="21600"/>
                  <a:pt x="20603" y="21600"/>
                </a:cubicBezTo>
                <a:lnTo>
                  <a:pt x="997" y="21600"/>
                </a:lnTo>
                <a:cubicBezTo>
                  <a:pt x="446" y="21600"/>
                  <a:pt x="0" y="20967"/>
                  <a:pt x="0" y="20187"/>
                </a:cubicBezTo>
                <a:lnTo>
                  <a:pt x="0" y="1413"/>
                </a:lnTo>
                <a:cubicBezTo>
                  <a:pt x="0" y="633"/>
                  <a:pt x="446" y="0"/>
                  <a:pt x="997" y="0"/>
                </a:cubicBezTo>
                <a:lnTo>
                  <a:pt x="20603" y="0"/>
                </a:lnTo>
                <a:cubicBezTo>
                  <a:pt x="21154" y="0"/>
                  <a:pt x="21600" y="633"/>
                  <a:pt x="21600" y="1413"/>
                </a:cubicBezTo>
                <a:close/>
              </a:path>
            </a:pathLst>
          </a:custGeom>
        </p:spPr>
      </p:pic>
      <p:pic>
        <p:nvPicPr>
          <p:cNvPr id="2599" name="Tampungan Gambar 30" descr="Tampungan Gambar 30"/>
          <p:cNvPicPr>
            <a:picLocks noChangeAspect="1"/>
          </p:cNvPicPr>
          <p:nvPr>
            <p:ph type="pic" idx="22"/>
          </p:nvPr>
        </p:nvPicPr>
        <p:blipFill>
          <a:blip r:embed="rId2">
            <a:extLst/>
          </a:blip>
          <a:srcRect l="0" t="0" r="0" b="0"/>
          <a:stretch>
            <a:fillRect/>
          </a:stretch>
        </p:blipFill>
        <p:spPr>
          <a:xfrm>
            <a:off x="-38104" y="1937325"/>
            <a:ext cx="6414388" cy="49782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413"/>
                </a:moveTo>
                <a:lnTo>
                  <a:pt x="21600" y="20187"/>
                </a:lnTo>
                <a:cubicBezTo>
                  <a:pt x="21600" y="20967"/>
                  <a:pt x="21061" y="21600"/>
                  <a:pt x="20396" y="21600"/>
                </a:cubicBezTo>
                <a:lnTo>
                  <a:pt x="0" y="21600"/>
                </a:lnTo>
                <a:lnTo>
                  <a:pt x="0" y="0"/>
                </a:lnTo>
                <a:lnTo>
                  <a:pt x="20396" y="0"/>
                </a:lnTo>
                <a:cubicBezTo>
                  <a:pt x="21061" y="0"/>
                  <a:pt x="21600" y="633"/>
                  <a:pt x="21600" y="1413"/>
                </a:cubicBezTo>
                <a:close/>
              </a:path>
            </a:pathLst>
          </a:custGeom>
        </p:spPr>
      </p:pic>
      <p:pic>
        <p:nvPicPr>
          <p:cNvPr id="2600" name="Tampungan Gambar 31" descr="Tampungan Gambar 31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0" t="0" r="0" b="0"/>
          <a:stretch>
            <a:fillRect/>
          </a:stretch>
        </p:blipFill>
        <p:spPr>
          <a:xfrm>
            <a:off x="12524389" y="7461781"/>
            <a:ext cx="11897708" cy="49782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516" y="21600"/>
                </a:lnTo>
                <a:cubicBezTo>
                  <a:pt x="231" y="21600"/>
                  <a:pt x="0" y="20967"/>
                  <a:pt x="0" y="20187"/>
                </a:cubicBezTo>
                <a:lnTo>
                  <a:pt x="0" y="1413"/>
                </a:lnTo>
                <a:cubicBezTo>
                  <a:pt x="0" y="633"/>
                  <a:pt x="231" y="0"/>
                  <a:pt x="516" y="0"/>
                </a:cubicBezTo>
                <a:lnTo>
                  <a:pt x="21600" y="0"/>
                </a:lnTo>
                <a:close/>
              </a:path>
            </a:pathLst>
          </a:custGeom>
        </p:spPr>
      </p:pic>
      <p:sp>
        <p:nvSpPr>
          <p:cNvPr id="2601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602" name="Slide Subtitle"/>
          <p:cNvSpPr txBox="1"/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603" name="Persegi Panjang: Sudut Lengkung 2"/>
          <p:cNvSpPr/>
          <p:nvPr/>
        </p:nvSpPr>
        <p:spPr>
          <a:xfrm>
            <a:off x="7004711" y="7461780"/>
            <a:ext cx="4771697" cy="4978259"/>
          </a:xfrm>
          <a:prstGeom prst="roundRect">
            <a:avLst>
              <a:gd name="adj" fmla="val 6541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604" name="Persegi Panjang: Sudut Lengkung 5"/>
          <p:cNvSpPr/>
          <p:nvPr/>
        </p:nvSpPr>
        <p:spPr>
          <a:xfrm>
            <a:off x="1598143" y="7461780"/>
            <a:ext cx="4771697" cy="4978259"/>
          </a:xfrm>
          <a:prstGeom prst="roundRect">
            <a:avLst>
              <a:gd name="adj" fmla="val 6541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605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812643" y="9459779"/>
            <a:ext cx="4450438" cy="2422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06" name="XXM"/>
          <p:cNvSpPr txBox="1"/>
          <p:nvPr/>
        </p:nvSpPr>
        <p:spPr>
          <a:xfrm>
            <a:off x="1812643" y="8020008"/>
            <a:ext cx="3340255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pc="-260" sz="6500"/>
              <a:t>M</a:t>
            </a:r>
          </a:p>
        </p:txBody>
      </p:sp>
      <p:sp>
        <p:nvSpPr>
          <p:cNvPr id="2607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7225071" y="9459779"/>
            <a:ext cx="4450437" cy="2422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08" name="XXM"/>
          <p:cNvSpPr txBox="1"/>
          <p:nvPr/>
        </p:nvSpPr>
        <p:spPr>
          <a:xfrm>
            <a:off x="7225071" y="8020008"/>
            <a:ext cx="3340255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pc="-260" sz="6500"/>
              <a:t>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0" name="Picture Placeholder 5" descr="Picture Placeholder 5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2611" name="Slide Title"/>
          <p:cNvSpPr txBox="1"/>
          <p:nvPr>
            <p:ph type="title"/>
          </p:nvPr>
        </p:nvSpPr>
        <p:spPr>
          <a:xfrm>
            <a:off x="1143000" y="3335875"/>
            <a:ext cx="10045899" cy="1293464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612" name="Slide Subtitle"/>
          <p:cNvSpPr txBox="1"/>
          <p:nvPr>
            <p:ph type="body" idx="22"/>
          </p:nvPr>
        </p:nvSpPr>
        <p:spPr>
          <a:xfrm>
            <a:off x="1143000" y="4629337"/>
            <a:ext cx="10045899" cy="9347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613" name="Persegi Panjang: Sudut Lengkung 5"/>
          <p:cNvSpPr/>
          <p:nvPr/>
        </p:nvSpPr>
        <p:spPr>
          <a:xfrm>
            <a:off x="11616271" y="1788095"/>
            <a:ext cx="11051543" cy="10139810"/>
          </a:xfrm>
          <a:prstGeom prst="roundRect">
            <a:avLst>
              <a:gd name="adj" fmla="val 2505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614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2691605" y="4313713"/>
            <a:ext cx="8751770" cy="1581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15" name="XX%"/>
          <p:cNvSpPr txBox="1"/>
          <p:nvPr/>
        </p:nvSpPr>
        <p:spPr>
          <a:xfrm>
            <a:off x="12691605" y="6546850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pc="-260" sz="6500"/>
              <a:t>%</a:t>
            </a:r>
          </a:p>
        </p:txBody>
      </p:sp>
      <p:sp>
        <p:nvSpPr>
          <p:cNvPr id="2616" name="Competitor Analysis"/>
          <p:cNvSpPr txBox="1"/>
          <p:nvPr/>
        </p:nvSpPr>
        <p:spPr>
          <a:xfrm>
            <a:off x="12691605" y="3363452"/>
            <a:ext cx="5143705" cy="6070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pPr/>
            <a:r>
              <a:t>Competitor Analysis</a:t>
            </a:r>
          </a:p>
        </p:txBody>
      </p:sp>
      <p:sp>
        <p:nvSpPr>
          <p:cNvPr id="2617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2766158" y="8122806"/>
            <a:ext cx="4375885" cy="2545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graphicFrame>
        <p:nvGraphicFramePr>
          <p:cNvPr id="2618" name="2D Donut Chart"/>
          <p:cNvGraphicFramePr/>
          <p:nvPr/>
        </p:nvGraphicFramePr>
        <p:xfrm>
          <a:off x="17595299" y="6448512"/>
          <a:ext cx="4219489" cy="42194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0" name="Picture Placeholder 5" descr="Picture Placeholder 5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2621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622" name="Slide Subtitle"/>
          <p:cNvSpPr txBox="1"/>
          <p:nvPr>
            <p:ph type="body" idx="2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623" name="Persegi Panjang: Sudut Lengkung 5"/>
          <p:cNvSpPr/>
          <p:nvPr/>
        </p:nvSpPr>
        <p:spPr>
          <a:xfrm>
            <a:off x="11616271" y="1788095"/>
            <a:ext cx="11051543" cy="10139810"/>
          </a:xfrm>
          <a:prstGeom prst="roundRect">
            <a:avLst>
              <a:gd name="adj" fmla="val 2505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624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2691605" y="4313713"/>
            <a:ext cx="8751770" cy="1581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25" name="XX%"/>
          <p:cNvSpPr txBox="1"/>
          <p:nvPr/>
        </p:nvSpPr>
        <p:spPr>
          <a:xfrm>
            <a:off x="12691605" y="6546850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pc="-400" sz="100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pc="-260" sz="6500"/>
              <a:t>%</a:t>
            </a:r>
          </a:p>
        </p:txBody>
      </p:sp>
      <p:sp>
        <p:nvSpPr>
          <p:cNvPr id="2626" name="Competitor Analysis"/>
          <p:cNvSpPr txBox="1"/>
          <p:nvPr/>
        </p:nvSpPr>
        <p:spPr>
          <a:xfrm>
            <a:off x="12691605" y="3363452"/>
            <a:ext cx="5143705" cy="6070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pPr/>
            <a:r>
              <a:t>Competitor Analysis</a:t>
            </a:r>
          </a:p>
        </p:txBody>
      </p:sp>
      <p:sp>
        <p:nvSpPr>
          <p:cNvPr id="2627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2766158" y="8122806"/>
            <a:ext cx="4375885" cy="2545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graphicFrame>
        <p:nvGraphicFramePr>
          <p:cNvPr id="2628" name="2D Donut Chart"/>
          <p:cNvGraphicFramePr/>
          <p:nvPr/>
        </p:nvGraphicFramePr>
        <p:xfrm>
          <a:off x="17595299" y="6448512"/>
          <a:ext cx="4219489" cy="42194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0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631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pic>
        <p:nvPicPr>
          <p:cNvPr id="2632" name="placeholder.png" descr="placeholder.png"/>
          <p:cNvPicPr>
            <a:picLocks noChangeAspect="1"/>
          </p:cNvPicPr>
          <p:nvPr>
            <p:ph type="pic" idx="22"/>
          </p:nvPr>
        </p:nvPicPr>
        <p:blipFill>
          <a:blip r:embed="rId2">
            <a:extLst/>
          </a:blip>
          <a:srcRect l="37066" t="0" r="32880" b="1379"/>
          <a:stretch>
            <a:fillRect/>
          </a:stretch>
        </p:blipFill>
        <p:spPr>
          <a:xfrm>
            <a:off x="13025925" y="969227"/>
            <a:ext cx="10160001" cy="8255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064" y="78"/>
                </a:moveTo>
                <a:cubicBezTo>
                  <a:pt x="21284" y="177"/>
                  <a:pt x="21457" y="389"/>
                  <a:pt x="21536" y="660"/>
                </a:cubicBezTo>
                <a:cubicBezTo>
                  <a:pt x="21600" y="847"/>
                  <a:pt x="21600" y="1128"/>
                  <a:pt x="21600" y="1597"/>
                </a:cubicBezTo>
                <a:lnTo>
                  <a:pt x="21600" y="20003"/>
                </a:lnTo>
                <a:cubicBezTo>
                  <a:pt x="21600" y="20472"/>
                  <a:pt x="21600" y="20753"/>
                  <a:pt x="21536" y="20940"/>
                </a:cubicBezTo>
                <a:cubicBezTo>
                  <a:pt x="21457" y="21211"/>
                  <a:pt x="21284" y="21423"/>
                  <a:pt x="21064" y="21522"/>
                </a:cubicBezTo>
                <a:cubicBezTo>
                  <a:pt x="20912" y="21600"/>
                  <a:pt x="20683" y="21600"/>
                  <a:pt x="20303" y="21600"/>
                </a:cubicBezTo>
                <a:lnTo>
                  <a:pt x="1297" y="21600"/>
                </a:lnTo>
                <a:cubicBezTo>
                  <a:pt x="917" y="21600"/>
                  <a:pt x="688" y="21600"/>
                  <a:pt x="536" y="21522"/>
                </a:cubicBezTo>
                <a:cubicBezTo>
                  <a:pt x="316" y="21423"/>
                  <a:pt x="143" y="21211"/>
                  <a:pt x="64" y="20940"/>
                </a:cubicBezTo>
                <a:cubicBezTo>
                  <a:pt x="0" y="20753"/>
                  <a:pt x="0" y="20472"/>
                  <a:pt x="0" y="20003"/>
                </a:cubicBezTo>
                <a:lnTo>
                  <a:pt x="0" y="1597"/>
                </a:lnTo>
                <a:cubicBezTo>
                  <a:pt x="0" y="1128"/>
                  <a:pt x="0" y="847"/>
                  <a:pt x="64" y="660"/>
                </a:cubicBezTo>
                <a:cubicBezTo>
                  <a:pt x="143" y="389"/>
                  <a:pt x="316" y="177"/>
                  <a:pt x="536" y="78"/>
                </a:cubicBezTo>
                <a:cubicBezTo>
                  <a:pt x="688" y="0"/>
                  <a:pt x="917" y="0"/>
                  <a:pt x="1297" y="0"/>
                </a:cubicBezTo>
                <a:lnTo>
                  <a:pt x="20303" y="0"/>
                </a:lnTo>
                <a:cubicBezTo>
                  <a:pt x="20683" y="0"/>
                  <a:pt x="20912" y="0"/>
                  <a:pt x="21064" y="78"/>
                </a:cubicBezTo>
                <a:close/>
              </a:path>
            </a:pathLst>
          </a:custGeom>
        </p:spPr>
      </p:pic>
      <p:sp>
        <p:nvSpPr>
          <p:cNvPr id="2633" name="XX%"/>
          <p:cNvSpPr txBox="1"/>
          <p:nvPr/>
        </p:nvSpPr>
        <p:spPr>
          <a:xfrm>
            <a:off x="3987376" y="10003797"/>
            <a:ext cx="2051305" cy="1117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ctr" defTabSz="2438337">
              <a:defRPr sz="8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000"/>
              <a:t>%</a:t>
            </a:r>
          </a:p>
        </p:txBody>
      </p:sp>
      <p:sp>
        <p:nvSpPr>
          <p:cNvPr id="2634" name="Lorem ipsum dolor sit amet, consectetur adipiscing elit, sed do eiusmod tempor incididunt ut labore et dolore magna aliqua"/>
          <p:cNvSpPr txBox="1"/>
          <p:nvPr/>
        </p:nvSpPr>
        <p:spPr>
          <a:xfrm>
            <a:off x="2573163" y="11002863"/>
            <a:ext cx="4879731" cy="1630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algn="ctr" defTabSz="2438337">
              <a:lnSpc>
                <a:spcPts val="3000"/>
              </a:lnSpc>
              <a:defRPr sz="24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amet, consectetur adipiscing elit, sed do eiusmod tempor incididunt ut labore et dolore magna aliqua</a:t>
            </a:r>
          </a:p>
        </p:txBody>
      </p:sp>
      <p:sp>
        <p:nvSpPr>
          <p:cNvPr id="2635" name="XX%"/>
          <p:cNvSpPr txBox="1"/>
          <p:nvPr/>
        </p:nvSpPr>
        <p:spPr>
          <a:xfrm>
            <a:off x="10955723" y="10003797"/>
            <a:ext cx="2051305" cy="1117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ctr" defTabSz="2438337">
              <a:defRPr sz="8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000"/>
              <a:t>%</a:t>
            </a:r>
          </a:p>
        </p:txBody>
      </p:sp>
      <p:sp>
        <p:nvSpPr>
          <p:cNvPr id="2636" name="Lorem ipsum dolor sit amet, consectetur adipiscing elit, sed do eiusmod tempor incididunt ut labore et dolore magna aliqua"/>
          <p:cNvSpPr txBox="1"/>
          <p:nvPr/>
        </p:nvSpPr>
        <p:spPr>
          <a:xfrm>
            <a:off x="9644962" y="11002863"/>
            <a:ext cx="4672827" cy="1630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algn="ctr" defTabSz="2438337">
              <a:lnSpc>
                <a:spcPts val="3000"/>
              </a:lnSpc>
              <a:defRPr sz="24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amet, consectetur adipiscing elit, sed do eiusmod tempor incididunt ut labore et dolore magna aliqua</a:t>
            </a:r>
          </a:p>
        </p:txBody>
      </p:sp>
      <p:sp>
        <p:nvSpPr>
          <p:cNvPr id="2637" name="XX%"/>
          <p:cNvSpPr txBox="1"/>
          <p:nvPr/>
        </p:nvSpPr>
        <p:spPr>
          <a:xfrm>
            <a:off x="17820619" y="10003797"/>
            <a:ext cx="2051305" cy="1117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ctr" defTabSz="2438337">
              <a:defRPr sz="8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000"/>
              <a:t>%</a:t>
            </a:r>
          </a:p>
        </p:txBody>
      </p:sp>
      <p:sp>
        <p:nvSpPr>
          <p:cNvPr id="2638" name="Lorem ipsum dolor sit amet, consectetur adipiscing elit, sed do eiusmod tempor incididunt ut labore et dolore magna aliqua"/>
          <p:cNvSpPr txBox="1"/>
          <p:nvPr/>
        </p:nvSpPr>
        <p:spPr>
          <a:xfrm>
            <a:off x="16509857" y="11002863"/>
            <a:ext cx="4672827" cy="1630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algn="ctr" defTabSz="2438337">
              <a:lnSpc>
                <a:spcPts val="3000"/>
              </a:lnSpc>
              <a:defRPr sz="24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amet, consectetur adipiscing elit, sed do eiusmod tempor incididunt ut labore et dolore magna aliqua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0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641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642" name="Oval 11"/>
          <p:cNvSpPr/>
          <p:nvPr/>
        </p:nvSpPr>
        <p:spPr>
          <a:xfrm>
            <a:off x="7686049" y="1334002"/>
            <a:ext cx="2208796" cy="2208796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baseline="-50000" sz="6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sx="100000" sy="100000" kx="0" ky="0" algn="b" rotWithShape="0" blurRad="215900" dist="63500" dir="366000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</a:p>
        </p:txBody>
      </p:sp>
      <p:sp>
        <p:nvSpPr>
          <p:cNvPr id="2643" name="Oval 11"/>
          <p:cNvSpPr/>
          <p:nvPr/>
        </p:nvSpPr>
        <p:spPr>
          <a:xfrm>
            <a:off x="8245624" y="4280402"/>
            <a:ext cx="2208796" cy="2208796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baseline="-50000" sz="6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sx="100000" sy="100000" kx="0" ky="0" algn="b" rotWithShape="0" blurRad="215900" dist="63500" dir="366000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</a:p>
        </p:txBody>
      </p:sp>
      <p:sp>
        <p:nvSpPr>
          <p:cNvPr id="2644" name="Oval 11"/>
          <p:cNvSpPr/>
          <p:nvPr/>
        </p:nvSpPr>
        <p:spPr>
          <a:xfrm>
            <a:off x="8908008" y="7226803"/>
            <a:ext cx="2208796" cy="2208795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baseline="-50000" sz="6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sx="100000" sy="100000" kx="0" ky="0" algn="b" rotWithShape="0" blurRad="215900" dist="63500" dir="366000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</a:p>
        </p:txBody>
      </p:sp>
      <p:sp>
        <p:nvSpPr>
          <p:cNvPr id="2645" name="Oval 11"/>
          <p:cNvSpPr/>
          <p:nvPr/>
        </p:nvSpPr>
        <p:spPr>
          <a:xfrm>
            <a:off x="9510756" y="10173203"/>
            <a:ext cx="2208796" cy="2208795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baseline="-50000" sz="6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sx="100000" sy="100000" kx="0" ky="0" algn="b" rotWithShape="0" blurRad="215900" dist="63500" dir="366000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</a:p>
        </p:txBody>
      </p:sp>
      <p:sp>
        <p:nvSpPr>
          <p:cNvPr id="2646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0190206" y="1835150"/>
            <a:ext cx="7436404" cy="120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47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0818353" y="4781550"/>
            <a:ext cx="7933291" cy="120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48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1776701" y="7727950"/>
            <a:ext cx="7933291" cy="120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49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2335501" y="10674350"/>
            <a:ext cx="7933291" cy="120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50" name="Freeform 196"/>
          <p:cNvSpPr/>
          <p:nvPr/>
        </p:nvSpPr>
        <p:spPr>
          <a:xfrm>
            <a:off x="8282434" y="2060486"/>
            <a:ext cx="1007897" cy="8428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18" fill="norm" stroke="1" extrusionOk="0"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1042"/>
                  <a:pt x="0" y="2328"/>
                </a:cubicBezTo>
                <a:lnTo>
                  <a:pt x="0" y="15188"/>
                </a:lnTo>
                <a:cubicBezTo>
                  <a:pt x="0" y="16474"/>
                  <a:pt x="879" y="17516"/>
                  <a:pt x="1964" y="17516"/>
                </a:cubicBezTo>
                <a:lnTo>
                  <a:pt x="19636" y="17516"/>
                </a:lnTo>
                <a:cubicBezTo>
                  <a:pt x="20721" y="17516"/>
                  <a:pt x="21600" y="16474"/>
                  <a:pt x="21600" y="15188"/>
                </a:cubicBezTo>
                <a:lnTo>
                  <a:pt x="21600" y="2328"/>
                </a:lnTo>
                <a:cubicBezTo>
                  <a:pt x="21600" y="1042"/>
                  <a:pt x="20721" y="0"/>
                  <a:pt x="19636" y="0"/>
                </a:cubicBezTo>
                <a:close/>
                <a:moveTo>
                  <a:pt x="20618" y="15186"/>
                </a:moveTo>
                <a:cubicBezTo>
                  <a:pt x="20618" y="15829"/>
                  <a:pt x="20179" y="16350"/>
                  <a:pt x="19636" y="16350"/>
                </a:cubicBezTo>
                <a:lnTo>
                  <a:pt x="1964" y="16350"/>
                </a:lnTo>
                <a:cubicBezTo>
                  <a:pt x="1421" y="16350"/>
                  <a:pt x="982" y="15829"/>
                  <a:pt x="982" y="15186"/>
                </a:cubicBezTo>
                <a:lnTo>
                  <a:pt x="982" y="2328"/>
                </a:lnTo>
                <a:cubicBezTo>
                  <a:pt x="982" y="1685"/>
                  <a:pt x="1421" y="1164"/>
                  <a:pt x="1964" y="1164"/>
                </a:cubicBezTo>
                <a:lnTo>
                  <a:pt x="19636" y="1164"/>
                </a:lnTo>
                <a:cubicBezTo>
                  <a:pt x="20179" y="1164"/>
                  <a:pt x="20618" y="1685"/>
                  <a:pt x="20618" y="2328"/>
                </a:cubicBezTo>
                <a:close/>
                <a:moveTo>
                  <a:pt x="12951" y="9255"/>
                </a:moveTo>
                <a:lnTo>
                  <a:pt x="9573" y="11700"/>
                </a:lnTo>
                <a:cubicBezTo>
                  <a:pt x="9341" y="11867"/>
                  <a:pt x="9039" y="11781"/>
                  <a:pt x="8898" y="11506"/>
                </a:cubicBezTo>
                <a:cubicBezTo>
                  <a:pt x="8851" y="11415"/>
                  <a:pt x="8826" y="11310"/>
                  <a:pt x="8826" y="11203"/>
                </a:cubicBezTo>
                <a:lnTo>
                  <a:pt x="8826" y="6312"/>
                </a:lnTo>
                <a:cubicBezTo>
                  <a:pt x="8826" y="5991"/>
                  <a:pt x="9046" y="5730"/>
                  <a:pt x="9317" y="5730"/>
                </a:cubicBezTo>
                <a:cubicBezTo>
                  <a:pt x="9407" y="5730"/>
                  <a:pt x="9496" y="5760"/>
                  <a:pt x="9573" y="5816"/>
                </a:cubicBezTo>
                <a:lnTo>
                  <a:pt x="12952" y="8260"/>
                </a:lnTo>
                <a:cubicBezTo>
                  <a:pt x="13184" y="8428"/>
                  <a:pt x="13257" y="8786"/>
                  <a:pt x="13116" y="9060"/>
                </a:cubicBezTo>
                <a:cubicBezTo>
                  <a:pt x="13075" y="9140"/>
                  <a:pt x="13018" y="9207"/>
                  <a:pt x="12951" y="9255"/>
                </a:cubicBezTo>
                <a:close/>
                <a:moveTo>
                  <a:pt x="4079" y="20116"/>
                </a:moveTo>
                <a:cubicBezTo>
                  <a:pt x="4079" y="20437"/>
                  <a:pt x="3860" y="20698"/>
                  <a:pt x="3589" y="20698"/>
                </a:cubicBezTo>
                <a:lnTo>
                  <a:pt x="491" y="20698"/>
                </a:lnTo>
                <a:cubicBezTo>
                  <a:pt x="220" y="20698"/>
                  <a:pt x="0" y="20437"/>
                  <a:pt x="0" y="20116"/>
                </a:cubicBezTo>
                <a:cubicBezTo>
                  <a:pt x="0" y="19794"/>
                  <a:pt x="220" y="19534"/>
                  <a:pt x="491" y="19534"/>
                </a:cubicBezTo>
                <a:lnTo>
                  <a:pt x="3589" y="19534"/>
                </a:lnTo>
                <a:cubicBezTo>
                  <a:pt x="3860" y="19534"/>
                  <a:pt x="4079" y="19794"/>
                  <a:pt x="4079" y="20116"/>
                </a:cubicBezTo>
                <a:close/>
                <a:moveTo>
                  <a:pt x="21600" y="20116"/>
                </a:moveTo>
                <a:cubicBezTo>
                  <a:pt x="21600" y="20437"/>
                  <a:pt x="21380" y="20698"/>
                  <a:pt x="21109" y="20698"/>
                </a:cubicBezTo>
                <a:lnTo>
                  <a:pt x="7261" y="20698"/>
                </a:lnTo>
                <a:cubicBezTo>
                  <a:pt x="7223" y="20694"/>
                  <a:pt x="7186" y="20685"/>
                  <a:pt x="7150" y="20671"/>
                </a:cubicBezTo>
                <a:cubicBezTo>
                  <a:pt x="6891" y="21322"/>
                  <a:pt x="6237" y="21600"/>
                  <a:pt x="5688" y="21293"/>
                </a:cubicBezTo>
                <a:cubicBezTo>
                  <a:pt x="5140" y="20986"/>
                  <a:pt x="4905" y="20210"/>
                  <a:pt x="5164" y="19560"/>
                </a:cubicBezTo>
                <a:cubicBezTo>
                  <a:pt x="5423" y="18909"/>
                  <a:pt x="6077" y="18631"/>
                  <a:pt x="6626" y="18938"/>
                </a:cubicBezTo>
                <a:cubicBezTo>
                  <a:pt x="6856" y="19067"/>
                  <a:pt x="7041" y="19287"/>
                  <a:pt x="7150" y="19560"/>
                </a:cubicBezTo>
                <a:cubicBezTo>
                  <a:pt x="7186" y="19546"/>
                  <a:pt x="7224" y="19537"/>
                  <a:pt x="7262" y="19534"/>
                </a:cubicBezTo>
                <a:lnTo>
                  <a:pt x="21109" y="19534"/>
                </a:lnTo>
                <a:cubicBezTo>
                  <a:pt x="21380" y="19534"/>
                  <a:pt x="21600" y="19794"/>
                  <a:pt x="21600" y="20116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651" name="Freeform 179"/>
          <p:cNvSpPr/>
          <p:nvPr/>
        </p:nvSpPr>
        <p:spPr>
          <a:xfrm>
            <a:off x="9366674" y="7828013"/>
            <a:ext cx="1155759" cy="9808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99" h="21600" fill="norm" stroke="1" extrusionOk="0">
                <a:moveTo>
                  <a:pt x="1509" y="17153"/>
                </a:moveTo>
                <a:cubicBezTo>
                  <a:pt x="1509" y="21282"/>
                  <a:pt x="1509" y="21282"/>
                  <a:pt x="1509" y="21282"/>
                </a:cubicBezTo>
                <a:cubicBezTo>
                  <a:pt x="1509" y="21441"/>
                  <a:pt x="1643" y="21600"/>
                  <a:pt x="2046" y="21600"/>
                </a:cubicBezTo>
                <a:cubicBezTo>
                  <a:pt x="4595" y="21600"/>
                  <a:pt x="4595" y="21600"/>
                  <a:pt x="4595" y="21600"/>
                </a:cubicBezTo>
                <a:cubicBezTo>
                  <a:pt x="4729" y="21600"/>
                  <a:pt x="4863" y="21441"/>
                  <a:pt x="4863" y="21282"/>
                </a:cubicBezTo>
                <a:cubicBezTo>
                  <a:pt x="4863" y="13976"/>
                  <a:pt x="4863" y="13976"/>
                  <a:pt x="4863" y="13976"/>
                </a:cubicBezTo>
                <a:cubicBezTo>
                  <a:pt x="2985" y="16200"/>
                  <a:pt x="2985" y="16200"/>
                  <a:pt x="2985" y="16200"/>
                </a:cubicBezTo>
                <a:cubicBezTo>
                  <a:pt x="2582" y="16676"/>
                  <a:pt x="2180" y="16994"/>
                  <a:pt x="1509" y="17153"/>
                </a:cubicBezTo>
                <a:close/>
                <a:moveTo>
                  <a:pt x="6205" y="13818"/>
                </a:moveTo>
                <a:cubicBezTo>
                  <a:pt x="6205" y="21282"/>
                  <a:pt x="6205" y="21282"/>
                  <a:pt x="6205" y="21282"/>
                </a:cubicBezTo>
                <a:cubicBezTo>
                  <a:pt x="6205" y="21441"/>
                  <a:pt x="6473" y="21600"/>
                  <a:pt x="6741" y="21600"/>
                </a:cubicBezTo>
                <a:cubicBezTo>
                  <a:pt x="9290" y="21600"/>
                  <a:pt x="9290" y="21600"/>
                  <a:pt x="9290" y="21600"/>
                </a:cubicBezTo>
                <a:cubicBezTo>
                  <a:pt x="9424" y="21600"/>
                  <a:pt x="9693" y="21441"/>
                  <a:pt x="9693" y="21282"/>
                </a:cubicBezTo>
                <a:cubicBezTo>
                  <a:pt x="9693" y="16835"/>
                  <a:pt x="9693" y="16835"/>
                  <a:pt x="9693" y="16835"/>
                </a:cubicBezTo>
                <a:cubicBezTo>
                  <a:pt x="9156" y="16835"/>
                  <a:pt x="8485" y="16518"/>
                  <a:pt x="8217" y="16041"/>
                </a:cubicBezTo>
                <a:lnTo>
                  <a:pt x="6205" y="13818"/>
                </a:lnTo>
                <a:close/>
                <a:moveTo>
                  <a:pt x="11169" y="16359"/>
                </a:moveTo>
                <a:cubicBezTo>
                  <a:pt x="11169" y="21282"/>
                  <a:pt x="11169" y="21282"/>
                  <a:pt x="11169" y="21282"/>
                </a:cubicBezTo>
                <a:cubicBezTo>
                  <a:pt x="11169" y="21441"/>
                  <a:pt x="11303" y="21600"/>
                  <a:pt x="11437" y="21600"/>
                </a:cubicBezTo>
                <a:cubicBezTo>
                  <a:pt x="14120" y="21600"/>
                  <a:pt x="14120" y="21600"/>
                  <a:pt x="14120" y="21600"/>
                </a:cubicBezTo>
                <a:cubicBezTo>
                  <a:pt x="14388" y="21600"/>
                  <a:pt x="14657" y="21441"/>
                  <a:pt x="14657" y="21282"/>
                </a:cubicBezTo>
                <a:cubicBezTo>
                  <a:pt x="14657" y="12388"/>
                  <a:pt x="14657" y="12388"/>
                  <a:pt x="14657" y="12388"/>
                </a:cubicBezTo>
                <a:cubicBezTo>
                  <a:pt x="11437" y="15882"/>
                  <a:pt x="11437" y="15882"/>
                  <a:pt x="11437" y="15882"/>
                </a:cubicBezTo>
                <a:cubicBezTo>
                  <a:pt x="11303" y="16200"/>
                  <a:pt x="11169" y="16359"/>
                  <a:pt x="11169" y="16359"/>
                </a:cubicBezTo>
                <a:close/>
                <a:moveTo>
                  <a:pt x="19084" y="7147"/>
                </a:moveTo>
                <a:cubicBezTo>
                  <a:pt x="15998" y="10959"/>
                  <a:pt x="15998" y="10959"/>
                  <a:pt x="15998" y="10959"/>
                </a:cubicBezTo>
                <a:cubicBezTo>
                  <a:pt x="15998" y="21282"/>
                  <a:pt x="15998" y="21282"/>
                  <a:pt x="15998" y="21282"/>
                </a:cubicBezTo>
                <a:cubicBezTo>
                  <a:pt x="15998" y="21441"/>
                  <a:pt x="16133" y="21600"/>
                  <a:pt x="16267" y="21600"/>
                </a:cubicBezTo>
                <a:cubicBezTo>
                  <a:pt x="19084" y="21600"/>
                  <a:pt x="19084" y="21600"/>
                  <a:pt x="19084" y="21600"/>
                </a:cubicBezTo>
                <a:cubicBezTo>
                  <a:pt x="19352" y="21600"/>
                  <a:pt x="19487" y="21441"/>
                  <a:pt x="19487" y="21282"/>
                </a:cubicBezTo>
                <a:cubicBezTo>
                  <a:pt x="19487" y="7465"/>
                  <a:pt x="19487" y="7465"/>
                  <a:pt x="19487" y="7465"/>
                </a:cubicBezTo>
                <a:cubicBezTo>
                  <a:pt x="19352" y="7306"/>
                  <a:pt x="19352" y="7306"/>
                  <a:pt x="19352" y="7147"/>
                </a:cubicBezTo>
                <a:lnTo>
                  <a:pt x="19084" y="7147"/>
                </a:lnTo>
                <a:close/>
                <a:moveTo>
                  <a:pt x="21365" y="318"/>
                </a:moveTo>
                <a:cubicBezTo>
                  <a:pt x="21097" y="159"/>
                  <a:pt x="20962" y="0"/>
                  <a:pt x="20694" y="0"/>
                </a:cubicBezTo>
                <a:cubicBezTo>
                  <a:pt x="19352" y="159"/>
                  <a:pt x="18145" y="159"/>
                  <a:pt x="16938" y="159"/>
                </a:cubicBezTo>
                <a:cubicBezTo>
                  <a:pt x="16669" y="159"/>
                  <a:pt x="16535" y="159"/>
                  <a:pt x="16401" y="635"/>
                </a:cubicBezTo>
                <a:cubicBezTo>
                  <a:pt x="16267" y="635"/>
                  <a:pt x="16267" y="635"/>
                  <a:pt x="16267" y="794"/>
                </a:cubicBezTo>
                <a:cubicBezTo>
                  <a:pt x="15998" y="1112"/>
                  <a:pt x="16267" y="1588"/>
                  <a:pt x="16401" y="1747"/>
                </a:cubicBezTo>
                <a:cubicBezTo>
                  <a:pt x="16669" y="1906"/>
                  <a:pt x="16669" y="1906"/>
                  <a:pt x="16669" y="1906"/>
                </a:cubicBezTo>
                <a:cubicBezTo>
                  <a:pt x="16938" y="2382"/>
                  <a:pt x="17072" y="2541"/>
                  <a:pt x="17340" y="2700"/>
                </a:cubicBezTo>
                <a:cubicBezTo>
                  <a:pt x="9827" y="11753"/>
                  <a:pt x="9827" y="11753"/>
                  <a:pt x="9827" y="11753"/>
                </a:cubicBezTo>
                <a:cubicBezTo>
                  <a:pt x="6339" y="7782"/>
                  <a:pt x="6339" y="7782"/>
                  <a:pt x="6339" y="7782"/>
                </a:cubicBezTo>
                <a:cubicBezTo>
                  <a:pt x="6205" y="7624"/>
                  <a:pt x="5802" y="7306"/>
                  <a:pt x="5534" y="7306"/>
                </a:cubicBezTo>
                <a:cubicBezTo>
                  <a:pt x="5400" y="7306"/>
                  <a:pt x="4997" y="7624"/>
                  <a:pt x="4863" y="7782"/>
                </a:cubicBezTo>
                <a:cubicBezTo>
                  <a:pt x="301" y="13024"/>
                  <a:pt x="301" y="13024"/>
                  <a:pt x="301" y="13024"/>
                </a:cubicBezTo>
                <a:cubicBezTo>
                  <a:pt x="-101" y="13500"/>
                  <a:pt x="-101" y="14294"/>
                  <a:pt x="301" y="14929"/>
                </a:cubicBezTo>
                <a:cubicBezTo>
                  <a:pt x="570" y="15088"/>
                  <a:pt x="570" y="15088"/>
                  <a:pt x="570" y="15088"/>
                </a:cubicBezTo>
                <a:cubicBezTo>
                  <a:pt x="704" y="15247"/>
                  <a:pt x="972" y="15565"/>
                  <a:pt x="1241" y="15565"/>
                </a:cubicBezTo>
                <a:cubicBezTo>
                  <a:pt x="1643" y="15565"/>
                  <a:pt x="1911" y="15247"/>
                  <a:pt x="2046" y="15088"/>
                </a:cubicBezTo>
                <a:cubicBezTo>
                  <a:pt x="5534" y="10800"/>
                  <a:pt x="5534" y="10800"/>
                  <a:pt x="5534" y="10800"/>
                </a:cubicBezTo>
                <a:cubicBezTo>
                  <a:pt x="9022" y="14929"/>
                  <a:pt x="9022" y="14929"/>
                  <a:pt x="9022" y="14929"/>
                </a:cubicBezTo>
                <a:cubicBezTo>
                  <a:pt x="9156" y="15088"/>
                  <a:pt x="9424" y="15247"/>
                  <a:pt x="9827" y="15247"/>
                </a:cubicBezTo>
                <a:cubicBezTo>
                  <a:pt x="10095" y="15247"/>
                  <a:pt x="10364" y="15088"/>
                  <a:pt x="10498" y="14929"/>
                </a:cubicBezTo>
                <a:cubicBezTo>
                  <a:pt x="19084" y="4765"/>
                  <a:pt x="19084" y="4765"/>
                  <a:pt x="19084" y="4765"/>
                </a:cubicBezTo>
                <a:cubicBezTo>
                  <a:pt x="20023" y="6035"/>
                  <a:pt x="20023" y="6035"/>
                  <a:pt x="20023" y="6035"/>
                </a:cubicBezTo>
                <a:cubicBezTo>
                  <a:pt x="20157" y="6194"/>
                  <a:pt x="20292" y="6353"/>
                  <a:pt x="20560" y="6353"/>
                </a:cubicBezTo>
                <a:cubicBezTo>
                  <a:pt x="20694" y="6353"/>
                  <a:pt x="20828" y="6194"/>
                  <a:pt x="20828" y="6194"/>
                </a:cubicBezTo>
                <a:cubicBezTo>
                  <a:pt x="20962" y="6194"/>
                  <a:pt x="20962" y="6194"/>
                  <a:pt x="20962" y="6035"/>
                </a:cubicBezTo>
                <a:cubicBezTo>
                  <a:pt x="21365" y="5876"/>
                  <a:pt x="21365" y="5559"/>
                  <a:pt x="21365" y="5241"/>
                </a:cubicBezTo>
                <a:cubicBezTo>
                  <a:pt x="21365" y="4288"/>
                  <a:pt x="21365" y="3494"/>
                  <a:pt x="21499" y="2541"/>
                </a:cubicBezTo>
                <a:cubicBezTo>
                  <a:pt x="21499" y="953"/>
                  <a:pt x="21499" y="953"/>
                  <a:pt x="21499" y="953"/>
                </a:cubicBezTo>
                <a:cubicBezTo>
                  <a:pt x="21499" y="794"/>
                  <a:pt x="21499" y="318"/>
                  <a:pt x="21365" y="318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652" name="Freeform 148"/>
          <p:cNvSpPr/>
          <p:nvPr/>
        </p:nvSpPr>
        <p:spPr>
          <a:xfrm>
            <a:off x="9962694" y="10773891"/>
            <a:ext cx="1221057" cy="10478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865" y="11735"/>
                </a:moveTo>
                <a:cubicBezTo>
                  <a:pt x="13427" y="9865"/>
                  <a:pt x="13427" y="9865"/>
                  <a:pt x="13427" y="9865"/>
                </a:cubicBezTo>
                <a:cubicBezTo>
                  <a:pt x="12259" y="10035"/>
                  <a:pt x="12259" y="10035"/>
                  <a:pt x="12259" y="10035"/>
                </a:cubicBezTo>
                <a:cubicBezTo>
                  <a:pt x="11384" y="8504"/>
                  <a:pt x="11384" y="8504"/>
                  <a:pt x="11384" y="8504"/>
                </a:cubicBezTo>
                <a:cubicBezTo>
                  <a:pt x="11822" y="7313"/>
                  <a:pt x="11822" y="7313"/>
                  <a:pt x="11822" y="7313"/>
                </a:cubicBezTo>
                <a:cubicBezTo>
                  <a:pt x="10362" y="6123"/>
                  <a:pt x="10362" y="6123"/>
                  <a:pt x="10362" y="6123"/>
                </a:cubicBezTo>
                <a:cubicBezTo>
                  <a:pt x="9486" y="6973"/>
                  <a:pt x="9486" y="6973"/>
                  <a:pt x="9486" y="6973"/>
                </a:cubicBezTo>
                <a:cubicBezTo>
                  <a:pt x="8173" y="6463"/>
                  <a:pt x="8173" y="6463"/>
                  <a:pt x="8173" y="6463"/>
                </a:cubicBezTo>
                <a:cubicBezTo>
                  <a:pt x="7881" y="5272"/>
                  <a:pt x="7881" y="5272"/>
                  <a:pt x="7881" y="5272"/>
                </a:cubicBezTo>
                <a:cubicBezTo>
                  <a:pt x="6130" y="5272"/>
                  <a:pt x="6130" y="5272"/>
                  <a:pt x="6130" y="5272"/>
                </a:cubicBezTo>
                <a:cubicBezTo>
                  <a:pt x="5838" y="6463"/>
                  <a:pt x="5838" y="6463"/>
                  <a:pt x="5838" y="6463"/>
                </a:cubicBezTo>
                <a:cubicBezTo>
                  <a:pt x="4378" y="6973"/>
                  <a:pt x="4378" y="6973"/>
                  <a:pt x="4378" y="6973"/>
                </a:cubicBezTo>
                <a:cubicBezTo>
                  <a:pt x="3503" y="6123"/>
                  <a:pt x="3503" y="6123"/>
                  <a:pt x="3503" y="6123"/>
                </a:cubicBezTo>
                <a:cubicBezTo>
                  <a:pt x="2189" y="7313"/>
                  <a:pt x="2189" y="7313"/>
                  <a:pt x="2189" y="7313"/>
                </a:cubicBezTo>
                <a:cubicBezTo>
                  <a:pt x="2481" y="8504"/>
                  <a:pt x="2481" y="8504"/>
                  <a:pt x="2481" y="8504"/>
                </a:cubicBezTo>
                <a:cubicBezTo>
                  <a:pt x="1605" y="10035"/>
                  <a:pt x="1605" y="10035"/>
                  <a:pt x="1605" y="10035"/>
                </a:cubicBezTo>
                <a:cubicBezTo>
                  <a:pt x="584" y="9865"/>
                  <a:pt x="584" y="9865"/>
                  <a:pt x="584" y="9865"/>
                </a:cubicBezTo>
                <a:cubicBezTo>
                  <a:pt x="0" y="11735"/>
                  <a:pt x="0" y="11735"/>
                  <a:pt x="0" y="11735"/>
                </a:cubicBezTo>
                <a:cubicBezTo>
                  <a:pt x="876" y="12586"/>
                  <a:pt x="876" y="12586"/>
                  <a:pt x="876" y="12586"/>
                </a:cubicBezTo>
                <a:cubicBezTo>
                  <a:pt x="876" y="14287"/>
                  <a:pt x="876" y="14287"/>
                  <a:pt x="876" y="14287"/>
                </a:cubicBezTo>
                <a:cubicBezTo>
                  <a:pt x="0" y="14967"/>
                  <a:pt x="0" y="14967"/>
                  <a:pt x="0" y="14967"/>
                </a:cubicBezTo>
                <a:cubicBezTo>
                  <a:pt x="584" y="16838"/>
                  <a:pt x="584" y="16838"/>
                  <a:pt x="584" y="16838"/>
                </a:cubicBezTo>
                <a:cubicBezTo>
                  <a:pt x="1605" y="16838"/>
                  <a:pt x="1605" y="16838"/>
                  <a:pt x="1605" y="16838"/>
                </a:cubicBezTo>
                <a:cubicBezTo>
                  <a:pt x="2481" y="18198"/>
                  <a:pt x="2481" y="18198"/>
                  <a:pt x="2481" y="18198"/>
                </a:cubicBezTo>
                <a:cubicBezTo>
                  <a:pt x="2189" y="19389"/>
                  <a:pt x="2189" y="19389"/>
                  <a:pt x="2189" y="19389"/>
                </a:cubicBezTo>
                <a:cubicBezTo>
                  <a:pt x="3503" y="20580"/>
                  <a:pt x="3503" y="20580"/>
                  <a:pt x="3503" y="20580"/>
                </a:cubicBezTo>
                <a:cubicBezTo>
                  <a:pt x="4378" y="19899"/>
                  <a:pt x="4378" y="19899"/>
                  <a:pt x="4378" y="19899"/>
                </a:cubicBezTo>
                <a:cubicBezTo>
                  <a:pt x="5838" y="20409"/>
                  <a:pt x="5838" y="20409"/>
                  <a:pt x="5838" y="20409"/>
                </a:cubicBezTo>
                <a:cubicBezTo>
                  <a:pt x="6130" y="21600"/>
                  <a:pt x="6130" y="21600"/>
                  <a:pt x="6130" y="21600"/>
                </a:cubicBezTo>
                <a:cubicBezTo>
                  <a:pt x="7881" y="21600"/>
                  <a:pt x="7881" y="21600"/>
                  <a:pt x="7881" y="21600"/>
                </a:cubicBezTo>
                <a:cubicBezTo>
                  <a:pt x="8173" y="20409"/>
                  <a:pt x="8173" y="20409"/>
                  <a:pt x="8173" y="20409"/>
                </a:cubicBezTo>
                <a:cubicBezTo>
                  <a:pt x="9486" y="19899"/>
                  <a:pt x="9486" y="19899"/>
                  <a:pt x="9486" y="19899"/>
                </a:cubicBezTo>
                <a:cubicBezTo>
                  <a:pt x="10362" y="20580"/>
                  <a:pt x="10362" y="20580"/>
                  <a:pt x="10362" y="20580"/>
                </a:cubicBezTo>
                <a:cubicBezTo>
                  <a:pt x="11822" y="19389"/>
                  <a:pt x="11822" y="19389"/>
                  <a:pt x="11822" y="19389"/>
                </a:cubicBezTo>
                <a:cubicBezTo>
                  <a:pt x="11384" y="18198"/>
                  <a:pt x="11384" y="18198"/>
                  <a:pt x="11384" y="18198"/>
                </a:cubicBezTo>
                <a:cubicBezTo>
                  <a:pt x="12259" y="16838"/>
                  <a:pt x="12259" y="16838"/>
                  <a:pt x="12259" y="16838"/>
                </a:cubicBezTo>
                <a:cubicBezTo>
                  <a:pt x="13427" y="16838"/>
                  <a:pt x="13427" y="16838"/>
                  <a:pt x="13427" y="16838"/>
                </a:cubicBezTo>
                <a:cubicBezTo>
                  <a:pt x="13865" y="14967"/>
                  <a:pt x="13865" y="14967"/>
                  <a:pt x="13865" y="14967"/>
                </a:cubicBezTo>
                <a:cubicBezTo>
                  <a:pt x="12989" y="14287"/>
                  <a:pt x="12989" y="14287"/>
                  <a:pt x="12989" y="14287"/>
                </a:cubicBezTo>
                <a:cubicBezTo>
                  <a:pt x="12989" y="12586"/>
                  <a:pt x="12989" y="12586"/>
                  <a:pt x="12989" y="12586"/>
                </a:cubicBezTo>
                <a:lnTo>
                  <a:pt x="13865" y="11735"/>
                </a:lnTo>
                <a:close/>
                <a:moveTo>
                  <a:pt x="10070" y="14457"/>
                </a:moveTo>
                <a:cubicBezTo>
                  <a:pt x="9924" y="14627"/>
                  <a:pt x="9924" y="14627"/>
                  <a:pt x="9924" y="14627"/>
                </a:cubicBezTo>
                <a:cubicBezTo>
                  <a:pt x="9778" y="15307"/>
                  <a:pt x="9341" y="15987"/>
                  <a:pt x="8903" y="16328"/>
                </a:cubicBezTo>
                <a:cubicBezTo>
                  <a:pt x="8757" y="16498"/>
                  <a:pt x="8757" y="16498"/>
                  <a:pt x="8757" y="16498"/>
                </a:cubicBezTo>
                <a:cubicBezTo>
                  <a:pt x="8319" y="16838"/>
                  <a:pt x="7589" y="17178"/>
                  <a:pt x="7005" y="17178"/>
                </a:cubicBezTo>
                <a:cubicBezTo>
                  <a:pt x="6859" y="17178"/>
                  <a:pt x="6859" y="17178"/>
                  <a:pt x="6859" y="17178"/>
                </a:cubicBezTo>
                <a:cubicBezTo>
                  <a:pt x="6276" y="17178"/>
                  <a:pt x="5692" y="16838"/>
                  <a:pt x="5108" y="16498"/>
                </a:cubicBezTo>
                <a:cubicBezTo>
                  <a:pt x="5108" y="16328"/>
                  <a:pt x="5108" y="16328"/>
                  <a:pt x="5108" y="16328"/>
                </a:cubicBezTo>
                <a:cubicBezTo>
                  <a:pt x="4524" y="15987"/>
                  <a:pt x="4086" y="15307"/>
                  <a:pt x="3941" y="14627"/>
                </a:cubicBezTo>
                <a:cubicBezTo>
                  <a:pt x="3941" y="14457"/>
                  <a:pt x="3941" y="14457"/>
                  <a:pt x="3941" y="14457"/>
                </a:cubicBezTo>
                <a:cubicBezTo>
                  <a:pt x="3649" y="13776"/>
                  <a:pt x="3649" y="13096"/>
                  <a:pt x="3941" y="12246"/>
                </a:cubicBezTo>
                <a:cubicBezTo>
                  <a:pt x="3941" y="12246"/>
                  <a:pt x="3941" y="12246"/>
                  <a:pt x="3941" y="12246"/>
                </a:cubicBezTo>
                <a:cubicBezTo>
                  <a:pt x="4086" y="11565"/>
                  <a:pt x="4524" y="10885"/>
                  <a:pt x="5108" y="10375"/>
                </a:cubicBezTo>
                <a:cubicBezTo>
                  <a:pt x="5108" y="10375"/>
                  <a:pt x="5108" y="10375"/>
                  <a:pt x="5108" y="10375"/>
                </a:cubicBezTo>
                <a:cubicBezTo>
                  <a:pt x="5692" y="9865"/>
                  <a:pt x="6276" y="9694"/>
                  <a:pt x="6859" y="9694"/>
                </a:cubicBezTo>
                <a:cubicBezTo>
                  <a:pt x="7005" y="9694"/>
                  <a:pt x="7005" y="9694"/>
                  <a:pt x="7005" y="9694"/>
                </a:cubicBezTo>
                <a:cubicBezTo>
                  <a:pt x="7589" y="9694"/>
                  <a:pt x="8319" y="9865"/>
                  <a:pt x="8757" y="10375"/>
                </a:cubicBezTo>
                <a:cubicBezTo>
                  <a:pt x="8903" y="10375"/>
                  <a:pt x="8903" y="10375"/>
                  <a:pt x="8903" y="10375"/>
                </a:cubicBezTo>
                <a:cubicBezTo>
                  <a:pt x="9341" y="10885"/>
                  <a:pt x="9778" y="11565"/>
                  <a:pt x="9924" y="12246"/>
                </a:cubicBezTo>
                <a:cubicBezTo>
                  <a:pt x="10070" y="12246"/>
                  <a:pt x="10070" y="12246"/>
                  <a:pt x="10070" y="12246"/>
                </a:cubicBezTo>
                <a:cubicBezTo>
                  <a:pt x="10216" y="13096"/>
                  <a:pt x="10216" y="13776"/>
                  <a:pt x="10070" y="14457"/>
                </a:cubicBezTo>
                <a:close/>
                <a:moveTo>
                  <a:pt x="20578" y="6293"/>
                </a:moveTo>
                <a:cubicBezTo>
                  <a:pt x="21600" y="5613"/>
                  <a:pt x="21600" y="5613"/>
                  <a:pt x="21600" y="5613"/>
                </a:cubicBezTo>
                <a:cubicBezTo>
                  <a:pt x="21454" y="4252"/>
                  <a:pt x="21454" y="4252"/>
                  <a:pt x="21454" y="4252"/>
                </a:cubicBezTo>
                <a:cubicBezTo>
                  <a:pt x="20286" y="4082"/>
                  <a:pt x="20286" y="4082"/>
                  <a:pt x="20286" y="4082"/>
                </a:cubicBezTo>
                <a:cubicBezTo>
                  <a:pt x="19849" y="3061"/>
                  <a:pt x="19849" y="3061"/>
                  <a:pt x="19849" y="3061"/>
                </a:cubicBezTo>
                <a:cubicBezTo>
                  <a:pt x="20286" y="1871"/>
                  <a:pt x="20286" y="1871"/>
                  <a:pt x="20286" y="1871"/>
                </a:cubicBezTo>
                <a:cubicBezTo>
                  <a:pt x="19411" y="1020"/>
                  <a:pt x="19411" y="1020"/>
                  <a:pt x="19411" y="1020"/>
                </a:cubicBezTo>
                <a:cubicBezTo>
                  <a:pt x="18389" y="1701"/>
                  <a:pt x="18389" y="1701"/>
                  <a:pt x="18389" y="1701"/>
                </a:cubicBezTo>
                <a:cubicBezTo>
                  <a:pt x="17514" y="1361"/>
                  <a:pt x="17514" y="1361"/>
                  <a:pt x="17514" y="1361"/>
                </a:cubicBezTo>
                <a:cubicBezTo>
                  <a:pt x="17076" y="0"/>
                  <a:pt x="17076" y="0"/>
                  <a:pt x="17076" y="0"/>
                </a:cubicBezTo>
                <a:cubicBezTo>
                  <a:pt x="15908" y="0"/>
                  <a:pt x="15908" y="0"/>
                  <a:pt x="15908" y="0"/>
                </a:cubicBezTo>
                <a:cubicBezTo>
                  <a:pt x="15616" y="1361"/>
                  <a:pt x="15616" y="1361"/>
                  <a:pt x="15616" y="1361"/>
                </a:cubicBezTo>
                <a:cubicBezTo>
                  <a:pt x="14595" y="1701"/>
                  <a:pt x="14595" y="1701"/>
                  <a:pt x="14595" y="1701"/>
                </a:cubicBezTo>
                <a:cubicBezTo>
                  <a:pt x="13719" y="1020"/>
                  <a:pt x="13719" y="1020"/>
                  <a:pt x="13719" y="1020"/>
                </a:cubicBezTo>
                <a:cubicBezTo>
                  <a:pt x="12697" y="1871"/>
                  <a:pt x="12697" y="1871"/>
                  <a:pt x="12697" y="1871"/>
                </a:cubicBezTo>
                <a:cubicBezTo>
                  <a:pt x="13135" y="3061"/>
                  <a:pt x="13135" y="3061"/>
                  <a:pt x="13135" y="3061"/>
                </a:cubicBezTo>
                <a:cubicBezTo>
                  <a:pt x="12697" y="4082"/>
                  <a:pt x="12697" y="4082"/>
                  <a:pt x="12697" y="4082"/>
                </a:cubicBezTo>
                <a:cubicBezTo>
                  <a:pt x="11530" y="4252"/>
                  <a:pt x="11530" y="4252"/>
                  <a:pt x="11530" y="4252"/>
                </a:cubicBezTo>
                <a:cubicBezTo>
                  <a:pt x="11384" y="5613"/>
                  <a:pt x="11384" y="5613"/>
                  <a:pt x="11384" y="5613"/>
                </a:cubicBezTo>
                <a:cubicBezTo>
                  <a:pt x="12405" y="6293"/>
                  <a:pt x="12405" y="6293"/>
                  <a:pt x="12405" y="6293"/>
                </a:cubicBezTo>
                <a:cubicBezTo>
                  <a:pt x="12551" y="7483"/>
                  <a:pt x="12551" y="7483"/>
                  <a:pt x="12551" y="7483"/>
                </a:cubicBezTo>
                <a:cubicBezTo>
                  <a:pt x="11822" y="8334"/>
                  <a:pt x="11822" y="8334"/>
                  <a:pt x="11822" y="8334"/>
                </a:cubicBezTo>
                <a:cubicBezTo>
                  <a:pt x="12405" y="9524"/>
                  <a:pt x="12405" y="9524"/>
                  <a:pt x="12405" y="9524"/>
                </a:cubicBezTo>
                <a:cubicBezTo>
                  <a:pt x="13427" y="9354"/>
                  <a:pt x="13427" y="9354"/>
                  <a:pt x="13427" y="9354"/>
                </a:cubicBezTo>
                <a:cubicBezTo>
                  <a:pt x="14157" y="10035"/>
                  <a:pt x="14157" y="10035"/>
                  <a:pt x="14157" y="10035"/>
                </a:cubicBezTo>
                <a:cubicBezTo>
                  <a:pt x="14157" y="11395"/>
                  <a:pt x="14157" y="11395"/>
                  <a:pt x="14157" y="11395"/>
                </a:cubicBezTo>
                <a:cubicBezTo>
                  <a:pt x="15324" y="11906"/>
                  <a:pt x="15324" y="11906"/>
                  <a:pt x="15324" y="11906"/>
                </a:cubicBezTo>
                <a:cubicBezTo>
                  <a:pt x="16054" y="10885"/>
                  <a:pt x="16054" y="10885"/>
                  <a:pt x="16054" y="10885"/>
                </a:cubicBezTo>
                <a:cubicBezTo>
                  <a:pt x="16930" y="10885"/>
                  <a:pt x="16930" y="10885"/>
                  <a:pt x="16930" y="10885"/>
                </a:cubicBezTo>
                <a:cubicBezTo>
                  <a:pt x="17659" y="11906"/>
                  <a:pt x="17659" y="11906"/>
                  <a:pt x="17659" y="11906"/>
                </a:cubicBezTo>
                <a:cubicBezTo>
                  <a:pt x="18827" y="11395"/>
                  <a:pt x="18827" y="11395"/>
                  <a:pt x="18827" y="11395"/>
                </a:cubicBezTo>
                <a:cubicBezTo>
                  <a:pt x="18827" y="10035"/>
                  <a:pt x="18827" y="10035"/>
                  <a:pt x="18827" y="10035"/>
                </a:cubicBezTo>
                <a:cubicBezTo>
                  <a:pt x="19557" y="9354"/>
                  <a:pt x="19557" y="9354"/>
                  <a:pt x="19557" y="9354"/>
                </a:cubicBezTo>
                <a:cubicBezTo>
                  <a:pt x="20578" y="9524"/>
                  <a:pt x="20578" y="9524"/>
                  <a:pt x="20578" y="9524"/>
                </a:cubicBezTo>
                <a:cubicBezTo>
                  <a:pt x="21308" y="8334"/>
                  <a:pt x="21308" y="8334"/>
                  <a:pt x="21308" y="8334"/>
                </a:cubicBezTo>
                <a:cubicBezTo>
                  <a:pt x="20432" y="7483"/>
                  <a:pt x="20432" y="7483"/>
                  <a:pt x="20432" y="7483"/>
                </a:cubicBezTo>
                <a:lnTo>
                  <a:pt x="20578" y="6293"/>
                </a:lnTo>
                <a:close/>
                <a:moveTo>
                  <a:pt x="18681" y="6803"/>
                </a:moveTo>
                <a:cubicBezTo>
                  <a:pt x="18681" y="6803"/>
                  <a:pt x="18681" y="6803"/>
                  <a:pt x="18681" y="6803"/>
                </a:cubicBezTo>
                <a:cubicBezTo>
                  <a:pt x="18535" y="7313"/>
                  <a:pt x="18243" y="7824"/>
                  <a:pt x="17805" y="8164"/>
                </a:cubicBezTo>
                <a:cubicBezTo>
                  <a:pt x="17805" y="8164"/>
                  <a:pt x="17805" y="8164"/>
                  <a:pt x="17805" y="8164"/>
                </a:cubicBezTo>
                <a:cubicBezTo>
                  <a:pt x="17368" y="8504"/>
                  <a:pt x="16930" y="8674"/>
                  <a:pt x="16492" y="8674"/>
                </a:cubicBezTo>
                <a:cubicBezTo>
                  <a:pt x="16492" y="8674"/>
                  <a:pt x="16492" y="8674"/>
                  <a:pt x="16492" y="8674"/>
                </a:cubicBezTo>
                <a:cubicBezTo>
                  <a:pt x="16054" y="8674"/>
                  <a:pt x="15616" y="8504"/>
                  <a:pt x="15178" y="8164"/>
                </a:cubicBezTo>
                <a:cubicBezTo>
                  <a:pt x="15178" y="8164"/>
                  <a:pt x="15178" y="8164"/>
                  <a:pt x="15178" y="8164"/>
                </a:cubicBezTo>
                <a:cubicBezTo>
                  <a:pt x="14741" y="7824"/>
                  <a:pt x="14449" y="7313"/>
                  <a:pt x="14303" y="6803"/>
                </a:cubicBezTo>
                <a:cubicBezTo>
                  <a:pt x="14303" y="6803"/>
                  <a:pt x="14303" y="6803"/>
                  <a:pt x="14303" y="6803"/>
                </a:cubicBezTo>
                <a:cubicBezTo>
                  <a:pt x="14157" y="6293"/>
                  <a:pt x="14157" y="5783"/>
                  <a:pt x="14303" y="5272"/>
                </a:cubicBezTo>
                <a:cubicBezTo>
                  <a:pt x="14303" y="5102"/>
                  <a:pt x="14303" y="5102"/>
                  <a:pt x="14303" y="5102"/>
                </a:cubicBezTo>
                <a:cubicBezTo>
                  <a:pt x="14449" y="4592"/>
                  <a:pt x="14741" y="4252"/>
                  <a:pt x="15178" y="3912"/>
                </a:cubicBezTo>
                <a:cubicBezTo>
                  <a:pt x="15178" y="3912"/>
                  <a:pt x="15178" y="3912"/>
                  <a:pt x="15178" y="3912"/>
                </a:cubicBezTo>
                <a:cubicBezTo>
                  <a:pt x="15616" y="3572"/>
                  <a:pt x="16054" y="3402"/>
                  <a:pt x="16492" y="3402"/>
                </a:cubicBezTo>
                <a:cubicBezTo>
                  <a:pt x="16492" y="3402"/>
                  <a:pt x="16492" y="3402"/>
                  <a:pt x="16492" y="3402"/>
                </a:cubicBezTo>
                <a:cubicBezTo>
                  <a:pt x="16930" y="3402"/>
                  <a:pt x="17368" y="3572"/>
                  <a:pt x="17805" y="3912"/>
                </a:cubicBezTo>
                <a:cubicBezTo>
                  <a:pt x="17805" y="3912"/>
                  <a:pt x="17805" y="3912"/>
                  <a:pt x="17805" y="3912"/>
                </a:cubicBezTo>
                <a:cubicBezTo>
                  <a:pt x="18243" y="4252"/>
                  <a:pt x="18535" y="4592"/>
                  <a:pt x="18681" y="5102"/>
                </a:cubicBezTo>
                <a:cubicBezTo>
                  <a:pt x="18681" y="5272"/>
                  <a:pt x="18681" y="5272"/>
                  <a:pt x="18681" y="5272"/>
                </a:cubicBezTo>
                <a:cubicBezTo>
                  <a:pt x="18827" y="5783"/>
                  <a:pt x="18827" y="6293"/>
                  <a:pt x="18681" y="6803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653" name="Shape"/>
          <p:cNvSpPr/>
          <p:nvPr/>
        </p:nvSpPr>
        <p:spPr>
          <a:xfrm>
            <a:off x="8860127" y="4886377"/>
            <a:ext cx="1007896" cy="9808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600" fill="norm" stroke="1" extrusionOk="0">
                <a:moveTo>
                  <a:pt x="10683" y="0"/>
                </a:moveTo>
                <a:cubicBezTo>
                  <a:pt x="9385" y="77"/>
                  <a:pt x="8213" y="774"/>
                  <a:pt x="7539" y="1878"/>
                </a:cubicBezTo>
                <a:cubicBezTo>
                  <a:pt x="6989" y="1467"/>
                  <a:pt x="6342" y="1206"/>
                  <a:pt x="5642" y="1180"/>
                </a:cubicBezTo>
                <a:cubicBezTo>
                  <a:pt x="5617" y="1180"/>
                  <a:pt x="5621" y="1180"/>
                  <a:pt x="5596" y="1180"/>
                </a:cubicBezTo>
                <a:cubicBezTo>
                  <a:pt x="5571" y="1180"/>
                  <a:pt x="5564" y="1180"/>
                  <a:pt x="5564" y="1180"/>
                </a:cubicBezTo>
                <a:cubicBezTo>
                  <a:pt x="5539" y="1180"/>
                  <a:pt x="5543" y="1180"/>
                  <a:pt x="5518" y="1180"/>
                </a:cubicBezTo>
                <a:cubicBezTo>
                  <a:pt x="4194" y="1257"/>
                  <a:pt x="3074" y="2103"/>
                  <a:pt x="2599" y="3387"/>
                </a:cubicBezTo>
                <a:cubicBezTo>
                  <a:pt x="2150" y="4672"/>
                  <a:pt x="2643" y="6193"/>
                  <a:pt x="3692" y="7015"/>
                </a:cubicBezTo>
                <a:cubicBezTo>
                  <a:pt x="4741" y="7863"/>
                  <a:pt x="6268" y="7882"/>
                  <a:pt x="7367" y="7112"/>
                </a:cubicBezTo>
                <a:cubicBezTo>
                  <a:pt x="7642" y="6932"/>
                  <a:pt x="7893" y="6678"/>
                  <a:pt x="8093" y="6421"/>
                </a:cubicBezTo>
                <a:cubicBezTo>
                  <a:pt x="8842" y="7192"/>
                  <a:pt x="9861" y="7603"/>
                  <a:pt x="10909" y="7577"/>
                </a:cubicBezTo>
                <a:cubicBezTo>
                  <a:pt x="11858" y="7552"/>
                  <a:pt x="12757" y="7115"/>
                  <a:pt x="13406" y="6421"/>
                </a:cubicBezTo>
                <a:cubicBezTo>
                  <a:pt x="13581" y="6653"/>
                  <a:pt x="13782" y="6860"/>
                  <a:pt x="14007" y="7039"/>
                </a:cubicBezTo>
                <a:cubicBezTo>
                  <a:pt x="15056" y="7887"/>
                  <a:pt x="16576" y="7914"/>
                  <a:pt x="17675" y="7144"/>
                </a:cubicBezTo>
                <a:cubicBezTo>
                  <a:pt x="18798" y="6348"/>
                  <a:pt x="19273" y="4883"/>
                  <a:pt x="18923" y="3548"/>
                </a:cubicBezTo>
                <a:cubicBezTo>
                  <a:pt x="18548" y="2186"/>
                  <a:pt x="17306" y="1255"/>
                  <a:pt x="15958" y="1204"/>
                </a:cubicBezTo>
                <a:cubicBezTo>
                  <a:pt x="15933" y="1204"/>
                  <a:pt x="15928" y="1204"/>
                  <a:pt x="15903" y="1204"/>
                </a:cubicBezTo>
                <a:cubicBezTo>
                  <a:pt x="15878" y="1204"/>
                  <a:pt x="15880" y="1204"/>
                  <a:pt x="15880" y="1204"/>
                </a:cubicBezTo>
                <a:cubicBezTo>
                  <a:pt x="15855" y="1204"/>
                  <a:pt x="15858" y="1204"/>
                  <a:pt x="15833" y="1204"/>
                </a:cubicBezTo>
                <a:cubicBezTo>
                  <a:pt x="15134" y="1255"/>
                  <a:pt x="14485" y="1515"/>
                  <a:pt x="13960" y="1926"/>
                </a:cubicBezTo>
                <a:cubicBezTo>
                  <a:pt x="13935" y="1901"/>
                  <a:pt x="13909" y="1849"/>
                  <a:pt x="13859" y="1798"/>
                </a:cubicBezTo>
                <a:cubicBezTo>
                  <a:pt x="13210" y="694"/>
                  <a:pt x="12033" y="26"/>
                  <a:pt x="10785" y="0"/>
                </a:cubicBezTo>
                <a:cubicBezTo>
                  <a:pt x="10785" y="0"/>
                  <a:pt x="10761" y="0"/>
                  <a:pt x="10761" y="0"/>
                </a:cubicBezTo>
                <a:cubicBezTo>
                  <a:pt x="10761" y="0"/>
                  <a:pt x="10738" y="0"/>
                  <a:pt x="10738" y="0"/>
                </a:cubicBezTo>
                <a:cubicBezTo>
                  <a:pt x="10738" y="0"/>
                  <a:pt x="10708" y="0"/>
                  <a:pt x="10683" y="0"/>
                </a:cubicBezTo>
                <a:close/>
                <a:moveTo>
                  <a:pt x="10738" y="875"/>
                </a:moveTo>
                <a:cubicBezTo>
                  <a:pt x="10962" y="875"/>
                  <a:pt x="11186" y="896"/>
                  <a:pt x="11385" y="947"/>
                </a:cubicBezTo>
                <a:cubicBezTo>
                  <a:pt x="10486" y="1872"/>
                  <a:pt x="8091" y="4342"/>
                  <a:pt x="7991" y="4471"/>
                </a:cubicBezTo>
                <a:cubicBezTo>
                  <a:pt x="7891" y="4034"/>
                  <a:pt x="7891" y="3569"/>
                  <a:pt x="7991" y="3106"/>
                </a:cubicBezTo>
                <a:cubicBezTo>
                  <a:pt x="8016" y="3004"/>
                  <a:pt x="8043" y="2880"/>
                  <a:pt x="8093" y="2777"/>
                </a:cubicBezTo>
                <a:cubicBezTo>
                  <a:pt x="8118" y="2700"/>
                  <a:pt x="8138" y="2646"/>
                  <a:pt x="8163" y="2569"/>
                </a:cubicBezTo>
                <a:cubicBezTo>
                  <a:pt x="8612" y="1567"/>
                  <a:pt x="9664" y="901"/>
                  <a:pt x="10738" y="875"/>
                </a:cubicBezTo>
                <a:close/>
                <a:moveTo>
                  <a:pt x="12181" y="1284"/>
                </a:moveTo>
                <a:cubicBezTo>
                  <a:pt x="12556" y="1515"/>
                  <a:pt x="12860" y="1824"/>
                  <a:pt x="13110" y="2183"/>
                </a:cubicBezTo>
                <a:cubicBezTo>
                  <a:pt x="11811" y="3519"/>
                  <a:pt x="10483" y="4877"/>
                  <a:pt x="9185" y="6213"/>
                </a:cubicBezTo>
                <a:cubicBezTo>
                  <a:pt x="9185" y="6213"/>
                  <a:pt x="9162" y="6245"/>
                  <a:pt x="9162" y="6245"/>
                </a:cubicBezTo>
                <a:cubicBezTo>
                  <a:pt x="9112" y="6219"/>
                  <a:pt x="9063" y="6192"/>
                  <a:pt x="9013" y="6140"/>
                </a:cubicBezTo>
                <a:cubicBezTo>
                  <a:pt x="8839" y="5986"/>
                  <a:pt x="8662" y="5831"/>
                  <a:pt x="8537" y="5651"/>
                </a:cubicBezTo>
                <a:cubicBezTo>
                  <a:pt x="8437" y="5548"/>
                  <a:pt x="8363" y="5418"/>
                  <a:pt x="8288" y="5290"/>
                </a:cubicBezTo>
                <a:cubicBezTo>
                  <a:pt x="8437" y="5136"/>
                  <a:pt x="11008" y="2466"/>
                  <a:pt x="12181" y="1284"/>
                </a:cubicBezTo>
                <a:close/>
                <a:moveTo>
                  <a:pt x="5596" y="2103"/>
                </a:moveTo>
                <a:cubicBezTo>
                  <a:pt x="6220" y="2103"/>
                  <a:pt x="6763" y="2366"/>
                  <a:pt x="7187" y="2777"/>
                </a:cubicBezTo>
                <a:cubicBezTo>
                  <a:pt x="6913" y="3753"/>
                  <a:pt x="7039" y="4832"/>
                  <a:pt x="7539" y="5731"/>
                </a:cubicBezTo>
                <a:cubicBezTo>
                  <a:pt x="7164" y="6348"/>
                  <a:pt x="6493" y="6778"/>
                  <a:pt x="5744" y="6855"/>
                </a:cubicBezTo>
                <a:cubicBezTo>
                  <a:pt x="4520" y="6958"/>
                  <a:pt x="3419" y="5986"/>
                  <a:pt x="3294" y="4728"/>
                </a:cubicBezTo>
                <a:cubicBezTo>
                  <a:pt x="3169" y="3443"/>
                  <a:pt x="4091" y="2366"/>
                  <a:pt x="5315" y="2135"/>
                </a:cubicBezTo>
                <a:cubicBezTo>
                  <a:pt x="5415" y="2109"/>
                  <a:pt x="5496" y="2103"/>
                  <a:pt x="5596" y="2103"/>
                </a:cubicBezTo>
                <a:close/>
                <a:moveTo>
                  <a:pt x="13484" y="2930"/>
                </a:moveTo>
                <a:cubicBezTo>
                  <a:pt x="13509" y="2981"/>
                  <a:pt x="13531" y="3031"/>
                  <a:pt x="13531" y="3082"/>
                </a:cubicBezTo>
                <a:cubicBezTo>
                  <a:pt x="13606" y="3442"/>
                  <a:pt x="13636" y="3800"/>
                  <a:pt x="13586" y="4134"/>
                </a:cubicBezTo>
                <a:cubicBezTo>
                  <a:pt x="13536" y="4493"/>
                  <a:pt x="13433" y="4851"/>
                  <a:pt x="13258" y="5185"/>
                </a:cubicBezTo>
                <a:cubicBezTo>
                  <a:pt x="13158" y="5339"/>
                  <a:pt x="13061" y="5497"/>
                  <a:pt x="12962" y="5651"/>
                </a:cubicBezTo>
                <a:cubicBezTo>
                  <a:pt x="12787" y="5856"/>
                  <a:pt x="12609" y="6035"/>
                  <a:pt x="12384" y="6189"/>
                </a:cubicBezTo>
                <a:cubicBezTo>
                  <a:pt x="11660" y="6728"/>
                  <a:pt x="10735" y="6855"/>
                  <a:pt x="9911" y="6598"/>
                </a:cubicBezTo>
                <a:cubicBezTo>
                  <a:pt x="10884" y="5596"/>
                  <a:pt x="13260" y="3161"/>
                  <a:pt x="13484" y="2930"/>
                </a:cubicBezTo>
                <a:close/>
                <a:moveTo>
                  <a:pt x="5541" y="8348"/>
                </a:moveTo>
                <a:cubicBezTo>
                  <a:pt x="4717" y="8348"/>
                  <a:pt x="3943" y="8736"/>
                  <a:pt x="3294" y="9199"/>
                </a:cubicBezTo>
                <a:cubicBezTo>
                  <a:pt x="2295" y="9892"/>
                  <a:pt x="1526" y="10887"/>
                  <a:pt x="976" y="11992"/>
                </a:cubicBezTo>
                <a:cubicBezTo>
                  <a:pt x="302" y="13379"/>
                  <a:pt x="-24" y="14946"/>
                  <a:pt x="1" y="16487"/>
                </a:cubicBezTo>
                <a:cubicBezTo>
                  <a:pt x="51" y="18105"/>
                  <a:pt x="1548" y="18828"/>
                  <a:pt x="2896" y="19136"/>
                </a:cubicBezTo>
                <a:cubicBezTo>
                  <a:pt x="3395" y="19239"/>
                  <a:pt x="3916" y="19317"/>
                  <a:pt x="4441" y="19369"/>
                </a:cubicBezTo>
                <a:cubicBezTo>
                  <a:pt x="4965" y="20370"/>
                  <a:pt x="6145" y="20884"/>
                  <a:pt x="7219" y="21167"/>
                </a:cubicBezTo>
                <a:cubicBezTo>
                  <a:pt x="7768" y="21295"/>
                  <a:pt x="8361" y="21395"/>
                  <a:pt x="8935" y="21472"/>
                </a:cubicBezTo>
                <a:cubicBezTo>
                  <a:pt x="9684" y="21549"/>
                  <a:pt x="10433" y="21574"/>
                  <a:pt x="11183" y="21600"/>
                </a:cubicBezTo>
                <a:cubicBezTo>
                  <a:pt x="11382" y="21600"/>
                  <a:pt x="11584" y="21576"/>
                  <a:pt x="11783" y="21576"/>
                </a:cubicBezTo>
                <a:cubicBezTo>
                  <a:pt x="12807" y="21525"/>
                  <a:pt x="13860" y="21369"/>
                  <a:pt x="14834" y="21086"/>
                </a:cubicBezTo>
                <a:cubicBezTo>
                  <a:pt x="15458" y="20906"/>
                  <a:pt x="16052" y="20622"/>
                  <a:pt x="16551" y="20211"/>
                </a:cubicBezTo>
                <a:cubicBezTo>
                  <a:pt x="16801" y="20006"/>
                  <a:pt x="16979" y="19701"/>
                  <a:pt x="17128" y="19393"/>
                </a:cubicBezTo>
                <a:cubicBezTo>
                  <a:pt x="17153" y="19393"/>
                  <a:pt x="17181" y="19393"/>
                  <a:pt x="17206" y="19393"/>
                </a:cubicBezTo>
                <a:cubicBezTo>
                  <a:pt x="18480" y="19264"/>
                  <a:pt x="19873" y="19030"/>
                  <a:pt x="20897" y="18157"/>
                </a:cubicBezTo>
                <a:cubicBezTo>
                  <a:pt x="21122" y="17977"/>
                  <a:pt x="21297" y="17571"/>
                  <a:pt x="21397" y="17314"/>
                </a:cubicBezTo>
                <a:cubicBezTo>
                  <a:pt x="21496" y="17057"/>
                  <a:pt x="21576" y="16771"/>
                  <a:pt x="21576" y="16463"/>
                </a:cubicBezTo>
                <a:lnTo>
                  <a:pt x="21576" y="16359"/>
                </a:lnTo>
                <a:cubicBezTo>
                  <a:pt x="21576" y="14817"/>
                  <a:pt x="21251" y="13329"/>
                  <a:pt x="20577" y="11968"/>
                </a:cubicBezTo>
                <a:cubicBezTo>
                  <a:pt x="20003" y="10838"/>
                  <a:pt x="19173" y="9887"/>
                  <a:pt x="18174" y="9142"/>
                </a:cubicBezTo>
                <a:cubicBezTo>
                  <a:pt x="17525" y="8654"/>
                  <a:pt x="16657" y="8322"/>
                  <a:pt x="15833" y="8348"/>
                </a:cubicBezTo>
                <a:cubicBezTo>
                  <a:pt x="15009" y="8348"/>
                  <a:pt x="14235" y="8736"/>
                  <a:pt x="13586" y="9199"/>
                </a:cubicBezTo>
                <a:cubicBezTo>
                  <a:pt x="13511" y="9250"/>
                  <a:pt x="13411" y="9324"/>
                  <a:pt x="13336" y="9375"/>
                </a:cubicBezTo>
                <a:cubicBezTo>
                  <a:pt x="12912" y="9093"/>
                  <a:pt x="12437" y="8863"/>
                  <a:pt x="11963" y="8709"/>
                </a:cubicBezTo>
                <a:cubicBezTo>
                  <a:pt x="11488" y="8555"/>
                  <a:pt x="11011" y="8499"/>
                  <a:pt x="10511" y="8524"/>
                </a:cubicBezTo>
                <a:cubicBezTo>
                  <a:pt x="9687" y="8601"/>
                  <a:pt x="8917" y="8937"/>
                  <a:pt x="8217" y="9399"/>
                </a:cubicBezTo>
                <a:cubicBezTo>
                  <a:pt x="8118" y="9322"/>
                  <a:pt x="7990" y="9220"/>
                  <a:pt x="7890" y="9142"/>
                </a:cubicBezTo>
                <a:cubicBezTo>
                  <a:pt x="7240" y="8654"/>
                  <a:pt x="6365" y="8322"/>
                  <a:pt x="5541" y="8348"/>
                </a:cubicBezTo>
                <a:close/>
                <a:moveTo>
                  <a:pt x="5994" y="9223"/>
                </a:moveTo>
                <a:cubicBezTo>
                  <a:pt x="6543" y="9300"/>
                  <a:pt x="7066" y="9555"/>
                  <a:pt x="7515" y="9889"/>
                </a:cubicBezTo>
                <a:cubicBezTo>
                  <a:pt x="7290" y="10094"/>
                  <a:pt x="7067" y="10302"/>
                  <a:pt x="6868" y="10507"/>
                </a:cubicBezTo>
                <a:cubicBezTo>
                  <a:pt x="5969" y="11457"/>
                  <a:pt x="5296" y="12612"/>
                  <a:pt x="4847" y="13870"/>
                </a:cubicBezTo>
                <a:cubicBezTo>
                  <a:pt x="4597" y="14589"/>
                  <a:pt x="4417" y="15309"/>
                  <a:pt x="4293" y="16054"/>
                </a:cubicBezTo>
                <a:cubicBezTo>
                  <a:pt x="4268" y="16156"/>
                  <a:pt x="4271" y="16232"/>
                  <a:pt x="4246" y="16334"/>
                </a:cubicBezTo>
                <a:cubicBezTo>
                  <a:pt x="4146" y="17028"/>
                  <a:pt x="4068" y="17776"/>
                  <a:pt x="4168" y="18470"/>
                </a:cubicBezTo>
                <a:cubicBezTo>
                  <a:pt x="3943" y="18444"/>
                  <a:pt x="3743" y="18391"/>
                  <a:pt x="3543" y="18365"/>
                </a:cubicBezTo>
                <a:cubicBezTo>
                  <a:pt x="2944" y="18262"/>
                  <a:pt x="2343" y="18108"/>
                  <a:pt x="1819" y="17852"/>
                </a:cubicBezTo>
                <a:cubicBezTo>
                  <a:pt x="1519" y="17697"/>
                  <a:pt x="1246" y="17494"/>
                  <a:pt x="1047" y="17185"/>
                </a:cubicBezTo>
                <a:cubicBezTo>
                  <a:pt x="822" y="16851"/>
                  <a:pt x="820" y="16439"/>
                  <a:pt x="820" y="16054"/>
                </a:cubicBezTo>
                <a:cubicBezTo>
                  <a:pt x="870" y="14564"/>
                  <a:pt x="1249" y="13098"/>
                  <a:pt x="1999" y="11839"/>
                </a:cubicBezTo>
                <a:cubicBezTo>
                  <a:pt x="2523" y="10966"/>
                  <a:pt x="3247" y="10196"/>
                  <a:pt x="4121" y="9656"/>
                </a:cubicBezTo>
                <a:cubicBezTo>
                  <a:pt x="4695" y="9322"/>
                  <a:pt x="5344" y="9120"/>
                  <a:pt x="5994" y="9223"/>
                </a:cubicBezTo>
                <a:close/>
                <a:moveTo>
                  <a:pt x="11034" y="9351"/>
                </a:moveTo>
                <a:cubicBezTo>
                  <a:pt x="10560" y="9839"/>
                  <a:pt x="6744" y="13764"/>
                  <a:pt x="5596" y="14946"/>
                </a:cubicBezTo>
                <a:cubicBezTo>
                  <a:pt x="5496" y="15049"/>
                  <a:pt x="5391" y="15156"/>
                  <a:pt x="5291" y="15259"/>
                </a:cubicBezTo>
                <a:cubicBezTo>
                  <a:pt x="5741" y="13435"/>
                  <a:pt x="6719" y="11610"/>
                  <a:pt x="8217" y="10403"/>
                </a:cubicBezTo>
                <a:cubicBezTo>
                  <a:pt x="8342" y="10326"/>
                  <a:pt x="8436" y="10223"/>
                  <a:pt x="8561" y="10146"/>
                </a:cubicBezTo>
                <a:cubicBezTo>
                  <a:pt x="8661" y="10069"/>
                  <a:pt x="8787" y="9990"/>
                  <a:pt x="8912" y="9913"/>
                </a:cubicBezTo>
                <a:cubicBezTo>
                  <a:pt x="9162" y="9759"/>
                  <a:pt x="9441" y="9631"/>
                  <a:pt x="9716" y="9528"/>
                </a:cubicBezTo>
                <a:cubicBezTo>
                  <a:pt x="10165" y="9374"/>
                  <a:pt x="10610" y="9351"/>
                  <a:pt x="11034" y="9351"/>
                </a:cubicBezTo>
                <a:close/>
                <a:moveTo>
                  <a:pt x="11908" y="9608"/>
                </a:moveTo>
                <a:cubicBezTo>
                  <a:pt x="12158" y="9711"/>
                  <a:pt x="12408" y="9815"/>
                  <a:pt x="12657" y="9969"/>
                </a:cubicBezTo>
                <a:cubicBezTo>
                  <a:pt x="12782" y="10046"/>
                  <a:pt x="12907" y="10117"/>
                  <a:pt x="13032" y="10194"/>
                </a:cubicBezTo>
                <a:lnTo>
                  <a:pt x="13086" y="10250"/>
                </a:lnTo>
                <a:cubicBezTo>
                  <a:pt x="12837" y="10507"/>
                  <a:pt x="5914" y="17617"/>
                  <a:pt x="5065" y="18542"/>
                </a:cubicBezTo>
                <a:cubicBezTo>
                  <a:pt x="5015" y="18413"/>
                  <a:pt x="4995" y="18261"/>
                  <a:pt x="4995" y="18132"/>
                </a:cubicBezTo>
                <a:cubicBezTo>
                  <a:pt x="4945" y="17670"/>
                  <a:pt x="4992" y="17184"/>
                  <a:pt x="5042" y="16696"/>
                </a:cubicBezTo>
                <a:cubicBezTo>
                  <a:pt x="6490" y="15180"/>
                  <a:pt x="11609" y="9916"/>
                  <a:pt x="11908" y="9608"/>
                </a:cubicBezTo>
                <a:close/>
                <a:moveTo>
                  <a:pt x="13734" y="10740"/>
                </a:moveTo>
                <a:cubicBezTo>
                  <a:pt x="13734" y="10765"/>
                  <a:pt x="13757" y="10764"/>
                  <a:pt x="13757" y="10764"/>
                </a:cubicBezTo>
                <a:cubicBezTo>
                  <a:pt x="14057" y="11046"/>
                  <a:pt x="14358" y="11353"/>
                  <a:pt x="14608" y="11687"/>
                </a:cubicBezTo>
                <a:cubicBezTo>
                  <a:pt x="13459" y="12843"/>
                  <a:pt x="6715" y="19780"/>
                  <a:pt x="6540" y="20011"/>
                </a:cubicBezTo>
                <a:cubicBezTo>
                  <a:pt x="6415" y="19959"/>
                  <a:pt x="6289" y="19910"/>
                  <a:pt x="6189" y="19858"/>
                </a:cubicBezTo>
                <a:cubicBezTo>
                  <a:pt x="5939" y="19730"/>
                  <a:pt x="5739" y="19572"/>
                  <a:pt x="5564" y="19393"/>
                </a:cubicBezTo>
                <a:cubicBezTo>
                  <a:pt x="5514" y="19341"/>
                  <a:pt x="5465" y="19316"/>
                  <a:pt x="5440" y="19264"/>
                </a:cubicBezTo>
                <a:cubicBezTo>
                  <a:pt x="5539" y="19161"/>
                  <a:pt x="5644" y="19062"/>
                  <a:pt x="5744" y="18959"/>
                </a:cubicBezTo>
                <a:cubicBezTo>
                  <a:pt x="5869" y="18831"/>
                  <a:pt x="13135" y="11356"/>
                  <a:pt x="13734" y="10740"/>
                </a:cubicBezTo>
                <a:close/>
                <a:moveTo>
                  <a:pt x="15053" y="12353"/>
                </a:moveTo>
                <a:cubicBezTo>
                  <a:pt x="15303" y="12738"/>
                  <a:pt x="15508" y="13122"/>
                  <a:pt x="15708" y="13533"/>
                </a:cubicBezTo>
                <a:cubicBezTo>
                  <a:pt x="15683" y="13559"/>
                  <a:pt x="15679" y="13564"/>
                  <a:pt x="15654" y="13589"/>
                </a:cubicBezTo>
                <a:cubicBezTo>
                  <a:pt x="14355" y="14925"/>
                  <a:pt x="9191" y="20237"/>
                  <a:pt x="8842" y="20597"/>
                </a:cubicBezTo>
                <a:cubicBezTo>
                  <a:pt x="8342" y="20520"/>
                  <a:pt x="7812" y="20444"/>
                  <a:pt x="7312" y="20316"/>
                </a:cubicBezTo>
                <a:cubicBezTo>
                  <a:pt x="7712" y="19905"/>
                  <a:pt x="14304" y="13124"/>
                  <a:pt x="15053" y="12353"/>
                </a:cubicBezTo>
                <a:close/>
                <a:moveTo>
                  <a:pt x="16052" y="14360"/>
                </a:moveTo>
                <a:cubicBezTo>
                  <a:pt x="16201" y="14822"/>
                  <a:pt x="16326" y="15309"/>
                  <a:pt x="16426" y="15797"/>
                </a:cubicBezTo>
                <a:cubicBezTo>
                  <a:pt x="15577" y="16670"/>
                  <a:pt x="12158" y="20187"/>
                  <a:pt x="11659" y="20701"/>
                </a:cubicBezTo>
                <a:cubicBezTo>
                  <a:pt x="11059" y="20727"/>
                  <a:pt x="10487" y="20703"/>
                  <a:pt x="9887" y="20677"/>
                </a:cubicBezTo>
                <a:cubicBezTo>
                  <a:pt x="10536" y="20009"/>
                  <a:pt x="14307" y="16103"/>
                  <a:pt x="15256" y="15179"/>
                </a:cubicBezTo>
                <a:cubicBezTo>
                  <a:pt x="15505" y="14922"/>
                  <a:pt x="15777" y="14642"/>
                  <a:pt x="16052" y="14360"/>
                </a:cubicBezTo>
                <a:close/>
                <a:moveTo>
                  <a:pt x="16551" y="16776"/>
                </a:moveTo>
                <a:cubicBezTo>
                  <a:pt x="16601" y="17187"/>
                  <a:pt x="16629" y="17593"/>
                  <a:pt x="16629" y="18004"/>
                </a:cubicBezTo>
                <a:cubicBezTo>
                  <a:pt x="16629" y="18184"/>
                  <a:pt x="16601" y="18364"/>
                  <a:pt x="16551" y="18518"/>
                </a:cubicBezTo>
                <a:cubicBezTo>
                  <a:pt x="16501" y="18672"/>
                  <a:pt x="16454" y="18831"/>
                  <a:pt x="16379" y="18959"/>
                </a:cubicBezTo>
                <a:cubicBezTo>
                  <a:pt x="16354" y="19011"/>
                  <a:pt x="16326" y="19060"/>
                  <a:pt x="16301" y="19112"/>
                </a:cubicBezTo>
                <a:cubicBezTo>
                  <a:pt x="16251" y="19214"/>
                  <a:pt x="16204" y="19316"/>
                  <a:pt x="16130" y="19393"/>
                </a:cubicBezTo>
                <a:cubicBezTo>
                  <a:pt x="16080" y="19444"/>
                  <a:pt x="16031" y="19494"/>
                  <a:pt x="15981" y="19545"/>
                </a:cubicBezTo>
                <a:cubicBezTo>
                  <a:pt x="15831" y="19674"/>
                  <a:pt x="15633" y="19780"/>
                  <a:pt x="15459" y="19882"/>
                </a:cubicBezTo>
                <a:cubicBezTo>
                  <a:pt x="14959" y="20165"/>
                  <a:pt x="14355" y="20292"/>
                  <a:pt x="13781" y="20420"/>
                </a:cubicBezTo>
                <a:cubicBezTo>
                  <a:pt x="13481" y="20471"/>
                  <a:pt x="13183" y="20521"/>
                  <a:pt x="12884" y="20573"/>
                </a:cubicBezTo>
                <a:cubicBezTo>
                  <a:pt x="13283" y="20136"/>
                  <a:pt x="16002" y="17367"/>
                  <a:pt x="16551" y="16776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5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656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657" name="Oval 11"/>
          <p:cNvSpPr/>
          <p:nvPr/>
        </p:nvSpPr>
        <p:spPr>
          <a:xfrm>
            <a:off x="7686049" y="1334002"/>
            <a:ext cx="2208796" cy="2208796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baseline="-50000" sz="6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sx="100000" sy="100000" kx="0" ky="0" algn="b" rotWithShape="0" blurRad="215900" dist="63500" dir="366000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</a:p>
        </p:txBody>
      </p:sp>
      <p:sp>
        <p:nvSpPr>
          <p:cNvPr id="2658" name="Oval 11"/>
          <p:cNvSpPr/>
          <p:nvPr/>
        </p:nvSpPr>
        <p:spPr>
          <a:xfrm>
            <a:off x="8245624" y="4280402"/>
            <a:ext cx="2208796" cy="2208796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baseline="-50000" sz="6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sx="100000" sy="100000" kx="0" ky="0" algn="b" rotWithShape="0" blurRad="215900" dist="63500" dir="366000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</a:p>
        </p:txBody>
      </p:sp>
      <p:sp>
        <p:nvSpPr>
          <p:cNvPr id="2659" name="Oval 11"/>
          <p:cNvSpPr/>
          <p:nvPr/>
        </p:nvSpPr>
        <p:spPr>
          <a:xfrm>
            <a:off x="8908008" y="7226803"/>
            <a:ext cx="2208796" cy="2208795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baseline="-50000" sz="6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sx="100000" sy="100000" kx="0" ky="0" algn="b" rotWithShape="0" blurRad="215900" dist="63500" dir="366000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</a:p>
        </p:txBody>
      </p:sp>
      <p:sp>
        <p:nvSpPr>
          <p:cNvPr id="2660" name="Oval 11"/>
          <p:cNvSpPr/>
          <p:nvPr/>
        </p:nvSpPr>
        <p:spPr>
          <a:xfrm>
            <a:off x="9510756" y="10173203"/>
            <a:ext cx="2208796" cy="2208795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baseline="-50000" sz="6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sx="100000" sy="100000" kx="0" ky="0" algn="b" rotWithShape="0" blurRad="215900" dist="63500" dir="366000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</a:p>
        </p:txBody>
      </p:sp>
      <p:sp>
        <p:nvSpPr>
          <p:cNvPr id="2661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0190206" y="1835150"/>
            <a:ext cx="7436404" cy="120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62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0818353" y="4781550"/>
            <a:ext cx="7933291" cy="120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63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1776701" y="7727950"/>
            <a:ext cx="7933291" cy="120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64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2335501" y="10674350"/>
            <a:ext cx="7933291" cy="120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65" name="Freeform 196"/>
          <p:cNvSpPr/>
          <p:nvPr/>
        </p:nvSpPr>
        <p:spPr>
          <a:xfrm>
            <a:off x="8282434" y="2060486"/>
            <a:ext cx="1007897" cy="8428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18" fill="norm" stroke="1" extrusionOk="0"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1042"/>
                  <a:pt x="0" y="2328"/>
                </a:cubicBezTo>
                <a:lnTo>
                  <a:pt x="0" y="15188"/>
                </a:lnTo>
                <a:cubicBezTo>
                  <a:pt x="0" y="16474"/>
                  <a:pt x="879" y="17516"/>
                  <a:pt x="1964" y="17516"/>
                </a:cubicBezTo>
                <a:lnTo>
                  <a:pt x="19636" y="17516"/>
                </a:lnTo>
                <a:cubicBezTo>
                  <a:pt x="20721" y="17516"/>
                  <a:pt x="21600" y="16474"/>
                  <a:pt x="21600" y="15188"/>
                </a:cubicBezTo>
                <a:lnTo>
                  <a:pt x="21600" y="2328"/>
                </a:lnTo>
                <a:cubicBezTo>
                  <a:pt x="21600" y="1042"/>
                  <a:pt x="20721" y="0"/>
                  <a:pt x="19636" y="0"/>
                </a:cubicBezTo>
                <a:close/>
                <a:moveTo>
                  <a:pt x="20618" y="15186"/>
                </a:moveTo>
                <a:cubicBezTo>
                  <a:pt x="20618" y="15829"/>
                  <a:pt x="20179" y="16350"/>
                  <a:pt x="19636" y="16350"/>
                </a:cubicBezTo>
                <a:lnTo>
                  <a:pt x="1964" y="16350"/>
                </a:lnTo>
                <a:cubicBezTo>
                  <a:pt x="1421" y="16350"/>
                  <a:pt x="982" y="15829"/>
                  <a:pt x="982" y="15186"/>
                </a:cubicBezTo>
                <a:lnTo>
                  <a:pt x="982" y="2328"/>
                </a:lnTo>
                <a:cubicBezTo>
                  <a:pt x="982" y="1685"/>
                  <a:pt x="1421" y="1164"/>
                  <a:pt x="1964" y="1164"/>
                </a:cubicBezTo>
                <a:lnTo>
                  <a:pt x="19636" y="1164"/>
                </a:lnTo>
                <a:cubicBezTo>
                  <a:pt x="20179" y="1164"/>
                  <a:pt x="20618" y="1685"/>
                  <a:pt x="20618" y="2328"/>
                </a:cubicBezTo>
                <a:close/>
                <a:moveTo>
                  <a:pt x="12951" y="9255"/>
                </a:moveTo>
                <a:lnTo>
                  <a:pt x="9573" y="11700"/>
                </a:lnTo>
                <a:cubicBezTo>
                  <a:pt x="9341" y="11867"/>
                  <a:pt x="9039" y="11781"/>
                  <a:pt x="8898" y="11506"/>
                </a:cubicBezTo>
                <a:cubicBezTo>
                  <a:pt x="8851" y="11415"/>
                  <a:pt x="8826" y="11310"/>
                  <a:pt x="8826" y="11203"/>
                </a:cubicBezTo>
                <a:lnTo>
                  <a:pt x="8826" y="6312"/>
                </a:lnTo>
                <a:cubicBezTo>
                  <a:pt x="8826" y="5991"/>
                  <a:pt x="9046" y="5730"/>
                  <a:pt x="9317" y="5730"/>
                </a:cubicBezTo>
                <a:cubicBezTo>
                  <a:pt x="9407" y="5730"/>
                  <a:pt x="9496" y="5760"/>
                  <a:pt x="9573" y="5816"/>
                </a:cubicBezTo>
                <a:lnTo>
                  <a:pt x="12952" y="8260"/>
                </a:lnTo>
                <a:cubicBezTo>
                  <a:pt x="13184" y="8428"/>
                  <a:pt x="13257" y="8786"/>
                  <a:pt x="13116" y="9060"/>
                </a:cubicBezTo>
                <a:cubicBezTo>
                  <a:pt x="13075" y="9140"/>
                  <a:pt x="13018" y="9207"/>
                  <a:pt x="12951" y="9255"/>
                </a:cubicBezTo>
                <a:close/>
                <a:moveTo>
                  <a:pt x="4079" y="20116"/>
                </a:moveTo>
                <a:cubicBezTo>
                  <a:pt x="4079" y="20437"/>
                  <a:pt x="3860" y="20698"/>
                  <a:pt x="3589" y="20698"/>
                </a:cubicBezTo>
                <a:lnTo>
                  <a:pt x="491" y="20698"/>
                </a:lnTo>
                <a:cubicBezTo>
                  <a:pt x="220" y="20698"/>
                  <a:pt x="0" y="20437"/>
                  <a:pt x="0" y="20116"/>
                </a:cubicBezTo>
                <a:cubicBezTo>
                  <a:pt x="0" y="19794"/>
                  <a:pt x="220" y="19534"/>
                  <a:pt x="491" y="19534"/>
                </a:cubicBezTo>
                <a:lnTo>
                  <a:pt x="3589" y="19534"/>
                </a:lnTo>
                <a:cubicBezTo>
                  <a:pt x="3860" y="19534"/>
                  <a:pt x="4079" y="19794"/>
                  <a:pt x="4079" y="20116"/>
                </a:cubicBezTo>
                <a:close/>
                <a:moveTo>
                  <a:pt x="21600" y="20116"/>
                </a:moveTo>
                <a:cubicBezTo>
                  <a:pt x="21600" y="20437"/>
                  <a:pt x="21380" y="20698"/>
                  <a:pt x="21109" y="20698"/>
                </a:cubicBezTo>
                <a:lnTo>
                  <a:pt x="7261" y="20698"/>
                </a:lnTo>
                <a:cubicBezTo>
                  <a:pt x="7223" y="20694"/>
                  <a:pt x="7186" y="20685"/>
                  <a:pt x="7150" y="20671"/>
                </a:cubicBezTo>
                <a:cubicBezTo>
                  <a:pt x="6891" y="21322"/>
                  <a:pt x="6237" y="21600"/>
                  <a:pt x="5688" y="21293"/>
                </a:cubicBezTo>
                <a:cubicBezTo>
                  <a:pt x="5140" y="20986"/>
                  <a:pt x="4905" y="20210"/>
                  <a:pt x="5164" y="19560"/>
                </a:cubicBezTo>
                <a:cubicBezTo>
                  <a:pt x="5423" y="18909"/>
                  <a:pt x="6077" y="18631"/>
                  <a:pt x="6626" y="18938"/>
                </a:cubicBezTo>
                <a:cubicBezTo>
                  <a:pt x="6856" y="19067"/>
                  <a:pt x="7041" y="19287"/>
                  <a:pt x="7150" y="19560"/>
                </a:cubicBezTo>
                <a:cubicBezTo>
                  <a:pt x="7186" y="19546"/>
                  <a:pt x="7224" y="19537"/>
                  <a:pt x="7262" y="19534"/>
                </a:cubicBezTo>
                <a:lnTo>
                  <a:pt x="21109" y="19534"/>
                </a:lnTo>
                <a:cubicBezTo>
                  <a:pt x="21380" y="19534"/>
                  <a:pt x="21600" y="19794"/>
                  <a:pt x="21600" y="20116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666" name="Freeform 179"/>
          <p:cNvSpPr/>
          <p:nvPr/>
        </p:nvSpPr>
        <p:spPr>
          <a:xfrm>
            <a:off x="9366674" y="7828013"/>
            <a:ext cx="1155759" cy="9808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99" h="21600" fill="norm" stroke="1" extrusionOk="0">
                <a:moveTo>
                  <a:pt x="1509" y="17153"/>
                </a:moveTo>
                <a:cubicBezTo>
                  <a:pt x="1509" y="21282"/>
                  <a:pt x="1509" y="21282"/>
                  <a:pt x="1509" y="21282"/>
                </a:cubicBezTo>
                <a:cubicBezTo>
                  <a:pt x="1509" y="21441"/>
                  <a:pt x="1643" y="21600"/>
                  <a:pt x="2046" y="21600"/>
                </a:cubicBezTo>
                <a:cubicBezTo>
                  <a:pt x="4595" y="21600"/>
                  <a:pt x="4595" y="21600"/>
                  <a:pt x="4595" y="21600"/>
                </a:cubicBezTo>
                <a:cubicBezTo>
                  <a:pt x="4729" y="21600"/>
                  <a:pt x="4863" y="21441"/>
                  <a:pt x="4863" y="21282"/>
                </a:cubicBezTo>
                <a:cubicBezTo>
                  <a:pt x="4863" y="13976"/>
                  <a:pt x="4863" y="13976"/>
                  <a:pt x="4863" y="13976"/>
                </a:cubicBezTo>
                <a:cubicBezTo>
                  <a:pt x="2985" y="16200"/>
                  <a:pt x="2985" y="16200"/>
                  <a:pt x="2985" y="16200"/>
                </a:cubicBezTo>
                <a:cubicBezTo>
                  <a:pt x="2582" y="16676"/>
                  <a:pt x="2180" y="16994"/>
                  <a:pt x="1509" y="17153"/>
                </a:cubicBezTo>
                <a:close/>
                <a:moveTo>
                  <a:pt x="6205" y="13818"/>
                </a:moveTo>
                <a:cubicBezTo>
                  <a:pt x="6205" y="21282"/>
                  <a:pt x="6205" y="21282"/>
                  <a:pt x="6205" y="21282"/>
                </a:cubicBezTo>
                <a:cubicBezTo>
                  <a:pt x="6205" y="21441"/>
                  <a:pt x="6473" y="21600"/>
                  <a:pt x="6741" y="21600"/>
                </a:cubicBezTo>
                <a:cubicBezTo>
                  <a:pt x="9290" y="21600"/>
                  <a:pt x="9290" y="21600"/>
                  <a:pt x="9290" y="21600"/>
                </a:cubicBezTo>
                <a:cubicBezTo>
                  <a:pt x="9424" y="21600"/>
                  <a:pt x="9693" y="21441"/>
                  <a:pt x="9693" y="21282"/>
                </a:cubicBezTo>
                <a:cubicBezTo>
                  <a:pt x="9693" y="16835"/>
                  <a:pt x="9693" y="16835"/>
                  <a:pt x="9693" y="16835"/>
                </a:cubicBezTo>
                <a:cubicBezTo>
                  <a:pt x="9156" y="16835"/>
                  <a:pt x="8485" y="16518"/>
                  <a:pt x="8217" y="16041"/>
                </a:cubicBezTo>
                <a:lnTo>
                  <a:pt x="6205" y="13818"/>
                </a:lnTo>
                <a:close/>
                <a:moveTo>
                  <a:pt x="11169" y="16359"/>
                </a:moveTo>
                <a:cubicBezTo>
                  <a:pt x="11169" y="21282"/>
                  <a:pt x="11169" y="21282"/>
                  <a:pt x="11169" y="21282"/>
                </a:cubicBezTo>
                <a:cubicBezTo>
                  <a:pt x="11169" y="21441"/>
                  <a:pt x="11303" y="21600"/>
                  <a:pt x="11437" y="21600"/>
                </a:cubicBezTo>
                <a:cubicBezTo>
                  <a:pt x="14120" y="21600"/>
                  <a:pt x="14120" y="21600"/>
                  <a:pt x="14120" y="21600"/>
                </a:cubicBezTo>
                <a:cubicBezTo>
                  <a:pt x="14388" y="21600"/>
                  <a:pt x="14657" y="21441"/>
                  <a:pt x="14657" y="21282"/>
                </a:cubicBezTo>
                <a:cubicBezTo>
                  <a:pt x="14657" y="12388"/>
                  <a:pt x="14657" y="12388"/>
                  <a:pt x="14657" y="12388"/>
                </a:cubicBezTo>
                <a:cubicBezTo>
                  <a:pt x="11437" y="15882"/>
                  <a:pt x="11437" y="15882"/>
                  <a:pt x="11437" y="15882"/>
                </a:cubicBezTo>
                <a:cubicBezTo>
                  <a:pt x="11303" y="16200"/>
                  <a:pt x="11169" y="16359"/>
                  <a:pt x="11169" y="16359"/>
                </a:cubicBezTo>
                <a:close/>
                <a:moveTo>
                  <a:pt x="19084" y="7147"/>
                </a:moveTo>
                <a:cubicBezTo>
                  <a:pt x="15998" y="10959"/>
                  <a:pt x="15998" y="10959"/>
                  <a:pt x="15998" y="10959"/>
                </a:cubicBezTo>
                <a:cubicBezTo>
                  <a:pt x="15998" y="21282"/>
                  <a:pt x="15998" y="21282"/>
                  <a:pt x="15998" y="21282"/>
                </a:cubicBezTo>
                <a:cubicBezTo>
                  <a:pt x="15998" y="21441"/>
                  <a:pt x="16133" y="21600"/>
                  <a:pt x="16267" y="21600"/>
                </a:cubicBezTo>
                <a:cubicBezTo>
                  <a:pt x="19084" y="21600"/>
                  <a:pt x="19084" y="21600"/>
                  <a:pt x="19084" y="21600"/>
                </a:cubicBezTo>
                <a:cubicBezTo>
                  <a:pt x="19352" y="21600"/>
                  <a:pt x="19487" y="21441"/>
                  <a:pt x="19487" y="21282"/>
                </a:cubicBezTo>
                <a:cubicBezTo>
                  <a:pt x="19487" y="7465"/>
                  <a:pt x="19487" y="7465"/>
                  <a:pt x="19487" y="7465"/>
                </a:cubicBezTo>
                <a:cubicBezTo>
                  <a:pt x="19352" y="7306"/>
                  <a:pt x="19352" y="7306"/>
                  <a:pt x="19352" y="7147"/>
                </a:cubicBezTo>
                <a:lnTo>
                  <a:pt x="19084" y="7147"/>
                </a:lnTo>
                <a:close/>
                <a:moveTo>
                  <a:pt x="21365" y="318"/>
                </a:moveTo>
                <a:cubicBezTo>
                  <a:pt x="21097" y="159"/>
                  <a:pt x="20962" y="0"/>
                  <a:pt x="20694" y="0"/>
                </a:cubicBezTo>
                <a:cubicBezTo>
                  <a:pt x="19352" y="159"/>
                  <a:pt x="18145" y="159"/>
                  <a:pt x="16938" y="159"/>
                </a:cubicBezTo>
                <a:cubicBezTo>
                  <a:pt x="16669" y="159"/>
                  <a:pt x="16535" y="159"/>
                  <a:pt x="16401" y="635"/>
                </a:cubicBezTo>
                <a:cubicBezTo>
                  <a:pt x="16267" y="635"/>
                  <a:pt x="16267" y="635"/>
                  <a:pt x="16267" y="794"/>
                </a:cubicBezTo>
                <a:cubicBezTo>
                  <a:pt x="15998" y="1112"/>
                  <a:pt x="16267" y="1588"/>
                  <a:pt x="16401" y="1747"/>
                </a:cubicBezTo>
                <a:cubicBezTo>
                  <a:pt x="16669" y="1906"/>
                  <a:pt x="16669" y="1906"/>
                  <a:pt x="16669" y="1906"/>
                </a:cubicBezTo>
                <a:cubicBezTo>
                  <a:pt x="16938" y="2382"/>
                  <a:pt x="17072" y="2541"/>
                  <a:pt x="17340" y="2700"/>
                </a:cubicBezTo>
                <a:cubicBezTo>
                  <a:pt x="9827" y="11753"/>
                  <a:pt x="9827" y="11753"/>
                  <a:pt x="9827" y="11753"/>
                </a:cubicBezTo>
                <a:cubicBezTo>
                  <a:pt x="6339" y="7782"/>
                  <a:pt x="6339" y="7782"/>
                  <a:pt x="6339" y="7782"/>
                </a:cubicBezTo>
                <a:cubicBezTo>
                  <a:pt x="6205" y="7624"/>
                  <a:pt x="5802" y="7306"/>
                  <a:pt x="5534" y="7306"/>
                </a:cubicBezTo>
                <a:cubicBezTo>
                  <a:pt x="5400" y="7306"/>
                  <a:pt x="4997" y="7624"/>
                  <a:pt x="4863" y="7782"/>
                </a:cubicBezTo>
                <a:cubicBezTo>
                  <a:pt x="301" y="13024"/>
                  <a:pt x="301" y="13024"/>
                  <a:pt x="301" y="13024"/>
                </a:cubicBezTo>
                <a:cubicBezTo>
                  <a:pt x="-101" y="13500"/>
                  <a:pt x="-101" y="14294"/>
                  <a:pt x="301" y="14929"/>
                </a:cubicBezTo>
                <a:cubicBezTo>
                  <a:pt x="570" y="15088"/>
                  <a:pt x="570" y="15088"/>
                  <a:pt x="570" y="15088"/>
                </a:cubicBezTo>
                <a:cubicBezTo>
                  <a:pt x="704" y="15247"/>
                  <a:pt x="972" y="15565"/>
                  <a:pt x="1241" y="15565"/>
                </a:cubicBezTo>
                <a:cubicBezTo>
                  <a:pt x="1643" y="15565"/>
                  <a:pt x="1911" y="15247"/>
                  <a:pt x="2046" y="15088"/>
                </a:cubicBezTo>
                <a:cubicBezTo>
                  <a:pt x="5534" y="10800"/>
                  <a:pt x="5534" y="10800"/>
                  <a:pt x="5534" y="10800"/>
                </a:cubicBezTo>
                <a:cubicBezTo>
                  <a:pt x="9022" y="14929"/>
                  <a:pt x="9022" y="14929"/>
                  <a:pt x="9022" y="14929"/>
                </a:cubicBezTo>
                <a:cubicBezTo>
                  <a:pt x="9156" y="15088"/>
                  <a:pt x="9424" y="15247"/>
                  <a:pt x="9827" y="15247"/>
                </a:cubicBezTo>
                <a:cubicBezTo>
                  <a:pt x="10095" y="15247"/>
                  <a:pt x="10364" y="15088"/>
                  <a:pt x="10498" y="14929"/>
                </a:cubicBezTo>
                <a:cubicBezTo>
                  <a:pt x="19084" y="4765"/>
                  <a:pt x="19084" y="4765"/>
                  <a:pt x="19084" y="4765"/>
                </a:cubicBezTo>
                <a:cubicBezTo>
                  <a:pt x="20023" y="6035"/>
                  <a:pt x="20023" y="6035"/>
                  <a:pt x="20023" y="6035"/>
                </a:cubicBezTo>
                <a:cubicBezTo>
                  <a:pt x="20157" y="6194"/>
                  <a:pt x="20292" y="6353"/>
                  <a:pt x="20560" y="6353"/>
                </a:cubicBezTo>
                <a:cubicBezTo>
                  <a:pt x="20694" y="6353"/>
                  <a:pt x="20828" y="6194"/>
                  <a:pt x="20828" y="6194"/>
                </a:cubicBezTo>
                <a:cubicBezTo>
                  <a:pt x="20962" y="6194"/>
                  <a:pt x="20962" y="6194"/>
                  <a:pt x="20962" y="6035"/>
                </a:cubicBezTo>
                <a:cubicBezTo>
                  <a:pt x="21365" y="5876"/>
                  <a:pt x="21365" y="5559"/>
                  <a:pt x="21365" y="5241"/>
                </a:cubicBezTo>
                <a:cubicBezTo>
                  <a:pt x="21365" y="4288"/>
                  <a:pt x="21365" y="3494"/>
                  <a:pt x="21499" y="2541"/>
                </a:cubicBezTo>
                <a:cubicBezTo>
                  <a:pt x="21499" y="953"/>
                  <a:pt x="21499" y="953"/>
                  <a:pt x="21499" y="953"/>
                </a:cubicBezTo>
                <a:cubicBezTo>
                  <a:pt x="21499" y="794"/>
                  <a:pt x="21499" y="318"/>
                  <a:pt x="21365" y="318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667" name="Freeform 148"/>
          <p:cNvSpPr/>
          <p:nvPr/>
        </p:nvSpPr>
        <p:spPr>
          <a:xfrm>
            <a:off x="9962694" y="10773891"/>
            <a:ext cx="1221057" cy="10478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865" y="11735"/>
                </a:moveTo>
                <a:cubicBezTo>
                  <a:pt x="13427" y="9865"/>
                  <a:pt x="13427" y="9865"/>
                  <a:pt x="13427" y="9865"/>
                </a:cubicBezTo>
                <a:cubicBezTo>
                  <a:pt x="12259" y="10035"/>
                  <a:pt x="12259" y="10035"/>
                  <a:pt x="12259" y="10035"/>
                </a:cubicBezTo>
                <a:cubicBezTo>
                  <a:pt x="11384" y="8504"/>
                  <a:pt x="11384" y="8504"/>
                  <a:pt x="11384" y="8504"/>
                </a:cubicBezTo>
                <a:cubicBezTo>
                  <a:pt x="11822" y="7313"/>
                  <a:pt x="11822" y="7313"/>
                  <a:pt x="11822" y="7313"/>
                </a:cubicBezTo>
                <a:cubicBezTo>
                  <a:pt x="10362" y="6123"/>
                  <a:pt x="10362" y="6123"/>
                  <a:pt x="10362" y="6123"/>
                </a:cubicBezTo>
                <a:cubicBezTo>
                  <a:pt x="9486" y="6973"/>
                  <a:pt x="9486" y="6973"/>
                  <a:pt x="9486" y="6973"/>
                </a:cubicBezTo>
                <a:cubicBezTo>
                  <a:pt x="8173" y="6463"/>
                  <a:pt x="8173" y="6463"/>
                  <a:pt x="8173" y="6463"/>
                </a:cubicBezTo>
                <a:cubicBezTo>
                  <a:pt x="7881" y="5272"/>
                  <a:pt x="7881" y="5272"/>
                  <a:pt x="7881" y="5272"/>
                </a:cubicBezTo>
                <a:cubicBezTo>
                  <a:pt x="6130" y="5272"/>
                  <a:pt x="6130" y="5272"/>
                  <a:pt x="6130" y="5272"/>
                </a:cubicBezTo>
                <a:cubicBezTo>
                  <a:pt x="5838" y="6463"/>
                  <a:pt x="5838" y="6463"/>
                  <a:pt x="5838" y="6463"/>
                </a:cubicBezTo>
                <a:cubicBezTo>
                  <a:pt x="4378" y="6973"/>
                  <a:pt x="4378" y="6973"/>
                  <a:pt x="4378" y="6973"/>
                </a:cubicBezTo>
                <a:cubicBezTo>
                  <a:pt x="3503" y="6123"/>
                  <a:pt x="3503" y="6123"/>
                  <a:pt x="3503" y="6123"/>
                </a:cubicBezTo>
                <a:cubicBezTo>
                  <a:pt x="2189" y="7313"/>
                  <a:pt x="2189" y="7313"/>
                  <a:pt x="2189" y="7313"/>
                </a:cubicBezTo>
                <a:cubicBezTo>
                  <a:pt x="2481" y="8504"/>
                  <a:pt x="2481" y="8504"/>
                  <a:pt x="2481" y="8504"/>
                </a:cubicBezTo>
                <a:cubicBezTo>
                  <a:pt x="1605" y="10035"/>
                  <a:pt x="1605" y="10035"/>
                  <a:pt x="1605" y="10035"/>
                </a:cubicBezTo>
                <a:cubicBezTo>
                  <a:pt x="584" y="9865"/>
                  <a:pt x="584" y="9865"/>
                  <a:pt x="584" y="9865"/>
                </a:cubicBezTo>
                <a:cubicBezTo>
                  <a:pt x="0" y="11735"/>
                  <a:pt x="0" y="11735"/>
                  <a:pt x="0" y="11735"/>
                </a:cubicBezTo>
                <a:cubicBezTo>
                  <a:pt x="876" y="12586"/>
                  <a:pt x="876" y="12586"/>
                  <a:pt x="876" y="12586"/>
                </a:cubicBezTo>
                <a:cubicBezTo>
                  <a:pt x="876" y="14287"/>
                  <a:pt x="876" y="14287"/>
                  <a:pt x="876" y="14287"/>
                </a:cubicBezTo>
                <a:cubicBezTo>
                  <a:pt x="0" y="14967"/>
                  <a:pt x="0" y="14967"/>
                  <a:pt x="0" y="14967"/>
                </a:cubicBezTo>
                <a:cubicBezTo>
                  <a:pt x="584" y="16838"/>
                  <a:pt x="584" y="16838"/>
                  <a:pt x="584" y="16838"/>
                </a:cubicBezTo>
                <a:cubicBezTo>
                  <a:pt x="1605" y="16838"/>
                  <a:pt x="1605" y="16838"/>
                  <a:pt x="1605" y="16838"/>
                </a:cubicBezTo>
                <a:cubicBezTo>
                  <a:pt x="2481" y="18198"/>
                  <a:pt x="2481" y="18198"/>
                  <a:pt x="2481" y="18198"/>
                </a:cubicBezTo>
                <a:cubicBezTo>
                  <a:pt x="2189" y="19389"/>
                  <a:pt x="2189" y="19389"/>
                  <a:pt x="2189" y="19389"/>
                </a:cubicBezTo>
                <a:cubicBezTo>
                  <a:pt x="3503" y="20580"/>
                  <a:pt x="3503" y="20580"/>
                  <a:pt x="3503" y="20580"/>
                </a:cubicBezTo>
                <a:cubicBezTo>
                  <a:pt x="4378" y="19899"/>
                  <a:pt x="4378" y="19899"/>
                  <a:pt x="4378" y="19899"/>
                </a:cubicBezTo>
                <a:cubicBezTo>
                  <a:pt x="5838" y="20409"/>
                  <a:pt x="5838" y="20409"/>
                  <a:pt x="5838" y="20409"/>
                </a:cubicBezTo>
                <a:cubicBezTo>
                  <a:pt x="6130" y="21600"/>
                  <a:pt x="6130" y="21600"/>
                  <a:pt x="6130" y="21600"/>
                </a:cubicBezTo>
                <a:cubicBezTo>
                  <a:pt x="7881" y="21600"/>
                  <a:pt x="7881" y="21600"/>
                  <a:pt x="7881" y="21600"/>
                </a:cubicBezTo>
                <a:cubicBezTo>
                  <a:pt x="8173" y="20409"/>
                  <a:pt x="8173" y="20409"/>
                  <a:pt x="8173" y="20409"/>
                </a:cubicBezTo>
                <a:cubicBezTo>
                  <a:pt x="9486" y="19899"/>
                  <a:pt x="9486" y="19899"/>
                  <a:pt x="9486" y="19899"/>
                </a:cubicBezTo>
                <a:cubicBezTo>
                  <a:pt x="10362" y="20580"/>
                  <a:pt x="10362" y="20580"/>
                  <a:pt x="10362" y="20580"/>
                </a:cubicBezTo>
                <a:cubicBezTo>
                  <a:pt x="11822" y="19389"/>
                  <a:pt x="11822" y="19389"/>
                  <a:pt x="11822" y="19389"/>
                </a:cubicBezTo>
                <a:cubicBezTo>
                  <a:pt x="11384" y="18198"/>
                  <a:pt x="11384" y="18198"/>
                  <a:pt x="11384" y="18198"/>
                </a:cubicBezTo>
                <a:cubicBezTo>
                  <a:pt x="12259" y="16838"/>
                  <a:pt x="12259" y="16838"/>
                  <a:pt x="12259" y="16838"/>
                </a:cubicBezTo>
                <a:cubicBezTo>
                  <a:pt x="13427" y="16838"/>
                  <a:pt x="13427" y="16838"/>
                  <a:pt x="13427" y="16838"/>
                </a:cubicBezTo>
                <a:cubicBezTo>
                  <a:pt x="13865" y="14967"/>
                  <a:pt x="13865" y="14967"/>
                  <a:pt x="13865" y="14967"/>
                </a:cubicBezTo>
                <a:cubicBezTo>
                  <a:pt x="12989" y="14287"/>
                  <a:pt x="12989" y="14287"/>
                  <a:pt x="12989" y="14287"/>
                </a:cubicBezTo>
                <a:cubicBezTo>
                  <a:pt x="12989" y="12586"/>
                  <a:pt x="12989" y="12586"/>
                  <a:pt x="12989" y="12586"/>
                </a:cubicBezTo>
                <a:lnTo>
                  <a:pt x="13865" y="11735"/>
                </a:lnTo>
                <a:close/>
                <a:moveTo>
                  <a:pt x="10070" y="14457"/>
                </a:moveTo>
                <a:cubicBezTo>
                  <a:pt x="9924" y="14627"/>
                  <a:pt x="9924" y="14627"/>
                  <a:pt x="9924" y="14627"/>
                </a:cubicBezTo>
                <a:cubicBezTo>
                  <a:pt x="9778" y="15307"/>
                  <a:pt x="9341" y="15987"/>
                  <a:pt x="8903" y="16328"/>
                </a:cubicBezTo>
                <a:cubicBezTo>
                  <a:pt x="8757" y="16498"/>
                  <a:pt x="8757" y="16498"/>
                  <a:pt x="8757" y="16498"/>
                </a:cubicBezTo>
                <a:cubicBezTo>
                  <a:pt x="8319" y="16838"/>
                  <a:pt x="7589" y="17178"/>
                  <a:pt x="7005" y="17178"/>
                </a:cubicBezTo>
                <a:cubicBezTo>
                  <a:pt x="6859" y="17178"/>
                  <a:pt x="6859" y="17178"/>
                  <a:pt x="6859" y="17178"/>
                </a:cubicBezTo>
                <a:cubicBezTo>
                  <a:pt x="6276" y="17178"/>
                  <a:pt x="5692" y="16838"/>
                  <a:pt x="5108" y="16498"/>
                </a:cubicBezTo>
                <a:cubicBezTo>
                  <a:pt x="5108" y="16328"/>
                  <a:pt x="5108" y="16328"/>
                  <a:pt x="5108" y="16328"/>
                </a:cubicBezTo>
                <a:cubicBezTo>
                  <a:pt x="4524" y="15987"/>
                  <a:pt x="4086" y="15307"/>
                  <a:pt x="3941" y="14627"/>
                </a:cubicBezTo>
                <a:cubicBezTo>
                  <a:pt x="3941" y="14457"/>
                  <a:pt x="3941" y="14457"/>
                  <a:pt x="3941" y="14457"/>
                </a:cubicBezTo>
                <a:cubicBezTo>
                  <a:pt x="3649" y="13776"/>
                  <a:pt x="3649" y="13096"/>
                  <a:pt x="3941" y="12246"/>
                </a:cubicBezTo>
                <a:cubicBezTo>
                  <a:pt x="3941" y="12246"/>
                  <a:pt x="3941" y="12246"/>
                  <a:pt x="3941" y="12246"/>
                </a:cubicBezTo>
                <a:cubicBezTo>
                  <a:pt x="4086" y="11565"/>
                  <a:pt x="4524" y="10885"/>
                  <a:pt x="5108" y="10375"/>
                </a:cubicBezTo>
                <a:cubicBezTo>
                  <a:pt x="5108" y="10375"/>
                  <a:pt x="5108" y="10375"/>
                  <a:pt x="5108" y="10375"/>
                </a:cubicBezTo>
                <a:cubicBezTo>
                  <a:pt x="5692" y="9865"/>
                  <a:pt x="6276" y="9694"/>
                  <a:pt x="6859" y="9694"/>
                </a:cubicBezTo>
                <a:cubicBezTo>
                  <a:pt x="7005" y="9694"/>
                  <a:pt x="7005" y="9694"/>
                  <a:pt x="7005" y="9694"/>
                </a:cubicBezTo>
                <a:cubicBezTo>
                  <a:pt x="7589" y="9694"/>
                  <a:pt x="8319" y="9865"/>
                  <a:pt x="8757" y="10375"/>
                </a:cubicBezTo>
                <a:cubicBezTo>
                  <a:pt x="8903" y="10375"/>
                  <a:pt x="8903" y="10375"/>
                  <a:pt x="8903" y="10375"/>
                </a:cubicBezTo>
                <a:cubicBezTo>
                  <a:pt x="9341" y="10885"/>
                  <a:pt x="9778" y="11565"/>
                  <a:pt x="9924" y="12246"/>
                </a:cubicBezTo>
                <a:cubicBezTo>
                  <a:pt x="10070" y="12246"/>
                  <a:pt x="10070" y="12246"/>
                  <a:pt x="10070" y="12246"/>
                </a:cubicBezTo>
                <a:cubicBezTo>
                  <a:pt x="10216" y="13096"/>
                  <a:pt x="10216" y="13776"/>
                  <a:pt x="10070" y="14457"/>
                </a:cubicBezTo>
                <a:close/>
                <a:moveTo>
                  <a:pt x="20578" y="6293"/>
                </a:moveTo>
                <a:cubicBezTo>
                  <a:pt x="21600" y="5613"/>
                  <a:pt x="21600" y="5613"/>
                  <a:pt x="21600" y="5613"/>
                </a:cubicBezTo>
                <a:cubicBezTo>
                  <a:pt x="21454" y="4252"/>
                  <a:pt x="21454" y="4252"/>
                  <a:pt x="21454" y="4252"/>
                </a:cubicBezTo>
                <a:cubicBezTo>
                  <a:pt x="20286" y="4082"/>
                  <a:pt x="20286" y="4082"/>
                  <a:pt x="20286" y="4082"/>
                </a:cubicBezTo>
                <a:cubicBezTo>
                  <a:pt x="19849" y="3061"/>
                  <a:pt x="19849" y="3061"/>
                  <a:pt x="19849" y="3061"/>
                </a:cubicBezTo>
                <a:cubicBezTo>
                  <a:pt x="20286" y="1871"/>
                  <a:pt x="20286" y="1871"/>
                  <a:pt x="20286" y="1871"/>
                </a:cubicBezTo>
                <a:cubicBezTo>
                  <a:pt x="19411" y="1020"/>
                  <a:pt x="19411" y="1020"/>
                  <a:pt x="19411" y="1020"/>
                </a:cubicBezTo>
                <a:cubicBezTo>
                  <a:pt x="18389" y="1701"/>
                  <a:pt x="18389" y="1701"/>
                  <a:pt x="18389" y="1701"/>
                </a:cubicBezTo>
                <a:cubicBezTo>
                  <a:pt x="17514" y="1361"/>
                  <a:pt x="17514" y="1361"/>
                  <a:pt x="17514" y="1361"/>
                </a:cubicBezTo>
                <a:cubicBezTo>
                  <a:pt x="17076" y="0"/>
                  <a:pt x="17076" y="0"/>
                  <a:pt x="17076" y="0"/>
                </a:cubicBezTo>
                <a:cubicBezTo>
                  <a:pt x="15908" y="0"/>
                  <a:pt x="15908" y="0"/>
                  <a:pt x="15908" y="0"/>
                </a:cubicBezTo>
                <a:cubicBezTo>
                  <a:pt x="15616" y="1361"/>
                  <a:pt x="15616" y="1361"/>
                  <a:pt x="15616" y="1361"/>
                </a:cubicBezTo>
                <a:cubicBezTo>
                  <a:pt x="14595" y="1701"/>
                  <a:pt x="14595" y="1701"/>
                  <a:pt x="14595" y="1701"/>
                </a:cubicBezTo>
                <a:cubicBezTo>
                  <a:pt x="13719" y="1020"/>
                  <a:pt x="13719" y="1020"/>
                  <a:pt x="13719" y="1020"/>
                </a:cubicBezTo>
                <a:cubicBezTo>
                  <a:pt x="12697" y="1871"/>
                  <a:pt x="12697" y="1871"/>
                  <a:pt x="12697" y="1871"/>
                </a:cubicBezTo>
                <a:cubicBezTo>
                  <a:pt x="13135" y="3061"/>
                  <a:pt x="13135" y="3061"/>
                  <a:pt x="13135" y="3061"/>
                </a:cubicBezTo>
                <a:cubicBezTo>
                  <a:pt x="12697" y="4082"/>
                  <a:pt x="12697" y="4082"/>
                  <a:pt x="12697" y="4082"/>
                </a:cubicBezTo>
                <a:cubicBezTo>
                  <a:pt x="11530" y="4252"/>
                  <a:pt x="11530" y="4252"/>
                  <a:pt x="11530" y="4252"/>
                </a:cubicBezTo>
                <a:cubicBezTo>
                  <a:pt x="11384" y="5613"/>
                  <a:pt x="11384" y="5613"/>
                  <a:pt x="11384" y="5613"/>
                </a:cubicBezTo>
                <a:cubicBezTo>
                  <a:pt x="12405" y="6293"/>
                  <a:pt x="12405" y="6293"/>
                  <a:pt x="12405" y="6293"/>
                </a:cubicBezTo>
                <a:cubicBezTo>
                  <a:pt x="12551" y="7483"/>
                  <a:pt x="12551" y="7483"/>
                  <a:pt x="12551" y="7483"/>
                </a:cubicBezTo>
                <a:cubicBezTo>
                  <a:pt x="11822" y="8334"/>
                  <a:pt x="11822" y="8334"/>
                  <a:pt x="11822" y="8334"/>
                </a:cubicBezTo>
                <a:cubicBezTo>
                  <a:pt x="12405" y="9524"/>
                  <a:pt x="12405" y="9524"/>
                  <a:pt x="12405" y="9524"/>
                </a:cubicBezTo>
                <a:cubicBezTo>
                  <a:pt x="13427" y="9354"/>
                  <a:pt x="13427" y="9354"/>
                  <a:pt x="13427" y="9354"/>
                </a:cubicBezTo>
                <a:cubicBezTo>
                  <a:pt x="14157" y="10035"/>
                  <a:pt x="14157" y="10035"/>
                  <a:pt x="14157" y="10035"/>
                </a:cubicBezTo>
                <a:cubicBezTo>
                  <a:pt x="14157" y="11395"/>
                  <a:pt x="14157" y="11395"/>
                  <a:pt x="14157" y="11395"/>
                </a:cubicBezTo>
                <a:cubicBezTo>
                  <a:pt x="15324" y="11906"/>
                  <a:pt x="15324" y="11906"/>
                  <a:pt x="15324" y="11906"/>
                </a:cubicBezTo>
                <a:cubicBezTo>
                  <a:pt x="16054" y="10885"/>
                  <a:pt x="16054" y="10885"/>
                  <a:pt x="16054" y="10885"/>
                </a:cubicBezTo>
                <a:cubicBezTo>
                  <a:pt x="16930" y="10885"/>
                  <a:pt x="16930" y="10885"/>
                  <a:pt x="16930" y="10885"/>
                </a:cubicBezTo>
                <a:cubicBezTo>
                  <a:pt x="17659" y="11906"/>
                  <a:pt x="17659" y="11906"/>
                  <a:pt x="17659" y="11906"/>
                </a:cubicBezTo>
                <a:cubicBezTo>
                  <a:pt x="18827" y="11395"/>
                  <a:pt x="18827" y="11395"/>
                  <a:pt x="18827" y="11395"/>
                </a:cubicBezTo>
                <a:cubicBezTo>
                  <a:pt x="18827" y="10035"/>
                  <a:pt x="18827" y="10035"/>
                  <a:pt x="18827" y="10035"/>
                </a:cubicBezTo>
                <a:cubicBezTo>
                  <a:pt x="19557" y="9354"/>
                  <a:pt x="19557" y="9354"/>
                  <a:pt x="19557" y="9354"/>
                </a:cubicBezTo>
                <a:cubicBezTo>
                  <a:pt x="20578" y="9524"/>
                  <a:pt x="20578" y="9524"/>
                  <a:pt x="20578" y="9524"/>
                </a:cubicBezTo>
                <a:cubicBezTo>
                  <a:pt x="21308" y="8334"/>
                  <a:pt x="21308" y="8334"/>
                  <a:pt x="21308" y="8334"/>
                </a:cubicBezTo>
                <a:cubicBezTo>
                  <a:pt x="20432" y="7483"/>
                  <a:pt x="20432" y="7483"/>
                  <a:pt x="20432" y="7483"/>
                </a:cubicBezTo>
                <a:lnTo>
                  <a:pt x="20578" y="6293"/>
                </a:lnTo>
                <a:close/>
                <a:moveTo>
                  <a:pt x="18681" y="6803"/>
                </a:moveTo>
                <a:cubicBezTo>
                  <a:pt x="18681" y="6803"/>
                  <a:pt x="18681" y="6803"/>
                  <a:pt x="18681" y="6803"/>
                </a:cubicBezTo>
                <a:cubicBezTo>
                  <a:pt x="18535" y="7313"/>
                  <a:pt x="18243" y="7824"/>
                  <a:pt x="17805" y="8164"/>
                </a:cubicBezTo>
                <a:cubicBezTo>
                  <a:pt x="17805" y="8164"/>
                  <a:pt x="17805" y="8164"/>
                  <a:pt x="17805" y="8164"/>
                </a:cubicBezTo>
                <a:cubicBezTo>
                  <a:pt x="17368" y="8504"/>
                  <a:pt x="16930" y="8674"/>
                  <a:pt x="16492" y="8674"/>
                </a:cubicBezTo>
                <a:cubicBezTo>
                  <a:pt x="16492" y="8674"/>
                  <a:pt x="16492" y="8674"/>
                  <a:pt x="16492" y="8674"/>
                </a:cubicBezTo>
                <a:cubicBezTo>
                  <a:pt x="16054" y="8674"/>
                  <a:pt x="15616" y="8504"/>
                  <a:pt x="15178" y="8164"/>
                </a:cubicBezTo>
                <a:cubicBezTo>
                  <a:pt x="15178" y="8164"/>
                  <a:pt x="15178" y="8164"/>
                  <a:pt x="15178" y="8164"/>
                </a:cubicBezTo>
                <a:cubicBezTo>
                  <a:pt x="14741" y="7824"/>
                  <a:pt x="14449" y="7313"/>
                  <a:pt x="14303" y="6803"/>
                </a:cubicBezTo>
                <a:cubicBezTo>
                  <a:pt x="14303" y="6803"/>
                  <a:pt x="14303" y="6803"/>
                  <a:pt x="14303" y="6803"/>
                </a:cubicBezTo>
                <a:cubicBezTo>
                  <a:pt x="14157" y="6293"/>
                  <a:pt x="14157" y="5783"/>
                  <a:pt x="14303" y="5272"/>
                </a:cubicBezTo>
                <a:cubicBezTo>
                  <a:pt x="14303" y="5102"/>
                  <a:pt x="14303" y="5102"/>
                  <a:pt x="14303" y="5102"/>
                </a:cubicBezTo>
                <a:cubicBezTo>
                  <a:pt x="14449" y="4592"/>
                  <a:pt x="14741" y="4252"/>
                  <a:pt x="15178" y="3912"/>
                </a:cubicBezTo>
                <a:cubicBezTo>
                  <a:pt x="15178" y="3912"/>
                  <a:pt x="15178" y="3912"/>
                  <a:pt x="15178" y="3912"/>
                </a:cubicBezTo>
                <a:cubicBezTo>
                  <a:pt x="15616" y="3572"/>
                  <a:pt x="16054" y="3402"/>
                  <a:pt x="16492" y="3402"/>
                </a:cubicBezTo>
                <a:cubicBezTo>
                  <a:pt x="16492" y="3402"/>
                  <a:pt x="16492" y="3402"/>
                  <a:pt x="16492" y="3402"/>
                </a:cubicBezTo>
                <a:cubicBezTo>
                  <a:pt x="16930" y="3402"/>
                  <a:pt x="17368" y="3572"/>
                  <a:pt x="17805" y="3912"/>
                </a:cubicBezTo>
                <a:cubicBezTo>
                  <a:pt x="17805" y="3912"/>
                  <a:pt x="17805" y="3912"/>
                  <a:pt x="17805" y="3912"/>
                </a:cubicBezTo>
                <a:cubicBezTo>
                  <a:pt x="18243" y="4252"/>
                  <a:pt x="18535" y="4592"/>
                  <a:pt x="18681" y="5102"/>
                </a:cubicBezTo>
                <a:cubicBezTo>
                  <a:pt x="18681" y="5272"/>
                  <a:pt x="18681" y="5272"/>
                  <a:pt x="18681" y="5272"/>
                </a:cubicBezTo>
                <a:cubicBezTo>
                  <a:pt x="18827" y="5783"/>
                  <a:pt x="18827" y="6293"/>
                  <a:pt x="18681" y="6803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668" name="Shape"/>
          <p:cNvSpPr/>
          <p:nvPr/>
        </p:nvSpPr>
        <p:spPr>
          <a:xfrm>
            <a:off x="8860127" y="4886377"/>
            <a:ext cx="1007896" cy="9808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600" fill="norm" stroke="1" extrusionOk="0">
                <a:moveTo>
                  <a:pt x="10683" y="0"/>
                </a:moveTo>
                <a:cubicBezTo>
                  <a:pt x="9385" y="77"/>
                  <a:pt x="8213" y="774"/>
                  <a:pt x="7539" y="1878"/>
                </a:cubicBezTo>
                <a:cubicBezTo>
                  <a:pt x="6989" y="1467"/>
                  <a:pt x="6342" y="1206"/>
                  <a:pt x="5642" y="1180"/>
                </a:cubicBezTo>
                <a:cubicBezTo>
                  <a:pt x="5617" y="1180"/>
                  <a:pt x="5621" y="1180"/>
                  <a:pt x="5596" y="1180"/>
                </a:cubicBezTo>
                <a:cubicBezTo>
                  <a:pt x="5571" y="1180"/>
                  <a:pt x="5564" y="1180"/>
                  <a:pt x="5564" y="1180"/>
                </a:cubicBezTo>
                <a:cubicBezTo>
                  <a:pt x="5539" y="1180"/>
                  <a:pt x="5543" y="1180"/>
                  <a:pt x="5518" y="1180"/>
                </a:cubicBezTo>
                <a:cubicBezTo>
                  <a:pt x="4194" y="1257"/>
                  <a:pt x="3074" y="2103"/>
                  <a:pt x="2599" y="3387"/>
                </a:cubicBezTo>
                <a:cubicBezTo>
                  <a:pt x="2150" y="4672"/>
                  <a:pt x="2643" y="6193"/>
                  <a:pt x="3692" y="7015"/>
                </a:cubicBezTo>
                <a:cubicBezTo>
                  <a:pt x="4741" y="7863"/>
                  <a:pt x="6268" y="7882"/>
                  <a:pt x="7367" y="7112"/>
                </a:cubicBezTo>
                <a:cubicBezTo>
                  <a:pt x="7642" y="6932"/>
                  <a:pt x="7893" y="6678"/>
                  <a:pt x="8093" y="6421"/>
                </a:cubicBezTo>
                <a:cubicBezTo>
                  <a:pt x="8842" y="7192"/>
                  <a:pt x="9861" y="7603"/>
                  <a:pt x="10909" y="7577"/>
                </a:cubicBezTo>
                <a:cubicBezTo>
                  <a:pt x="11858" y="7552"/>
                  <a:pt x="12757" y="7115"/>
                  <a:pt x="13406" y="6421"/>
                </a:cubicBezTo>
                <a:cubicBezTo>
                  <a:pt x="13581" y="6653"/>
                  <a:pt x="13782" y="6860"/>
                  <a:pt x="14007" y="7039"/>
                </a:cubicBezTo>
                <a:cubicBezTo>
                  <a:pt x="15056" y="7887"/>
                  <a:pt x="16576" y="7914"/>
                  <a:pt x="17675" y="7144"/>
                </a:cubicBezTo>
                <a:cubicBezTo>
                  <a:pt x="18798" y="6348"/>
                  <a:pt x="19273" y="4883"/>
                  <a:pt x="18923" y="3548"/>
                </a:cubicBezTo>
                <a:cubicBezTo>
                  <a:pt x="18548" y="2186"/>
                  <a:pt x="17306" y="1255"/>
                  <a:pt x="15958" y="1204"/>
                </a:cubicBezTo>
                <a:cubicBezTo>
                  <a:pt x="15933" y="1204"/>
                  <a:pt x="15928" y="1204"/>
                  <a:pt x="15903" y="1204"/>
                </a:cubicBezTo>
                <a:cubicBezTo>
                  <a:pt x="15878" y="1204"/>
                  <a:pt x="15880" y="1204"/>
                  <a:pt x="15880" y="1204"/>
                </a:cubicBezTo>
                <a:cubicBezTo>
                  <a:pt x="15855" y="1204"/>
                  <a:pt x="15858" y="1204"/>
                  <a:pt x="15833" y="1204"/>
                </a:cubicBezTo>
                <a:cubicBezTo>
                  <a:pt x="15134" y="1255"/>
                  <a:pt x="14485" y="1515"/>
                  <a:pt x="13960" y="1926"/>
                </a:cubicBezTo>
                <a:cubicBezTo>
                  <a:pt x="13935" y="1901"/>
                  <a:pt x="13909" y="1849"/>
                  <a:pt x="13859" y="1798"/>
                </a:cubicBezTo>
                <a:cubicBezTo>
                  <a:pt x="13210" y="694"/>
                  <a:pt x="12033" y="26"/>
                  <a:pt x="10785" y="0"/>
                </a:cubicBezTo>
                <a:cubicBezTo>
                  <a:pt x="10785" y="0"/>
                  <a:pt x="10761" y="0"/>
                  <a:pt x="10761" y="0"/>
                </a:cubicBezTo>
                <a:cubicBezTo>
                  <a:pt x="10761" y="0"/>
                  <a:pt x="10738" y="0"/>
                  <a:pt x="10738" y="0"/>
                </a:cubicBezTo>
                <a:cubicBezTo>
                  <a:pt x="10738" y="0"/>
                  <a:pt x="10708" y="0"/>
                  <a:pt x="10683" y="0"/>
                </a:cubicBezTo>
                <a:close/>
                <a:moveTo>
                  <a:pt x="10738" y="875"/>
                </a:moveTo>
                <a:cubicBezTo>
                  <a:pt x="10962" y="875"/>
                  <a:pt x="11186" y="896"/>
                  <a:pt x="11385" y="947"/>
                </a:cubicBezTo>
                <a:cubicBezTo>
                  <a:pt x="10486" y="1872"/>
                  <a:pt x="8091" y="4342"/>
                  <a:pt x="7991" y="4471"/>
                </a:cubicBezTo>
                <a:cubicBezTo>
                  <a:pt x="7891" y="4034"/>
                  <a:pt x="7891" y="3569"/>
                  <a:pt x="7991" y="3106"/>
                </a:cubicBezTo>
                <a:cubicBezTo>
                  <a:pt x="8016" y="3004"/>
                  <a:pt x="8043" y="2880"/>
                  <a:pt x="8093" y="2777"/>
                </a:cubicBezTo>
                <a:cubicBezTo>
                  <a:pt x="8118" y="2700"/>
                  <a:pt x="8138" y="2646"/>
                  <a:pt x="8163" y="2569"/>
                </a:cubicBezTo>
                <a:cubicBezTo>
                  <a:pt x="8612" y="1567"/>
                  <a:pt x="9664" y="901"/>
                  <a:pt x="10738" y="875"/>
                </a:cubicBezTo>
                <a:close/>
                <a:moveTo>
                  <a:pt x="12181" y="1284"/>
                </a:moveTo>
                <a:cubicBezTo>
                  <a:pt x="12556" y="1515"/>
                  <a:pt x="12860" y="1824"/>
                  <a:pt x="13110" y="2183"/>
                </a:cubicBezTo>
                <a:cubicBezTo>
                  <a:pt x="11811" y="3519"/>
                  <a:pt x="10483" y="4877"/>
                  <a:pt x="9185" y="6213"/>
                </a:cubicBezTo>
                <a:cubicBezTo>
                  <a:pt x="9185" y="6213"/>
                  <a:pt x="9162" y="6245"/>
                  <a:pt x="9162" y="6245"/>
                </a:cubicBezTo>
                <a:cubicBezTo>
                  <a:pt x="9112" y="6219"/>
                  <a:pt x="9063" y="6192"/>
                  <a:pt x="9013" y="6140"/>
                </a:cubicBezTo>
                <a:cubicBezTo>
                  <a:pt x="8839" y="5986"/>
                  <a:pt x="8662" y="5831"/>
                  <a:pt x="8537" y="5651"/>
                </a:cubicBezTo>
                <a:cubicBezTo>
                  <a:pt x="8437" y="5548"/>
                  <a:pt x="8363" y="5418"/>
                  <a:pt x="8288" y="5290"/>
                </a:cubicBezTo>
                <a:cubicBezTo>
                  <a:pt x="8437" y="5136"/>
                  <a:pt x="11008" y="2466"/>
                  <a:pt x="12181" y="1284"/>
                </a:cubicBezTo>
                <a:close/>
                <a:moveTo>
                  <a:pt x="5596" y="2103"/>
                </a:moveTo>
                <a:cubicBezTo>
                  <a:pt x="6220" y="2103"/>
                  <a:pt x="6763" y="2366"/>
                  <a:pt x="7187" y="2777"/>
                </a:cubicBezTo>
                <a:cubicBezTo>
                  <a:pt x="6913" y="3753"/>
                  <a:pt x="7039" y="4832"/>
                  <a:pt x="7539" y="5731"/>
                </a:cubicBezTo>
                <a:cubicBezTo>
                  <a:pt x="7164" y="6348"/>
                  <a:pt x="6493" y="6778"/>
                  <a:pt x="5744" y="6855"/>
                </a:cubicBezTo>
                <a:cubicBezTo>
                  <a:pt x="4520" y="6958"/>
                  <a:pt x="3419" y="5986"/>
                  <a:pt x="3294" y="4728"/>
                </a:cubicBezTo>
                <a:cubicBezTo>
                  <a:pt x="3169" y="3443"/>
                  <a:pt x="4091" y="2366"/>
                  <a:pt x="5315" y="2135"/>
                </a:cubicBezTo>
                <a:cubicBezTo>
                  <a:pt x="5415" y="2109"/>
                  <a:pt x="5496" y="2103"/>
                  <a:pt x="5596" y="2103"/>
                </a:cubicBezTo>
                <a:close/>
                <a:moveTo>
                  <a:pt x="13484" y="2930"/>
                </a:moveTo>
                <a:cubicBezTo>
                  <a:pt x="13509" y="2981"/>
                  <a:pt x="13531" y="3031"/>
                  <a:pt x="13531" y="3082"/>
                </a:cubicBezTo>
                <a:cubicBezTo>
                  <a:pt x="13606" y="3442"/>
                  <a:pt x="13636" y="3800"/>
                  <a:pt x="13586" y="4134"/>
                </a:cubicBezTo>
                <a:cubicBezTo>
                  <a:pt x="13536" y="4493"/>
                  <a:pt x="13433" y="4851"/>
                  <a:pt x="13258" y="5185"/>
                </a:cubicBezTo>
                <a:cubicBezTo>
                  <a:pt x="13158" y="5339"/>
                  <a:pt x="13061" y="5497"/>
                  <a:pt x="12962" y="5651"/>
                </a:cubicBezTo>
                <a:cubicBezTo>
                  <a:pt x="12787" y="5856"/>
                  <a:pt x="12609" y="6035"/>
                  <a:pt x="12384" y="6189"/>
                </a:cubicBezTo>
                <a:cubicBezTo>
                  <a:pt x="11660" y="6728"/>
                  <a:pt x="10735" y="6855"/>
                  <a:pt x="9911" y="6598"/>
                </a:cubicBezTo>
                <a:cubicBezTo>
                  <a:pt x="10884" y="5596"/>
                  <a:pt x="13260" y="3161"/>
                  <a:pt x="13484" y="2930"/>
                </a:cubicBezTo>
                <a:close/>
                <a:moveTo>
                  <a:pt x="5541" y="8348"/>
                </a:moveTo>
                <a:cubicBezTo>
                  <a:pt x="4717" y="8348"/>
                  <a:pt x="3943" y="8736"/>
                  <a:pt x="3294" y="9199"/>
                </a:cubicBezTo>
                <a:cubicBezTo>
                  <a:pt x="2295" y="9892"/>
                  <a:pt x="1526" y="10887"/>
                  <a:pt x="976" y="11992"/>
                </a:cubicBezTo>
                <a:cubicBezTo>
                  <a:pt x="302" y="13379"/>
                  <a:pt x="-24" y="14946"/>
                  <a:pt x="1" y="16487"/>
                </a:cubicBezTo>
                <a:cubicBezTo>
                  <a:pt x="51" y="18105"/>
                  <a:pt x="1548" y="18828"/>
                  <a:pt x="2896" y="19136"/>
                </a:cubicBezTo>
                <a:cubicBezTo>
                  <a:pt x="3395" y="19239"/>
                  <a:pt x="3916" y="19317"/>
                  <a:pt x="4441" y="19369"/>
                </a:cubicBezTo>
                <a:cubicBezTo>
                  <a:pt x="4965" y="20370"/>
                  <a:pt x="6145" y="20884"/>
                  <a:pt x="7219" y="21167"/>
                </a:cubicBezTo>
                <a:cubicBezTo>
                  <a:pt x="7768" y="21295"/>
                  <a:pt x="8361" y="21395"/>
                  <a:pt x="8935" y="21472"/>
                </a:cubicBezTo>
                <a:cubicBezTo>
                  <a:pt x="9684" y="21549"/>
                  <a:pt x="10433" y="21574"/>
                  <a:pt x="11183" y="21600"/>
                </a:cubicBezTo>
                <a:cubicBezTo>
                  <a:pt x="11382" y="21600"/>
                  <a:pt x="11584" y="21576"/>
                  <a:pt x="11783" y="21576"/>
                </a:cubicBezTo>
                <a:cubicBezTo>
                  <a:pt x="12807" y="21525"/>
                  <a:pt x="13860" y="21369"/>
                  <a:pt x="14834" y="21086"/>
                </a:cubicBezTo>
                <a:cubicBezTo>
                  <a:pt x="15458" y="20906"/>
                  <a:pt x="16052" y="20622"/>
                  <a:pt x="16551" y="20211"/>
                </a:cubicBezTo>
                <a:cubicBezTo>
                  <a:pt x="16801" y="20006"/>
                  <a:pt x="16979" y="19701"/>
                  <a:pt x="17128" y="19393"/>
                </a:cubicBezTo>
                <a:cubicBezTo>
                  <a:pt x="17153" y="19393"/>
                  <a:pt x="17181" y="19393"/>
                  <a:pt x="17206" y="19393"/>
                </a:cubicBezTo>
                <a:cubicBezTo>
                  <a:pt x="18480" y="19264"/>
                  <a:pt x="19873" y="19030"/>
                  <a:pt x="20897" y="18157"/>
                </a:cubicBezTo>
                <a:cubicBezTo>
                  <a:pt x="21122" y="17977"/>
                  <a:pt x="21297" y="17571"/>
                  <a:pt x="21397" y="17314"/>
                </a:cubicBezTo>
                <a:cubicBezTo>
                  <a:pt x="21496" y="17057"/>
                  <a:pt x="21576" y="16771"/>
                  <a:pt x="21576" y="16463"/>
                </a:cubicBezTo>
                <a:lnTo>
                  <a:pt x="21576" y="16359"/>
                </a:lnTo>
                <a:cubicBezTo>
                  <a:pt x="21576" y="14817"/>
                  <a:pt x="21251" y="13329"/>
                  <a:pt x="20577" y="11968"/>
                </a:cubicBezTo>
                <a:cubicBezTo>
                  <a:pt x="20003" y="10838"/>
                  <a:pt x="19173" y="9887"/>
                  <a:pt x="18174" y="9142"/>
                </a:cubicBezTo>
                <a:cubicBezTo>
                  <a:pt x="17525" y="8654"/>
                  <a:pt x="16657" y="8322"/>
                  <a:pt x="15833" y="8348"/>
                </a:cubicBezTo>
                <a:cubicBezTo>
                  <a:pt x="15009" y="8348"/>
                  <a:pt x="14235" y="8736"/>
                  <a:pt x="13586" y="9199"/>
                </a:cubicBezTo>
                <a:cubicBezTo>
                  <a:pt x="13511" y="9250"/>
                  <a:pt x="13411" y="9324"/>
                  <a:pt x="13336" y="9375"/>
                </a:cubicBezTo>
                <a:cubicBezTo>
                  <a:pt x="12912" y="9093"/>
                  <a:pt x="12437" y="8863"/>
                  <a:pt x="11963" y="8709"/>
                </a:cubicBezTo>
                <a:cubicBezTo>
                  <a:pt x="11488" y="8555"/>
                  <a:pt x="11011" y="8499"/>
                  <a:pt x="10511" y="8524"/>
                </a:cubicBezTo>
                <a:cubicBezTo>
                  <a:pt x="9687" y="8601"/>
                  <a:pt x="8917" y="8937"/>
                  <a:pt x="8217" y="9399"/>
                </a:cubicBezTo>
                <a:cubicBezTo>
                  <a:pt x="8118" y="9322"/>
                  <a:pt x="7990" y="9220"/>
                  <a:pt x="7890" y="9142"/>
                </a:cubicBezTo>
                <a:cubicBezTo>
                  <a:pt x="7240" y="8654"/>
                  <a:pt x="6365" y="8322"/>
                  <a:pt x="5541" y="8348"/>
                </a:cubicBezTo>
                <a:close/>
                <a:moveTo>
                  <a:pt x="5994" y="9223"/>
                </a:moveTo>
                <a:cubicBezTo>
                  <a:pt x="6543" y="9300"/>
                  <a:pt x="7066" y="9555"/>
                  <a:pt x="7515" y="9889"/>
                </a:cubicBezTo>
                <a:cubicBezTo>
                  <a:pt x="7290" y="10094"/>
                  <a:pt x="7067" y="10302"/>
                  <a:pt x="6868" y="10507"/>
                </a:cubicBezTo>
                <a:cubicBezTo>
                  <a:pt x="5969" y="11457"/>
                  <a:pt x="5296" y="12612"/>
                  <a:pt x="4847" y="13870"/>
                </a:cubicBezTo>
                <a:cubicBezTo>
                  <a:pt x="4597" y="14589"/>
                  <a:pt x="4417" y="15309"/>
                  <a:pt x="4293" y="16054"/>
                </a:cubicBezTo>
                <a:cubicBezTo>
                  <a:pt x="4268" y="16156"/>
                  <a:pt x="4271" y="16232"/>
                  <a:pt x="4246" y="16334"/>
                </a:cubicBezTo>
                <a:cubicBezTo>
                  <a:pt x="4146" y="17028"/>
                  <a:pt x="4068" y="17776"/>
                  <a:pt x="4168" y="18470"/>
                </a:cubicBezTo>
                <a:cubicBezTo>
                  <a:pt x="3943" y="18444"/>
                  <a:pt x="3743" y="18391"/>
                  <a:pt x="3543" y="18365"/>
                </a:cubicBezTo>
                <a:cubicBezTo>
                  <a:pt x="2944" y="18262"/>
                  <a:pt x="2343" y="18108"/>
                  <a:pt x="1819" y="17852"/>
                </a:cubicBezTo>
                <a:cubicBezTo>
                  <a:pt x="1519" y="17697"/>
                  <a:pt x="1246" y="17494"/>
                  <a:pt x="1047" y="17185"/>
                </a:cubicBezTo>
                <a:cubicBezTo>
                  <a:pt x="822" y="16851"/>
                  <a:pt x="820" y="16439"/>
                  <a:pt x="820" y="16054"/>
                </a:cubicBezTo>
                <a:cubicBezTo>
                  <a:pt x="870" y="14564"/>
                  <a:pt x="1249" y="13098"/>
                  <a:pt x="1999" y="11839"/>
                </a:cubicBezTo>
                <a:cubicBezTo>
                  <a:pt x="2523" y="10966"/>
                  <a:pt x="3247" y="10196"/>
                  <a:pt x="4121" y="9656"/>
                </a:cubicBezTo>
                <a:cubicBezTo>
                  <a:pt x="4695" y="9322"/>
                  <a:pt x="5344" y="9120"/>
                  <a:pt x="5994" y="9223"/>
                </a:cubicBezTo>
                <a:close/>
                <a:moveTo>
                  <a:pt x="11034" y="9351"/>
                </a:moveTo>
                <a:cubicBezTo>
                  <a:pt x="10560" y="9839"/>
                  <a:pt x="6744" y="13764"/>
                  <a:pt x="5596" y="14946"/>
                </a:cubicBezTo>
                <a:cubicBezTo>
                  <a:pt x="5496" y="15049"/>
                  <a:pt x="5391" y="15156"/>
                  <a:pt x="5291" y="15259"/>
                </a:cubicBezTo>
                <a:cubicBezTo>
                  <a:pt x="5741" y="13435"/>
                  <a:pt x="6719" y="11610"/>
                  <a:pt x="8217" y="10403"/>
                </a:cubicBezTo>
                <a:cubicBezTo>
                  <a:pt x="8342" y="10326"/>
                  <a:pt x="8436" y="10223"/>
                  <a:pt x="8561" y="10146"/>
                </a:cubicBezTo>
                <a:cubicBezTo>
                  <a:pt x="8661" y="10069"/>
                  <a:pt x="8787" y="9990"/>
                  <a:pt x="8912" y="9913"/>
                </a:cubicBezTo>
                <a:cubicBezTo>
                  <a:pt x="9162" y="9759"/>
                  <a:pt x="9441" y="9631"/>
                  <a:pt x="9716" y="9528"/>
                </a:cubicBezTo>
                <a:cubicBezTo>
                  <a:pt x="10165" y="9374"/>
                  <a:pt x="10610" y="9351"/>
                  <a:pt x="11034" y="9351"/>
                </a:cubicBezTo>
                <a:close/>
                <a:moveTo>
                  <a:pt x="11908" y="9608"/>
                </a:moveTo>
                <a:cubicBezTo>
                  <a:pt x="12158" y="9711"/>
                  <a:pt x="12408" y="9815"/>
                  <a:pt x="12657" y="9969"/>
                </a:cubicBezTo>
                <a:cubicBezTo>
                  <a:pt x="12782" y="10046"/>
                  <a:pt x="12907" y="10117"/>
                  <a:pt x="13032" y="10194"/>
                </a:cubicBezTo>
                <a:lnTo>
                  <a:pt x="13086" y="10250"/>
                </a:lnTo>
                <a:cubicBezTo>
                  <a:pt x="12837" y="10507"/>
                  <a:pt x="5914" y="17617"/>
                  <a:pt x="5065" y="18542"/>
                </a:cubicBezTo>
                <a:cubicBezTo>
                  <a:pt x="5015" y="18413"/>
                  <a:pt x="4995" y="18261"/>
                  <a:pt x="4995" y="18132"/>
                </a:cubicBezTo>
                <a:cubicBezTo>
                  <a:pt x="4945" y="17670"/>
                  <a:pt x="4992" y="17184"/>
                  <a:pt x="5042" y="16696"/>
                </a:cubicBezTo>
                <a:cubicBezTo>
                  <a:pt x="6490" y="15180"/>
                  <a:pt x="11609" y="9916"/>
                  <a:pt x="11908" y="9608"/>
                </a:cubicBezTo>
                <a:close/>
                <a:moveTo>
                  <a:pt x="13734" y="10740"/>
                </a:moveTo>
                <a:cubicBezTo>
                  <a:pt x="13734" y="10765"/>
                  <a:pt x="13757" y="10764"/>
                  <a:pt x="13757" y="10764"/>
                </a:cubicBezTo>
                <a:cubicBezTo>
                  <a:pt x="14057" y="11046"/>
                  <a:pt x="14358" y="11353"/>
                  <a:pt x="14608" y="11687"/>
                </a:cubicBezTo>
                <a:cubicBezTo>
                  <a:pt x="13459" y="12843"/>
                  <a:pt x="6715" y="19780"/>
                  <a:pt x="6540" y="20011"/>
                </a:cubicBezTo>
                <a:cubicBezTo>
                  <a:pt x="6415" y="19959"/>
                  <a:pt x="6289" y="19910"/>
                  <a:pt x="6189" y="19858"/>
                </a:cubicBezTo>
                <a:cubicBezTo>
                  <a:pt x="5939" y="19730"/>
                  <a:pt x="5739" y="19572"/>
                  <a:pt x="5564" y="19393"/>
                </a:cubicBezTo>
                <a:cubicBezTo>
                  <a:pt x="5514" y="19341"/>
                  <a:pt x="5465" y="19316"/>
                  <a:pt x="5440" y="19264"/>
                </a:cubicBezTo>
                <a:cubicBezTo>
                  <a:pt x="5539" y="19161"/>
                  <a:pt x="5644" y="19062"/>
                  <a:pt x="5744" y="18959"/>
                </a:cubicBezTo>
                <a:cubicBezTo>
                  <a:pt x="5869" y="18831"/>
                  <a:pt x="13135" y="11356"/>
                  <a:pt x="13734" y="10740"/>
                </a:cubicBezTo>
                <a:close/>
                <a:moveTo>
                  <a:pt x="15053" y="12353"/>
                </a:moveTo>
                <a:cubicBezTo>
                  <a:pt x="15303" y="12738"/>
                  <a:pt x="15508" y="13122"/>
                  <a:pt x="15708" y="13533"/>
                </a:cubicBezTo>
                <a:cubicBezTo>
                  <a:pt x="15683" y="13559"/>
                  <a:pt x="15679" y="13564"/>
                  <a:pt x="15654" y="13589"/>
                </a:cubicBezTo>
                <a:cubicBezTo>
                  <a:pt x="14355" y="14925"/>
                  <a:pt x="9191" y="20237"/>
                  <a:pt x="8842" y="20597"/>
                </a:cubicBezTo>
                <a:cubicBezTo>
                  <a:pt x="8342" y="20520"/>
                  <a:pt x="7812" y="20444"/>
                  <a:pt x="7312" y="20316"/>
                </a:cubicBezTo>
                <a:cubicBezTo>
                  <a:pt x="7712" y="19905"/>
                  <a:pt x="14304" y="13124"/>
                  <a:pt x="15053" y="12353"/>
                </a:cubicBezTo>
                <a:close/>
                <a:moveTo>
                  <a:pt x="16052" y="14360"/>
                </a:moveTo>
                <a:cubicBezTo>
                  <a:pt x="16201" y="14822"/>
                  <a:pt x="16326" y="15309"/>
                  <a:pt x="16426" y="15797"/>
                </a:cubicBezTo>
                <a:cubicBezTo>
                  <a:pt x="15577" y="16670"/>
                  <a:pt x="12158" y="20187"/>
                  <a:pt x="11659" y="20701"/>
                </a:cubicBezTo>
                <a:cubicBezTo>
                  <a:pt x="11059" y="20727"/>
                  <a:pt x="10487" y="20703"/>
                  <a:pt x="9887" y="20677"/>
                </a:cubicBezTo>
                <a:cubicBezTo>
                  <a:pt x="10536" y="20009"/>
                  <a:pt x="14307" y="16103"/>
                  <a:pt x="15256" y="15179"/>
                </a:cubicBezTo>
                <a:cubicBezTo>
                  <a:pt x="15505" y="14922"/>
                  <a:pt x="15777" y="14642"/>
                  <a:pt x="16052" y="14360"/>
                </a:cubicBezTo>
                <a:close/>
                <a:moveTo>
                  <a:pt x="16551" y="16776"/>
                </a:moveTo>
                <a:cubicBezTo>
                  <a:pt x="16601" y="17187"/>
                  <a:pt x="16629" y="17593"/>
                  <a:pt x="16629" y="18004"/>
                </a:cubicBezTo>
                <a:cubicBezTo>
                  <a:pt x="16629" y="18184"/>
                  <a:pt x="16601" y="18364"/>
                  <a:pt x="16551" y="18518"/>
                </a:cubicBezTo>
                <a:cubicBezTo>
                  <a:pt x="16501" y="18672"/>
                  <a:pt x="16454" y="18831"/>
                  <a:pt x="16379" y="18959"/>
                </a:cubicBezTo>
                <a:cubicBezTo>
                  <a:pt x="16354" y="19011"/>
                  <a:pt x="16326" y="19060"/>
                  <a:pt x="16301" y="19112"/>
                </a:cubicBezTo>
                <a:cubicBezTo>
                  <a:pt x="16251" y="19214"/>
                  <a:pt x="16204" y="19316"/>
                  <a:pt x="16130" y="19393"/>
                </a:cubicBezTo>
                <a:cubicBezTo>
                  <a:pt x="16080" y="19444"/>
                  <a:pt x="16031" y="19494"/>
                  <a:pt x="15981" y="19545"/>
                </a:cubicBezTo>
                <a:cubicBezTo>
                  <a:pt x="15831" y="19674"/>
                  <a:pt x="15633" y="19780"/>
                  <a:pt x="15459" y="19882"/>
                </a:cubicBezTo>
                <a:cubicBezTo>
                  <a:pt x="14959" y="20165"/>
                  <a:pt x="14355" y="20292"/>
                  <a:pt x="13781" y="20420"/>
                </a:cubicBezTo>
                <a:cubicBezTo>
                  <a:pt x="13481" y="20471"/>
                  <a:pt x="13183" y="20521"/>
                  <a:pt x="12884" y="20573"/>
                </a:cubicBezTo>
                <a:cubicBezTo>
                  <a:pt x="13283" y="20136"/>
                  <a:pt x="16002" y="17367"/>
                  <a:pt x="16551" y="16776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0" name="Rounded Rectangle"/>
          <p:cNvSpPr/>
          <p:nvPr/>
        </p:nvSpPr>
        <p:spPr>
          <a:xfrm>
            <a:off x="6975866" y="1053369"/>
            <a:ext cx="16402414" cy="2831141"/>
          </a:xfrm>
          <a:prstGeom prst="roundRect">
            <a:avLst>
              <a:gd name="adj" fmla="val 3821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sx="100000" sy="100000" kx="0" ky="0" algn="b" rotWithShape="0" blurRad="317500" dist="0" dir="540000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671" name="Rounded Rectangle"/>
          <p:cNvSpPr/>
          <p:nvPr/>
        </p:nvSpPr>
        <p:spPr>
          <a:xfrm>
            <a:off x="6975866" y="3979409"/>
            <a:ext cx="16402414" cy="2831141"/>
          </a:xfrm>
          <a:prstGeom prst="roundRect">
            <a:avLst>
              <a:gd name="adj" fmla="val 3821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sx="100000" sy="100000" kx="0" ky="0" algn="b" rotWithShape="0" blurRad="317500" dist="0" dir="540000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672" name="Rounded Rectangle"/>
          <p:cNvSpPr/>
          <p:nvPr/>
        </p:nvSpPr>
        <p:spPr>
          <a:xfrm>
            <a:off x="6975866" y="6905450"/>
            <a:ext cx="16402414" cy="2831141"/>
          </a:xfrm>
          <a:prstGeom prst="roundRect">
            <a:avLst>
              <a:gd name="adj" fmla="val 3821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sx="100000" sy="100000" kx="0" ky="0" algn="b" rotWithShape="0" blurRad="317500" dist="0" dir="540000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673" name="Rounded Rectangle"/>
          <p:cNvSpPr/>
          <p:nvPr/>
        </p:nvSpPr>
        <p:spPr>
          <a:xfrm>
            <a:off x="6975866" y="9831490"/>
            <a:ext cx="16402414" cy="2831141"/>
          </a:xfrm>
          <a:prstGeom prst="roundRect">
            <a:avLst>
              <a:gd name="adj" fmla="val 3821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sx="100000" sy="100000" kx="0" ky="0" algn="b" rotWithShape="0" blurRad="317500" dist="0" dir="540000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674" name="82M VIEWERS"/>
          <p:cNvSpPr txBox="1"/>
          <p:nvPr/>
        </p:nvSpPr>
        <p:spPr>
          <a:xfrm>
            <a:off x="12192000" y="1706258"/>
            <a:ext cx="6579097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defTabSz="2438337">
              <a:defRPr spc="-119" sz="4000">
                <a:solidFill>
                  <a:srgbClr val="424242"/>
                </a:solidFill>
              </a:defRPr>
            </a:lvl1pPr>
          </a:lstStyle>
          <a:p>
            <a:pPr/>
            <a:r>
              <a:t>Header Goes Here</a:t>
            </a:r>
          </a:p>
        </p:txBody>
      </p:sp>
      <p:sp>
        <p:nvSpPr>
          <p:cNvPr id="2675" name="Adding Entertainment Specials and Disney Sports reaches an additional"/>
          <p:cNvSpPr txBox="1"/>
          <p:nvPr/>
        </p:nvSpPr>
        <p:spPr>
          <a:xfrm>
            <a:off x="12192000" y="2454501"/>
            <a:ext cx="9572901" cy="777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defTabSz="825500">
              <a:defRPr sz="22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pic>
        <p:nvPicPr>
          <p:cNvPr id="2676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1" y="-1"/>
            <a:ext cx="11455401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2677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678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679" name="82M VIEWERS"/>
          <p:cNvSpPr txBox="1"/>
          <p:nvPr/>
        </p:nvSpPr>
        <p:spPr>
          <a:xfrm>
            <a:off x="12192000" y="4632238"/>
            <a:ext cx="6579097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defTabSz="2438337">
              <a:defRPr spc="-119" sz="4000">
                <a:solidFill>
                  <a:srgbClr val="424242"/>
                </a:solidFill>
              </a:defRPr>
            </a:lvl1pPr>
          </a:lstStyle>
          <a:p>
            <a:pPr/>
            <a:r>
              <a:t>Header Goes Here</a:t>
            </a:r>
          </a:p>
        </p:txBody>
      </p:sp>
      <p:sp>
        <p:nvSpPr>
          <p:cNvPr id="2680" name="Adding Entertainment Specials and Disney Sports reaches an additional"/>
          <p:cNvSpPr txBox="1"/>
          <p:nvPr/>
        </p:nvSpPr>
        <p:spPr>
          <a:xfrm>
            <a:off x="12192000" y="5380481"/>
            <a:ext cx="9572901" cy="77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defTabSz="825500">
              <a:defRPr sz="22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81" name="82M VIEWERS"/>
          <p:cNvSpPr txBox="1"/>
          <p:nvPr/>
        </p:nvSpPr>
        <p:spPr>
          <a:xfrm>
            <a:off x="12192000" y="7558279"/>
            <a:ext cx="6579097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defTabSz="2438337">
              <a:defRPr spc="-119" sz="4000">
                <a:solidFill>
                  <a:srgbClr val="424242"/>
                </a:solidFill>
              </a:defRPr>
            </a:lvl1pPr>
          </a:lstStyle>
          <a:p>
            <a:pPr/>
            <a:r>
              <a:t>Header Goes Here</a:t>
            </a:r>
          </a:p>
        </p:txBody>
      </p:sp>
      <p:sp>
        <p:nvSpPr>
          <p:cNvPr id="2682" name="Adding Entertainment Specials and Disney Sports reaches an additional"/>
          <p:cNvSpPr txBox="1"/>
          <p:nvPr/>
        </p:nvSpPr>
        <p:spPr>
          <a:xfrm>
            <a:off x="12192000" y="8306522"/>
            <a:ext cx="9572901" cy="77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defTabSz="825500">
              <a:defRPr sz="22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83" name="82M VIEWERS"/>
          <p:cNvSpPr txBox="1"/>
          <p:nvPr/>
        </p:nvSpPr>
        <p:spPr>
          <a:xfrm>
            <a:off x="12192000" y="10423956"/>
            <a:ext cx="6579097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defTabSz="2438337">
              <a:defRPr spc="-119" sz="4000">
                <a:solidFill>
                  <a:srgbClr val="424242"/>
                </a:solidFill>
              </a:defRPr>
            </a:lvl1pPr>
          </a:lstStyle>
          <a:p>
            <a:pPr/>
            <a:r>
              <a:t>Header Goes Here</a:t>
            </a:r>
          </a:p>
        </p:txBody>
      </p:sp>
      <p:sp>
        <p:nvSpPr>
          <p:cNvPr id="2684" name="Adding Entertainment Specials and Disney Sports reaches an additional"/>
          <p:cNvSpPr txBox="1"/>
          <p:nvPr/>
        </p:nvSpPr>
        <p:spPr>
          <a:xfrm>
            <a:off x="12192000" y="11172199"/>
            <a:ext cx="9572901" cy="77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defTabSz="825500">
              <a:defRPr sz="22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6" name="Rounded Rectangle"/>
          <p:cNvSpPr/>
          <p:nvPr/>
        </p:nvSpPr>
        <p:spPr>
          <a:xfrm>
            <a:off x="6975866" y="1053369"/>
            <a:ext cx="16402414" cy="2831141"/>
          </a:xfrm>
          <a:prstGeom prst="roundRect">
            <a:avLst>
              <a:gd name="adj" fmla="val 3821"/>
            </a:avLst>
          </a:prstGeom>
          <a:gradFill>
            <a:gsLst>
              <a:gs pos="0">
                <a:srgbClr val="10304A"/>
              </a:gs>
              <a:gs pos="100000">
                <a:srgbClr val="071B28"/>
              </a:gs>
            </a:gsLst>
            <a:lin ang="10800000"/>
          </a:gra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sx="100000" sy="100000" kx="0" ky="0" algn="b" rotWithShape="0" blurRad="317500" dist="0" dir="540000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687" name="Rounded Rectangle"/>
          <p:cNvSpPr/>
          <p:nvPr/>
        </p:nvSpPr>
        <p:spPr>
          <a:xfrm>
            <a:off x="6975866" y="3979409"/>
            <a:ext cx="16402414" cy="2831141"/>
          </a:xfrm>
          <a:prstGeom prst="roundRect">
            <a:avLst>
              <a:gd name="adj" fmla="val 3821"/>
            </a:avLst>
          </a:prstGeom>
          <a:gradFill>
            <a:gsLst>
              <a:gs pos="0">
                <a:srgbClr val="10304A"/>
              </a:gs>
              <a:gs pos="100000">
                <a:srgbClr val="071B28"/>
              </a:gs>
            </a:gsLst>
            <a:lin ang="10800000"/>
          </a:gra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sx="100000" sy="100000" kx="0" ky="0" algn="b" rotWithShape="0" blurRad="317500" dist="0" dir="540000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688" name="Rounded Rectangle"/>
          <p:cNvSpPr/>
          <p:nvPr/>
        </p:nvSpPr>
        <p:spPr>
          <a:xfrm>
            <a:off x="6975866" y="6905450"/>
            <a:ext cx="16402414" cy="2831141"/>
          </a:xfrm>
          <a:prstGeom prst="roundRect">
            <a:avLst>
              <a:gd name="adj" fmla="val 3821"/>
            </a:avLst>
          </a:prstGeom>
          <a:gradFill>
            <a:gsLst>
              <a:gs pos="0">
                <a:srgbClr val="10304A"/>
              </a:gs>
              <a:gs pos="100000">
                <a:srgbClr val="071B28"/>
              </a:gs>
            </a:gsLst>
            <a:lin ang="10800000"/>
          </a:gra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sx="100000" sy="100000" kx="0" ky="0" algn="b" rotWithShape="0" blurRad="317500" dist="0" dir="540000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689" name="Rounded Rectangle"/>
          <p:cNvSpPr/>
          <p:nvPr/>
        </p:nvSpPr>
        <p:spPr>
          <a:xfrm>
            <a:off x="6975866" y="9831490"/>
            <a:ext cx="16402414" cy="2831141"/>
          </a:xfrm>
          <a:prstGeom prst="roundRect">
            <a:avLst>
              <a:gd name="adj" fmla="val 3821"/>
            </a:avLst>
          </a:prstGeom>
          <a:gradFill>
            <a:gsLst>
              <a:gs pos="0">
                <a:srgbClr val="10304A"/>
              </a:gs>
              <a:gs pos="100000">
                <a:srgbClr val="071B28"/>
              </a:gs>
            </a:gsLst>
            <a:lin ang="10800000"/>
          </a:gra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sx="100000" sy="100000" kx="0" ky="0" algn="b" rotWithShape="0" blurRad="317500" dist="0" dir="540000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690" name="82M VIEWERS"/>
          <p:cNvSpPr txBox="1"/>
          <p:nvPr/>
        </p:nvSpPr>
        <p:spPr>
          <a:xfrm>
            <a:off x="12192000" y="1706258"/>
            <a:ext cx="6579097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defTabSz="2438337">
              <a:defRPr spc="-119" sz="4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pPr/>
            <a:r>
              <a:t>Header Goes Here</a:t>
            </a:r>
          </a:p>
        </p:txBody>
      </p:sp>
      <p:sp>
        <p:nvSpPr>
          <p:cNvPr id="2691" name="Adding Entertainment Specials and Disney Sports reaches an additional"/>
          <p:cNvSpPr txBox="1"/>
          <p:nvPr/>
        </p:nvSpPr>
        <p:spPr>
          <a:xfrm>
            <a:off x="12192000" y="2454501"/>
            <a:ext cx="9572901" cy="777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defTabSz="825500">
              <a:defRPr sz="2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pic>
        <p:nvPicPr>
          <p:cNvPr id="2692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1" y="-1"/>
            <a:ext cx="11455401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2693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694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695" name="82M VIEWERS"/>
          <p:cNvSpPr txBox="1"/>
          <p:nvPr/>
        </p:nvSpPr>
        <p:spPr>
          <a:xfrm>
            <a:off x="12192000" y="4632238"/>
            <a:ext cx="6579097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defTabSz="2438337">
              <a:defRPr spc="-119" sz="4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pPr/>
            <a:r>
              <a:t>Header Goes Here</a:t>
            </a:r>
          </a:p>
        </p:txBody>
      </p:sp>
      <p:sp>
        <p:nvSpPr>
          <p:cNvPr id="2696" name="Adding Entertainment Specials and Disney Sports reaches an additional"/>
          <p:cNvSpPr txBox="1"/>
          <p:nvPr/>
        </p:nvSpPr>
        <p:spPr>
          <a:xfrm>
            <a:off x="12192000" y="5380481"/>
            <a:ext cx="9572901" cy="77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defTabSz="825500">
              <a:defRPr sz="2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97" name="82M VIEWERS"/>
          <p:cNvSpPr txBox="1"/>
          <p:nvPr/>
        </p:nvSpPr>
        <p:spPr>
          <a:xfrm>
            <a:off x="12192000" y="7558279"/>
            <a:ext cx="6579097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defTabSz="2438337">
              <a:defRPr spc="-119" sz="4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pPr/>
            <a:r>
              <a:t>Header Goes Here</a:t>
            </a:r>
          </a:p>
        </p:txBody>
      </p:sp>
      <p:sp>
        <p:nvSpPr>
          <p:cNvPr id="2698" name="Adding Entertainment Specials and Disney Sports reaches an additional"/>
          <p:cNvSpPr txBox="1"/>
          <p:nvPr/>
        </p:nvSpPr>
        <p:spPr>
          <a:xfrm>
            <a:off x="12192000" y="8306522"/>
            <a:ext cx="9572901" cy="77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defTabSz="825500">
              <a:defRPr sz="2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99" name="82M VIEWERS"/>
          <p:cNvSpPr txBox="1"/>
          <p:nvPr/>
        </p:nvSpPr>
        <p:spPr>
          <a:xfrm>
            <a:off x="12192000" y="10423956"/>
            <a:ext cx="6579097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defTabSz="2438337">
              <a:defRPr spc="-119" sz="4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pPr/>
            <a:r>
              <a:t>Header Goes Here</a:t>
            </a:r>
          </a:p>
        </p:txBody>
      </p:sp>
      <p:sp>
        <p:nvSpPr>
          <p:cNvPr id="2700" name="Adding Entertainment Specials and Disney Sports reaches an additional"/>
          <p:cNvSpPr txBox="1"/>
          <p:nvPr/>
        </p:nvSpPr>
        <p:spPr>
          <a:xfrm>
            <a:off x="12192000" y="11172199"/>
            <a:ext cx="9572901" cy="77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defTabSz="825500">
              <a:defRPr sz="2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2" name="Rounded Rectangle"/>
          <p:cNvSpPr/>
          <p:nvPr/>
        </p:nvSpPr>
        <p:spPr>
          <a:xfrm>
            <a:off x="6468285" y="3955441"/>
            <a:ext cx="5626845" cy="1881463"/>
          </a:xfrm>
          <a:prstGeom prst="roundRect">
            <a:avLst>
              <a:gd name="adj" fmla="val 14064"/>
            </a:avLst>
          </a:prstGeom>
          <a:solidFill>
            <a:schemeClr val="accent1"/>
          </a:solidFill>
          <a:ln w="12700">
            <a:solidFill>
              <a:srgbClr val="49C0EF"/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703" name="Rounded Rectangle"/>
          <p:cNvSpPr/>
          <p:nvPr/>
        </p:nvSpPr>
        <p:spPr>
          <a:xfrm>
            <a:off x="12288870" y="3955441"/>
            <a:ext cx="5626845" cy="1881463"/>
          </a:xfrm>
          <a:prstGeom prst="roundRect">
            <a:avLst>
              <a:gd name="adj" fmla="val 14064"/>
            </a:avLst>
          </a:prstGeom>
          <a:solidFill>
            <a:schemeClr val="accent1">
              <a:hueOff val="81242"/>
              <a:satOff val="-7999"/>
              <a:lumOff val="-10784"/>
            </a:schemeClr>
          </a:solidFill>
          <a:ln w="12700">
            <a:solidFill>
              <a:srgbClr val="49C0EF"/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704" name="Rounded Rectangle"/>
          <p:cNvSpPr/>
          <p:nvPr/>
        </p:nvSpPr>
        <p:spPr>
          <a:xfrm>
            <a:off x="18109455" y="3955441"/>
            <a:ext cx="5626846" cy="1881463"/>
          </a:xfrm>
          <a:prstGeom prst="roundRect">
            <a:avLst>
              <a:gd name="adj" fmla="val 14064"/>
            </a:avLst>
          </a:pr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solidFill>
              <a:srgbClr val="49C0EF"/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705" name="Rounded Rectangle"/>
          <p:cNvSpPr/>
          <p:nvPr/>
        </p:nvSpPr>
        <p:spPr>
          <a:xfrm>
            <a:off x="647700" y="3955441"/>
            <a:ext cx="5626845" cy="1881463"/>
          </a:xfrm>
          <a:prstGeom prst="roundRect">
            <a:avLst>
              <a:gd name="adj" fmla="val 14064"/>
            </a:avLst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solidFill>
              <a:srgbClr val="49C0EF"/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706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707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708" name="Rectangle"/>
          <p:cNvSpPr/>
          <p:nvPr/>
        </p:nvSpPr>
        <p:spPr>
          <a:xfrm>
            <a:off x="635000" y="5335848"/>
            <a:ext cx="5652245" cy="7745152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709" name="Rectangle"/>
          <p:cNvSpPr/>
          <p:nvPr/>
        </p:nvSpPr>
        <p:spPr>
          <a:xfrm>
            <a:off x="6455585" y="5335848"/>
            <a:ext cx="5652245" cy="7745152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710" name="Rectangle"/>
          <p:cNvSpPr/>
          <p:nvPr/>
        </p:nvSpPr>
        <p:spPr>
          <a:xfrm>
            <a:off x="12276170" y="5335848"/>
            <a:ext cx="5652245" cy="7745152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711" name="Rectangle"/>
          <p:cNvSpPr/>
          <p:nvPr/>
        </p:nvSpPr>
        <p:spPr>
          <a:xfrm>
            <a:off x="18096755" y="5335848"/>
            <a:ext cx="5652246" cy="7745152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712" name="Subject Goes Here"/>
          <p:cNvSpPr txBox="1"/>
          <p:nvPr/>
        </p:nvSpPr>
        <p:spPr>
          <a:xfrm>
            <a:off x="1460110" y="4416113"/>
            <a:ext cx="4002025" cy="520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ctr">
              <a:defRPr sz="4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Subject Goes Here</a:t>
            </a:r>
          </a:p>
        </p:txBody>
      </p:sp>
      <p:sp>
        <p:nvSpPr>
          <p:cNvPr id="2713" name="Subject Goes Here"/>
          <p:cNvSpPr txBox="1"/>
          <p:nvPr/>
        </p:nvSpPr>
        <p:spPr>
          <a:xfrm>
            <a:off x="7280695" y="4416113"/>
            <a:ext cx="4002025" cy="520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ctr">
              <a:defRPr sz="4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Subject Goes Here</a:t>
            </a:r>
          </a:p>
        </p:txBody>
      </p:sp>
      <p:sp>
        <p:nvSpPr>
          <p:cNvPr id="2714" name="Subject Goes Here"/>
          <p:cNvSpPr txBox="1"/>
          <p:nvPr/>
        </p:nvSpPr>
        <p:spPr>
          <a:xfrm>
            <a:off x="13101280" y="4416113"/>
            <a:ext cx="4002025" cy="520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ctr">
              <a:defRPr sz="4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Subject Goes Here</a:t>
            </a:r>
          </a:p>
        </p:txBody>
      </p:sp>
      <p:sp>
        <p:nvSpPr>
          <p:cNvPr id="2715" name="Subject Goes Here"/>
          <p:cNvSpPr txBox="1"/>
          <p:nvPr/>
        </p:nvSpPr>
        <p:spPr>
          <a:xfrm>
            <a:off x="18921865" y="4416113"/>
            <a:ext cx="4002025" cy="520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ctr">
              <a:defRPr sz="4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Subject Goes Here</a:t>
            </a:r>
          </a:p>
        </p:txBody>
      </p:sp>
      <p:sp>
        <p:nvSpPr>
          <p:cNvPr id="2716" name="Lorem ipsum dolor sit amet consectetur adipiscing elit, dapibus ridiculus taciti imperdiet tristique torquent nec, iaculis eu sociosqu egestas platea quam.…"/>
          <p:cNvSpPr txBox="1"/>
          <p:nvPr/>
        </p:nvSpPr>
        <p:spPr>
          <a:xfrm>
            <a:off x="1342058" y="6045184"/>
            <a:ext cx="4238128" cy="5410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Lorem ipsum dolor sit amet consectetur adipiscing elit, dapibus ridiculus taciti imperdiet tristique torquent nec, iaculis eu sociosqu egestas platea quam.</a:t>
            </a:r>
          </a:p>
          <a:p>
            <a: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717" name="Lorem ipsum dolor sit amet consectetur adipiscing elit, dapibus ridiculus taciti imperdiet tristique torquent nec, iaculis eu sociosqu egestas platea quam.…"/>
          <p:cNvSpPr txBox="1"/>
          <p:nvPr/>
        </p:nvSpPr>
        <p:spPr>
          <a:xfrm>
            <a:off x="7162643" y="6045184"/>
            <a:ext cx="4238128" cy="5410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Lorem ipsum dolor sit amet consectetur adipiscing elit, dapibus ridiculus taciti imperdiet tristique torquent nec, iaculis eu sociosqu egestas platea quam.</a:t>
            </a:r>
          </a:p>
          <a:p>
            <a: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718" name="Lorem ipsum dolor sit amet consectetur adipiscing elit, dapibus ridiculus taciti imperdiet tristique torquent nec, iaculis eu sociosqu egestas platea quam.…"/>
          <p:cNvSpPr txBox="1"/>
          <p:nvPr/>
        </p:nvSpPr>
        <p:spPr>
          <a:xfrm>
            <a:off x="12983228" y="6051887"/>
            <a:ext cx="4238128" cy="5410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Lorem ipsum dolor sit amet consectetur adipiscing elit, dapibus ridiculus taciti imperdiet tristique torquent nec, iaculis eu sociosqu egestas platea quam.</a:t>
            </a:r>
          </a:p>
          <a:p>
            <a: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719" name="Lorem ipsum dolor sit amet consectetur adipiscing elit, dapibus ridiculus taciti imperdiet tristique torquent nec, iaculis eu sociosqu egestas platea quam.…"/>
          <p:cNvSpPr txBox="1"/>
          <p:nvPr/>
        </p:nvSpPr>
        <p:spPr>
          <a:xfrm>
            <a:off x="18803815" y="6051887"/>
            <a:ext cx="4238128" cy="5410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Lorem ipsum dolor sit amet consectetur adipiscing elit, dapibus ridiculus taciti imperdiet tristique torquent nec, iaculis eu sociosqu egestas platea quam.</a:t>
            </a:r>
          </a:p>
          <a:p>
            <a: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Lorem ipsum dolor sit amet consectetur adipiscing elit, dapibus ridiculus taciti imperdiet tristique torquent nec, iaculis eu sociosqu egestas platea quam.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21" name="178151_4641_R3.jpg" descr="178151_4641_R3.jpg"/>
          <p:cNvPicPr>
            <a:picLocks noChangeAspect="1"/>
          </p:cNvPicPr>
          <p:nvPr/>
        </p:nvPicPr>
        <p:blipFill>
          <a:blip r:embed="rId2">
            <a:extLst/>
          </a:blip>
          <a:srcRect l="16249" t="1059" r="22528" b="27720"/>
          <a:stretch>
            <a:fillRect/>
          </a:stretch>
        </p:blipFill>
        <p:spPr>
          <a:xfrm>
            <a:off x="7397975" y="3766557"/>
            <a:ext cx="4700580" cy="6378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047" y="48"/>
                </a:moveTo>
                <a:cubicBezTo>
                  <a:pt x="21274" y="109"/>
                  <a:pt x="21452" y="241"/>
                  <a:pt x="21534" y="407"/>
                </a:cubicBezTo>
                <a:cubicBezTo>
                  <a:pt x="21600" y="523"/>
                  <a:pt x="21600" y="697"/>
                  <a:pt x="21600" y="986"/>
                </a:cubicBezTo>
                <a:lnTo>
                  <a:pt x="21600" y="20614"/>
                </a:lnTo>
                <a:cubicBezTo>
                  <a:pt x="21600" y="20903"/>
                  <a:pt x="21600" y="21077"/>
                  <a:pt x="21534" y="21193"/>
                </a:cubicBezTo>
                <a:cubicBezTo>
                  <a:pt x="21452" y="21359"/>
                  <a:pt x="21274" y="21491"/>
                  <a:pt x="21047" y="21552"/>
                </a:cubicBezTo>
                <a:cubicBezTo>
                  <a:pt x="20890" y="21600"/>
                  <a:pt x="20655" y="21600"/>
                  <a:pt x="20262" y="21600"/>
                </a:cubicBezTo>
                <a:lnTo>
                  <a:pt x="1338" y="21600"/>
                </a:lnTo>
                <a:cubicBezTo>
                  <a:pt x="945" y="21600"/>
                  <a:pt x="710" y="21600"/>
                  <a:pt x="553" y="21552"/>
                </a:cubicBezTo>
                <a:cubicBezTo>
                  <a:pt x="326" y="21491"/>
                  <a:pt x="148" y="21359"/>
                  <a:pt x="66" y="21193"/>
                </a:cubicBezTo>
                <a:cubicBezTo>
                  <a:pt x="0" y="21077"/>
                  <a:pt x="0" y="20903"/>
                  <a:pt x="0" y="20614"/>
                </a:cubicBezTo>
                <a:lnTo>
                  <a:pt x="0" y="986"/>
                </a:lnTo>
                <a:cubicBezTo>
                  <a:pt x="0" y="697"/>
                  <a:pt x="0" y="523"/>
                  <a:pt x="66" y="407"/>
                </a:cubicBezTo>
                <a:cubicBezTo>
                  <a:pt x="148" y="241"/>
                  <a:pt x="326" y="109"/>
                  <a:pt x="553" y="48"/>
                </a:cubicBezTo>
                <a:cubicBezTo>
                  <a:pt x="710" y="0"/>
                  <a:pt x="945" y="0"/>
                  <a:pt x="1338" y="0"/>
                </a:cubicBezTo>
                <a:lnTo>
                  <a:pt x="20262" y="0"/>
                </a:lnTo>
                <a:cubicBezTo>
                  <a:pt x="20655" y="0"/>
                  <a:pt x="20890" y="0"/>
                  <a:pt x="21047" y="48"/>
                </a:cubicBezTo>
                <a:close/>
              </a:path>
            </a:pathLst>
          </a:custGeom>
          <a:ln w="25400">
            <a:solidFill>
              <a:schemeClr val="accent2">
                <a:hueOff val="-83321"/>
                <a:satOff val="15686"/>
                <a:lumOff val="30410"/>
              </a:schemeClr>
            </a:solidFill>
          </a:ln>
          <a:effectLst>
            <a:outerShdw sx="100000" sy="100000" kx="0" ky="0" algn="b" rotWithShape="0" blurRad="762000" dist="0" dir="1500000">
              <a:schemeClr val="accent2">
                <a:hueOff val="-83321"/>
                <a:satOff val="15686"/>
                <a:lumOff val="30410"/>
                <a:alpha val="52601"/>
              </a:schemeClr>
            </a:outerShdw>
          </a:effectLst>
        </p:spPr>
      </p:pic>
      <p:pic>
        <p:nvPicPr>
          <p:cNvPr id="2722" name="178151_5254_R3.jpg" descr="178151_5254_R3.jpg"/>
          <p:cNvPicPr>
            <a:picLocks noChangeAspect="1"/>
          </p:cNvPicPr>
          <p:nvPr/>
        </p:nvPicPr>
        <p:blipFill>
          <a:blip r:embed="rId3">
            <a:extLst/>
          </a:blip>
          <a:srcRect l="16430" t="1473" r="15384" b="17048"/>
          <a:stretch>
            <a:fillRect/>
          </a:stretch>
        </p:blipFill>
        <p:spPr>
          <a:xfrm>
            <a:off x="2510506" y="4363457"/>
            <a:ext cx="4700581" cy="6378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047" y="48"/>
                </a:moveTo>
                <a:cubicBezTo>
                  <a:pt x="21274" y="109"/>
                  <a:pt x="21452" y="241"/>
                  <a:pt x="21534" y="407"/>
                </a:cubicBezTo>
                <a:cubicBezTo>
                  <a:pt x="21600" y="523"/>
                  <a:pt x="21600" y="697"/>
                  <a:pt x="21600" y="986"/>
                </a:cubicBezTo>
                <a:lnTo>
                  <a:pt x="21600" y="20614"/>
                </a:lnTo>
                <a:cubicBezTo>
                  <a:pt x="21600" y="20903"/>
                  <a:pt x="21600" y="21077"/>
                  <a:pt x="21534" y="21193"/>
                </a:cubicBezTo>
                <a:cubicBezTo>
                  <a:pt x="21452" y="21359"/>
                  <a:pt x="21274" y="21491"/>
                  <a:pt x="21047" y="21552"/>
                </a:cubicBezTo>
                <a:cubicBezTo>
                  <a:pt x="20890" y="21600"/>
                  <a:pt x="20655" y="21600"/>
                  <a:pt x="20262" y="21600"/>
                </a:cubicBezTo>
                <a:lnTo>
                  <a:pt x="1338" y="21600"/>
                </a:lnTo>
                <a:cubicBezTo>
                  <a:pt x="945" y="21600"/>
                  <a:pt x="710" y="21600"/>
                  <a:pt x="553" y="21552"/>
                </a:cubicBezTo>
                <a:cubicBezTo>
                  <a:pt x="326" y="21491"/>
                  <a:pt x="148" y="21359"/>
                  <a:pt x="66" y="21193"/>
                </a:cubicBezTo>
                <a:cubicBezTo>
                  <a:pt x="0" y="21077"/>
                  <a:pt x="0" y="20903"/>
                  <a:pt x="0" y="20614"/>
                </a:cubicBezTo>
                <a:lnTo>
                  <a:pt x="0" y="986"/>
                </a:lnTo>
                <a:cubicBezTo>
                  <a:pt x="0" y="697"/>
                  <a:pt x="0" y="523"/>
                  <a:pt x="66" y="407"/>
                </a:cubicBezTo>
                <a:cubicBezTo>
                  <a:pt x="148" y="241"/>
                  <a:pt x="326" y="109"/>
                  <a:pt x="553" y="48"/>
                </a:cubicBezTo>
                <a:cubicBezTo>
                  <a:pt x="710" y="0"/>
                  <a:pt x="945" y="0"/>
                  <a:pt x="1338" y="0"/>
                </a:cubicBezTo>
                <a:lnTo>
                  <a:pt x="20262" y="0"/>
                </a:lnTo>
                <a:cubicBezTo>
                  <a:pt x="20655" y="0"/>
                  <a:pt x="20890" y="0"/>
                  <a:pt x="21047" y="48"/>
                </a:cubicBezTo>
                <a:close/>
              </a:path>
            </a:pathLst>
          </a:custGeom>
          <a:ln w="25400">
            <a:solidFill>
              <a:schemeClr val="accent2">
                <a:hueOff val="-83321"/>
                <a:satOff val="15686"/>
                <a:lumOff val="30410"/>
              </a:schemeClr>
            </a:solidFill>
          </a:ln>
          <a:effectLst>
            <a:outerShdw sx="100000" sy="100000" kx="0" ky="0" algn="b" rotWithShape="0" blurRad="762000" dist="0" dir="1500000">
              <a:schemeClr val="accent2">
                <a:hueOff val="-83321"/>
                <a:satOff val="15686"/>
                <a:lumOff val="30410"/>
                <a:alpha val="52601"/>
              </a:schemeClr>
            </a:outerShdw>
          </a:effectLst>
        </p:spPr>
      </p:pic>
      <p:pic>
        <p:nvPicPr>
          <p:cNvPr id="2723" name="178151_5538_R2.jpg" descr="178151_5538_R2.jpg"/>
          <p:cNvPicPr>
            <a:picLocks noChangeAspect="1"/>
          </p:cNvPicPr>
          <p:nvPr/>
        </p:nvPicPr>
        <p:blipFill>
          <a:blip r:embed="rId4">
            <a:extLst/>
          </a:blip>
          <a:srcRect l="10323" t="12728" r="11172" b="16221"/>
          <a:stretch>
            <a:fillRect/>
          </a:stretch>
        </p:blipFill>
        <p:spPr>
          <a:xfrm>
            <a:off x="12285444" y="3766558"/>
            <a:ext cx="4700580" cy="63781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047" y="48"/>
                </a:moveTo>
                <a:cubicBezTo>
                  <a:pt x="21274" y="109"/>
                  <a:pt x="21452" y="241"/>
                  <a:pt x="21534" y="407"/>
                </a:cubicBezTo>
                <a:cubicBezTo>
                  <a:pt x="21600" y="523"/>
                  <a:pt x="21600" y="697"/>
                  <a:pt x="21600" y="986"/>
                </a:cubicBezTo>
                <a:lnTo>
                  <a:pt x="21600" y="20614"/>
                </a:lnTo>
                <a:cubicBezTo>
                  <a:pt x="21600" y="20903"/>
                  <a:pt x="21600" y="21077"/>
                  <a:pt x="21534" y="21193"/>
                </a:cubicBezTo>
                <a:cubicBezTo>
                  <a:pt x="21452" y="21359"/>
                  <a:pt x="21274" y="21491"/>
                  <a:pt x="21047" y="21552"/>
                </a:cubicBezTo>
                <a:cubicBezTo>
                  <a:pt x="20890" y="21600"/>
                  <a:pt x="20655" y="21600"/>
                  <a:pt x="20262" y="21600"/>
                </a:cubicBezTo>
                <a:lnTo>
                  <a:pt x="1338" y="21600"/>
                </a:lnTo>
                <a:cubicBezTo>
                  <a:pt x="945" y="21600"/>
                  <a:pt x="710" y="21600"/>
                  <a:pt x="553" y="21552"/>
                </a:cubicBezTo>
                <a:cubicBezTo>
                  <a:pt x="326" y="21491"/>
                  <a:pt x="148" y="21359"/>
                  <a:pt x="66" y="21193"/>
                </a:cubicBezTo>
                <a:cubicBezTo>
                  <a:pt x="0" y="21077"/>
                  <a:pt x="0" y="20903"/>
                  <a:pt x="0" y="20614"/>
                </a:cubicBezTo>
                <a:lnTo>
                  <a:pt x="0" y="986"/>
                </a:lnTo>
                <a:cubicBezTo>
                  <a:pt x="0" y="697"/>
                  <a:pt x="0" y="523"/>
                  <a:pt x="66" y="407"/>
                </a:cubicBezTo>
                <a:cubicBezTo>
                  <a:pt x="148" y="241"/>
                  <a:pt x="326" y="109"/>
                  <a:pt x="553" y="48"/>
                </a:cubicBezTo>
                <a:cubicBezTo>
                  <a:pt x="710" y="0"/>
                  <a:pt x="945" y="0"/>
                  <a:pt x="1338" y="0"/>
                </a:cubicBezTo>
                <a:lnTo>
                  <a:pt x="20262" y="0"/>
                </a:lnTo>
                <a:cubicBezTo>
                  <a:pt x="20655" y="0"/>
                  <a:pt x="20890" y="0"/>
                  <a:pt x="21047" y="48"/>
                </a:cubicBezTo>
                <a:close/>
              </a:path>
            </a:pathLst>
          </a:custGeom>
          <a:ln w="25400">
            <a:solidFill>
              <a:schemeClr val="accent2">
                <a:hueOff val="-83321"/>
                <a:satOff val="15686"/>
                <a:lumOff val="30410"/>
              </a:schemeClr>
            </a:solidFill>
          </a:ln>
          <a:effectLst>
            <a:outerShdw sx="100000" sy="100000" kx="0" ky="0" algn="b" rotWithShape="0" blurRad="762000" dist="0" dir="1500000">
              <a:schemeClr val="accent2">
                <a:hueOff val="-83321"/>
                <a:satOff val="15686"/>
                <a:lumOff val="30410"/>
                <a:alpha val="52601"/>
              </a:schemeClr>
            </a:outerShdw>
          </a:effectLst>
        </p:spPr>
      </p:pic>
      <p:pic>
        <p:nvPicPr>
          <p:cNvPr id="2724" name="178151_5428_R3.jpg" descr="178151_5428_R3.jpg"/>
          <p:cNvPicPr>
            <a:picLocks noChangeAspect="1"/>
          </p:cNvPicPr>
          <p:nvPr/>
        </p:nvPicPr>
        <p:blipFill>
          <a:blip r:embed="rId5">
            <a:extLst/>
          </a:blip>
          <a:srcRect l="16488" t="6551" r="16083" b="14704"/>
          <a:stretch>
            <a:fillRect/>
          </a:stretch>
        </p:blipFill>
        <p:spPr>
          <a:xfrm>
            <a:off x="17172914" y="4393935"/>
            <a:ext cx="4700581" cy="6378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047" y="48"/>
                </a:moveTo>
                <a:cubicBezTo>
                  <a:pt x="21274" y="109"/>
                  <a:pt x="21452" y="241"/>
                  <a:pt x="21534" y="407"/>
                </a:cubicBezTo>
                <a:cubicBezTo>
                  <a:pt x="21600" y="523"/>
                  <a:pt x="21600" y="697"/>
                  <a:pt x="21600" y="986"/>
                </a:cubicBezTo>
                <a:lnTo>
                  <a:pt x="21600" y="20614"/>
                </a:lnTo>
                <a:cubicBezTo>
                  <a:pt x="21600" y="20903"/>
                  <a:pt x="21600" y="21077"/>
                  <a:pt x="21534" y="21193"/>
                </a:cubicBezTo>
                <a:cubicBezTo>
                  <a:pt x="21452" y="21359"/>
                  <a:pt x="21274" y="21491"/>
                  <a:pt x="21047" y="21552"/>
                </a:cubicBezTo>
                <a:cubicBezTo>
                  <a:pt x="20890" y="21600"/>
                  <a:pt x="20655" y="21600"/>
                  <a:pt x="20262" y="21600"/>
                </a:cubicBezTo>
                <a:lnTo>
                  <a:pt x="1338" y="21600"/>
                </a:lnTo>
                <a:cubicBezTo>
                  <a:pt x="945" y="21600"/>
                  <a:pt x="710" y="21600"/>
                  <a:pt x="553" y="21552"/>
                </a:cubicBezTo>
                <a:cubicBezTo>
                  <a:pt x="326" y="21491"/>
                  <a:pt x="148" y="21359"/>
                  <a:pt x="66" y="21193"/>
                </a:cubicBezTo>
                <a:cubicBezTo>
                  <a:pt x="0" y="21077"/>
                  <a:pt x="0" y="20903"/>
                  <a:pt x="0" y="20614"/>
                </a:cubicBezTo>
                <a:lnTo>
                  <a:pt x="0" y="986"/>
                </a:lnTo>
                <a:cubicBezTo>
                  <a:pt x="0" y="697"/>
                  <a:pt x="0" y="523"/>
                  <a:pt x="66" y="407"/>
                </a:cubicBezTo>
                <a:cubicBezTo>
                  <a:pt x="148" y="241"/>
                  <a:pt x="326" y="109"/>
                  <a:pt x="553" y="48"/>
                </a:cubicBezTo>
                <a:cubicBezTo>
                  <a:pt x="710" y="0"/>
                  <a:pt x="945" y="0"/>
                  <a:pt x="1338" y="0"/>
                </a:cubicBezTo>
                <a:lnTo>
                  <a:pt x="20262" y="0"/>
                </a:lnTo>
                <a:cubicBezTo>
                  <a:pt x="20655" y="0"/>
                  <a:pt x="20890" y="0"/>
                  <a:pt x="21047" y="48"/>
                </a:cubicBezTo>
                <a:close/>
              </a:path>
            </a:pathLst>
          </a:custGeom>
          <a:ln w="25400">
            <a:solidFill>
              <a:schemeClr val="accent2">
                <a:hueOff val="-83321"/>
                <a:satOff val="15686"/>
                <a:lumOff val="30410"/>
              </a:schemeClr>
            </a:solidFill>
          </a:ln>
          <a:effectLst>
            <a:outerShdw sx="100000" sy="100000" kx="0" ky="0" algn="b" rotWithShape="0" blurRad="762000" dist="0" dir="1500000">
              <a:schemeClr val="accent2">
                <a:hueOff val="-83321"/>
                <a:satOff val="15686"/>
                <a:lumOff val="30410"/>
                <a:alpha val="52601"/>
              </a:schemeClr>
            </a:outerShdw>
          </a:effectLst>
        </p:spPr>
      </p:pic>
      <p:pic>
        <p:nvPicPr>
          <p:cNvPr id="2725" name="Lens_Aqua.png" descr="Lens_Aqua.png"/>
          <p:cNvPicPr>
            <a:picLocks noChangeAspect="0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 rot="16200000">
            <a:off x="-1767543" y="6584657"/>
            <a:ext cx="8530699" cy="1185388"/>
          </a:xfrm>
          <a:prstGeom prst="rect">
            <a:avLst/>
          </a:prstGeom>
          <a:ln w="12700">
            <a:miter lim="400000"/>
          </a:ln>
        </p:spPr>
      </p:pic>
      <p:pic>
        <p:nvPicPr>
          <p:cNvPr id="2726" name="Lens_Aqua.png" descr="Lens_Aqua.png"/>
          <p:cNvPicPr>
            <a:picLocks noChangeAspect="0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 rot="5400000">
            <a:off x="13499186" y="4823507"/>
            <a:ext cx="7239268" cy="4487785"/>
          </a:xfrm>
          <a:prstGeom prst="rect">
            <a:avLst/>
          </a:prstGeom>
          <a:ln w="12700">
            <a:miter lim="400000"/>
          </a:ln>
        </p:spPr>
      </p:pic>
      <p:pic>
        <p:nvPicPr>
          <p:cNvPr id="2727" name="Image" descr="Image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0" y="9169400"/>
            <a:ext cx="24384000" cy="4546600"/>
          </a:xfrm>
          <a:prstGeom prst="rect">
            <a:avLst/>
          </a:prstGeom>
          <a:ln w="12700">
            <a:miter lim="400000"/>
          </a:ln>
        </p:spPr>
      </p:pic>
      <p:sp>
        <p:nvSpPr>
          <p:cNvPr id="2728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729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730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pc="-12" sz="10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sp>
        <p:nvSpPr>
          <p:cNvPr id="2731" name="TextBox 59"/>
          <p:cNvSpPr txBox="1"/>
          <p:nvPr/>
        </p:nvSpPr>
        <p:spPr>
          <a:xfrm>
            <a:off x="2579217" y="11489970"/>
            <a:ext cx="3528530" cy="11480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8" tIns="91438" rIns="91438" bIns="91438">
            <a:spAutoFit/>
          </a:bodyPr>
          <a:lstStyle>
            <a:lvl1pPr algn="ctr" defTabSz="1828800"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</a:t>
            </a:r>
          </a:p>
        </p:txBody>
      </p:sp>
      <p:sp>
        <p:nvSpPr>
          <p:cNvPr id="2732" name="TextBox 59"/>
          <p:cNvSpPr txBox="1"/>
          <p:nvPr/>
        </p:nvSpPr>
        <p:spPr>
          <a:xfrm>
            <a:off x="2942184" y="10893070"/>
            <a:ext cx="2802596" cy="6273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8" tIns="91438" rIns="91438" bIns="91438">
            <a:spAutoFit/>
          </a:bodyPr>
          <a:lstStyle>
            <a:lvl1pPr algn="ctr" defTabSz="1828800">
              <a:defRPr sz="3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Header</a:t>
            </a:r>
          </a:p>
        </p:txBody>
      </p:sp>
      <p:sp>
        <p:nvSpPr>
          <p:cNvPr id="2733" name="TextBox 45"/>
          <p:cNvSpPr txBox="1"/>
          <p:nvPr/>
        </p:nvSpPr>
        <p:spPr>
          <a:xfrm>
            <a:off x="7783173" y="11093732"/>
            <a:ext cx="3359188" cy="11480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8" tIns="91438" rIns="91438" bIns="91438">
            <a:spAutoFit/>
          </a:bodyPr>
          <a:lstStyle>
            <a:lvl1pPr algn="ctr" defTabSz="1828800"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</a:t>
            </a:r>
          </a:p>
        </p:txBody>
      </p:sp>
      <p:sp>
        <p:nvSpPr>
          <p:cNvPr id="2734" name="TextBox 45"/>
          <p:cNvSpPr txBox="1"/>
          <p:nvPr/>
        </p:nvSpPr>
        <p:spPr>
          <a:xfrm>
            <a:off x="7789873" y="10496832"/>
            <a:ext cx="3345787" cy="627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8" tIns="91438" rIns="91438" bIns="91438">
            <a:spAutoFit/>
          </a:bodyPr>
          <a:lstStyle>
            <a:lvl1pPr algn="ctr" defTabSz="1828800">
              <a:defRPr sz="3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Header</a:t>
            </a:r>
          </a:p>
        </p:txBody>
      </p:sp>
      <p:sp>
        <p:nvSpPr>
          <p:cNvPr id="2735" name="TextBox 45"/>
          <p:cNvSpPr txBox="1"/>
          <p:nvPr/>
        </p:nvSpPr>
        <p:spPr>
          <a:xfrm>
            <a:off x="13025724" y="11093732"/>
            <a:ext cx="3387793" cy="11480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8" tIns="91438" rIns="91438" bIns="91438">
            <a:spAutoFit/>
          </a:bodyPr>
          <a:lstStyle>
            <a:lvl1pPr algn="ctr" defTabSz="1828800"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</a:t>
            </a:r>
          </a:p>
        </p:txBody>
      </p:sp>
      <p:sp>
        <p:nvSpPr>
          <p:cNvPr id="2736" name="TextBox 45"/>
          <p:cNvSpPr txBox="1"/>
          <p:nvPr/>
        </p:nvSpPr>
        <p:spPr>
          <a:xfrm>
            <a:off x="13046726" y="10496832"/>
            <a:ext cx="3345786" cy="627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8" tIns="91438" rIns="91438" bIns="91438">
            <a:spAutoFit/>
          </a:bodyPr>
          <a:lstStyle>
            <a:lvl1pPr algn="ctr" defTabSz="1828800">
              <a:defRPr sz="3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Header</a:t>
            </a:r>
          </a:p>
        </p:txBody>
      </p:sp>
      <p:sp>
        <p:nvSpPr>
          <p:cNvPr id="2737" name="TextBox 45"/>
          <p:cNvSpPr txBox="1"/>
          <p:nvPr/>
        </p:nvSpPr>
        <p:spPr>
          <a:xfrm>
            <a:off x="18150887" y="11489970"/>
            <a:ext cx="3528530" cy="11480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8" tIns="91438" rIns="91438" bIns="91438">
            <a:spAutoFit/>
          </a:bodyPr>
          <a:lstStyle>
            <a:lvl1pPr algn="ctr" defTabSz="1828800"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</a:t>
            </a:r>
          </a:p>
        </p:txBody>
      </p:sp>
      <p:sp>
        <p:nvSpPr>
          <p:cNvPr id="2738" name="TextBox 45"/>
          <p:cNvSpPr txBox="1"/>
          <p:nvPr/>
        </p:nvSpPr>
        <p:spPr>
          <a:xfrm>
            <a:off x="18242258" y="10893070"/>
            <a:ext cx="3345787" cy="6273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8" tIns="91438" rIns="91438" bIns="91438">
            <a:spAutoFit/>
          </a:bodyPr>
          <a:lstStyle>
            <a:lvl1pPr algn="ctr" defTabSz="1828800">
              <a:defRPr sz="3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Header</a:t>
            </a:r>
          </a:p>
        </p:txBody>
      </p:sp>
      <p:sp>
        <p:nvSpPr>
          <p:cNvPr id="2739" name="Oval"/>
          <p:cNvSpPr/>
          <p:nvPr/>
        </p:nvSpPr>
        <p:spPr>
          <a:xfrm>
            <a:off x="12192000" y="10368542"/>
            <a:ext cx="21895" cy="1450380"/>
          </a:xfrm>
          <a:prstGeom prst="ellipse">
            <a:avLst/>
          </a:prstGeom>
          <a:solidFill>
            <a:schemeClr val="accent2">
              <a:hueOff val="-83321"/>
              <a:satOff val="15686"/>
              <a:lumOff val="3041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740" name="Oval"/>
          <p:cNvSpPr/>
          <p:nvPr/>
        </p:nvSpPr>
        <p:spPr>
          <a:xfrm>
            <a:off x="6756379" y="10832068"/>
            <a:ext cx="21896" cy="1450380"/>
          </a:xfrm>
          <a:prstGeom prst="ellipse">
            <a:avLst/>
          </a:prstGeom>
          <a:solidFill>
            <a:schemeClr val="accent2">
              <a:hueOff val="-83321"/>
              <a:satOff val="15686"/>
              <a:lumOff val="3041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741" name="Oval"/>
          <p:cNvSpPr/>
          <p:nvPr/>
        </p:nvSpPr>
        <p:spPr>
          <a:xfrm>
            <a:off x="17366919" y="10832068"/>
            <a:ext cx="21896" cy="1450380"/>
          </a:xfrm>
          <a:prstGeom prst="ellipse">
            <a:avLst/>
          </a:prstGeom>
          <a:solidFill>
            <a:schemeClr val="accent2">
              <a:hueOff val="-83321"/>
              <a:satOff val="15686"/>
              <a:lumOff val="3041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43" name="Picture Placeholder 4" descr="Picture Placeholder 4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2744" name="Rectangle 22"/>
          <p:cNvSpPr/>
          <p:nvPr/>
        </p:nvSpPr>
        <p:spPr>
          <a:xfrm>
            <a:off x="-3" y="7177087"/>
            <a:ext cx="9739905" cy="6538913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91000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tIns="91439" bIns="91439" anchor="ctr"/>
          <a:lstStyle/>
          <a:p>
            <a:pPr algn="ctr" defTabSz="1828800">
              <a:defRPr sz="3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745" name="Slide Title for Quotes"/>
          <p:cNvSpPr txBox="1"/>
          <p:nvPr>
            <p:ph type="title"/>
          </p:nvPr>
        </p:nvSpPr>
        <p:spPr>
          <a:xfrm>
            <a:off x="10998200" y="4504275"/>
            <a:ext cx="10691416" cy="1293464"/>
          </a:xfrm>
          <a:prstGeom prst="rect">
            <a:avLst/>
          </a:prstGeom>
        </p:spPr>
        <p:txBody>
          <a:bodyPr/>
          <a:lstStyle/>
          <a:p>
            <a:pPr/>
            <a:r>
              <a:t>Slide Title for Quotes</a:t>
            </a:r>
          </a:p>
        </p:txBody>
      </p:sp>
      <p:sp>
        <p:nvSpPr>
          <p:cNvPr id="2746" name="Persegi Panjang: Sudut Lengkung 5"/>
          <p:cNvSpPr/>
          <p:nvPr/>
        </p:nvSpPr>
        <p:spPr>
          <a:xfrm>
            <a:off x="5890986" y="6870700"/>
            <a:ext cx="17267004" cy="5591175"/>
          </a:xfrm>
          <a:prstGeom prst="roundRect">
            <a:avLst>
              <a:gd name="adj" fmla="val 4543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747" name="Freeform 69"/>
          <p:cNvSpPr/>
          <p:nvPr/>
        </p:nvSpPr>
        <p:spPr>
          <a:xfrm>
            <a:off x="6685756" y="6324600"/>
            <a:ext cx="2212579" cy="17049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0" y="12238"/>
                </a:lnTo>
                <a:lnTo>
                  <a:pt x="6637" y="21600"/>
                </a:lnTo>
                <a:lnTo>
                  <a:pt x="7482" y="21600"/>
                </a:lnTo>
                <a:lnTo>
                  <a:pt x="3898" y="12238"/>
                </a:lnTo>
                <a:lnTo>
                  <a:pt x="9430" y="12238"/>
                </a:lnTo>
                <a:lnTo>
                  <a:pt x="9430" y="0"/>
                </a:lnTo>
                <a:lnTo>
                  <a:pt x="0" y="0"/>
                </a:lnTo>
                <a:close/>
                <a:moveTo>
                  <a:pt x="12170" y="0"/>
                </a:moveTo>
                <a:lnTo>
                  <a:pt x="12170" y="12238"/>
                </a:lnTo>
                <a:lnTo>
                  <a:pt x="18543" y="21600"/>
                </a:lnTo>
                <a:lnTo>
                  <a:pt x="19651" y="21600"/>
                </a:lnTo>
                <a:lnTo>
                  <a:pt x="16067" y="12238"/>
                </a:lnTo>
                <a:lnTo>
                  <a:pt x="21600" y="12238"/>
                </a:lnTo>
                <a:lnTo>
                  <a:pt x="21600" y="0"/>
                </a:lnTo>
                <a:lnTo>
                  <a:pt x="12170" y="0"/>
                </a:lnTo>
                <a:close/>
              </a:path>
            </a:pathLst>
          </a:cu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2748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7168332" y="8459787"/>
            <a:ext cx="15525112" cy="241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i="1" sz="5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749" name="Walt Disney"/>
          <p:cNvSpPr txBox="1"/>
          <p:nvPr/>
        </p:nvSpPr>
        <p:spPr>
          <a:xfrm>
            <a:off x="708202" y="11939270"/>
            <a:ext cx="3098496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Walt Disney</a:t>
            </a:r>
          </a:p>
        </p:txBody>
      </p:sp>
      <p:sp>
        <p:nvSpPr>
          <p:cNvPr id="2750" name="Founder, The Walt Disney Company"/>
          <p:cNvSpPr txBox="1"/>
          <p:nvPr/>
        </p:nvSpPr>
        <p:spPr>
          <a:xfrm>
            <a:off x="708202" y="12628244"/>
            <a:ext cx="4664711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Founder, The Walt Disney Company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2" name="Picture Placeholder 4" descr="Picture Placeholder 4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2753" name="Rectangle 22"/>
          <p:cNvSpPr/>
          <p:nvPr/>
        </p:nvSpPr>
        <p:spPr>
          <a:xfrm>
            <a:off x="-3" y="7177087"/>
            <a:ext cx="9739905" cy="6538913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91000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tIns="91439" bIns="91439" anchor="ctr"/>
          <a:lstStyle/>
          <a:p>
            <a:pPr algn="ctr" defTabSz="1828800">
              <a:defRPr sz="3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754" name="Slide Title for Quotes"/>
          <p:cNvSpPr txBox="1"/>
          <p:nvPr>
            <p:ph type="title"/>
          </p:nvPr>
        </p:nvSpPr>
        <p:spPr>
          <a:xfrm>
            <a:off x="10998200" y="4546277"/>
            <a:ext cx="10691416" cy="1293464"/>
          </a:xfrm>
          <a:prstGeom prst="rect">
            <a:avLst/>
          </a:prstGeom>
        </p:spPr>
        <p:txBody>
          <a:bodyPr/>
          <a:lstStyle/>
          <a:p>
            <a:pPr/>
            <a:r>
              <a:t>Slide Title for Quotes</a:t>
            </a:r>
          </a:p>
        </p:txBody>
      </p:sp>
      <p:sp>
        <p:nvSpPr>
          <p:cNvPr id="2755" name="Persegi Panjang: Sudut Lengkung 5"/>
          <p:cNvSpPr/>
          <p:nvPr/>
        </p:nvSpPr>
        <p:spPr>
          <a:xfrm>
            <a:off x="5890986" y="6870700"/>
            <a:ext cx="17267004" cy="5591175"/>
          </a:xfrm>
          <a:prstGeom prst="roundRect">
            <a:avLst>
              <a:gd name="adj" fmla="val 4543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sx="100000" sy="100000" kx="0" ky="0" algn="b" rotWithShape="0" blurRad="838200" dist="0" dir="540000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756" name="Freeform 69"/>
          <p:cNvSpPr/>
          <p:nvPr/>
        </p:nvSpPr>
        <p:spPr>
          <a:xfrm>
            <a:off x="6685756" y="6324600"/>
            <a:ext cx="2212579" cy="17049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0" y="12238"/>
                </a:lnTo>
                <a:lnTo>
                  <a:pt x="6637" y="21600"/>
                </a:lnTo>
                <a:lnTo>
                  <a:pt x="7482" y="21600"/>
                </a:lnTo>
                <a:lnTo>
                  <a:pt x="3898" y="12238"/>
                </a:lnTo>
                <a:lnTo>
                  <a:pt x="9430" y="12238"/>
                </a:lnTo>
                <a:lnTo>
                  <a:pt x="9430" y="0"/>
                </a:lnTo>
                <a:lnTo>
                  <a:pt x="0" y="0"/>
                </a:lnTo>
                <a:close/>
                <a:moveTo>
                  <a:pt x="12170" y="0"/>
                </a:moveTo>
                <a:lnTo>
                  <a:pt x="12170" y="12238"/>
                </a:lnTo>
                <a:lnTo>
                  <a:pt x="18543" y="21600"/>
                </a:lnTo>
                <a:lnTo>
                  <a:pt x="19651" y="21600"/>
                </a:lnTo>
                <a:lnTo>
                  <a:pt x="16067" y="12238"/>
                </a:lnTo>
                <a:lnTo>
                  <a:pt x="21600" y="12238"/>
                </a:lnTo>
                <a:lnTo>
                  <a:pt x="21600" y="0"/>
                </a:lnTo>
                <a:lnTo>
                  <a:pt x="12170" y="0"/>
                </a:lnTo>
                <a:close/>
              </a:path>
            </a:pathLst>
          </a:cu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2757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7168332" y="8459787"/>
            <a:ext cx="15525112" cy="241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i="1" sz="5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758" name="Walt Disney"/>
          <p:cNvSpPr txBox="1"/>
          <p:nvPr/>
        </p:nvSpPr>
        <p:spPr>
          <a:xfrm>
            <a:off x="708202" y="11939270"/>
            <a:ext cx="3098496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Walt Disney</a:t>
            </a:r>
          </a:p>
        </p:txBody>
      </p:sp>
      <p:sp>
        <p:nvSpPr>
          <p:cNvPr id="2759" name="Founder, The Walt Disney Company"/>
          <p:cNvSpPr txBox="1"/>
          <p:nvPr/>
        </p:nvSpPr>
        <p:spPr>
          <a:xfrm>
            <a:off x="708202" y="12628244"/>
            <a:ext cx="4664711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Founder, The Walt Disney Company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1" name="Case Study Template…"/>
          <p:cNvSpPr txBox="1"/>
          <p:nvPr/>
        </p:nvSpPr>
        <p:spPr>
          <a:xfrm>
            <a:off x="7443608" y="732338"/>
            <a:ext cx="8692389" cy="23266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lnSpc>
                <a:spcPts val="9000"/>
              </a:lnSpc>
              <a:defRPr sz="8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Case Study Template</a:t>
            </a:r>
          </a:p>
          <a:p>
            <a:pPr>
              <a:lnSpc>
                <a:spcPts val="9000"/>
              </a:lnSpc>
              <a:defRPr sz="8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Header Goes Here</a:t>
            </a:r>
          </a:p>
        </p:txBody>
      </p:sp>
      <p:sp>
        <p:nvSpPr>
          <p:cNvPr id="2762" name="Metrics"/>
          <p:cNvSpPr txBox="1"/>
          <p:nvPr/>
        </p:nvSpPr>
        <p:spPr>
          <a:xfrm>
            <a:off x="12627219" y="7452131"/>
            <a:ext cx="2156055" cy="408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defTabSz="2438337">
              <a:defRPr cap="all" spc="640" sz="3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Metrics</a:t>
            </a:r>
          </a:p>
        </p:txBody>
      </p:sp>
      <p:sp>
        <p:nvSpPr>
          <p:cNvPr id="2763" name="Shape"/>
          <p:cNvSpPr/>
          <p:nvPr/>
        </p:nvSpPr>
        <p:spPr>
          <a:xfrm>
            <a:off x="11383270" y="7205840"/>
            <a:ext cx="1022566" cy="7724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0" h="21600" fill="norm" stroke="1" extrusionOk="0">
                <a:moveTo>
                  <a:pt x="20599" y="0"/>
                </a:moveTo>
                <a:lnTo>
                  <a:pt x="6291" y="0"/>
                </a:lnTo>
                <a:cubicBezTo>
                  <a:pt x="5779" y="0"/>
                  <a:pt x="5360" y="557"/>
                  <a:pt x="5360" y="1237"/>
                </a:cubicBezTo>
                <a:lnTo>
                  <a:pt x="5360" y="2707"/>
                </a:lnTo>
                <a:lnTo>
                  <a:pt x="21530" y="2707"/>
                </a:lnTo>
                <a:lnTo>
                  <a:pt x="21530" y="1237"/>
                </a:lnTo>
                <a:cubicBezTo>
                  <a:pt x="21530" y="556"/>
                  <a:pt x="21111" y="0"/>
                  <a:pt x="20599" y="0"/>
                </a:cubicBezTo>
                <a:close/>
                <a:moveTo>
                  <a:pt x="7507" y="1788"/>
                </a:moveTo>
                <a:lnTo>
                  <a:pt x="6999" y="1788"/>
                </a:lnTo>
                <a:cubicBezTo>
                  <a:pt x="6818" y="1788"/>
                  <a:pt x="6671" y="1593"/>
                  <a:pt x="6671" y="1353"/>
                </a:cubicBezTo>
                <a:cubicBezTo>
                  <a:pt x="6671" y="1113"/>
                  <a:pt x="6818" y="918"/>
                  <a:pt x="6999" y="918"/>
                </a:cubicBezTo>
                <a:lnTo>
                  <a:pt x="7507" y="918"/>
                </a:lnTo>
                <a:cubicBezTo>
                  <a:pt x="7688" y="918"/>
                  <a:pt x="7835" y="1113"/>
                  <a:pt x="7835" y="1353"/>
                </a:cubicBezTo>
                <a:cubicBezTo>
                  <a:pt x="7835" y="1594"/>
                  <a:pt x="7688" y="1788"/>
                  <a:pt x="7507" y="1788"/>
                </a:cubicBezTo>
                <a:close/>
                <a:moveTo>
                  <a:pt x="9216" y="1788"/>
                </a:moveTo>
                <a:lnTo>
                  <a:pt x="8707" y="1788"/>
                </a:lnTo>
                <a:cubicBezTo>
                  <a:pt x="8527" y="1788"/>
                  <a:pt x="8380" y="1593"/>
                  <a:pt x="8380" y="1353"/>
                </a:cubicBezTo>
                <a:cubicBezTo>
                  <a:pt x="8380" y="1113"/>
                  <a:pt x="8527" y="918"/>
                  <a:pt x="8707" y="918"/>
                </a:cubicBezTo>
                <a:lnTo>
                  <a:pt x="9216" y="918"/>
                </a:lnTo>
                <a:cubicBezTo>
                  <a:pt x="9396" y="918"/>
                  <a:pt x="9543" y="1113"/>
                  <a:pt x="9543" y="1353"/>
                </a:cubicBezTo>
                <a:cubicBezTo>
                  <a:pt x="9543" y="1594"/>
                  <a:pt x="9397" y="1788"/>
                  <a:pt x="9216" y="1788"/>
                </a:cubicBezTo>
                <a:close/>
                <a:moveTo>
                  <a:pt x="10925" y="1788"/>
                </a:moveTo>
                <a:lnTo>
                  <a:pt x="10416" y="1788"/>
                </a:lnTo>
                <a:cubicBezTo>
                  <a:pt x="10235" y="1788"/>
                  <a:pt x="10089" y="1593"/>
                  <a:pt x="10089" y="1353"/>
                </a:cubicBezTo>
                <a:cubicBezTo>
                  <a:pt x="10089" y="1113"/>
                  <a:pt x="10235" y="918"/>
                  <a:pt x="10416" y="918"/>
                </a:cubicBezTo>
                <a:lnTo>
                  <a:pt x="10925" y="918"/>
                </a:lnTo>
                <a:cubicBezTo>
                  <a:pt x="11105" y="918"/>
                  <a:pt x="11252" y="1113"/>
                  <a:pt x="11252" y="1353"/>
                </a:cubicBezTo>
                <a:cubicBezTo>
                  <a:pt x="11252" y="1594"/>
                  <a:pt x="11105" y="1788"/>
                  <a:pt x="10925" y="1788"/>
                </a:cubicBezTo>
                <a:close/>
                <a:moveTo>
                  <a:pt x="19788" y="1788"/>
                </a:moveTo>
                <a:lnTo>
                  <a:pt x="14041" y="1788"/>
                </a:lnTo>
                <a:cubicBezTo>
                  <a:pt x="13861" y="1788"/>
                  <a:pt x="13714" y="1593"/>
                  <a:pt x="13714" y="1353"/>
                </a:cubicBezTo>
                <a:cubicBezTo>
                  <a:pt x="13714" y="1113"/>
                  <a:pt x="13861" y="918"/>
                  <a:pt x="14041" y="918"/>
                </a:cubicBezTo>
                <a:lnTo>
                  <a:pt x="19789" y="918"/>
                </a:lnTo>
                <a:cubicBezTo>
                  <a:pt x="19969" y="918"/>
                  <a:pt x="20116" y="1113"/>
                  <a:pt x="20116" y="1353"/>
                </a:cubicBezTo>
                <a:cubicBezTo>
                  <a:pt x="20116" y="1594"/>
                  <a:pt x="19969" y="1788"/>
                  <a:pt x="19788" y="1788"/>
                </a:cubicBezTo>
                <a:close/>
                <a:moveTo>
                  <a:pt x="7990" y="8954"/>
                </a:moveTo>
                <a:lnTo>
                  <a:pt x="6475" y="11303"/>
                </a:lnTo>
                <a:cubicBezTo>
                  <a:pt x="6322" y="11564"/>
                  <a:pt x="6026" y="11581"/>
                  <a:pt x="5858" y="11333"/>
                </a:cubicBezTo>
                <a:lnTo>
                  <a:pt x="4996" y="10058"/>
                </a:lnTo>
                <a:cubicBezTo>
                  <a:pt x="4847" y="9839"/>
                  <a:pt x="4861" y="9502"/>
                  <a:pt x="5026" y="9304"/>
                </a:cubicBezTo>
                <a:cubicBezTo>
                  <a:pt x="5191" y="9107"/>
                  <a:pt x="5445" y="9125"/>
                  <a:pt x="5593" y="9344"/>
                </a:cubicBezTo>
                <a:lnTo>
                  <a:pt x="6150" y="10168"/>
                </a:lnTo>
                <a:lnTo>
                  <a:pt x="7380" y="8261"/>
                </a:lnTo>
                <a:cubicBezTo>
                  <a:pt x="7525" y="8038"/>
                  <a:pt x="7778" y="8011"/>
                  <a:pt x="7946" y="8203"/>
                </a:cubicBezTo>
                <a:cubicBezTo>
                  <a:pt x="8115" y="8394"/>
                  <a:pt x="8134" y="8731"/>
                  <a:pt x="7990" y="8954"/>
                </a:cubicBezTo>
                <a:close/>
                <a:moveTo>
                  <a:pt x="10280" y="9766"/>
                </a:moveTo>
                <a:cubicBezTo>
                  <a:pt x="10280" y="6986"/>
                  <a:pt x="8583" y="4732"/>
                  <a:pt x="6490" y="4732"/>
                </a:cubicBezTo>
                <a:cubicBezTo>
                  <a:pt x="4397" y="4732"/>
                  <a:pt x="2700" y="6985"/>
                  <a:pt x="2700" y="9766"/>
                </a:cubicBezTo>
                <a:cubicBezTo>
                  <a:pt x="2700" y="10816"/>
                  <a:pt x="2942" y="11791"/>
                  <a:pt x="3357" y="12598"/>
                </a:cubicBezTo>
                <a:lnTo>
                  <a:pt x="198" y="16794"/>
                </a:lnTo>
                <a:cubicBezTo>
                  <a:pt x="-70" y="17169"/>
                  <a:pt x="-64" y="17756"/>
                  <a:pt x="205" y="18113"/>
                </a:cubicBezTo>
                <a:cubicBezTo>
                  <a:pt x="479" y="18478"/>
                  <a:pt x="930" y="18476"/>
                  <a:pt x="1205" y="18113"/>
                </a:cubicBezTo>
                <a:lnTo>
                  <a:pt x="4357" y="13927"/>
                </a:lnTo>
                <a:cubicBezTo>
                  <a:pt x="4964" y="14477"/>
                  <a:pt x="5699" y="14799"/>
                  <a:pt x="6490" y="14799"/>
                </a:cubicBezTo>
                <a:cubicBezTo>
                  <a:pt x="8583" y="14799"/>
                  <a:pt x="10280" y="12546"/>
                  <a:pt x="10280" y="9766"/>
                </a:cubicBezTo>
                <a:close/>
                <a:moveTo>
                  <a:pt x="3776" y="9766"/>
                </a:moveTo>
                <a:cubicBezTo>
                  <a:pt x="3776" y="7775"/>
                  <a:pt x="4991" y="6162"/>
                  <a:pt x="6490" y="6162"/>
                </a:cubicBezTo>
                <a:cubicBezTo>
                  <a:pt x="7988" y="6162"/>
                  <a:pt x="9203" y="7776"/>
                  <a:pt x="9203" y="9766"/>
                </a:cubicBezTo>
                <a:cubicBezTo>
                  <a:pt x="9203" y="11756"/>
                  <a:pt x="7988" y="13370"/>
                  <a:pt x="6490" y="13370"/>
                </a:cubicBezTo>
                <a:cubicBezTo>
                  <a:pt x="4991" y="13370"/>
                  <a:pt x="3776" y="11756"/>
                  <a:pt x="3776" y="9766"/>
                </a:cubicBezTo>
                <a:close/>
                <a:moveTo>
                  <a:pt x="5360" y="4055"/>
                </a:moveTo>
                <a:cubicBezTo>
                  <a:pt x="5721" y="3929"/>
                  <a:pt x="6099" y="3862"/>
                  <a:pt x="6490" y="3862"/>
                </a:cubicBezTo>
                <a:cubicBezTo>
                  <a:pt x="8944" y="3862"/>
                  <a:pt x="10935" y="6505"/>
                  <a:pt x="10935" y="9766"/>
                </a:cubicBezTo>
                <a:cubicBezTo>
                  <a:pt x="10935" y="10137"/>
                  <a:pt x="10909" y="10501"/>
                  <a:pt x="10859" y="10854"/>
                </a:cubicBezTo>
                <a:cubicBezTo>
                  <a:pt x="12672" y="9452"/>
                  <a:pt x="13492" y="8061"/>
                  <a:pt x="13856" y="7183"/>
                </a:cubicBezTo>
                <a:lnTo>
                  <a:pt x="13378" y="6909"/>
                </a:lnTo>
                <a:cubicBezTo>
                  <a:pt x="13248" y="6835"/>
                  <a:pt x="13233" y="6592"/>
                  <a:pt x="13362" y="6497"/>
                </a:cubicBezTo>
                <a:lnTo>
                  <a:pt x="15203" y="5138"/>
                </a:lnTo>
                <a:cubicBezTo>
                  <a:pt x="15302" y="5065"/>
                  <a:pt x="15427" y="5136"/>
                  <a:pt x="15455" y="5282"/>
                </a:cubicBezTo>
                <a:lnTo>
                  <a:pt x="15980" y="7991"/>
                </a:lnTo>
                <a:cubicBezTo>
                  <a:pt x="16017" y="8180"/>
                  <a:pt x="15874" y="8333"/>
                  <a:pt x="15745" y="8259"/>
                </a:cubicBezTo>
                <a:lnTo>
                  <a:pt x="15169" y="7931"/>
                </a:lnTo>
                <a:cubicBezTo>
                  <a:pt x="14204" y="9556"/>
                  <a:pt x="12787" y="11345"/>
                  <a:pt x="10546" y="12181"/>
                </a:cubicBezTo>
                <a:cubicBezTo>
                  <a:pt x="9851" y="14237"/>
                  <a:pt x="8296" y="15669"/>
                  <a:pt x="6490" y="15669"/>
                </a:cubicBezTo>
                <a:cubicBezTo>
                  <a:pt x="6105" y="15669"/>
                  <a:pt x="5726" y="15604"/>
                  <a:pt x="5360" y="15476"/>
                </a:cubicBezTo>
                <a:lnTo>
                  <a:pt x="5360" y="20363"/>
                </a:lnTo>
                <a:cubicBezTo>
                  <a:pt x="5360" y="21043"/>
                  <a:pt x="5779" y="21600"/>
                  <a:pt x="6291" y="21600"/>
                </a:cubicBezTo>
                <a:lnTo>
                  <a:pt x="20599" y="21600"/>
                </a:lnTo>
                <a:cubicBezTo>
                  <a:pt x="21111" y="21600"/>
                  <a:pt x="21530" y="21043"/>
                  <a:pt x="21530" y="20363"/>
                </a:cubicBezTo>
                <a:lnTo>
                  <a:pt x="21530" y="3577"/>
                </a:lnTo>
                <a:lnTo>
                  <a:pt x="5360" y="3577"/>
                </a:lnTo>
                <a:lnTo>
                  <a:pt x="5360" y="4055"/>
                </a:lnTo>
                <a:close/>
                <a:moveTo>
                  <a:pt x="9206" y="19401"/>
                </a:moveTo>
                <a:cubicBezTo>
                  <a:pt x="9206" y="19529"/>
                  <a:pt x="9128" y="19633"/>
                  <a:pt x="9031" y="19633"/>
                </a:cubicBezTo>
                <a:lnTo>
                  <a:pt x="7564" y="19633"/>
                </a:lnTo>
                <a:cubicBezTo>
                  <a:pt x="7468" y="19633"/>
                  <a:pt x="7390" y="19529"/>
                  <a:pt x="7390" y="19401"/>
                </a:cubicBezTo>
                <a:lnTo>
                  <a:pt x="7390" y="15892"/>
                </a:lnTo>
                <a:cubicBezTo>
                  <a:pt x="7390" y="15764"/>
                  <a:pt x="7468" y="15660"/>
                  <a:pt x="7564" y="15660"/>
                </a:cubicBezTo>
                <a:lnTo>
                  <a:pt x="9031" y="15660"/>
                </a:lnTo>
                <a:cubicBezTo>
                  <a:pt x="9128" y="15660"/>
                  <a:pt x="9206" y="15764"/>
                  <a:pt x="9206" y="15892"/>
                </a:cubicBezTo>
                <a:lnTo>
                  <a:pt x="9206" y="19401"/>
                </a:lnTo>
                <a:close/>
                <a:moveTo>
                  <a:pt x="12427" y="19401"/>
                </a:moveTo>
                <a:cubicBezTo>
                  <a:pt x="12427" y="19529"/>
                  <a:pt x="12349" y="19633"/>
                  <a:pt x="12253" y="19633"/>
                </a:cubicBezTo>
                <a:cubicBezTo>
                  <a:pt x="11764" y="19633"/>
                  <a:pt x="11275" y="19633"/>
                  <a:pt x="10786" y="19633"/>
                </a:cubicBezTo>
                <a:cubicBezTo>
                  <a:pt x="10689" y="19633"/>
                  <a:pt x="10611" y="19529"/>
                  <a:pt x="10611" y="19401"/>
                </a:cubicBezTo>
                <a:cubicBezTo>
                  <a:pt x="10611" y="17637"/>
                  <a:pt x="10611" y="15873"/>
                  <a:pt x="10611" y="14110"/>
                </a:cubicBezTo>
                <a:cubicBezTo>
                  <a:pt x="10611" y="13982"/>
                  <a:pt x="10689" y="13878"/>
                  <a:pt x="10786" y="13878"/>
                </a:cubicBezTo>
                <a:cubicBezTo>
                  <a:pt x="11275" y="13878"/>
                  <a:pt x="11764" y="13878"/>
                  <a:pt x="12253" y="13878"/>
                </a:cubicBezTo>
                <a:cubicBezTo>
                  <a:pt x="12349" y="13878"/>
                  <a:pt x="12427" y="13982"/>
                  <a:pt x="12427" y="14110"/>
                </a:cubicBezTo>
                <a:cubicBezTo>
                  <a:pt x="12427" y="15874"/>
                  <a:pt x="12427" y="17638"/>
                  <a:pt x="12427" y="19401"/>
                </a:cubicBezTo>
                <a:close/>
                <a:moveTo>
                  <a:pt x="15648" y="19401"/>
                </a:moveTo>
                <a:cubicBezTo>
                  <a:pt x="15648" y="19529"/>
                  <a:pt x="15570" y="19633"/>
                  <a:pt x="15473" y="19633"/>
                </a:cubicBezTo>
                <a:cubicBezTo>
                  <a:pt x="14984" y="19633"/>
                  <a:pt x="14495" y="19633"/>
                  <a:pt x="14006" y="19633"/>
                </a:cubicBezTo>
                <a:cubicBezTo>
                  <a:pt x="13910" y="19633"/>
                  <a:pt x="13832" y="19529"/>
                  <a:pt x="13832" y="19401"/>
                </a:cubicBezTo>
                <a:cubicBezTo>
                  <a:pt x="13832" y="17043"/>
                  <a:pt x="13832" y="14685"/>
                  <a:pt x="13832" y="12328"/>
                </a:cubicBezTo>
                <a:cubicBezTo>
                  <a:pt x="13832" y="12200"/>
                  <a:pt x="13910" y="12096"/>
                  <a:pt x="14006" y="12096"/>
                </a:cubicBezTo>
                <a:cubicBezTo>
                  <a:pt x="14495" y="12096"/>
                  <a:pt x="14984" y="12096"/>
                  <a:pt x="15473" y="12096"/>
                </a:cubicBezTo>
                <a:cubicBezTo>
                  <a:pt x="15570" y="12096"/>
                  <a:pt x="15648" y="12200"/>
                  <a:pt x="15648" y="12328"/>
                </a:cubicBezTo>
                <a:cubicBezTo>
                  <a:pt x="15648" y="14685"/>
                  <a:pt x="15648" y="17044"/>
                  <a:pt x="15648" y="19401"/>
                </a:cubicBezTo>
                <a:close/>
                <a:moveTo>
                  <a:pt x="16373" y="9868"/>
                </a:moveTo>
                <a:lnTo>
                  <a:pt x="17635" y="7732"/>
                </a:lnTo>
                <a:cubicBezTo>
                  <a:pt x="17801" y="7451"/>
                  <a:pt x="18121" y="7451"/>
                  <a:pt x="18287" y="7732"/>
                </a:cubicBezTo>
                <a:lnTo>
                  <a:pt x="19549" y="9868"/>
                </a:lnTo>
                <a:cubicBezTo>
                  <a:pt x="19656" y="10049"/>
                  <a:pt x="19559" y="10314"/>
                  <a:pt x="19386" y="10314"/>
                </a:cubicBezTo>
                <a:lnTo>
                  <a:pt x="18869" y="10314"/>
                </a:lnTo>
                <a:lnTo>
                  <a:pt x="18869" y="19401"/>
                </a:lnTo>
                <a:cubicBezTo>
                  <a:pt x="18869" y="19529"/>
                  <a:pt x="18791" y="19633"/>
                  <a:pt x="18694" y="19633"/>
                </a:cubicBezTo>
                <a:lnTo>
                  <a:pt x="17227" y="19633"/>
                </a:lnTo>
                <a:cubicBezTo>
                  <a:pt x="17131" y="19633"/>
                  <a:pt x="17053" y="19529"/>
                  <a:pt x="17053" y="19401"/>
                </a:cubicBezTo>
                <a:lnTo>
                  <a:pt x="17053" y="10314"/>
                </a:lnTo>
                <a:lnTo>
                  <a:pt x="16536" y="10314"/>
                </a:lnTo>
                <a:cubicBezTo>
                  <a:pt x="16363" y="10314"/>
                  <a:pt x="16266" y="10049"/>
                  <a:pt x="16373" y="9868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764" name="Rounded Rectangle"/>
          <p:cNvSpPr/>
          <p:nvPr/>
        </p:nvSpPr>
        <p:spPr>
          <a:xfrm>
            <a:off x="11256153" y="8322433"/>
            <a:ext cx="4148858" cy="4024109"/>
          </a:xfrm>
          <a:prstGeom prst="roundRect">
            <a:avLst>
              <a:gd name="adj" fmla="val 3333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sx="100000" sy="100000" kx="0" ky="0" algn="b" rotWithShape="0" blurRad="317500" dist="0" dir="540000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765" name="9,500"/>
          <p:cNvSpPr txBox="1"/>
          <p:nvPr/>
        </p:nvSpPr>
        <p:spPr>
          <a:xfrm>
            <a:off x="11995964" y="9982685"/>
            <a:ext cx="2669236" cy="1173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ctr" defTabSz="825500">
              <a:defRPr spc="-252" sz="8400">
                <a:solidFill>
                  <a:schemeClr val="accent1"/>
                </a:solidFill>
                <a:latin typeface="Curiosity-TWDC Black"/>
                <a:ea typeface="Curiosity-TWDC Black"/>
                <a:cs typeface="Curiosity-TWDC Black"/>
                <a:sym typeface="Curiosity-TWDC Black"/>
              </a:defRPr>
            </a:pPr>
            <a:r>
              <a:rPr spc="-192" sz="6400"/>
              <a:t>+</a:t>
            </a:r>
            <a:r>
              <a:t>XX</a:t>
            </a:r>
            <a:r>
              <a:rPr spc="-192" sz="6400"/>
              <a:t>%</a:t>
            </a:r>
          </a:p>
        </p:txBody>
      </p:sp>
      <p:sp>
        <p:nvSpPr>
          <p:cNvPr id="2766" name="Unique movies and TV seasons in the Disney Streaming Entertainment portfolio"/>
          <p:cNvSpPr txBox="1"/>
          <p:nvPr/>
        </p:nvSpPr>
        <p:spPr>
          <a:xfrm>
            <a:off x="11789802" y="10938075"/>
            <a:ext cx="3081560" cy="815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algn="ctr" defTabSz="825500">
              <a:lnSpc>
                <a:spcPts val="2800"/>
              </a:lnSpc>
              <a:defRPr cap="all" spc="197" sz="2200">
                <a:solidFill>
                  <a:srgbClr val="434343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Favorable Brand</a:t>
            </a:r>
          </a:p>
          <a:p>
            <a:pPr algn="ctr" defTabSz="825500">
              <a:lnSpc>
                <a:spcPts val="2800"/>
              </a:lnSpc>
              <a:defRPr cap="all" spc="197" sz="2200">
                <a:solidFill>
                  <a:srgbClr val="434343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Opinion</a:t>
            </a:r>
          </a:p>
        </p:txBody>
      </p:sp>
      <p:sp>
        <p:nvSpPr>
          <p:cNvPr id="2767" name="Rounded Rectangle"/>
          <p:cNvSpPr/>
          <p:nvPr/>
        </p:nvSpPr>
        <p:spPr>
          <a:xfrm>
            <a:off x="15541404" y="8322433"/>
            <a:ext cx="4148858" cy="4024109"/>
          </a:xfrm>
          <a:prstGeom prst="roundRect">
            <a:avLst>
              <a:gd name="adj" fmla="val 3333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sx="100000" sy="100000" kx="0" ky="0" algn="b" rotWithShape="0" blurRad="317500" dist="0" dir="540000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768" name="Rounded Rectangle"/>
          <p:cNvSpPr/>
          <p:nvPr/>
        </p:nvSpPr>
        <p:spPr>
          <a:xfrm>
            <a:off x="19826656" y="8322433"/>
            <a:ext cx="4148858" cy="4024109"/>
          </a:xfrm>
          <a:prstGeom prst="roundRect">
            <a:avLst>
              <a:gd name="adj" fmla="val 3333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sx="100000" sy="100000" kx="0" ky="0" algn="b" rotWithShape="0" blurRad="317500" dist="0" dir="540000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769" name="9,500"/>
          <p:cNvSpPr txBox="1"/>
          <p:nvPr/>
        </p:nvSpPr>
        <p:spPr>
          <a:xfrm>
            <a:off x="16281215" y="9982685"/>
            <a:ext cx="2669236" cy="1173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ctr" defTabSz="825500">
              <a:defRPr spc="-252" sz="8400">
                <a:solidFill>
                  <a:schemeClr val="accent1"/>
                </a:solidFill>
                <a:latin typeface="Curiosity-TWDC Black"/>
                <a:ea typeface="Curiosity-TWDC Black"/>
                <a:cs typeface="Curiosity-TWDC Black"/>
                <a:sym typeface="Curiosity-TWDC Black"/>
              </a:defRPr>
            </a:pPr>
            <a:r>
              <a:rPr spc="-192" sz="6400"/>
              <a:t>+</a:t>
            </a:r>
            <a:r>
              <a:t>XX</a:t>
            </a:r>
            <a:r>
              <a:rPr spc="-192" sz="6400"/>
              <a:t>%</a:t>
            </a:r>
          </a:p>
        </p:txBody>
      </p:sp>
      <p:sp>
        <p:nvSpPr>
          <p:cNvPr id="2770" name="Unique movies and TV seasons in the Disney Streaming Entertainment portfolio"/>
          <p:cNvSpPr txBox="1"/>
          <p:nvPr/>
        </p:nvSpPr>
        <p:spPr>
          <a:xfrm>
            <a:off x="16075054" y="10938075"/>
            <a:ext cx="3081561" cy="815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algn="ctr" defTabSz="825500">
              <a:lnSpc>
                <a:spcPts val="2800"/>
              </a:lnSpc>
              <a:defRPr cap="all" spc="197" sz="2200">
                <a:solidFill>
                  <a:srgbClr val="434343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Purchase</a:t>
            </a:r>
          </a:p>
          <a:p>
            <a:pPr algn="ctr" defTabSz="825500">
              <a:lnSpc>
                <a:spcPts val="2800"/>
              </a:lnSpc>
              <a:defRPr cap="all" spc="197" sz="2200">
                <a:solidFill>
                  <a:srgbClr val="434343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Intent</a:t>
            </a:r>
          </a:p>
        </p:txBody>
      </p:sp>
      <p:sp>
        <p:nvSpPr>
          <p:cNvPr id="2771" name="9,500"/>
          <p:cNvSpPr txBox="1"/>
          <p:nvPr/>
        </p:nvSpPr>
        <p:spPr>
          <a:xfrm>
            <a:off x="20566467" y="9982685"/>
            <a:ext cx="2669236" cy="1173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ctr" defTabSz="825500">
              <a:defRPr spc="-252" sz="8400">
                <a:solidFill>
                  <a:schemeClr val="accent1"/>
                </a:solidFill>
                <a:latin typeface="Curiosity-TWDC Black"/>
                <a:ea typeface="Curiosity-TWDC Black"/>
                <a:cs typeface="Curiosity-TWDC Black"/>
                <a:sym typeface="Curiosity-TWDC Black"/>
              </a:defRPr>
            </a:pPr>
            <a:r>
              <a:rPr spc="-192" sz="6400"/>
              <a:t>+</a:t>
            </a:r>
            <a:r>
              <a:t>XX</a:t>
            </a:r>
            <a:r>
              <a:rPr spc="-192" sz="6400"/>
              <a:t>%</a:t>
            </a:r>
          </a:p>
        </p:txBody>
      </p:sp>
      <p:sp>
        <p:nvSpPr>
          <p:cNvPr id="2772" name="Unique movies and TV seasons in the Disney Streaming Entertainment portfolio"/>
          <p:cNvSpPr txBox="1"/>
          <p:nvPr/>
        </p:nvSpPr>
        <p:spPr>
          <a:xfrm>
            <a:off x="19957594" y="10938075"/>
            <a:ext cx="3886982" cy="815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algn="ctr" defTabSz="825500">
              <a:lnSpc>
                <a:spcPts val="2800"/>
              </a:lnSpc>
              <a:defRPr cap="all" spc="197" sz="2200">
                <a:solidFill>
                  <a:srgbClr val="434343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Positive</a:t>
            </a:r>
          </a:p>
          <a:p>
            <a:pPr algn="ctr" defTabSz="825500">
              <a:lnSpc>
                <a:spcPts val="2800"/>
              </a:lnSpc>
              <a:defRPr cap="all" spc="197" sz="2200">
                <a:solidFill>
                  <a:srgbClr val="434343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Reputation</a:t>
            </a:r>
          </a:p>
        </p:txBody>
      </p:sp>
      <p:sp>
        <p:nvSpPr>
          <p:cNvPr id="2773" name="Rounded Rectangle"/>
          <p:cNvSpPr/>
          <p:nvPr/>
        </p:nvSpPr>
        <p:spPr>
          <a:xfrm>
            <a:off x="1740490" y="1858176"/>
            <a:ext cx="5061329" cy="768677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2">
                  <a:hueOff val="-83321"/>
                  <a:satOff val="15686"/>
                  <a:lumOff val="30410"/>
                </a:schemeClr>
              </a:gs>
              <a:gs pos="100000">
                <a:schemeClr val="accent2">
                  <a:hueOff val="132848"/>
                  <a:satOff val="1689"/>
                  <a:lumOff val="-10799"/>
                </a:schemeClr>
              </a:gs>
            </a:gsLst>
            <a:lin ang="5400000"/>
          </a:gra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baseline="7600" cap="all" spc="900"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</a:p>
        </p:txBody>
      </p:sp>
      <p:sp>
        <p:nvSpPr>
          <p:cNvPr id="2774" name="Category Goes Here"/>
          <p:cNvSpPr txBox="1"/>
          <p:nvPr/>
        </p:nvSpPr>
        <p:spPr>
          <a:xfrm>
            <a:off x="2398208" y="2042362"/>
            <a:ext cx="3669692" cy="3734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ctr" defTabSz="825500">
              <a:defRPr baseline="8571" cap="all" spc="840"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Category Goes Here</a:t>
            </a:r>
          </a:p>
        </p:txBody>
      </p:sp>
      <p:sp>
        <p:nvSpPr>
          <p:cNvPr id="2775" name="Rounded Rectangle"/>
          <p:cNvSpPr/>
          <p:nvPr/>
        </p:nvSpPr>
        <p:spPr>
          <a:xfrm>
            <a:off x="17232042" y="1442281"/>
            <a:ext cx="5965163" cy="2913531"/>
          </a:xfrm>
          <a:prstGeom prst="roundRect">
            <a:avLst>
              <a:gd name="adj" fmla="val 3713"/>
            </a:avLst>
          </a:prstGeom>
          <a:gradFill>
            <a:gsLst>
              <a:gs pos="0">
                <a:srgbClr val="10304A"/>
              </a:gs>
              <a:gs pos="100000">
                <a:srgbClr val="071B28"/>
              </a:gs>
            </a:gsLst>
            <a:lin ang="5400000"/>
          </a:gra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sx="100000" sy="100000" kx="0" ky="0" algn="b" rotWithShape="0" blurRad="317500" dist="0" dir="540000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776" name="Rounded Rectangle"/>
          <p:cNvSpPr/>
          <p:nvPr/>
        </p:nvSpPr>
        <p:spPr>
          <a:xfrm>
            <a:off x="17232042" y="1442281"/>
            <a:ext cx="5965163" cy="906756"/>
          </a:xfrm>
          <a:prstGeom prst="roundRect">
            <a:avLst>
              <a:gd name="adj" fmla="val 11931"/>
            </a:avLst>
          </a:prstGeom>
          <a:solidFill>
            <a:schemeClr val="accent1">
              <a:hueOff val="-12205714"/>
              <a:satOff val="-100000"/>
              <a:lumOff val="79411"/>
              <a:alpha val="94603"/>
            </a:schemeClr>
          </a:soli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777" name="Lorem ipsum dolor sit amet consectetur adipiscing elit"/>
          <p:cNvSpPr txBox="1"/>
          <p:nvPr/>
        </p:nvSpPr>
        <p:spPr>
          <a:xfrm>
            <a:off x="17883213" y="2866153"/>
            <a:ext cx="4662821" cy="8749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lnSpc>
                <a:spcPts val="3000"/>
              </a:lnSpc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</a:t>
            </a:r>
          </a:p>
        </p:txBody>
      </p:sp>
      <p:sp>
        <p:nvSpPr>
          <p:cNvPr id="2778" name="Objective"/>
          <p:cNvSpPr txBox="1"/>
          <p:nvPr/>
        </p:nvSpPr>
        <p:spPr>
          <a:xfrm>
            <a:off x="19423902" y="1784795"/>
            <a:ext cx="2291958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ctr" defTabSz="2438337">
              <a:defRPr cap="all" spc="540" sz="2700">
                <a:solidFill>
                  <a:srgbClr val="191B20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Objective</a:t>
            </a:r>
          </a:p>
        </p:txBody>
      </p:sp>
      <p:sp>
        <p:nvSpPr>
          <p:cNvPr id="2779" name="Shape"/>
          <p:cNvSpPr/>
          <p:nvPr/>
        </p:nvSpPr>
        <p:spPr>
          <a:xfrm>
            <a:off x="18744810" y="1639149"/>
            <a:ext cx="512999" cy="5130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17" h="21581" fill="norm" stroke="1" extrusionOk="0">
                <a:moveTo>
                  <a:pt x="3710" y="18603"/>
                </a:moveTo>
                <a:cubicBezTo>
                  <a:pt x="3710" y="18905"/>
                  <a:pt x="3529" y="19175"/>
                  <a:pt x="3252" y="19291"/>
                </a:cubicBezTo>
                <a:cubicBezTo>
                  <a:pt x="2974" y="19406"/>
                  <a:pt x="2655" y="19342"/>
                  <a:pt x="2443" y="19130"/>
                </a:cubicBezTo>
                <a:cubicBezTo>
                  <a:pt x="2232" y="18917"/>
                  <a:pt x="2168" y="18597"/>
                  <a:pt x="2283" y="18319"/>
                </a:cubicBezTo>
                <a:cubicBezTo>
                  <a:pt x="2398" y="18040"/>
                  <a:pt x="2668" y="17859"/>
                  <a:pt x="2968" y="17859"/>
                </a:cubicBezTo>
                <a:cubicBezTo>
                  <a:pt x="3165" y="17859"/>
                  <a:pt x="3354" y="17937"/>
                  <a:pt x="3493" y="18077"/>
                </a:cubicBezTo>
                <a:cubicBezTo>
                  <a:pt x="3632" y="18216"/>
                  <a:pt x="3710" y="18406"/>
                  <a:pt x="3710" y="18603"/>
                </a:cubicBezTo>
                <a:close/>
                <a:moveTo>
                  <a:pt x="5936" y="16743"/>
                </a:moveTo>
                <a:lnTo>
                  <a:pt x="5936" y="20464"/>
                </a:lnTo>
                <a:cubicBezTo>
                  <a:pt x="5946" y="20763"/>
                  <a:pt x="5832" y="21052"/>
                  <a:pt x="5621" y="21264"/>
                </a:cubicBezTo>
                <a:cubicBezTo>
                  <a:pt x="5410" y="21476"/>
                  <a:pt x="5122" y="21590"/>
                  <a:pt x="4823" y="21580"/>
                </a:cubicBezTo>
                <a:lnTo>
                  <a:pt x="1113" y="21580"/>
                </a:lnTo>
                <a:cubicBezTo>
                  <a:pt x="815" y="21590"/>
                  <a:pt x="526" y="21476"/>
                  <a:pt x="315" y="21264"/>
                </a:cubicBezTo>
                <a:cubicBezTo>
                  <a:pt x="104" y="21052"/>
                  <a:pt x="-10" y="20763"/>
                  <a:pt x="0" y="20464"/>
                </a:cubicBezTo>
                <a:lnTo>
                  <a:pt x="0" y="16743"/>
                </a:lnTo>
                <a:cubicBezTo>
                  <a:pt x="-10" y="16443"/>
                  <a:pt x="104" y="16154"/>
                  <a:pt x="315" y="15942"/>
                </a:cubicBezTo>
                <a:cubicBezTo>
                  <a:pt x="526" y="15731"/>
                  <a:pt x="815" y="15616"/>
                  <a:pt x="1113" y="15627"/>
                </a:cubicBezTo>
                <a:lnTo>
                  <a:pt x="4823" y="15627"/>
                </a:lnTo>
                <a:cubicBezTo>
                  <a:pt x="5122" y="15616"/>
                  <a:pt x="5410" y="15731"/>
                  <a:pt x="5621" y="15942"/>
                </a:cubicBezTo>
                <a:cubicBezTo>
                  <a:pt x="5832" y="16154"/>
                  <a:pt x="5946" y="16443"/>
                  <a:pt x="5936" y="16743"/>
                </a:cubicBezTo>
                <a:close/>
                <a:moveTo>
                  <a:pt x="4452" y="18603"/>
                </a:moveTo>
                <a:cubicBezTo>
                  <a:pt x="4452" y="18001"/>
                  <a:pt x="4090" y="17458"/>
                  <a:pt x="3536" y="17228"/>
                </a:cubicBezTo>
                <a:cubicBezTo>
                  <a:pt x="2981" y="16998"/>
                  <a:pt x="2343" y="17125"/>
                  <a:pt x="1919" y="17551"/>
                </a:cubicBezTo>
                <a:cubicBezTo>
                  <a:pt x="1494" y="17976"/>
                  <a:pt x="1367" y="18616"/>
                  <a:pt x="1597" y="19173"/>
                </a:cubicBezTo>
                <a:cubicBezTo>
                  <a:pt x="1826" y="19729"/>
                  <a:pt x="2368" y="20092"/>
                  <a:pt x="2968" y="20092"/>
                </a:cubicBezTo>
                <a:cubicBezTo>
                  <a:pt x="3361" y="20092"/>
                  <a:pt x="3739" y="19934"/>
                  <a:pt x="4017" y="19655"/>
                </a:cubicBezTo>
                <a:cubicBezTo>
                  <a:pt x="4295" y="19376"/>
                  <a:pt x="4452" y="18998"/>
                  <a:pt x="4452" y="18603"/>
                </a:cubicBezTo>
                <a:close/>
                <a:moveTo>
                  <a:pt x="21294" y="17822"/>
                </a:moveTo>
                <a:cubicBezTo>
                  <a:pt x="21589" y="18301"/>
                  <a:pt x="21589" y="18906"/>
                  <a:pt x="21294" y="19385"/>
                </a:cubicBezTo>
                <a:lnTo>
                  <a:pt x="20404" y="20724"/>
                </a:lnTo>
                <a:cubicBezTo>
                  <a:pt x="20190" y="21025"/>
                  <a:pt x="19845" y="21205"/>
                  <a:pt x="19477" y="21208"/>
                </a:cubicBezTo>
                <a:lnTo>
                  <a:pt x="7123" y="21208"/>
                </a:lnTo>
                <a:cubicBezTo>
                  <a:pt x="7005" y="21208"/>
                  <a:pt x="6892" y="21160"/>
                  <a:pt x="6809" y="21077"/>
                </a:cubicBezTo>
                <a:cubicBezTo>
                  <a:pt x="6725" y="20993"/>
                  <a:pt x="6678" y="20879"/>
                  <a:pt x="6678" y="20761"/>
                </a:cubicBezTo>
                <a:lnTo>
                  <a:pt x="6678" y="16445"/>
                </a:lnTo>
                <a:cubicBezTo>
                  <a:pt x="6678" y="16327"/>
                  <a:pt x="6725" y="16214"/>
                  <a:pt x="6809" y="16130"/>
                </a:cubicBezTo>
                <a:cubicBezTo>
                  <a:pt x="6892" y="16046"/>
                  <a:pt x="7005" y="15999"/>
                  <a:pt x="7123" y="15999"/>
                </a:cubicBezTo>
                <a:lnTo>
                  <a:pt x="19477" y="15999"/>
                </a:lnTo>
                <a:cubicBezTo>
                  <a:pt x="19845" y="16002"/>
                  <a:pt x="20190" y="16181"/>
                  <a:pt x="20404" y="16482"/>
                </a:cubicBezTo>
                <a:close/>
                <a:moveTo>
                  <a:pt x="7568" y="17859"/>
                </a:moveTo>
                <a:cubicBezTo>
                  <a:pt x="7586" y="18057"/>
                  <a:pt x="7742" y="18214"/>
                  <a:pt x="7939" y="18231"/>
                </a:cubicBezTo>
                <a:lnTo>
                  <a:pt x="12243" y="18231"/>
                </a:lnTo>
                <a:cubicBezTo>
                  <a:pt x="12448" y="18231"/>
                  <a:pt x="12614" y="18065"/>
                  <a:pt x="12614" y="17859"/>
                </a:cubicBezTo>
                <a:cubicBezTo>
                  <a:pt x="12614" y="17654"/>
                  <a:pt x="12448" y="17487"/>
                  <a:pt x="12243" y="17487"/>
                </a:cubicBezTo>
                <a:lnTo>
                  <a:pt x="7939" y="17487"/>
                </a:lnTo>
                <a:cubicBezTo>
                  <a:pt x="7742" y="17505"/>
                  <a:pt x="7586" y="17661"/>
                  <a:pt x="7568" y="17859"/>
                </a:cubicBezTo>
                <a:close/>
                <a:moveTo>
                  <a:pt x="16694" y="19347"/>
                </a:moveTo>
                <a:cubicBezTo>
                  <a:pt x="16694" y="19249"/>
                  <a:pt x="16656" y="19154"/>
                  <a:pt x="16586" y="19084"/>
                </a:cubicBezTo>
                <a:cubicBezTo>
                  <a:pt x="16516" y="19014"/>
                  <a:pt x="16422" y="18975"/>
                  <a:pt x="16323" y="18975"/>
                </a:cubicBezTo>
                <a:lnTo>
                  <a:pt x="7940" y="18975"/>
                </a:lnTo>
                <a:cubicBezTo>
                  <a:pt x="7735" y="18975"/>
                  <a:pt x="7569" y="19142"/>
                  <a:pt x="7569" y="19347"/>
                </a:cubicBezTo>
                <a:cubicBezTo>
                  <a:pt x="7569" y="19553"/>
                  <a:pt x="7735" y="19719"/>
                  <a:pt x="7940" y="19719"/>
                </a:cubicBezTo>
                <a:lnTo>
                  <a:pt x="16323" y="19719"/>
                </a:lnTo>
                <a:cubicBezTo>
                  <a:pt x="16422" y="19719"/>
                  <a:pt x="16516" y="19680"/>
                  <a:pt x="16586" y="19611"/>
                </a:cubicBezTo>
                <a:cubicBezTo>
                  <a:pt x="16656" y="19541"/>
                  <a:pt x="16694" y="19446"/>
                  <a:pt x="16694" y="19347"/>
                </a:cubicBezTo>
                <a:close/>
                <a:moveTo>
                  <a:pt x="2968" y="10046"/>
                </a:moveTo>
                <a:cubicBezTo>
                  <a:pt x="2668" y="10046"/>
                  <a:pt x="2398" y="10227"/>
                  <a:pt x="2283" y="10505"/>
                </a:cubicBezTo>
                <a:cubicBezTo>
                  <a:pt x="2168" y="10783"/>
                  <a:pt x="2232" y="11103"/>
                  <a:pt x="2444" y="11316"/>
                </a:cubicBezTo>
                <a:cubicBezTo>
                  <a:pt x="2656" y="11529"/>
                  <a:pt x="2975" y="11593"/>
                  <a:pt x="3252" y="11477"/>
                </a:cubicBezTo>
                <a:cubicBezTo>
                  <a:pt x="3530" y="11362"/>
                  <a:pt x="3710" y="11091"/>
                  <a:pt x="3710" y="10790"/>
                </a:cubicBezTo>
                <a:cubicBezTo>
                  <a:pt x="3710" y="10593"/>
                  <a:pt x="3633" y="10403"/>
                  <a:pt x="3493" y="10264"/>
                </a:cubicBezTo>
                <a:cubicBezTo>
                  <a:pt x="3354" y="10124"/>
                  <a:pt x="3165" y="10046"/>
                  <a:pt x="2968" y="10046"/>
                </a:cubicBezTo>
                <a:close/>
                <a:moveTo>
                  <a:pt x="5936" y="8930"/>
                </a:moveTo>
                <a:lnTo>
                  <a:pt x="5936" y="12650"/>
                </a:lnTo>
                <a:cubicBezTo>
                  <a:pt x="5946" y="12950"/>
                  <a:pt x="5832" y="13239"/>
                  <a:pt x="5622" y="13451"/>
                </a:cubicBezTo>
                <a:cubicBezTo>
                  <a:pt x="5410" y="13662"/>
                  <a:pt x="5122" y="13777"/>
                  <a:pt x="4823" y="13767"/>
                </a:cubicBezTo>
                <a:lnTo>
                  <a:pt x="1114" y="13767"/>
                </a:lnTo>
                <a:cubicBezTo>
                  <a:pt x="815" y="13777"/>
                  <a:pt x="527" y="13662"/>
                  <a:pt x="315" y="13451"/>
                </a:cubicBezTo>
                <a:cubicBezTo>
                  <a:pt x="105" y="13239"/>
                  <a:pt x="-10" y="12950"/>
                  <a:pt x="1" y="12650"/>
                </a:cubicBezTo>
                <a:lnTo>
                  <a:pt x="1" y="8930"/>
                </a:lnTo>
                <a:cubicBezTo>
                  <a:pt x="-10" y="8630"/>
                  <a:pt x="105" y="8341"/>
                  <a:pt x="315" y="8129"/>
                </a:cubicBezTo>
                <a:cubicBezTo>
                  <a:pt x="527" y="7918"/>
                  <a:pt x="815" y="7803"/>
                  <a:pt x="1114" y="7813"/>
                </a:cubicBezTo>
                <a:lnTo>
                  <a:pt x="4823" y="7813"/>
                </a:lnTo>
                <a:cubicBezTo>
                  <a:pt x="5122" y="7803"/>
                  <a:pt x="5410" y="7918"/>
                  <a:pt x="5622" y="8129"/>
                </a:cubicBezTo>
                <a:cubicBezTo>
                  <a:pt x="5832" y="8341"/>
                  <a:pt x="5946" y="8630"/>
                  <a:pt x="5936" y="8930"/>
                </a:cubicBezTo>
                <a:close/>
                <a:moveTo>
                  <a:pt x="4452" y="10790"/>
                </a:moveTo>
                <a:cubicBezTo>
                  <a:pt x="4452" y="10188"/>
                  <a:pt x="4091" y="9645"/>
                  <a:pt x="3536" y="9415"/>
                </a:cubicBezTo>
                <a:cubicBezTo>
                  <a:pt x="2981" y="9185"/>
                  <a:pt x="2343" y="9312"/>
                  <a:pt x="1920" y="9738"/>
                </a:cubicBezTo>
                <a:cubicBezTo>
                  <a:pt x="1495" y="10163"/>
                  <a:pt x="1368" y="10803"/>
                  <a:pt x="1598" y="11359"/>
                </a:cubicBezTo>
                <a:cubicBezTo>
                  <a:pt x="1827" y="11916"/>
                  <a:pt x="2368" y="12278"/>
                  <a:pt x="2968" y="12278"/>
                </a:cubicBezTo>
                <a:cubicBezTo>
                  <a:pt x="3362" y="12278"/>
                  <a:pt x="3739" y="12121"/>
                  <a:pt x="4017" y="11842"/>
                </a:cubicBezTo>
                <a:cubicBezTo>
                  <a:pt x="4296" y="11563"/>
                  <a:pt x="4452" y="11184"/>
                  <a:pt x="4452" y="10790"/>
                </a:cubicBezTo>
                <a:close/>
                <a:moveTo>
                  <a:pt x="21295" y="10009"/>
                </a:moveTo>
                <a:cubicBezTo>
                  <a:pt x="21590" y="10488"/>
                  <a:pt x="21590" y="11092"/>
                  <a:pt x="21295" y="11571"/>
                </a:cubicBezTo>
                <a:lnTo>
                  <a:pt x="20404" y="12911"/>
                </a:lnTo>
                <a:cubicBezTo>
                  <a:pt x="20190" y="13212"/>
                  <a:pt x="19845" y="13392"/>
                  <a:pt x="19477" y="13394"/>
                </a:cubicBezTo>
                <a:lnTo>
                  <a:pt x="7124" y="13394"/>
                </a:lnTo>
                <a:cubicBezTo>
                  <a:pt x="7006" y="13394"/>
                  <a:pt x="6893" y="13347"/>
                  <a:pt x="6809" y="13263"/>
                </a:cubicBezTo>
                <a:cubicBezTo>
                  <a:pt x="6726" y="13180"/>
                  <a:pt x="6678" y="13066"/>
                  <a:pt x="6678" y="12948"/>
                </a:cubicBezTo>
                <a:lnTo>
                  <a:pt x="6678" y="8632"/>
                </a:lnTo>
                <a:cubicBezTo>
                  <a:pt x="6678" y="8386"/>
                  <a:pt x="6878" y="8186"/>
                  <a:pt x="7124" y="8186"/>
                </a:cubicBezTo>
                <a:lnTo>
                  <a:pt x="19477" y="8186"/>
                </a:lnTo>
                <a:cubicBezTo>
                  <a:pt x="19845" y="8188"/>
                  <a:pt x="20190" y="8368"/>
                  <a:pt x="20404" y="8669"/>
                </a:cubicBezTo>
                <a:close/>
                <a:moveTo>
                  <a:pt x="7569" y="10046"/>
                </a:moveTo>
                <a:cubicBezTo>
                  <a:pt x="7586" y="10244"/>
                  <a:pt x="7742" y="10400"/>
                  <a:pt x="7940" y="10418"/>
                </a:cubicBezTo>
                <a:lnTo>
                  <a:pt x="12243" y="10418"/>
                </a:lnTo>
                <a:cubicBezTo>
                  <a:pt x="12448" y="10418"/>
                  <a:pt x="12614" y="10251"/>
                  <a:pt x="12614" y="10046"/>
                </a:cubicBezTo>
                <a:cubicBezTo>
                  <a:pt x="12614" y="9840"/>
                  <a:pt x="12448" y="9674"/>
                  <a:pt x="12243" y="9674"/>
                </a:cubicBezTo>
                <a:lnTo>
                  <a:pt x="7940" y="9674"/>
                </a:lnTo>
                <a:cubicBezTo>
                  <a:pt x="7742" y="9691"/>
                  <a:pt x="7586" y="9848"/>
                  <a:pt x="7569" y="10046"/>
                </a:cubicBezTo>
                <a:close/>
                <a:moveTo>
                  <a:pt x="16695" y="11534"/>
                </a:moveTo>
                <a:cubicBezTo>
                  <a:pt x="16695" y="11436"/>
                  <a:pt x="16656" y="11341"/>
                  <a:pt x="16586" y="11271"/>
                </a:cubicBezTo>
                <a:cubicBezTo>
                  <a:pt x="16517" y="11201"/>
                  <a:pt x="16422" y="11162"/>
                  <a:pt x="16324" y="11162"/>
                </a:cubicBezTo>
                <a:lnTo>
                  <a:pt x="7940" y="11162"/>
                </a:lnTo>
                <a:cubicBezTo>
                  <a:pt x="7735" y="11162"/>
                  <a:pt x="7569" y="11329"/>
                  <a:pt x="7569" y="11534"/>
                </a:cubicBezTo>
                <a:cubicBezTo>
                  <a:pt x="7569" y="11740"/>
                  <a:pt x="7735" y="11906"/>
                  <a:pt x="7940" y="11906"/>
                </a:cubicBezTo>
                <a:lnTo>
                  <a:pt x="16324" y="11906"/>
                </a:lnTo>
                <a:cubicBezTo>
                  <a:pt x="16422" y="11906"/>
                  <a:pt x="16517" y="11867"/>
                  <a:pt x="16586" y="11797"/>
                </a:cubicBezTo>
                <a:cubicBezTo>
                  <a:pt x="16656" y="11728"/>
                  <a:pt x="16695" y="11633"/>
                  <a:pt x="16695" y="11534"/>
                </a:cubicBezTo>
                <a:close/>
                <a:moveTo>
                  <a:pt x="2969" y="2233"/>
                </a:moveTo>
                <a:cubicBezTo>
                  <a:pt x="2668" y="2233"/>
                  <a:pt x="2399" y="2414"/>
                  <a:pt x="2284" y="2692"/>
                </a:cubicBezTo>
                <a:cubicBezTo>
                  <a:pt x="2169" y="2970"/>
                  <a:pt x="2233" y="3290"/>
                  <a:pt x="2444" y="3503"/>
                </a:cubicBezTo>
                <a:cubicBezTo>
                  <a:pt x="2656" y="3715"/>
                  <a:pt x="2975" y="3779"/>
                  <a:pt x="3253" y="3664"/>
                </a:cubicBezTo>
                <a:cubicBezTo>
                  <a:pt x="3530" y="3549"/>
                  <a:pt x="3711" y="3278"/>
                  <a:pt x="3711" y="2977"/>
                </a:cubicBezTo>
                <a:cubicBezTo>
                  <a:pt x="3711" y="2780"/>
                  <a:pt x="3633" y="2590"/>
                  <a:pt x="3494" y="2450"/>
                </a:cubicBezTo>
                <a:cubicBezTo>
                  <a:pt x="3355" y="2311"/>
                  <a:pt x="3166" y="2233"/>
                  <a:pt x="2969" y="2233"/>
                </a:cubicBezTo>
                <a:close/>
                <a:moveTo>
                  <a:pt x="5937" y="1116"/>
                </a:moveTo>
                <a:lnTo>
                  <a:pt x="5937" y="4837"/>
                </a:lnTo>
                <a:cubicBezTo>
                  <a:pt x="5947" y="5137"/>
                  <a:pt x="5833" y="5426"/>
                  <a:pt x="5622" y="5638"/>
                </a:cubicBezTo>
                <a:cubicBezTo>
                  <a:pt x="5411" y="5849"/>
                  <a:pt x="5122" y="5964"/>
                  <a:pt x="4824" y="5953"/>
                </a:cubicBezTo>
                <a:lnTo>
                  <a:pt x="1114" y="5953"/>
                </a:lnTo>
                <a:cubicBezTo>
                  <a:pt x="815" y="5964"/>
                  <a:pt x="527" y="5849"/>
                  <a:pt x="316" y="5638"/>
                </a:cubicBezTo>
                <a:cubicBezTo>
                  <a:pt x="105" y="5426"/>
                  <a:pt x="-9" y="5137"/>
                  <a:pt x="1" y="4837"/>
                </a:cubicBezTo>
                <a:lnTo>
                  <a:pt x="1" y="1116"/>
                </a:lnTo>
                <a:cubicBezTo>
                  <a:pt x="-9" y="817"/>
                  <a:pt x="105" y="528"/>
                  <a:pt x="316" y="316"/>
                </a:cubicBezTo>
                <a:cubicBezTo>
                  <a:pt x="527" y="104"/>
                  <a:pt x="815" y="-10"/>
                  <a:pt x="1114" y="0"/>
                </a:cubicBezTo>
                <a:lnTo>
                  <a:pt x="4824" y="0"/>
                </a:lnTo>
                <a:cubicBezTo>
                  <a:pt x="5122" y="-10"/>
                  <a:pt x="5411" y="104"/>
                  <a:pt x="5622" y="316"/>
                </a:cubicBezTo>
                <a:cubicBezTo>
                  <a:pt x="5833" y="528"/>
                  <a:pt x="5947" y="817"/>
                  <a:pt x="5937" y="1116"/>
                </a:cubicBezTo>
                <a:close/>
                <a:moveTo>
                  <a:pt x="4453" y="2977"/>
                </a:moveTo>
                <a:cubicBezTo>
                  <a:pt x="4453" y="2375"/>
                  <a:pt x="4091" y="1832"/>
                  <a:pt x="3537" y="1602"/>
                </a:cubicBezTo>
                <a:cubicBezTo>
                  <a:pt x="2982" y="1371"/>
                  <a:pt x="2344" y="1499"/>
                  <a:pt x="1920" y="1925"/>
                </a:cubicBezTo>
                <a:cubicBezTo>
                  <a:pt x="1495" y="2350"/>
                  <a:pt x="1368" y="2990"/>
                  <a:pt x="1598" y="3546"/>
                </a:cubicBezTo>
                <a:cubicBezTo>
                  <a:pt x="1827" y="4102"/>
                  <a:pt x="2369" y="4465"/>
                  <a:pt x="2969" y="4465"/>
                </a:cubicBezTo>
                <a:cubicBezTo>
                  <a:pt x="3362" y="4465"/>
                  <a:pt x="3740" y="4308"/>
                  <a:pt x="4018" y="4029"/>
                </a:cubicBezTo>
                <a:cubicBezTo>
                  <a:pt x="4296" y="3750"/>
                  <a:pt x="4453" y="3371"/>
                  <a:pt x="4453" y="2977"/>
                </a:cubicBezTo>
                <a:close/>
                <a:moveTo>
                  <a:pt x="6679" y="5135"/>
                </a:moveTo>
                <a:lnTo>
                  <a:pt x="6679" y="819"/>
                </a:lnTo>
                <a:cubicBezTo>
                  <a:pt x="6679" y="572"/>
                  <a:pt x="6878" y="372"/>
                  <a:pt x="7124" y="372"/>
                </a:cubicBezTo>
                <a:lnTo>
                  <a:pt x="19477" y="372"/>
                </a:lnTo>
                <a:cubicBezTo>
                  <a:pt x="19846" y="375"/>
                  <a:pt x="20191" y="555"/>
                  <a:pt x="20405" y="856"/>
                </a:cubicBezTo>
                <a:lnTo>
                  <a:pt x="21295" y="2195"/>
                </a:lnTo>
                <a:cubicBezTo>
                  <a:pt x="21590" y="2674"/>
                  <a:pt x="21590" y="3279"/>
                  <a:pt x="21295" y="3758"/>
                </a:cubicBezTo>
                <a:lnTo>
                  <a:pt x="20405" y="5098"/>
                </a:lnTo>
                <a:cubicBezTo>
                  <a:pt x="20190" y="5399"/>
                  <a:pt x="19845" y="5578"/>
                  <a:pt x="19477" y="5581"/>
                </a:cubicBezTo>
                <a:lnTo>
                  <a:pt x="7124" y="5581"/>
                </a:lnTo>
                <a:cubicBezTo>
                  <a:pt x="6878" y="5581"/>
                  <a:pt x="6679" y="5381"/>
                  <a:pt x="6679" y="5135"/>
                </a:cubicBezTo>
                <a:close/>
                <a:moveTo>
                  <a:pt x="7569" y="2233"/>
                </a:moveTo>
                <a:cubicBezTo>
                  <a:pt x="7587" y="2431"/>
                  <a:pt x="7742" y="2587"/>
                  <a:pt x="7940" y="2605"/>
                </a:cubicBezTo>
                <a:lnTo>
                  <a:pt x="12243" y="2605"/>
                </a:lnTo>
                <a:cubicBezTo>
                  <a:pt x="12448" y="2605"/>
                  <a:pt x="12614" y="2438"/>
                  <a:pt x="12614" y="2233"/>
                </a:cubicBezTo>
                <a:cubicBezTo>
                  <a:pt x="12614" y="2027"/>
                  <a:pt x="12448" y="1860"/>
                  <a:pt x="12243" y="1860"/>
                </a:cubicBezTo>
                <a:lnTo>
                  <a:pt x="7940" y="1860"/>
                </a:lnTo>
                <a:cubicBezTo>
                  <a:pt x="7742" y="1878"/>
                  <a:pt x="7587" y="2034"/>
                  <a:pt x="7569" y="2233"/>
                </a:cubicBezTo>
                <a:close/>
                <a:moveTo>
                  <a:pt x="7569" y="3721"/>
                </a:moveTo>
                <a:cubicBezTo>
                  <a:pt x="7587" y="3919"/>
                  <a:pt x="7742" y="4075"/>
                  <a:pt x="7940" y="4093"/>
                </a:cubicBezTo>
                <a:lnTo>
                  <a:pt x="16324" y="4093"/>
                </a:lnTo>
                <a:cubicBezTo>
                  <a:pt x="16529" y="4093"/>
                  <a:pt x="16695" y="3926"/>
                  <a:pt x="16695" y="3721"/>
                </a:cubicBezTo>
                <a:cubicBezTo>
                  <a:pt x="16695" y="3515"/>
                  <a:pt x="16529" y="3349"/>
                  <a:pt x="16324" y="3349"/>
                </a:cubicBezTo>
                <a:lnTo>
                  <a:pt x="7940" y="3349"/>
                </a:lnTo>
                <a:cubicBezTo>
                  <a:pt x="7742" y="3366"/>
                  <a:pt x="7587" y="3523"/>
                  <a:pt x="7569" y="3721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780" name="Rounded Rectangle"/>
          <p:cNvSpPr/>
          <p:nvPr/>
        </p:nvSpPr>
        <p:spPr>
          <a:xfrm>
            <a:off x="17232042" y="4368510"/>
            <a:ext cx="5965163" cy="2913531"/>
          </a:xfrm>
          <a:prstGeom prst="roundRect">
            <a:avLst>
              <a:gd name="adj" fmla="val 3713"/>
            </a:avLst>
          </a:prstGeom>
          <a:gradFill>
            <a:gsLst>
              <a:gs pos="0">
                <a:srgbClr val="10304A"/>
              </a:gs>
              <a:gs pos="100000">
                <a:srgbClr val="071B28"/>
              </a:gs>
            </a:gsLst>
            <a:lin ang="5400000"/>
          </a:gra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sx="100000" sy="100000" kx="0" ky="0" algn="b" rotWithShape="0" blurRad="317500" dist="0" dir="540000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781" name="Rounded Rectangle"/>
          <p:cNvSpPr/>
          <p:nvPr/>
        </p:nvSpPr>
        <p:spPr>
          <a:xfrm>
            <a:off x="17232042" y="4368510"/>
            <a:ext cx="5965163" cy="906757"/>
          </a:xfrm>
          <a:prstGeom prst="roundRect">
            <a:avLst>
              <a:gd name="adj" fmla="val 11931"/>
            </a:avLst>
          </a:prstGeom>
          <a:solidFill>
            <a:schemeClr val="accent1">
              <a:hueOff val="-12205714"/>
              <a:satOff val="-100000"/>
              <a:lumOff val="79411"/>
              <a:alpha val="94603"/>
            </a:schemeClr>
          </a:soli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782" name="Lorem ipsum dolor sit amet consectetur adipiscing elit"/>
          <p:cNvSpPr txBox="1"/>
          <p:nvPr/>
        </p:nvSpPr>
        <p:spPr>
          <a:xfrm>
            <a:off x="18247362" y="5792382"/>
            <a:ext cx="4480223" cy="874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lnSpc>
                <a:spcPts val="3000"/>
              </a:lnSpc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Lorem ipsum dolor sit amet consectetur adipiscing elit</a:t>
            </a:r>
          </a:p>
        </p:txBody>
      </p:sp>
      <p:sp>
        <p:nvSpPr>
          <p:cNvPr id="2783" name="solution"/>
          <p:cNvSpPr txBox="1"/>
          <p:nvPr/>
        </p:nvSpPr>
        <p:spPr>
          <a:xfrm>
            <a:off x="19405617" y="4711025"/>
            <a:ext cx="2163713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ctr" defTabSz="2438337">
              <a:defRPr cap="all" spc="540" sz="2700">
                <a:solidFill>
                  <a:srgbClr val="191B20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pPr/>
            <a:r>
              <a:t>solution</a:t>
            </a:r>
          </a:p>
        </p:txBody>
      </p:sp>
      <p:sp>
        <p:nvSpPr>
          <p:cNvPr id="2784" name="Shape"/>
          <p:cNvSpPr/>
          <p:nvPr/>
        </p:nvSpPr>
        <p:spPr>
          <a:xfrm>
            <a:off x="18859917" y="4532143"/>
            <a:ext cx="381672" cy="579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21" h="21485" fill="norm" stroke="1" extrusionOk="0">
                <a:moveTo>
                  <a:pt x="11471" y="15"/>
                </a:moveTo>
                <a:cubicBezTo>
                  <a:pt x="8449" y="-115"/>
                  <a:pt x="5555" y="560"/>
                  <a:pt x="3361" y="1918"/>
                </a:cubicBezTo>
                <a:cubicBezTo>
                  <a:pt x="1190" y="3254"/>
                  <a:pt x="0" y="5064"/>
                  <a:pt x="0" y="7006"/>
                </a:cubicBezTo>
                <a:cubicBezTo>
                  <a:pt x="0" y="9177"/>
                  <a:pt x="1540" y="11157"/>
                  <a:pt x="4224" y="12438"/>
                </a:cubicBezTo>
                <a:cubicBezTo>
                  <a:pt x="5344" y="12976"/>
                  <a:pt x="6080" y="13774"/>
                  <a:pt x="6301" y="14664"/>
                </a:cubicBezTo>
                <a:cubicBezTo>
                  <a:pt x="5566" y="14917"/>
                  <a:pt x="5053" y="15423"/>
                  <a:pt x="5053" y="16014"/>
                </a:cubicBezTo>
                <a:lnTo>
                  <a:pt x="5053" y="17219"/>
                </a:lnTo>
                <a:cubicBezTo>
                  <a:pt x="5053" y="17794"/>
                  <a:pt x="5531" y="18285"/>
                  <a:pt x="6243" y="18546"/>
                </a:cubicBezTo>
                <a:cubicBezTo>
                  <a:pt x="6231" y="18615"/>
                  <a:pt x="6208" y="18677"/>
                  <a:pt x="6208" y="18746"/>
                </a:cubicBezTo>
                <a:cubicBezTo>
                  <a:pt x="6208" y="20257"/>
                  <a:pt x="8087" y="21485"/>
                  <a:pt x="10374" y="21485"/>
                </a:cubicBezTo>
                <a:lnTo>
                  <a:pt x="11039" y="21485"/>
                </a:lnTo>
                <a:cubicBezTo>
                  <a:pt x="13338" y="21485"/>
                  <a:pt x="15205" y="20257"/>
                  <a:pt x="15205" y="18746"/>
                </a:cubicBezTo>
                <a:cubicBezTo>
                  <a:pt x="15205" y="18677"/>
                  <a:pt x="15193" y="18615"/>
                  <a:pt x="15182" y="18546"/>
                </a:cubicBezTo>
                <a:cubicBezTo>
                  <a:pt x="15882" y="18285"/>
                  <a:pt x="16372" y="17794"/>
                  <a:pt x="16372" y="17219"/>
                </a:cubicBezTo>
                <a:lnTo>
                  <a:pt x="16372" y="16014"/>
                </a:lnTo>
                <a:cubicBezTo>
                  <a:pt x="16372" y="15446"/>
                  <a:pt x="15894" y="14955"/>
                  <a:pt x="15205" y="14694"/>
                </a:cubicBezTo>
                <a:cubicBezTo>
                  <a:pt x="15415" y="13797"/>
                  <a:pt x="16150" y="12983"/>
                  <a:pt x="17259" y="12461"/>
                </a:cubicBezTo>
                <a:cubicBezTo>
                  <a:pt x="20048" y="11134"/>
                  <a:pt x="21600" y="9085"/>
                  <a:pt x="21518" y="6837"/>
                </a:cubicBezTo>
                <a:cubicBezTo>
                  <a:pt x="21378" y="3238"/>
                  <a:pt x="16967" y="246"/>
                  <a:pt x="11471" y="16"/>
                </a:cubicBezTo>
                <a:close/>
                <a:moveTo>
                  <a:pt x="11040" y="19951"/>
                </a:moveTo>
                <a:lnTo>
                  <a:pt x="10374" y="19951"/>
                </a:lnTo>
                <a:cubicBezTo>
                  <a:pt x="9371" y="19951"/>
                  <a:pt x="8542" y="19413"/>
                  <a:pt x="8542" y="18753"/>
                </a:cubicBezTo>
                <a:lnTo>
                  <a:pt x="12872" y="18753"/>
                </a:lnTo>
                <a:cubicBezTo>
                  <a:pt x="12872" y="19413"/>
                  <a:pt x="12055" y="19951"/>
                  <a:pt x="11040" y="19951"/>
                </a:cubicBezTo>
                <a:close/>
                <a:moveTo>
                  <a:pt x="14039" y="17219"/>
                </a:moveTo>
                <a:lnTo>
                  <a:pt x="7387" y="17219"/>
                </a:lnTo>
                <a:lnTo>
                  <a:pt x="7375" y="16014"/>
                </a:lnTo>
                <a:lnTo>
                  <a:pt x="14039" y="16014"/>
                </a:lnTo>
                <a:close/>
                <a:moveTo>
                  <a:pt x="14949" y="5978"/>
                </a:moveTo>
                <a:lnTo>
                  <a:pt x="10678" y="8786"/>
                </a:lnTo>
                <a:cubicBezTo>
                  <a:pt x="10444" y="8940"/>
                  <a:pt x="10141" y="9016"/>
                  <a:pt x="9849" y="9016"/>
                </a:cubicBezTo>
                <a:cubicBezTo>
                  <a:pt x="9546" y="9016"/>
                  <a:pt x="9254" y="8940"/>
                  <a:pt x="9020" y="8786"/>
                </a:cubicBezTo>
                <a:lnTo>
                  <a:pt x="6593" y="7190"/>
                </a:lnTo>
                <a:cubicBezTo>
                  <a:pt x="6138" y="6891"/>
                  <a:pt x="6138" y="6408"/>
                  <a:pt x="6593" y="6108"/>
                </a:cubicBezTo>
                <a:cubicBezTo>
                  <a:pt x="7048" y="5809"/>
                  <a:pt x="7783" y="5809"/>
                  <a:pt x="8239" y="6108"/>
                </a:cubicBezTo>
                <a:lnTo>
                  <a:pt x="9849" y="7159"/>
                </a:lnTo>
                <a:lnTo>
                  <a:pt x="13292" y="4896"/>
                </a:lnTo>
                <a:cubicBezTo>
                  <a:pt x="13747" y="4597"/>
                  <a:pt x="14494" y="4597"/>
                  <a:pt x="14949" y="4896"/>
                </a:cubicBezTo>
                <a:cubicBezTo>
                  <a:pt x="15404" y="5195"/>
                  <a:pt x="15404" y="5679"/>
                  <a:pt x="14949" y="5978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pic>
        <p:nvPicPr>
          <p:cNvPr id="2785" name="2024_STANLEYCUPPLAYOFFS_STACKEDWHITE.PNG" descr="2024_STANLEYCUPPLAYOFFS_STACKEDWHITE.PNG"/>
          <p:cNvPicPr>
            <a:picLocks noChangeAspect="1"/>
          </p:cNvPicPr>
          <p:nvPr/>
        </p:nvPicPr>
        <p:blipFill>
          <a:blip r:embed="rId2">
            <a:extLst/>
          </a:blip>
          <a:srcRect l="0" t="27208" r="0" b="27208"/>
          <a:stretch>
            <a:fillRect/>
          </a:stretch>
        </p:blipFill>
        <p:spPr>
          <a:xfrm>
            <a:off x="2032533" y="183544"/>
            <a:ext cx="3574417" cy="1629360"/>
          </a:xfrm>
          <a:prstGeom prst="rect">
            <a:avLst/>
          </a:prstGeom>
          <a:ln w="12700">
            <a:miter lim="400000"/>
          </a:ln>
        </p:spPr>
      </p:pic>
      <p:sp>
        <p:nvSpPr>
          <p:cNvPr id="2786" name="Shape"/>
          <p:cNvSpPr/>
          <p:nvPr/>
        </p:nvSpPr>
        <p:spPr>
          <a:xfrm>
            <a:off x="17181904" y="8866918"/>
            <a:ext cx="867859" cy="8678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751" h="21452" fill="norm" stroke="1" extrusionOk="0">
                <a:moveTo>
                  <a:pt x="2392" y="9227"/>
                </a:moveTo>
                <a:cubicBezTo>
                  <a:pt x="4676" y="10589"/>
                  <a:pt x="7604" y="9781"/>
                  <a:pt x="8925" y="7415"/>
                </a:cubicBezTo>
                <a:cubicBezTo>
                  <a:pt x="9631" y="6149"/>
                  <a:pt x="9735" y="4690"/>
                  <a:pt x="9325" y="3400"/>
                </a:cubicBezTo>
                <a:cubicBezTo>
                  <a:pt x="8735" y="1545"/>
                  <a:pt x="7127" y="192"/>
                  <a:pt x="5200" y="19"/>
                </a:cubicBezTo>
                <a:cubicBezTo>
                  <a:pt x="3350" y="-148"/>
                  <a:pt x="1572" y="823"/>
                  <a:pt x="640" y="2473"/>
                </a:cubicBezTo>
                <a:cubicBezTo>
                  <a:pt x="-679" y="4832"/>
                  <a:pt x="106" y="7862"/>
                  <a:pt x="2391" y="9227"/>
                </a:cubicBezTo>
                <a:close/>
                <a:moveTo>
                  <a:pt x="17082" y="3256"/>
                </a:moveTo>
                <a:cubicBezTo>
                  <a:pt x="17377" y="2951"/>
                  <a:pt x="17855" y="2951"/>
                  <a:pt x="18149" y="3256"/>
                </a:cubicBezTo>
                <a:cubicBezTo>
                  <a:pt x="18444" y="3561"/>
                  <a:pt x="18444" y="4056"/>
                  <a:pt x="18149" y="4360"/>
                </a:cubicBezTo>
                <a:lnTo>
                  <a:pt x="15952" y="6631"/>
                </a:lnTo>
                <a:cubicBezTo>
                  <a:pt x="15657" y="6936"/>
                  <a:pt x="15178" y="6936"/>
                  <a:pt x="14884" y="6631"/>
                </a:cubicBezTo>
                <a:lnTo>
                  <a:pt x="13785" y="5495"/>
                </a:lnTo>
                <a:cubicBezTo>
                  <a:pt x="13490" y="5190"/>
                  <a:pt x="13490" y="4697"/>
                  <a:pt x="13785" y="4392"/>
                </a:cubicBezTo>
                <a:cubicBezTo>
                  <a:pt x="14080" y="4087"/>
                  <a:pt x="14558" y="4087"/>
                  <a:pt x="14853" y="4392"/>
                </a:cubicBezTo>
                <a:lnTo>
                  <a:pt x="15418" y="4976"/>
                </a:lnTo>
                <a:lnTo>
                  <a:pt x="17082" y="3255"/>
                </a:lnTo>
                <a:close/>
                <a:moveTo>
                  <a:pt x="5712" y="2880"/>
                </a:moveTo>
                <a:cubicBezTo>
                  <a:pt x="6007" y="2575"/>
                  <a:pt x="6484" y="2575"/>
                  <a:pt x="6779" y="2880"/>
                </a:cubicBezTo>
                <a:cubicBezTo>
                  <a:pt x="7074" y="3185"/>
                  <a:pt x="7074" y="3679"/>
                  <a:pt x="6779" y="3984"/>
                </a:cubicBezTo>
                <a:lnTo>
                  <a:pt x="5850" y="4944"/>
                </a:lnTo>
                <a:lnTo>
                  <a:pt x="6779" y="5905"/>
                </a:lnTo>
                <a:cubicBezTo>
                  <a:pt x="7074" y="6210"/>
                  <a:pt x="7074" y="6704"/>
                  <a:pt x="6779" y="7008"/>
                </a:cubicBezTo>
                <a:cubicBezTo>
                  <a:pt x="6484" y="7313"/>
                  <a:pt x="6006" y="7313"/>
                  <a:pt x="5712" y="7008"/>
                </a:cubicBezTo>
                <a:lnTo>
                  <a:pt x="4783" y="6048"/>
                </a:lnTo>
                <a:lnTo>
                  <a:pt x="3854" y="7008"/>
                </a:lnTo>
                <a:cubicBezTo>
                  <a:pt x="3559" y="7313"/>
                  <a:pt x="3081" y="7313"/>
                  <a:pt x="2786" y="7008"/>
                </a:cubicBezTo>
                <a:cubicBezTo>
                  <a:pt x="2491" y="6703"/>
                  <a:pt x="2491" y="6209"/>
                  <a:pt x="2786" y="5905"/>
                </a:cubicBezTo>
                <a:lnTo>
                  <a:pt x="3715" y="4944"/>
                </a:lnTo>
                <a:lnTo>
                  <a:pt x="2786" y="3984"/>
                </a:lnTo>
                <a:cubicBezTo>
                  <a:pt x="2491" y="3679"/>
                  <a:pt x="2491" y="3184"/>
                  <a:pt x="2786" y="2880"/>
                </a:cubicBezTo>
                <a:cubicBezTo>
                  <a:pt x="3081" y="2575"/>
                  <a:pt x="3560" y="2575"/>
                  <a:pt x="3854" y="2880"/>
                </a:cubicBezTo>
                <a:lnTo>
                  <a:pt x="4783" y="3841"/>
                </a:lnTo>
                <a:close/>
                <a:moveTo>
                  <a:pt x="5615" y="12410"/>
                </a:moveTo>
                <a:lnTo>
                  <a:pt x="5615" y="15868"/>
                </a:lnTo>
                <a:lnTo>
                  <a:pt x="3693" y="15868"/>
                </a:lnTo>
                <a:lnTo>
                  <a:pt x="3693" y="12410"/>
                </a:lnTo>
                <a:lnTo>
                  <a:pt x="925" y="12410"/>
                </a:lnTo>
                <a:cubicBezTo>
                  <a:pt x="422" y="12410"/>
                  <a:pt x="11" y="12834"/>
                  <a:pt x="11" y="13355"/>
                </a:cubicBezTo>
                <a:lnTo>
                  <a:pt x="11" y="20507"/>
                </a:lnTo>
                <a:cubicBezTo>
                  <a:pt x="11" y="21027"/>
                  <a:pt x="421" y="21452"/>
                  <a:pt x="925" y="21452"/>
                </a:cubicBezTo>
                <a:lnTo>
                  <a:pt x="8641" y="21452"/>
                </a:lnTo>
                <a:cubicBezTo>
                  <a:pt x="9144" y="21452"/>
                  <a:pt x="9555" y="21028"/>
                  <a:pt x="9555" y="20507"/>
                </a:cubicBezTo>
                <a:lnTo>
                  <a:pt x="9555" y="13355"/>
                </a:lnTo>
                <a:cubicBezTo>
                  <a:pt x="9555" y="12835"/>
                  <a:pt x="9144" y="12410"/>
                  <a:pt x="8641" y="12410"/>
                </a:cubicBezTo>
                <a:close/>
                <a:moveTo>
                  <a:pt x="16800" y="15868"/>
                </a:moveTo>
                <a:lnTo>
                  <a:pt x="14877" y="15868"/>
                </a:lnTo>
                <a:lnTo>
                  <a:pt x="14877" y="12410"/>
                </a:lnTo>
                <a:lnTo>
                  <a:pt x="12109" y="12410"/>
                </a:lnTo>
                <a:cubicBezTo>
                  <a:pt x="11605" y="12410"/>
                  <a:pt x="11195" y="12834"/>
                  <a:pt x="11195" y="13355"/>
                </a:cubicBezTo>
                <a:lnTo>
                  <a:pt x="11195" y="20507"/>
                </a:lnTo>
                <a:cubicBezTo>
                  <a:pt x="11195" y="21027"/>
                  <a:pt x="11605" y="21452"/>
                  <a:pt x="12109" y="21452"/>
                </a:cubicBezTo>
                <a:lnTo>
                  <a:pt x="19826" y="21452"/>
                </a:lnTo>
                <a:cubicBezTo>
                  <a:pt x="20329" y="21452"/>
                  <a:pt x="20740" y="21028"/>
                  <a:pt x="20740" y="20507"/>
                </a:cubicBezTo>
                <a:lnTo>
                  <a:pt x="20740" y="13355"/>
                </a:lnTo>
                <a:cubicBezTo>
                  <a:pt x="20740" y="12835"/>
                  <a:pt x="20329" y="12410"/>
                  <a:pt x="19826" y="12410"/>
                </a:cubicBezTo>
                <a:lnTo>
                  <a:pt x="16800" y="12410"/>
                </a:lnTo>
                <a:close/>
                <a:moveTo>
                  <a:pt x="13577" y="9227"/>
                </a:moveTo>
                <a:cubicBezTo>
                  <a:pt x="15862" y="10589"/>
                  <a:pt x="18790" y="9781"/>
                  <a:pt x="20111" y="7416"/>
                </a:cubicBezTo>
                <a:cubicBezTo>
                  <a:pt x="20817" y="6150"/>
                  <a:pt x="20921" y="4691"/>
                  <a:pt x="20510" y="3401"/>
                </a:cubicBezTo>
                <a:cubicBezTo>
                  <a:pt x="19921" y="1547"/>
                  <a:pt x="18312" y="194"/>
                  <a:pt x="16386" y="20"/>
                </a:cubicBezTo>
                <a:cubicBezTo>
                  <a:pt x="14536" y="-147"/>
                  <a:pt x="12758" y="824"/>
                  <a:pt x="11826" y="2474"/>
                </a:cubicBezTo>
                <a:cubicBezTo>
                  <a:pt x="10507" y="4833"/>
                  <a:pt x="11292" y="7863"/>
                  <a:pt x="13577" y="9228"/>
                </a:cubicBezTo>
                <a:close/>
              </a:path>
            </a:pathLst>
          </a:custGeom>
          <a:solidFill>
            <a:schemeClr val="accent2">
              <a:hueOff val="-83321"/>
              <a:satOff val="15686"/>
              <a:lumOff val="3041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787" name="Shape"/>
          <p:cNvSpPr/>
          <p:nvPr/>
        </p:nvSpPr>
        <p:spPr>
          <a:xfrm>
            <a:off x="21405180" y="8841518"/>
            <a:ext cx="991809" cy="8678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54" h="21600" fill="norm" stroke="1" extrusionOk="0">
                <a:moveTo>
                  <a:pt x="10774" y="0"/>
                </a:moveTo>
                <a:cubicBezTo>
                  <a:pt x="10644" y="0"/>
                  <a:pt x="10527" y="81"/>
                  <a:pt x="10471" y="216"/>
                </a:cubicBezTo>
                <a:lnTo>
                  <a:pt x="9508" y="2569"/>
                </a:lnTo>
                <a:lnTo>
                  <a:pt x="7359" y="2947"/>
                </a:lnTo>
                <a:cubicBezTo>
                  <a:pt x="7235" y="2968"/>
                  <a:pt x="7129" y="3072"/>
                  <a:pt x="7090" y="3209"/>
                </a:cubicBezTo>
                <a:cubicBezTo>
                  <a:pt x="7049" y="3346"/>
                  <a:pt x="7075" y="3498"/>
                  <a:pt x="7164" y="3603"/>
                </a:cubicBezTo>
                <a:lnTo>
                  <a:pt x="8733" y="5439"/>
                </a:lnTo>
                <a:lnTo>
                  <a:pt x="8363" y="8038"/>
                </a:lnTo>
                <a:cubicBezTo>
                  <a:pt x="8343" y="8184"/>
                  <a:pt x="8399" y="8330"/>
                  <a:pt x="8504" y="8416"/>
                </a:cubicBezTo>
                <a:cubicBezTo>
                  <a:pt x="8609" y="8501"/>
                  <a:pt x="8748" y="8511"/>
                  <a:pt x="8861" y="8439"/>
                </a:cubicBezTo>
                <a:lnTo>
                  <a:pt x="10774" y="7221"/>
                </a:lnTo>
                <a:lnTo>
                  <a:pt x="12694" y="8439"/>
                </a:lnTo>
                <a:cubicBezTo>
                  <a:pt x="12744" y="8472"/>
                  <a:pt x="12799" y="8486"/>
                  <a:pt x="12855" y="8486"/>
                </a:cubicBezTo>
                <a:cubicBezTo>
                  <a:pt x="12924" y="8486"/>
                  <a:pt x="12993" y="8464"/>
                  <a:pt x="13051" y="8416"/>
                </a:cubicBezTo>
                <a:cubicBezTo>
                  <a:pt x="13156" y="8331"/>
                  <a:pt x="13213" y="8185"/>
                  <a:pt x="13192" y="8038"/>
                </a:cubicBezTo>
                <a:lnTo>
                  <a:pt x="12822" y="5439"/>
                </a:lnTo>
                <a:lnTo>
                  <a:pt x="14384" y="3603"/>
                </a:lnTo>
                <a:cubicBezTo>
                  <a:pt x="14472" y="3498"/>
                  <a:pt x="14505" y="3347"/>
                  <a:pt x="14465" y="3209"/>
                </a:cubicBezTo>
                <a:cubicBezTo>
                  <a:pt x="14425" y="3072"/>
                  <a:pt x="14321" y="2968"/>
                  <a:pt x="14196" y="2947"/>
                </a:cubicBezTo>
                <a:lnTo>
                  <a:pt x="12047" y="2569"/>
                </a:lnTo>
                <a:lnTo>
                  <a:pt x="11084" y="216"/>
                </a:lnTo>
                <a:cubicBezTo>
                  <a:pt x="11028" y="81"/>
                  <a:pt x="10905" y="0"/>
                  <a:pt x="10774" y="0"/>
                </a:cubicBezTo>
                <a:close/>
                <a:moveTo>
                  <a:pt x="3702" y="3857"/>
                </a:moveTo>
                <a:cubicBezTo>
                  <a:pt x="3571" y="3857"/>
                  <a:pt x="3454" y="3938"/>
                  <a:pt x="3399" y="4073"/>
                </a:cubicBezTo>
                <a:lnTo>
                  <a:pt x="2435" y="6426"/>
                </a:lnTo>
                <a:lnTo>
                  <a:pt x="287" y="6804"/>
                </a:lnTo>
                <a:cubicBezTo>
                  <a:pt x="162" y="6825"/>
                  <a:pt x="57" y="6929"/>
                  <a:pt x="17" y="7066"/>
                </a:cubicBezTo>
                <a:cubicBezTo>
                  <a:pt x="-23" y="7203"/>
                  <a:pt x="10" y="7356"/>
                  <a:pt x="98" y="7460"/>
                </a:cubicBezTo>
                <a:lnTo>
                  <a:pt x="1661" y="9296"/>
                </a:lnTo>
                <a:lnTo>
                  <a:pt x="1290" y="11895"/>
                </a:lnTo>
                <a:cubicBezTo>
                  <a:pt x="1270" y="12041"/>
                  <a:pt x="1327" y="12188"/>
                  <a:pt x="1432" y="12273"/>
                </a:cubicBezTo>
                <a:cubicBezTo>
                  <a:pt x="1537" y="12358"/>
                  <a:pt x="1676" y="12369"/>
                  <a:pt x="1789" y="12297"/>
                </a:cubicBezTo>
                <a:lnTo>
                  <a:pt x="3702" y="11078"/>
                </a:lnTo>
                <a:lnTo>
                  <a:pt x="5621" y="12297"/>
                </a:lnTo>
                <a:cubicBezTo>
                  <a:pt x="5672" y="12329"/>
                  <a:pt x="5727" y="12343"/>
                  <a:pt x="5783" y="12343"/>
                </a:cubicBezTo>
                <a:cubicBezTo>
                  <a:pt x="5851" y="12343"/>
                  <a:pt x="5920" y="12321"/>
                  <a:pt x="5978" y="12273"/>
                </a:cubicBezTo>
                <a:cubicBezTo>
                  <a:pt x="6084" y="12189"/>
                  <a:pt x="6141" y="12042"/>
                  <a:pt x="6120" y="11895"/>
                </a:cubicBezTo>
                <a:lnTo>
                  <a:pt x="5749" y="9296"/>
                </a:lnTo>
                <a:lnTo>
                  <a:pt x="7312" y="7460"/>
                </a:lnTo>
                <a:cubicBezTo>
                  <a:pt x="7400" y="7356"/>
                  <a:pt x="7432" y="7204"/>
                  <a:pt x="7393" y="7066"/>
                </a:cubicBezTo>
                <a:cubicBezTo>
                  <a:pt x="7352" y="6929"/>
                  <a:pt x="7249" y="6825"/>
                  <a:pt x="7123" y="6804"/>
                </a:cubicBezTo>
                <a:lnTo>
                  <a:pt x="4975" y="6426"/>
                </a:lnTo>
                <a:lnTo>
                  <a:pt x="4012" y="4073"/>
                </a:lnTo>
                <a:cubicBezTo>
                  <a:pt x="3956" y="3938"/>
                  <a:pt x="3832" y="3857"/>
                  <a:pt x="3702" y="3857"/>
                </a:cubicBezTo>
                <a:close/>
                <a:moveTo>
                  <a:pt x="17846" y="3857"/>
                </a:moveTo>
                <a:cubicBezTo>
                  <a:pt x="17716" y="3857"/>
                  <a:pt x="17599" y="3946"/>
                  <a:pt x="17543" y="4081"/>
                </a:cubicBezTo>
                <a:lnTo>
                  <a:pt x="16580" y="6434"/>
                </a:lnTo>
                <a:lnTo>
                  <a:pt x="14431" y="6804"/>
                </a:lnTo>
                <a:cubicBezTo>
                  <a:pt x="14307" y="6825"/>
                  <a:pt x="14202" y="6929"/>
                  <a:pt x="14162" y="7066"/>
                </a:cubicBezTo>
                <a:cubicBezTo>
                  <a:pt x="14122" y="7203"/>
                  <a:pt x="14154" y="7356"/>
                  <a:pt x="14243" y="7460"/>
                </a:cubicBezTo>
                <a:lnTo>
                  <a:pt x="15805" y="9296"/>
                </a:lnTo>
                <a:lnTo>
                  <a:pt x="15435" y="11895"/>
                </a:lnTo>
                <a:cubicBezTo>
                  <a:pt x="15415" y="12041"/>
                  <a:pt x="15471" y="12188"/>
                  <a:pt x="15576" y="12273"/>
                </a:cubicBezTo>
                <a:cubicBezTo>
                  <a:pt x="15682" y="12358"/>
                  <a:pt x="15821" y="12369"/>
                  <a:pt x="15933" y="12297"/>
                </a:cubicBezTo>
                <a:lnTo>
                  <a:pt x="17846" y="11078"/>
                </a:lnTo>
                <a:lnTo>
                  <a:pt x="19766" y="12297"/>
                </a:lnTo>
                <a:cubicBezTo>
                  <a:pt x="19816" y="12329"/>
                  <a:pt x="19871" y="12343"/>
                  <a:pt x="19928" y="12343"/>
                </a:cubicBezTo>
                <a:cubicBezTo>
                  <a:pt x="19996" y="12343"/>
                  <a:pt x="20065" y="12321"/>
                  <a:pt x="20123" y="12273"/>
                </a:cubicBezTo>
                <a:cubicBezTo>
                  <a:pt x="20228" y="12189"/>
                  <a:pt x="20285" y="12042"/>
                  <a:pt x="20264" y="11895"/>
                </a:cubicBezTo>
                <a:lnTo>
                  <a:pt x="19894" y="9296"/>
                </a:lnTo>
                <a:lnTo>
                  <a:pt x="21457" y="7460"/>
                </a:lnTo>
                <a:cubicBezTo>
                  <a:pt x="21544" y="7356"/>
                  <a:pt x="21577" y="7204"/>
                  <a:pt x="21537" y="7066"/>
                </a:cubicBezTo>
                <a:cubicBezTo>
                  <a:pt x="21497" y="6929"/>
                  <a:pt x="21393" y="6825"/>
                  <a:pt x="21268" y="6804"/>
                </a:cubicBezTo>
                <a:lnTo>
                  <a:pt x="19119" y="6434"/>
                </a:lnTo>
                <a:lnTo>
                  <a:pt x="18156" y="4081"/>
                </a:lnTo>
                <a:cubicBezTo>
                  <a:pt x="18101" y="3946"/>
                  <a:pt x="17977" y="3857"/>
                  <a:pt x="17846" y="3857"/>
                </a:cubicBezTo>
                <a:close/>
                <a:moveTo>
                  <a:pt x="10882" y="8887"/>
                </a:moveTo>
                <a:cubicBezTo>
                  <a:pt x="10729" y="8829"/>
                  <a:pt x="10564" y="8905"/>
                  <a:pt x="10484" y="9064"/>
                </a:cubicBezTo>
                <a:lnTo>
                  <a:pt x="8080" y="14271"/>
                </a:lnTo>
                <a:lnTo>
                  <a:pt x="8080" y="21600"/>
                </a:lnTo>
                <a:lnTo>
                  <a:pt x="13805" y="21600"/>
                </a:lnTo>
                <a:cubicBezTo>
                  <a:pt x="14548" y="21600"/>
                  <a:pt x="15152" y="20908"/>
                  <a:pt x="15152" y="20057"/>
                </a:cubicBezTo>
                <a:cubicBezTo>
                  <a:pt x="15152" y="19784"/>
                  <a:pt x="15094" y="19519"/>
                  <a:pt x="14977" y="19286"/>
                </a:cubicBezTo>
                <a:cubicBezTo>
                  <a:pt x="15095" y="19052"/>
                  <a:pt x="15152" y="18787"/>
                  <a:pt x="15152" y="18514"/>
                </a:cubicBezTo>
                <a:cubicBezTo>
                  <a:pt x="15152" y="18241"/>
                  <a:pt x="15094" y="17976"/>
                  <a:pt x="14977" y="17743"/>
                </a:cubicBezTo>
                <a:cubicBezTo>
                  <a:pt x="15095" y="17509"/>
                  <a:pt x="15152" y="17244"/>
                  <a:pt x="15152" y="16971"/>
                </a:cubicBezTo>
                <a:cubicBezTo>
                  <a:pt x="15152" y="16699"/>
                  <a:pt x="15094" y="16433"/>
                  <a:pt x="14977" y="16200"/>
                </a:cubicBezTo>
                <a:cubicBezTo>
                  <a:pt x="15095" y="15967"/>
                  <a:pt x="15152" y="15701"/>
                  <a:pt x="15152" y="15429"/>
                </a:cubicBezTo>
                <a:cubicBezTo>
                  <a:pt x="15152" y="14578"/>
                  <a:pt x="14548" y="13886"/>
                  <a:pt x="13805" y="13886"/>
                </a:cubicBezTo>
                <a:lnTo>
                  <a:pt x="11306" y="13886"/>
                </a:lnTo>
                <a:cubicBezTo>
                  <a:pt x="11614" y="13103"/>
                  <a:pt x="12121" y="11678"/>
                  <a:pt x="12121" y="10800"/>
                </a:cubicBezTo>
                <a:cubicBezTo>
                  <a:pt x="12121" y="9381"/>
                  <a:pt x="10932" y="8906"/>
                  <a:pt x="10882" y="8887"/>
                </a:cubicBezTo>
                <a:close/>
                <a:moveTo>
                  <a:pt x="6059" y="14271"/>
                </a:moveTo>
                <a:cubicBezTo>
                  <a:pt x="5873" y="14271"/>
                  <a:pt x="5722" y="14444"/>
                  <a:pt x="5722" y="14657"/>
                </a:cubicBezTo>
                <a:lnTo>
                  <a:pt x="5722" y="21214"/>
                </a:lnTo>
                <a:cubicBezTo>
                  <a:pt x="5722" y="21427"/>
                  <a:pt x="5873" y="21600"/>
                  <a:pt x="6059" y="21600"/>
                </a:cubicBezTo>
                <a:lnTo>
                  <a:pt x="7406" y="21600"/>
                </a:lnTo>
                <a:lnTo>
                  <a:pt x="7406" y="14271"/>
                </a:lnTo>
                <a:lnTo>
                  <a:pt x="6059" y="14271"/>
                </a:lnTo>
                <a:close/>
              </a:path>
            </a:pathLst>
          </a:custGeom>
          <a:solidFill>
            <a:schemeClr val="accent2">
              <a:hueOff val="-83321"/>
              <a:satOff val="15686"/>
              <a:lumOff val="3041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sp>
        <p:nvSpPr>
          <p:cNvPr id="2788" name="Shape"/>
          <p:cNvSpPr/>
          <p:nvPr/>
        </p:nvSpPr>
        <p:spPr>
          <a:xfrm>
            <a:off x="12896729" y="8841518"/>
            <a:ext cx="867706" cy="8678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7" h="21600" fill="norm" stroke="1" extrusionOk="0">
                <a:moveTo>
                  <a:pt x="21520" y="6880"/>
                </a:moveTo>
                <a:cubicBezTo>
                  <a:pt x="21520" y="6880"/>
                  <a:pt x="21162" y="6021"/>
                  <a:pt x="20816" y="5176"/>
                </a:cubicBezTo>
                <a:cubicBezTo>
                  <a:pt x="20876" y="5010"/>
                  <a:pt x="20923" y="4830"/>
                  <a:pt x="20956" y="4651"/>
                </a:cubicBezTo>
                <a:cubicBezTo>
                  <a:pt x="20989" y="4445"/>
                  <a:pt x="21009" y="4232"/>
                  <a:pt x="21009" y="4019"/>
                </a:cubicBezTo>
                <a:cubicBezTo>
                  <a:pt x="21009" y="2908"/>
                  <a:pt x="20492" y="1896"/>
                  <a:pt x="19649" y="1171"/>
                </a:cubicBezTo>
                <a:cubicBezTo>
                  <a:pt x="18819" y="445"/>
                  <a:pt x="17678" y="0"/>
                  <a:pt x="16417" y="0"/>
                </a:cubicBezTo>
                <a:cubicBezTo>
                  <a:pt x="15150" y="0"/>
                  <a:pt x="14009" y="445"/>
                  <a:pt x="13179" y="1171"/>
                </a:cubicBezTo>
                <a:cubicBezTo>
                  <a:pt x="12336" y="1896"/>
                  <a:pt x="11819" y="2908"/>
                  <a:pt x="11819" y="4019"/>
                </a:cubicBezTo>
                <a:cubicBezTo>
                  <a:pt x="11819" y="5137"/>
                  <a:pt x="12336" y="6148"/>
                  <a:pt x="13179" y="6873"/>
                </a:cubicBezTo>
                <a:cubicBezTo>
                  <a:pt x="14009" y="7592"/>
                  <a:pt x="15150" y="8038"/>
                  <a:pt x="16417" y="8038"/>
                </a:cubicBezTo>
                <a:cubicBezTo>
                  <a:pt x="16942" y="8038"/>
                  <a:pt x="17446" y="7958"/>
                  <a:pt x="17924" y="7818"/>
                </a:cubicBezTo>
                <a:cubicBezTo>
                  <a:pt x="18388" y="7678"/>
                  <a:pt x="18819" y="7472"/>
                  <a:pt x="19205" y="7212"/>
                </a:cubicBezTo>
                <a:lnTo>
                  <a:pt x="21288" y="7199"/>
                </a:lnTo>
                <a:cubicBezTo>
                  <a:pt x="21321" y="7205"/>
                  <a:pt x="21354" y="7199"/>
                  <a:pt x="21394" y="7186"/>
                </a:cubicBezTo>
                <a:cubicBezTo>
                  <a:pt x="21513" y="7139"/>
                  <a:pt x="21566" y="6999"/>
                  <a:pt x="21520" y="6880"/>
                </a:cubicBezTo>
                <a:close/>
                <a:moveTo>
                  <a:pt x="14799" y="2701"/>
                </a:moveTo>
                <a:lnTo>
                  <a:pt x="16809" y="2701"/>
                </a:lnTo>
                <a:cubicBezTo>
                  <a:pt x="17068" y="2701"/>
                  <a:pt x="17273" y="2907"/>
                  <a:pt x="17273" y="3166"/>
                </a:cubicBezTo>
                <a:cubicBezTo>
                  <a:pt x="17273" y="3426"/>
                  <a:pt x="17067" y="3639"/>
                  <a:pt x="16809" y="3639"/>
                </a:cubicBezTo>
                <a:lnTo>
                  <a:pt x="14799" y="3639"/>
                </a:lnTo>
                <a:cubicBezTo>
                  <a:pt x="14540" y="3639"/>
                  <a:pt x="14327" y="3426"/>
                  <a:pt x="14327" y="3166"/>
                </a:cubicBezTo>
                <a:cubicBezTo>
                  <a:pt x="14327" y="2907"/>
                  <a:pt x="14540" y="2701"/>
                  <a:pt x="14799" y="2701"/>
                </a:cubicBezTo>
                <a:close/>
                <a:moveTo>
                  <a:pt x="18560" y="5343"/>
                </a:moveTo>
                <a:lnTo>
                  <a:pt x="14799" y="5343"/>
                </a:lnTo>
                <a:cubicBezTo>
                  <a:pt x="14540" y="5343"/>
                  <a:pt x="14327" y="5130"/>
                  <a:pt x="14327" y="4870"/>
                </a:cubicBezTo>
                <a:cubicBezTo>
                  <a:pt x="14327" y="4610"/>
                  <a:pt x="14540" y="4404"/>
                  <a:pt x="14799" y="4404"/>
                </a:cubicBezTo>
                <a:lnTo>
                  <a:pt x="18561" y="4404"/>
                </a:lnTo>
                <a:cubicBezTo>
                  <a:pt x="18820" y="4404"/>
                  <a:pt x="19033" y="4610"/>
                  <a:pt x="19033" y="4870"/>
                </a:cubicBezTo>
                <a:cubicBezTo>
                  <a:pt x="19032" y="5130"/>
                  <a:pt x="18819" y="5343"/>
                  <a:pt x="18560" y="5343"/>
                </a:cubicBezTo>
                <a:close/>
                <a:moveTo>
                  <a:pt x="9722" y="4019"/>
                </a:moveTo>
                <a:cubicBezTo>
                  <a:pt x="9722" y="2908"/>
                  <a:pt x="9198" y="1896"/>
                  <a:pt x="8362" y="1171"/>
                </a:cubicBezTo>
                <a:cubicBezTo>
                  <a:pt x="7532" y="445"/>
                  <a:pt x="6384" y="0"/>
                  <a:pt x="5123" y="0"/>
                </a:cubicBezTo>
                <a:cubicBezTo>
                  <a:pt x="3863" y="0"/>
                  <a:pt x="2714" y="446"/>
                  <a:pt x="1885" y="1171"/>
                </a:cubicBezTo>
                <a:cubicBezTo>
                  <a:pt x="1048" y="1896"/>
                  <a:pt x="524" y="2908"/>
                  <a:pt x="524" y="4019"/>
                </a:cubicBezTo>
                <a:cubicBezTo>
                  <a:pt x="524" y="4232"/>
                  <a:pt x="544" y="4445"/>
                  <a:pt x="584" y="4651"/>
                </a:cubicBezTo>
                <a:cubicBezTo>
                  <a:pt x="617" y="4830"/>
                  <a:pt x="664" y="5010"/>
                  <a:pt x="724" y="5176"/>
                </a:cubicBezTo>
                <a:cubicBezTo>
                  <a:pt x="379" y="6021"/>
                  <a:pt x="20" y="6880"/>
                  <a:pt x="20" y="6880"/>
                </a:cubicBezTo>
                <a:cubicBezTo>
                  <a:pt x="-34" y="6999"/>
                  <a:pt x="27" y="7139"/>
                  <a:pt x="146" y="7186"/>
                </a:cubicBezTo>
                <a:cubicBezTo>
                  <a:pt x="179" y="7199"/>
                  <a:pt x="219" y="7206"/>
                  <a:pt x="252" y="7199"/>
                </a:cubicBezTo>
                <a:lnTo>
                  <a:pt x="2336" y="7212"/>
                </a:lnTo>
                <a:cubicBezTo>
                  <a:pt x="2721" y="7472"/>
                  <a:pt x="3153" y="7678"/>
                  <a:pt x="3617" y="7818"/>
                </a:cubicBezTo>
                <a:cubicBezTo>
                  <a:pt x="4088" y="7958"/>
                  <a:pt x="4599" y="8038"/>
                  <a:pt x="5123" y="8038"/>
                </a:cubicBezTo>
                <a:cubicBezTo>
                  <a:pt x="6385" y="8038"/>
                  <a:pt x="7532" y="7593"/>
                  <a:pt x="8362" y="6873"/>
                </a:cubicBezTo>
                <a:cubicBezTo>
                  <a:pt x="9197" y="6148"/>
                  <a:pt x="9722" y="5137"/>
                  <a:pt x="9722" y="4019"/>
                </a:cubicBezTo>
                <a:close/>
                <a:moveTo>
                  <a:pt x="2980" y="2701"/>
                </a:moveTo>
                <a:lnTo>
                  <a:pt x="4992" y="2701"/>
                </a:lnTo>
                <a:cubicBezTo>
                  <a:pt x="5251" y="2701"/>
                  <a:pt x="5456" y="2907"/>
                  <a:pt x="5456" y="3167"/>
                </a:cubicBezTo>
                <a:cubicBezTo>
                  <a:pt x="5456" y="3426"/>
                  <a:pt x="5251" y="3639"/>
                  <a:pt x="4992" y="3639"/>
                </a:cubicBezTo>
                <a:lnTo>
                  <a:pt x="2980" y="3639"/>
                </a:lnTo>
                <a:cubicBezTo>
                  <a:pt x="2721" y="3639"/>
                  <a:pt x="2509" y="3426"/>
                  <a:pt x="2509" y="3167"/>
                </a:cubicBezTo>
                <a:cubicBezTo>
                  <a:pt x="2509" y="2907"/>
                  <a:pt x="2721" y="2701"/>
                  <a:pt x="2980" y="2701"/>
                </a:cubicBezTo>
                <a:close/>
                <a:moveTo>
                  <a:pt x="6742" y="5343"/>
                </a:moveTo>
                <a:lnTo>
                  <a:pt x="2980" y="5343"/>
                </a:lnTo>
                <a:cubicBezTo>
                  <a:pt x="2721" y="5343"/>
                  <a:pt x="2509" y="5130"/>
                  <a:pt x="2509" y="4870"/>
                </a:cubicBezTo>
                <a:cubicBezTo>
                  <a:pt x="2509" y="4610"/>
                  <a:pt x="2721" y="4404"/>
                  <a:pt x="2980" y="4404"/>
                </a:cubicBezTo>
                <a:lnTo>
                  <a:pt x="6743" y="4404"/>
                </a:lnTo>
                <a:cubicBezTo>
                  <a:pt x="7002" y="4404"/>
                  <a:pt x="7214" y="4610"/>
                  <a:pt x="7214" y="4870"/>
                </a:cubicBezTo>
                <a:cubicBezTo>
                  <a:pt x="7214" y="5130"/>
                  <a:pt x="7001" y="5343"/>
                  <a:pt x="6742" y="5343"/>
                </a:cubicBezTo>
                <a:close/>
                <a:moveTo>
                  <a:pt x="15150" y="15345"/>
                </a:moveTo>
                <a:cubicBezTo>
                  <a:pt x="15807" y="16003"/>
                  <a:pt x="16218" y="16915"/>
                  <a:pt x="16218" y="17919"/>
                </a:cubicBezTo>
                <a:lnTo>
                  <a:pt x="16218" y="21367"/>
                </a:lnTo>
                <a:cubicBezTo>
                  <a:pt x="16218" y="21493"/>
                  <a:pt x="16112" y="21600"/>
                  <a:pt x="15986" y="21600"/>
                </a:cubicBezTo>
                <a:lnTo>
                  <a:pt x="5555" y="21599"/>
                </a:lnTo>
                <a:cubicBezTo>
                  <a:pt x="5429" y="21599"/>
                  <a:pt x="5322" y="21493"/>
                  <a:pt x="5322" y="21366"/>
                </a:cubicBezTo>
                <a:lnTo>
                  <a:pt x="5322" y="17919"/>
                </a:lnTo>
                <a:cubicBezTo>
                  <a:pt x="5322" y="16915"/>
                  <a:pt x="5727" y="16003"/>
                  <a:pt x="6391" y="15345"/>
                </a:cubicBezTo>
                <a:cubicBezTo>
                  <a:pt x="6782" y="14952"/>
                  <a:pt x="7260" y="14646"/>
                  <a:pt x="7791" y="14466"/>
                </a:cubicBezTo>
                <a:cubicBezTo>
                  <a:pt x="8587" y="15244"/>
                  <a:pt x="9655" y="15677"/>
                  <a:pt x="10770" y="15677"/>
                </a:cubicBezTo>
                <a:cubicBezTo>
                  <a:pt x="11885" y="15677"/>
                  <a:pt x="12947" y="15245"/>
                  <a:pt x="13750" y="14466"/>
                </a:cubicBezTo>
                <a:cubicBezTo>
                  <a:pt x="14281" y="14646"/>
                  <a:pt x="14758" y="14951"/>
                  <a:pt x="15150" y="15345"/>
                </a:cubicBezTo>
                <a:close/>
                <a:moveTo>
                  <a:pt x="8415" y="9036"/>
                </a:moveTo>
                <a:cubicBezTo>
                  <a:pt x="9019" y="8430"/>
                  <a:pt x="9849" y="8058"/>
                  <a:pt x="10770" y="8058"/>
                </a:cubicBezTo>
                <a:cubicBezTo>
                  <a:pt x="11693" y="8058"/>
                  <a:pt x="12522" y="8430"/>
                  <a:pt x="13125" y="9036"/>
                </a:cubicBezTo>
                <a:cubicBezTo>
                  <a:pt x="13729" y="9641"/>
                  <a:pt x="14101" y="10473"/>
                  <a:pt x="14101" y="11397"/>
                </a:cubicBezTo>
                <a:cubicBezTo>
                  <a:pt x="14101" y="12322"/>
                  <a:pt x="13729" y="13153"/>
                  <a:pt x="13125" y="13759"/>
                </a:cubicBezTo>
                <a:cubicBezTo>
                  <a:pt x="12522" y="14365"/>
                  <a:pt x="11692" y="14737"/>
                  <a:pt x="10770" y="14737"/>
                </a:cubicBezTo>
                <a:cubicBezTo>
                  <a:pt x="9848" y="14737"/>
                  <a:pt x="9019" y="14365"/>
                  <a:pt x="8415" y="13759"/>
                </a:cubicBezTo>
                <a:cubicBezTo>
                  <a:pt x="7811" y="13153"/>
                  <a:pt x="7440" y="12321"/>
                  <a:pt x="7440" y="11397"/>
                </a:cubicBezTo>
                <a:cubicBezTo>
                  <a:pt x="7439" y="10473"/>
                  <a:pt x="7811" y="9641"/>
                  <a:pt x="8415" y="9036"/>
                </a:cubicBezTo>
                <a:close/>
              </a:path>
            </a:pathLst>
          </a:custGeom>
          <a:solidFill>
            <a:schemeClr val="accent2">
              <a:hueOff val="-83321"/>
              <a:satOff val="15686"/>
              <a:lumOff val="3041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</a:p>
        </p:txBody>
      </p:sp>
      <p:pic>
        <p:nvPicPr>
          <p:cNvPr id="2789" name="MacBook_NHL-1024x602.png" descr="MacBook_NHL-1024x602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15658" y="5281615"/>
            <a:ext cx="9992588" cy="587455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1" name="LOREM IPSUM DOLOR SIT AMET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LOREM IPSUM DOLOR SIT AMET</a:t>
            </a:r>
          </a:p>
        </p:txBody>
      </p:sp>
      <p:sp>
        <p:nvSpPr>
          <p:cNvPr id="2792" name="Name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Name</a:t>
            </a:r>
          </a:p>
        </p:txBody>
      </p:sp>
      <p:pic>
        <p:nvPicPr>
          <p:cNvPr id="2793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29258" t="0" r="29258" b="8035"/>
          <a:stretch>
            <a:fillRect/>
          </a:stretch>
        </p:blipFill>
        <p:spPr>
          <a:xfrm>
            <a:off x="1593762" y="1230979"/>
            <a:ext cx="9181037" cy="12863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6" y="27"/>
                </a:moveTo>
                <a:cubicBezTo>
                  <a:pt x="21409" y="62"/>
                  <a:pt x="21513" y="136"/>
                  <a:pt x="21562" y="231"/>
                </a:cubicBezTo>
                <a:cubicBezTo>
                  <a:pt x="21600" y="297"/>
                  <a:pt x="21600" y="395"/>
                  <a:pt x="21600" y="559"/>
                </a:cubicBezTo>
                <a:lnTo>
                  <a:pt x="21600" y="21041"/>
                </a:lnTo>
                <a:cubicBezTo>
                  <a:pt x="21600" y="21205"/>
                  <a:pt x="21600" y="21303"/>
                  <a:pt x="21562" y="21369"/>
                </a:cubicBezTo>
                <a:cubicBezTo>
                  <a:pt x="21513" y="21464"/>
                  <a:pt x="21409" y="21538"/>
                  <a:pt x="21276" y="21573"/>
                </a:cubicBezTo>
                <a:cubicBezTo>
                  <a:pt x="21184" y="21600"/>
                  <a:pt x="21046" y="21600"/>
                  <a:pt x="20817" y="21600"/>
                </a:cubicBezTo>
                <a:lnTo>
                  <a:pt x="783" y="21600"/>
                </a:lnTo>
                <a:cubicBezTo>
                  <a:pt x="554" y="21600"/>
                  <a:pt x="416" y="21600"/>
                  <a:pt x="324" y="21573"/>
                </a:cubicBezTo>
                <a:cubicBezTo>
                  <a:pt x="191" y="21538"/>
                  <a:pt x="87" y="21464"/>
                  <a:pt x="38" y="21369"/>
                </a:cubicBezTo>
                <a:cubicBezTo>
                  <a:pt x="0" y="21303"/>
                  <a:pt x="0" y="21205"/>
                  <a:pt x="0" y="21041"/>
                </a:cubicBezTo>
                <a:lnTo>
                  <a:pt x="0" y="559"/>
                </a:lnTo>
                <a:cubicBezTo>
                  <a:pt x="0" y="395"/>
                  <a:pt x="0" y="297"/>
                  <a:pt x="38" y="231"/>
                </a:cubicBezTo>
                <a:cubicBezTo>
                  <a:pt x="87" y="136"/>
                  <a:pt x="191" y="62"/>
                  <a:pt x="324" y="27"/>
                </a:cubicBezTo>
                <a:cubicBezTo>
                  <a:pt x="416" y="0"/>
                  <a:pt x="554" y="0"/>
                  <a:pt x="783" y="0"/>
                </a:cubicBezTo>
                <a:lnTo>
                  <a:pt x="20817" y="0"/>
                </a:lnTo>
                <a:cubicBezTo>
                  <a:pt x="21046" y="0"/>
                  <a:pt x="21184" y="0"/>
                  <a:pt x="21276" y="27"/>
                </a:cubicBezTo>
                <a:close/>
              </a:path>
            </a:pathLst>
          </a:cu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5" name="Name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Name</a:t>
            </a:r>
          </a:p>
        </p:txBody>
      </p:sp>
      <p:sp>
        <p:nvSpPr>
          <p:cNvPr id="2796" name="LOREM IPSUM DOLOR SIT AMET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LOREM IPSUM DOLOR SIT AMET</a:t>
            </a:r>
          </a:p>
        </p:txBody>
      </p:sp>
      <p:pic>
        <p:nvPicPr>
          <p:cNvPr id="2797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29258" t="0" r="29258" b="8035"/>
          <a:stretch>
            <a:fillRect/>
          </a:stretch>
        </p:blipFill>
        <p:spPr>
          <a:xfrm>
            <a:off x="1606462" y="1230979"/>
            <a:ext cx="9181037" cy="12863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6" y="27"/>
                </a:moveTo>
                <a:cubicBezTo>
                  <a:pt x="21409" y="62"/>
                  <a:pt x="21513" y="136"/>
                  <a:pt x="21562" y="231"/>
                </a:cubicBezTo>
                <a:cubicBezTo>
                  <a:pt x="21600" y="297"/>
                  <a:pt x="21600" y="395"/>
                  <a:pt x="21600" y="559"/>
                </a:cubicBezTo>
                <a:lnTo>
                  <a:pt x="21600" y="21041"/>
                </a:lnTo>
                <a:cubicBezTo>
                  <a:pt x="21600" y="21205"/>
                  <a:pt x="21600" y="21303"/>
                  <a:pt x="21562" y="21369"/>
                </a:cubicBezTo>
                <a:cubicBezTo>
                  <a:pt x="21513" y="21464"/>
                  <a:pt x="21409" y="21538"/>
                  <a:pt x="21276" y="21573"/>
                </a:cubicBezTo>
                <a:cubicBezTo>
                  <a:pt x="21184" y="21600"/>
                  <a:pt x="21046" y="21600"/>
                  <a:pt x="20817" y="21600"/>
                </a:cubicBezTo>
                <a:lnTo>
                  <a:pt x="783" y="21600"/>
                </a:lnTo>
                <a:cubicBezTo>
                  <a:pt x="554" y="21600"/>
                  <a:pt x="416" y="21600"/>
                  <a:pt x="324" y="21573"/>
                </a:cubicBezTo>
                <a:cubicBezTo>
                  <a:pt x="191" y="21538"/>
                  <a:pt x="87" y="21464"/>
                  <a:pt x="38" y="21369"/>
                </a:cubicBezTo>
                <a:cubicBezTo>
                  <a:pt x="0" y="21303"/>
                  <a:pt x="0" y="21205"/>
                  <a:pt x="0" y="21041"/>
                </a:cubicBezTo>
                <a:lnTo>
                  <a:pt x="0" y="559"/>
                </a:lnTo>
                <a:cubicBezTo>
                  <a:pt x="0" y="395"/>
                  <a:pt x="0" y="297"/>
                  <a:pt x="38" y="231"/>
                </a:cubicBezTo>
                <a:cubicBezTo>
                  <a:pt x="87" y="136"/>
                  <a:pt x="191" y="62"/>
                  <a:pt x="324" y="27"/>
                </a:cubicBezTo>
                <a:cubicBezTo>
                  <a:pt x="416" y="0"/>
                  <a:pt x="554" y="0"/>
                  <a:pt x="783" y="0"/>
                </a:cubicBezTo>
                <a:lnTo>
                  <a:pt x="20817" y="0"/>
                </a:lnTo>
                <a:cubicBezTo>
                  <a:pt x="21046" y="0"/>
                  <a:pt x="21184" y="0"/>
                  <a:pt x="21276" y="27"/>
                </a:cubicBezTo>
                <a:close/>
              </a:path>
            </a:pathLst>
          </a:cu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9" name="title Text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800" name="UPPERTEXT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UPPERTEXT</a:t>
            </a:r>
          </a:p>
        </p:txBody>
      </p:sp>
      <p:pic>
        <p:nvPicPr>
          <p:cNvPr id="2801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29258" t="0" r="29258" b="0"/>
          <a:stretch>
            <a:fillRect/>
          </a:stretch>
        </p:blipFill>
        <p:spPr>
          <a:xfrm>
            <a:off x="15166798" y="4418679"/>
            <a:ext cx="4709415" cy="71748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53" y="27"/>
                </a:moveTo>
                <a:cubicBezTo>
                  <a:pt x="21395" y="61"/>
                  <a:pt x="21507" y="135"/>
                  <a:pt x="21559" y="228"/>
                </a:cubicBezTo>
                <a:cubicBezTo>
                  <a:pt x="21600" y="293"/>
                  <a:pt x="21600" y="390"/>
                  <a:pt x="21600" y="552"/>
                </a:cubicBezTo>
                <a:lnTo>
                  <a:pt x="21600" y="21048"/>
                </a:lnTo>
                <a:cubicBezTo>
                  <a:pt x="21600" y="21210"/>
                  <a:pt x="21600" y="21307"/>
                  <a:pt x="21559" y="21372"/>
                </a:cubicBezTo>
                <a:cubicBezTo>
                  <a:pt x="21507" y="21465"/>
                  <a:pt x="21395" y="21539"/>
                  <a:pt x="21253" y="21573"/>
                </a:cubicBezTo>
                <a:cubicBezTo>
                  <a:pt x="21154" y="21600"/>
                  <a:pt x="21006" y="21600"/>
                  <a:pt x="20759" y="21600"/>
                </a:cubicBezTo>
                <a:lnTo>
                  <a:pt x="841" y="21600"/>
                </a:lnTo>
                <a:cubicBezTo>
                  <a:pt x="594" y="21600"/>
                  <a:pt x="446" y="21600"/>
                  <a:pt x="347" y="21573"/>
                </a:cubicBezTo>
                <a:cubicBezTo>
                  <a:pt x="205" y="21539"/>
                  <a:pt x="93" y="21465"/>
                  <a:pt x="41" y="21372"/>
                </a:cubicBezTo>
                <a:cubicBezTo>
                  <a:pt x="0" y="21307"/>
                  <a:pt x="0" y="21210"/>
                  <a:pt x="0" y="21048"/>
                </a:cubicBezTo>
                <a:lnTo>
                  <a:pt x="0" y="552"/>
                </a:lnTo>
                <a:cubicBezTo>
                  <a:pt x="0" y="390"/>
                  <a:pt x="0" y="293"/>
                  <a:pt x="41" y="228"/>
                </a:cubicBezTo>
                <a:cubicBezTo>
                  <a:pt x="93" y="135"/>
                  <a:pt x="205" y="61"/>
                  <a:pt x="347" y="27"/>
                </a:cubicBezTo>
                <a:cubicBezTo>
                  <a:pt x="446" y="0"/>
                  <a:pt x="594" y="0"/>
                  <a:pt x="841" y="0"/>
                </a:cubicBezTo>
                <a:lnTo>
                  <a:pt x="20759" y="0"/>
                </a:lnTo>
                <a:cubicBezTo>
                  <a:pt x="21006" y="0"/>
                  <a:pt x="21154" y="0"/>
                  <a:pt x="21253" y="27"/>
                </a:cubicBezTo>
                <a:close/>
              </a:path>
            </a:pathLst>
          </a:custGeom>
        </p:spPr>
      </p:pic>
      <p:pic>
        <p:nvPicPr>
          <p:cNvPr id="2802" name="placeholder.png" descr="placeholder.png"/>
          <p:cNvPicPr>
            <a:picLocks noChangeAspect="1"/>
          </p:cNvPicPr>
          <p:nvPr>
            <p:ph type="pic" idx="24"/>
          </p:nvPr>
        </p:nvPicPr>
        <p:blipFill>
          <a:blip r:embed="rId2">
            <a:extLst/>
          </a:blip>
          <a:srcRect l="29258" t="0" r="29258" b="0"/>
          <a:stretch>
            <a:fillRect/>
          </a:stretch>
        </p:blipFill>
        <p:spPr>
          <a:xfrm>
            <a:off x="9850039" y="4418679"/>
            <a:ext cx="4709416" cy="71748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53" y="27"/>
                </a:moveTo>
                <a:cubicBezTo>
                  <a:pt x="21395" y="61"/>
                  <a:pt x="21507" y="135"/>
                  <a:pt x="21559" y="228"/>
                </a:cubicBezTo>
                <a:cubicBezTo>
                  <a:pt x="21600" y="293"/>
                  <a:pt x="21600" y="390"/>
                  <a:pt x="21600" y="552"/>
                </a:cubicBezTo>
                <a:lnTo>
                  <a:pt x="21600" y="21048"/>
                </a:lnTo>
                <a:cubicBezTo>
                  <a:pt x="21600" y="21210"/>
                  <a:pt x="21600" y="21307"/>
                  <a:pt x="21559" y="21372"/>
                </a:cubicBezTo>
                <a:cubicBezTo>
                  <a:pt x="21507" y="21465"/>
                  <a:pt x="21395" y="21539"/>
                  <a:pt x="21253" y="21573"/>
                </a:cubicBezTo>
                <a:cubicBezTo>
                  <a:pt x="21154" y="21600"/>
                  <a:pt x="21006" y="21600"/>
                  <a:pt x="20759" y="21600"/>
                </a:cubicBezTo>
                <a:lnTo>
                  <a:pt x="841" y="21600"/>
                </a:lnTo>
                <a:cubicBezTo>
                  <a:pt x="594" y="21600"/>
                  <a:pt x="446" y="21600"/>
                  <a:pt x="347" y="21573"/>
                </a:cubicBezTo>
                <a:cubicBezTo>
                  <a:pt x="205" y="21539"/>
                  <a:pt x="93" y="21465"/>
                  <a:pt x="41" y="21372"/>
                </a:cubicBezTo>
                <a:cubicBezTo>
                  <a:pt x="0" y="21307"/>
                  <a:pt x="0" y="21210"/>
                  <a:pt x="0" y="21048"/>
                </a:cubicBezTo>
                <a:lnTo>
                  <a:pt x="0" y="552"/>
                </a:lnTo>
                <a:cubicBezTo>
                  <a:pt x="0" y="390"/>
                  <a:pt x="0" y="293"/>
                  <a:pt x="41" y="228"/>
                </a:cubicBezTo>
                <a:cubicBezTo>
                  <a:pt x="93" y="135"/>
                  <a:pt x="205" y="61"/>
                  <a:pt x="347" y="27"/>
                </a:cubicBezTo>
                <a:cubicBezTo>
                  <a:pt x="446" y="0"/>
                  <a:pt x="594" y="0"/>
                  <a:pt x="841" y="0"/>
                </a:cubicBezTo>
                <a:lnTo>
                  <a:pt x="20759" y="0"/>
                </a:lnTo>
                <a:cubicBezTo>
                  <a:pt x="21006" y="0"/>
                  <a:pt x="21154" y="0"/>
                  <a:pt x="21253" y="27"/>
                </a:cubicBezTo>
                <a:close/>
              </a:path>
            </a:pathLst>
          </a:custGeom>
        </p:spPr>
      </p:pic>
      <p:pic>
        <p:nvPicPr>
          <p:cNvPr id="2803" name="placeholder.png" descr="placeholder.png"/>
          <p:cNvPicPr>
            <a:picLocks noChangeAspect="1"/>
          </p:cNvPicPr>
          <p:nvPr>
            <p:ph type="pic" idx="25"/>
          </p:nvPr>
        </p:nvPicPr>
        <p:blipFill>
          <a:blip r:embed="rId2">
            <a:extLst/>
          </a:blip>
          <a:srcRect l="29258" t="0" r="29258" b="0"/>
          <a:stretch>
            <a:fillRect/>
          </a:stretch>
        </p:blipFill>
        <p:spPr>
          <a:xfrm>
            <a:off x="4495182" y="4418679"/>
            <a:ext cx="4709415" cy="71748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53" y="27"/>
                </a:moveTo>
                <a:cubicBezTo>
                  <a:pt x="21395" y="61"/>
                  <a:pt x="21507" y="135"/>
                  <a:pt x="21559" y="228"/>
                </a:cubicBezTo>
                <a:cubicBezTo>
                  <a:pt x="21600" y="293"/>
                  <a:pt x="21600" y="390"/>
                  <a:pt x="21600" y="552"/>
                </a:cubicBezTo>
                <a:lnTo>
                  <a:pt x="21600" y="21048"/>
                </a:lnTo>
                <a:cubicBezTo>
                  <a:pt x="21600" y="21210"/>
                  <a:pt x="21600" y="21307"/>
                  <a:pt x="21559" y="21372"/>
                </a:cubicBezTo>
                <a:cubicBezTo>
                  <a:pt x="21507" y="21465"/>
                  <a:pt x="21395" y="21539"/>
                  <a:pt x="21253" y="21573"/>
                </a:cubicBezTo>
                <a:cubicBezTo>
                  <a:pt x="21154" y="21600"/>
                  <a:pt x="21006" y="21600"/>
                  <a:pt x="20759" y="21600"/>
                </a:cubicBezTo>
                <a:lnTo>
                  <a:pt x="841" y="21600"/>
                </a:lnTo>
                <a:cubicBezTo>
                  <a:pt x="594" y="21600"/>
                  <a:pt x="446" y="21600"/>
                  <a:pt x="347" y="21573"/>
                </a:cubicBezTo>
                <a:cubicBezTo>
                  <a:pt x="205" y="21539"/>
                  <a:pt x="93" y="21465"/>
                  <a:pt x="41" y="21372"/>
                </a:cubicBezTo>
                <a:cubicBezTo>
                  <a:pt x="0" y="21307"/>
                  <a:pt x="0" y="21210"/>
                  <a:pt x="0" y="21048"/>
                </a:cubicBezTo>
                <a:lnTo>
                  <a:pt x="0" y="552"/>
                </a:lnTo>
                <a:cubicBezTo>
                  <a:pt x="0" y="390"/>
                  <a:pt x="0" y="293"/>
                  <a:pt x="41" y="228"/>
                </a:cubicBezTo>
                <a:cubicBezTo>
                  <a:pt x="93" y="135"/>
                  <a:pt x="205" y="61"/>
                  <a:pt x="347" y="27"/>
                </a:cubicBezTo>
                <a:cubicBezTo>
                  <a:pt x="446" y="0"/>
                  <a:pt x="594" y="0"/>
                  <a:pt x="841" y="0"/>
                </a:cubicBezTo>
                <a:lnTo>
                  <a:pt x="20759" y="0"/>
                </a:lnTo>
                <a:cubicBezTo>
                  <a:pt x="21006" y="0"/>
                  <a:pt x="21154" y="0"/>
                  <a:pt x="21253" y="27"/>
                </a:cubicBezTo>
                <a:close/>
              </a:path>
            </a:pathLst>
          </a:custGeom>
        </p:spPr>
      </p:pic>
      <p:sp>
        <p:nvSpPr>
          <p:cNvPr id="2804" name="LOREM IPSUM DOLOR SIT AMET"/>
          <p:cNvSpPr txBox="1"/>
          <p:nvPr>
            <p:ph type="body" idx="26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LOREM IPSUM DOLOR SIT AMET</a:t>
            </a:r>
          </a:p>
        </p:txBody>
      </p:sp>
      <p:sp>
        <p:nvSpPr>
          <p:cNvPr id="2805" name="Name"/>
          <p:cNvSpPr txBox="1"/>
          <p:nvPr>
            <p:ph type="body" idx="27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Name</a:t>
            </a:r>
          </a:p>
        </p:txBody>
      </p:sp>
      <p:sp>
        <p:nvSpPr>
          <p:cNvPr id="2806" name="LOREM IPSUM DOLOR SIT AMET"/>
          <p:cNvSpPr txBox="1"/>
          <p:nvPr>
            <p:ph type="body" idx="28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LOREM IPSUM DOLOR SIT AMET</a:t>
            </a:r>
          </a:p>
        </p:txBody>
      </p:sp>
      <p:sp>
        <p:nvSpPr>
          <p:cNvPr id="2807" name="Name"/>
          <p:cNvSpPr txBox="1"/>
          <p:nvPr>
            <p:ph type="body" idx="29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Name</a:t>
            </a:r>
          </a:p>
        </p:txBody>
      </p:sp>
      <p:sp>
        <p:nvSpPr>
          <p:cNvPr id="2808" name="LOREM IPSUM DOLOR SIT AMET"/>
          <p:cNvSpPr txBox="1"/>
          <p:nvPr>
            <p:ph type="body" idx="30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LOREM IPSUM DOLOR SIT AMET</a:t>
            </a:r>
          </a:p>
        </p:txBody>
      </p:sp>
      <p:sp>
        <p:nvSpPr>
          <p:cNvPr id="2809" name="Name"/>
          <p:cNvSpPr txBox="1"/>
          <p:nvPr>
            <p:ph type="body" idx="3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Name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1" name="placeholder.png" descr="placeholder.png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29258" t="0" r="29258" b="0"/>
          <a:stretch>
            <a:fillRect/>
          </a:stretch>
        </p:blipFill>
        <p:spPr>
          <a:xfrm>
            <a:off x="9850039" y="4418679"/>
            <a:ext cx="4709416" cy="71748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53" y="27"/>
                </a:moveTo>
                <a:cubicBezTo>
                  <a:pt x="21395" y="61"/>
                  <a:pt x="21507" y="135"/>
                  <a:pt x="21559" y="228"/>
                </a:cubicBezTo>
                <a:cubicBezTo>
                  <a:pt x="21600" y="293"/>
                  <a:pt x="21600" y="390"/>
                  <a:pt x="21600" y="552"/>
                </a:cubicBezTo>
                <a:lnTo>
                  <a:pt x="21600" y="21048"/>
                </a:lnTo>
                <a:cubicBezTo>
                  <a:pt x="21600" y="21210"/>
                  <a:pt x="21600" y="21307"/>
                  <a:pt x="21559" y="21372"/>
                </a:cubicBezTo>
                <a:cubicBezTo>
                  <a:pt x="21507" y="21465"/>
                  <a:pt x="21395" y="21539"/>
                  <a:pt x="21253" y="21573"/>
                </a:cubicBezTo>
                <a:cubicBezTo>
                  <a:pt x="21154" y="21600"/>
                  <a:pt x="21006" y="21600"/>
                  <a:pt x="20759" y="21600"/>
                </a:cubicBezTo>
                <a:lnTo>
                  <a:pt x="841" y="21600"/>
                </a:lnTo>
                <a:cubicBezTo>
                  <a:pt x="594" y="21600"/>
                  <a:pt x="446" y="21600"/>
                  <a:pt x="347" y="21573"/>
                </a:cubicBezTo>
                <a:cubicBezTo>
                  <a:pt x="205" y="21539"/>
                  <a:pt x="93" y="21465"/>
                  <a:pt x="41" y="21372"/>
                </a:cubicBezTo>
                <a:cubicBezTo>
                  <a:pt x="0" y="21307"/>
                  <a:pt x="0" y="21210"/>
                  <a:pt x="0" y="21048"/>
                </a:cubicBezTo>
                <a:lnTo>
                  <a:pt x="0" y="552"/>
                </a:lnTo>
                <a:cubicBezTo>
                  <a:pt x="0" y="390"/>
                  <a:pt x="0" y="293"/>
                  <a:pt x="41" y="228"/>
                </a:cubicBezTo>
                <a:cubicBezTo>
                  <a:pt x="93" y="135"/>
                  <a:pt x="205" y="61"/>
                  <a:pt x="347" y="27"/>
                </a:cubicBezTo>
                <a:cubicBezTo>
                  <a:pt x="446" y="0"/>
                  <a:pt x="594" y="0"/>
                  <a:pt x="841" y="0"/>
                </a:cubicBezTo>
                <a:lnTo>
                  <a:pt x="20759" y="0"/>
                </a:lnTo>
                <a:cubicBezTo>
                  <a:pt x="21006" y="0"/>
                  <a:pt x="21154" y="0"/>
                  <a:pt x="21253" y="27"/>
                </a:cubicBezTo>
                <a:close/>
              </a:path>
            </a:pathLst>
          </a:custGeom>
        </p:spPr>
      </p:pic>
      <p:pic>
        <p:nvPicPr>
          <p:cNvPr id="2812" name="placeholder.png" descr="placeholder.png"/>
          <p:cNvPicPr>
            <a:picLocks noChangeAspect="1"/>
          </p:cNvPicPr>
          <p:nvPr>
            <p:ph type="pic" idx="22"/>
          </p:nvPr>
        </p:nvPicPr>
        <p:blipFill>
          <a:blip r:embed="rId2">
            <a:extLst/>
          </a:blip>
          <a:srcRect l="29258" t="0" r="29258" b="0"/>
          <a:stretch>
            <a:fillRect/>
          </a:stretch>
        </p:blipFill>
        <p:spPr>
          <a:xfrm>
            <a:off x="4495182" y="4418679"/>
            <a:ext cx="4709415" cy="71748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53" y="27"/>
                </a:moveTo>
                <a:cubicBezTo>
                  <a:pt x="21395" y="61"/>
                  <a:pt x="21507" y="135"/>
                  <a:pt x="21559" y="228"/>
                </a:cubicBezTo>
                <a:cubicBezTo>
                  <a:pt x="21600" y="293"/>
                  <a:pt x="21600" y="390"/>
                  <a:pt x="21600" y="552"/>
                </a:cubicBezTo>
                <a:lnTo>
                  <a:pt x="21600" y="21048"/>
                </a:lnTo>
                <a:cubicBezTo>
                  <a:pt x="21600" y="21210"/>
                  <a:pt x="21600" y="21307"/>
                  <a:pt x="21559" y="21372"/>
                </a:cubicBezTo>
                <a:cubicBezTo>
                  <a:pt x="21507" y="21465"/>
                  <a:pt x="21395" y="21539"/>
                  <a:pt x="21253" y="21573"/>
                </a:cubicBezTo>
                <a:cubicBezTo>
                  <a:pt x="21154" y="21600"/>
                  <a:pt x="21006" y="21600"/>
                  <a:pt x="20759" y="21600"/>
                </a:cubicBezTo>
                <a:lnTo>
                  <a:pt x="841" y="21600"/>
                </a:lnTo>
                <a:cubicBezTo>
                  <a:pt x="594" y="21600"/>
                  <a:pt x="446" y="21600"/>
                  <a:pt x="347" y="21573"/>
                </a:cubicBezTo>
                <a:cubicBezTo>
                  <a:pt x="205" y="21539"/>
                  <a:pt x="93" y="21465"/>
                  <a:pt x="41" y="21372"/>
                </a:cubicBezTo>
                <a:cubicBezTo>
                  <a:pt x="0" y="21307"/>
                  <a:pt x="0" y="21210"/>
                  <a:pt x="0" y="21048"/>
                </a:cubicBezTo>
                <a:lnTo>
                  <a:pt x="0" y="552"/>
                </a:lnTo>
                <a:cubicBezTo>
                  <a:pt x="0" y="390"/>
                  <a:pt x="0" y="293"/>
                  <a:pt x="41" y="228"/>
                </a:cubicBezTo>
                <a:cubicBezTo>
                  <a:pt x="93" y="135"/>
                  <a:pt x="205" y="61"/>
                  <a:pt x="347" y="27"/>
                </a:cubicBezTo>
                <a:cubicBezTo>
                  <a:pt x="446" y="0"/>
                  <a:pt x="594" y="0"/>
                  <a:pt x="841" y="0"/>
                </a:cubicBezTo>
                <a:lnTo>
                  <a:pt x="20759" y="0"/>
                </a:lnTo>
                <a:cubicBezTo>
                  <a:pt x="21006" y="0"/>
                  <a:pt x="21154" y="0"/>
                  <a:pt x="21253" y="27"/>
                </a:cubicBezTo>
                <a:close/>
              </a:path>
            </a:pathLst>
          </a:custGeom>
        </p:spPr>
      </p:pic>
      <p:pic>
        <p:nvPicPr>
          <p:cNvPr id="2813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29258" t="0" r="29258" b="0"/>
          <a:stretch>
            <a:fillRect/>
          </a:stretch>
        </p:blipFill>
        <p:spPr>
          <a:xfrm>
            <a:off x="15166798" y="4418679"/>
            <a:ext cx="4709415" cy="71748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53" y="27"/>
                </a:moveTo>
                <a:cubicBezTo>
                  <a:pt x="21395" y="61"/>
                  <a:pt x="21507" y="135"/>
                  <a:pt x="21559" y="228"/>
                </a:cubicBezTo>
                <a:cubicBezTo>
                  <a:pt x="21600" y="293"/>
                  <a:pt x="21600" y="390"/>
                  <a:pt x="21600" y="552"/>
                </a:cubicBezTo>
                <a:lnTo>
                  <a:pt x="21600" y="21048"/>
                </a:lnTo>
                <a:cubicBezTo>
                  <a:pt x="21600" y="21210"/>
                  <a:pt x="21600" y="21307"/>
                  <a:pt x="21559" y="21372"/>
                </a:cubicBezTo>
                <a:cubicBezTo>
                  <a:pt x="21507" y="21465"/>
                  <a:pt x="21395" y="21539"/>
                  <a:pt x="21253" y="21573"/>
                </a:cubicBezTo>
                <a:cubicBezTo>
                  <a:pt x="21154" y="21600"/>
                  <a:pt x="21006" y="21600"/>
                  <a:pt x="20759" y="21600"/>
                </a:cubicBezTo>
                <a:lnTo>
                  <a:pt x="841" y="21600"/>
                </a:lnTo>
                <a:cubicBezTo>
                  <a:pt x="594" y="21600"/>
                  <a:pt x="446" y="21600"/>
                  <a:pt x="347" y="21573"/>
                </a:cubicBezTo>
                <a:cubicBezTo>
                  <a:pt x="205" y="21539"/>
                  <a:pt x="93" y="21465"/>
                  <a:pt x="41" y="21372"/>
                </a:cubicBezTo>
                <a:cubicBezTo>
                  <a:pt x="0" y="21307"/>
                  <a:pt x="0" y="21210"/>
                  <a:pt x="0" y="21048"/>
                </a:cubicBezTo>
                <a:lnTo>
                  <a:pt x="0" y="552"/>
                </a:lnTo>
                <a:cubicBezTo>
                  <a:pt x="0" y="390"/>
                  <a:pt x="0" y="293"/>
                  <a:pt x="41" y="228"/>
                </a:cubicBezTo>
                <a:cubicBezTo>
                  <a:pt x="93" y="135"/>
                  <a:pt x="205" y="61"/>
                  <a:pt x="347" y="27"/>
                </a:cubicBezTo>
                <a:cubicBezTo>
                  <a:pt x="446" y="0"/>
                  <a:pt x="594" y="0"/>
                  <a:pt x="841" y="0"/>
                </a:cubicBezTo>
                <a:lnTo>
                  <a:pt x="20759" y="0"/>
                </a:lnTo>
                <a:cubicBezTo>
                  <a:pt x="21006" y="0"/>
                  <a:pt x="21154" y="0"/>
                  <a:pt x="21253" y="27"/>
                </a:cubicBezTo>
                <a:close/>
              </a:path>
            </a:pathLst>
          </a:custGeom>
        </p:spPr>
      </p:pic>
      <p:sp>
        <p:nvSpPr>
          <p:cNvPr id="2814" name="title Text"/>
          <p:cNvSpPr txBox="1"/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815" name="LOREM IPSUM DOLOR SIT AMET"/>
          <p:cNvSpPr txBox="1"/>
          <p:nvPr>
            <p:ph type="body" idx="25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LOREM IPSUM DOLOR SIT AMET</a:t>
            </a:r>
          </a:p>
        </p:txBody>
      </p:sp>
      <p:sp>
        <p:nvSpPr>
          <p:cNvPr id="2816" name="Name"/>
          <p:cNvSpPr txBox="1"/>
          <p:nvPr>
            <p:ph type="body" idx="26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Name</a:t>
            </a:r>
          </a:p>
        </p:txBody>
      </p:sp>
      <p:sp>
        <p:nvSpPr>
          <p:cNvPr id="2817" name="LOREM IPSUM DOLOR SIT AMET"/>
          <p:cNvSpPr txBox="1"/>
          <p:nvPr>
            <p:ph type="body" idx="27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LOREM IPSUM DOLOR SIT AMET</a:t>
            </a:r>
          </a:p>
        </p:txBody>
      </p:sp>
      <p:sp>
        <p:nvSpPr>
          <p:cNvPr id="2818" name="Name"/>
          <p:cNvSpPr txBox="1"/>
          <p:nvPr>
            <p:ph type="body" idx="28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Name</a:t>
            </a:r>
          </a:p>
        </p:txBody>
      </p:sp>
      <p:sp>
        <p:nvSpPr>
          <p:cNvPr id="2819" name="LOREM IPSUM DOLOR SIT AMET"/>
          <p:cNvSpPr txBox="1"/>
          <p:nvPr>
            <p:ph type="body" idx="29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LOREM IPSUM DOLOR SIT AMET</a:t>
            </a:r>
          </a:p>
        </p:txBody>
      </p:sp>
      <p:sp>
        <p:nvSpPr>
          <p:cNvPr id="2820" name="Name"/>
          <p:cNvSpPr txBox="1"/>
          <p:nvPr>
            <p:ph type="body" idx="30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Name</a:t>
            </a:r>
          </a:p>
        </p:txBody>
      </p:sp>
      <p:sp>
        <p:nvSpPr>
          <p:cNvPr id="2821" name="UPPERTEXT"/>
          <p:cNvSpPr txBox="1"/>
          <p:nvPr>
            <p:ph type="body" idx="3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UPPERTEXT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3" name="title Text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824" name="UPPERTEXT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UPPERTEXT</a:t>
            </a:r>
          </a:p>
        </p:txBody>
      </p:sp>
      <p:pic>
        <p:nvPicPr>
          <p:cNvPr id="2825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019933" y="4679372"/>
            <a:ext cx="4140192" cy="62662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826" name="placeholder.png" descr="placeholder.png"/>
          <p:cNvPicPr>
            <a:picLocks noChangeAspect="1"/>
          </p:cNvPicPr>
          <p:nvPr>
            <p:ph type="pic" idx="24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5566142" y="4679372"/>
            <a:ext cx="4140192" cy="62662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827" name="placeholder.png" descr="placeholder.png"/>
          <p:cNvPicPr>
            <a:picLocks noChangeAspect="1"/>
          </p:cNvPicPr>
          <p:nvPr>
            <p:ph type="pic" idx="25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0128259" y="4679372"/>
            <a:ext cx="4140192" cy="62662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828" name="placeholder.png" descr="placeholder.png"/>
          <p:cNvPicPr>
            <a:picLocks noChangeAspect="1"/>
          </p:cNvPicPr>
          <p:nvPr>
            <p:ph type="pic" idx="26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4688115" y="4679372"/>
            <a:ext cx="4140193" cy="62662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829" name="placeholder.png" descr="placeholder.png"/>
          <p:cNvPicPr>
            <a:picLocks noChangeAspect="1"/>
          </p:cNvPicPr>
          <p:nvPr>
            <p:ph type="pic" idx="27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9237533" y="4679372"/>
            <a:ext cx="4140192" cy="62662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sp>
        <p:nvSpPr>
          <p:cNvPr id="2830" name="LOREM IPSUM DOLOR SIT AMET"/>
          <p:cNvSpPr txBox="1"/>
          <p:nvPr>
            <p:ph type="body" idx="28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LOREM IPSUM DOLOR SIT AMET</a:t>
            </a:r>
          </a:p>
        </p:txBody>
      </p:sp>
      <p:sp>
        <p:nvSpPr>
          <p:cNvPr id="2831" name="Name"/>
          <p:cNvSpPr txBox="1"/>
          <p:nvPr>
            <p:ph type="body" idx="29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Name</a:t>
            </a:r>
          </a:p>
        </p:txBody>
      </p:sp>
      <p:sp>
        <p:nvSpPr>
          <p:cNvPr id="2832" name="LOREM IPSUM DOLOR SIT AMET"/>
          <p:cNvSpPr txBox="1"/>
          <p:nvPr>
            <p:ph type="body" idx="30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LOREM IPSUM DOLOR SIT AMET</a:t>
            </a:r>
          </a:p>
        </p:txBody>
      </p:sp>
      <p:sp>
        <p:nvSpPr>
          <p:cNvPr id="2833" name="Name"/>
          <p:cNvSpPr txBox="1"/>
          <p:nvPr>
            <p:ph type="body" idx="3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Name</a:t>
            </a:r>
          </a:p>
        </p:txBody>
      </p:sp>
      <p:sp>
        <p:nvSpPr>
          <p:cNvPr id="2834" name="LOREM IPSUM DOLOR SIT AMET"/>
          <p:cNvSpPr txBox="1"/>
          <p:nvPr>
            <p:ph type="body" idx="3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LOREM IPSUM DOLOR SIT AMET</a:t>
            </a:r>
          </a:p>
        </p:txBody>
      </p:sp>
      <p:sp>
        <p:nvSpPr>
          <p:cNvPr id="2835" name="Name"/>
          <p:cNvSpPr txBox="1"/>
          <p:nvPr>
            <p:ph type="body" idx="33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Name</a:t>
            </a:r>
          </a:p>
        </p:txBody>
      </p:sp>
      <p:sp>
        <p:nvSpPr>
          <p:cNvPr id="2836" name="LOREM IPSUM DOLOR SIT AMET"/>
          <p:cNvSpPr txBox="1"/>
          <p:nvPr>
            <p:ph type="body" idx="34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LOREM IPSUM DOLOR SIT AMET</a:t>
            </a:r>
          </a:p>
        </p:txBody>
      </p:sp>
      <p:sp>
        <p:nvSpPr>
          <p:cNvPr id="2837" name="Name"/>
          <p:cNvSpPr txBox="1"/>
          <p:nvPr>
            <p:ph type="body" idx="35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Name</a:t>
            </a:r>
          </a:p>
        </p:txBody>
      </p:sp>
      <p:sp>
        <p:nvSpPr>
          <p:cNvPr id="2838" name="LOREM IPSUM DOLOR SIT AMET"/>
          <p:cNvSpPr txBox="1"/>
          <p:nvPr>
            <p:ph type="body" idx="36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LOREM IPSUM DOLOR SIT AMET</a:t>
            </a:r>
          </a:p>
        </p:txBody>
      </p:sp>
      <p:sp>
        <p:nvSpPr>
          <p:cNvPr id="2839" name="Name"/>
          <p:cNvSpPr txBox="1"/>
          <p:nvPr>
            <p:ph type="body" idx="37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Name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1" name="title Text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842" name="UPPERTEXT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UPPERTEXT</a:t>
            </a:r>
          </a:p>
        </p:txBody>
      </p:sp>
      <p:pic>
        <p:nvPicPr>
          <p:cNvPr id="2843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019933" y="46751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844" name="placeholder.png" descr="placeholder.png"/>
          <p:cNvPicPr>
            <a:picLocks noChangeAspect="1"/>
          </p:cNvPicPr>
          <p:nvPr>
            <p:ph type="pic" idx="24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5566142" y="46751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845" name="placeholder.png" descr="placeholder.png"/>
          <p:cNvPicPr>
            <a:picLocks noChangeAspect="1"/>
          </p:cNvPicPr>
          <p:nvPr>
            <p:ph type="pic" idx="25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0128259" y="46751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846" name="placeholder.png" descr="placeholder.png"/>
          <p:cNvPicPr>
            <a:picLocks noChangeAspect="1"/>
          </p:cNvPicPr>
          <p:nvPr>
            <p:ph type="pic" idx="26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4688115" y="4675139"/>
            <a:ext cx="4140193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847" name="placeholder.png" descr="placeholder.png"/>
          <p:cNvPicPr>
            <a:picLocks noChangeAspect="1"/>
          </p:cNvPicPr>
          <p:nvPr>
            <p:ph type="pic" idx="27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9237533" y="46751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sp>
        <p:nvSpPr>
          <p:cNvPr id="2848" name="LOREM IPSUM DOLOR SIT AMET"/>
          <p:cNvSpPr txBox="1"/>
          <p:nvPr>
            <p:ph type="body" idx="28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LOREM IPSUM DOLOR SIT AMET</a:t>
            </a:r>
          </a:p>
        </p:txBody>
      </p:sp>
      <p:sp>
        <p:nvSpPr>
          <p:cNvPr id="2849" name="Name"/>
          <p:cNvSpPr txBox="1"/>
          <p:nvPr>
            <p:ph type="body" idx="29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Name</a:t>
            </a:r>
          </a:p>
        </p:txBody>
      </p:sp>
      <p:sp>
        <p:nvSpPr>
          <p:cNvPr id="2850" name="LOREM IPSUM DOLOR SIT AMET"/>
          <p:cNvSpPr txBox="1"/>
          <p:nvPr>
            <p:ph type="body" idx="30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LOREM IPSUM DOLOR SIT AMET</a:t>
            </a:r>
          </a:p>
        </p:txBody>
      </p:sp>
      <p:sp>
        <p:nvSpPr>
          <p:cNvPr id="2851" name="Name"/>
          <p:cNvSpPr txBox="1"/>
          <p:nvPr>
            <p:ph type="body" idx="3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Name</a:t>
            </a:r>
          </a:p>
        </p:txBody>
      </p:sp>
      <p:sp>
        <p:nvSpPr>
          <p:cNvPr id="2852" name="LOREM IPSUM DOLOR SIT AMET"/>
          <p:cNvSpPr txBox="1"/>
          <p:nvPr>
            <p:ph type="body" idx="3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LOREM IPSUM DOLOR SIT AMET</a:t>
            </a:r>
          </a:p>
        </p:txBody>
      </p:sp>
      <p:sp>
        <p:nvSpPr>
          <p:cNvPr id="2853" name="Name"/>
          <p:cNvSpPr txBox="1"/>
          <p:nvPr>
            <p:ph type="body" idx="33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Name</a:t>
            </a:r>
          </a:p>
        </p:txBody>
      </p:sp>
      <p:sp>
        <p:nvSpPr>
          <p:cNvPr id="2854" name="LOREM IPSUM DOLOR SIT AMET"/>
          <p:cNvSpPr txBox="1"/>
          <p:nvPr>
            <p:ph type="body" idx="34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LOREM IPSUM DOLOR SIT AMET</a:t>
            </a:r>
          </a:p>
        </p:txBody>
      </p:sp>
      <p:sp>
        <p:nvSpPr>
          <p:cNvPr id="2855" name="Name"/>
          <p:cNvSpPr txBox="1"/>
          <p:nvPr>
            <p:ph type="body" idx="35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Name</a:t>
            </a:r>
          </a:p>
        </p:txBody>
      </p:sp>
      <p:sp>
        <p:nvSpPr>
          <p:cNvPr id="2856" name="LOREM IPSUM DOLOR SIT AMET"/>
          <p:cNvSpPr txBox="1"/>
          <p:nvPr>
            <p:ph type="body" idx="36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LOREM IPSUM DOLOR SIT AMET</a:t>
            </a:r>
          </a:p>
        </p:txBody>
      </p:sp>
      <p:sp>
        <p:nvSpPr>
          <p:cNvPr id="2857" name="Name"/>
          <p:cNvSpPr txBox="1"/>
          <p:nvPr>
            <p:ph type="body" idx="37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Name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9" name="(Sports) Slides"/>
          <p:cNvSpPr txBox="1"/>
          <p:nvPr>
            <p:ph type="body" idx="21"/>
          </p:nvPr>
        </p:nvSpPr>
        <p:spPr>
          <a:xfrm>
            <a:off x="5670189" y="4495801"/>
            <a:ext cx="15929426" cy="183959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pPr/>
            <a:r>
              <a:t>(Sports) Slides</a:t>
            </a:r>
          </a:p>
        </p:txBody>
      </p:sp>
      <p:pic>
        <p:nvPicPr>
          <p:cNvPr id="2860" name="espn-red-digital.png" descr="espn-red-digital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66390" y="4670856"/>
            <a:ext cx="4660067" cy="114948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2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pic>
        <p:nvPicPr>
          <p:cNvPr id="2863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924194" y="6247642"/>
            <a:ext cx="12535612" cy="122071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5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pic>
        <p:nvPicPr>
          <p:cNvPr id="2866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90234" y="6253198"/>
            <a:ext cx="12603532" cy="122733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8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pic>
        <p:nvPicPr>
          <p:cNvPr id="2869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924194" y="4952242"/>
            <a:ext cx="12535612" cy="122071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1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pic>
        <p:nvPicPr>
          <p:cNvPr id="2872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90234" y="4952242"/>
            <a:ext cx="12603532" cy="122733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4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48895" t="0" r="21940" b="0"/>
          <a:stretch>
            <a:fillRect/>
          </a:stretch>
        </p:blipFill>
        <p:spPr>
          <a:xfrm>
            <a:off x="10416777" y="-1"/>
            <a:ext cx="13966638" cy="13717380"/>
          </a:xfrm>
          <a:prstGeom prst="rect">
            <a:avLst/>
          </a:prstGeom>
        </p:spPr>
      </p:pic>
      <p:pic>
        <p:nvPicPr>
          <p:cNvPr id="2875" name="Image-Right-Red.png" descr="Image-Right-Red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03835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876" name="One or two…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877" name="Subtitle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Subtitle</a:t>
            </a:r>
          </a:p>
        </p:txBody>
      </p:sp>
      <p:sp>
        <p:nvSpPr>
          <p:cNvPr id="2878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80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48895" t="0" r="21940" b="0"/>
          <a:stretch>
            <a:fillRect/>
          </a:stretch>
        </p:blipFill>
        <p:spPr>
          <a:xfrm>
            <a:off x="10416777" y="-1"/>
            <a:ext cx="13966638" cy="13717380"/>
          </a:xfrm>
          <a:prstGeom prst="rect">
            <a:avLst/>
          </a:prstGeom>
        </p:spPr>
      </p:pic>
      <p:pic>
        <p:nvPicPr>
          <p:cNvPr id="2881" name="Image-Right-Red-Light.png" descr="Image-Right-Red-Light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9177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882" name="One or two…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883" name="Subtitle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Subtitle</a:t>
            </a:r>
          </a:p>
        </p:txBody>
      </p:sp>
      <p:sp>
        <p:nvSpPr>
          <p:cNvPr id="2884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86" name="CFP_16x9_KeyArt.jpg" descr="CFP_16x9_KeyArt.jpg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6" t="16109" r="6" b="0"/>
          <a:stretch>
            <a:fillRect/>
          </a:stretch>
        </p:blipFill>
        <p:spPr>
          <a:xfrm>
            <a:off x="0" y="0"/>
            <a:ext cx="24383416" cy="11507579"/>
          </a:xfrm>
          <a:prstGeom prst="rect">
            <a:avLst/>
          </a:prstGeom>
        </p:spPr>
      </p:pic>
      <p:pic>
        <p:nvPicPr>
          <p:cNvPr id="2887" name="Red Corner.png" descr="Red Corner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 flipH="1">
            <a:off x="0" y="3492500"/>
            <a:ext cx="24384000" cy="1022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888" name="Title Text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889" name="Subtitle"/>
          <p:cNvSpPr txBox="1"/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Subtitle</a:t>
            </a:r>
          </a:p>
        </p:txBody>
      </p:sp>
      <p:sp>
        <p:nvSpPr>
          <p:cNvPr id="2890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2" name="placeholder.png" descr="placeholder.png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21940" t="0" r="21940" b="0"/>
          <a:stretch>
            <a:fillRect/>
          </a:stretch>
        </p:blipFill>
        <p:spPr>
          <a:xfrm>
            <a:off x="0" y="-1"/>
            <a:ext cx="24383416" cy="13717380"/>
          </a:xfrm>
          <a:prstGeom prst="rect">
            <a:avLst/>
          </a:prstGeom>
        </p:spPr>
      </p:pic>
      <p:pic>
        <p:nvPicPr>
          <p:cNvPr id="2893" name="Red Corner.png" descr="Red Corner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 flipH="1">
            <a:off x="0" y="3492500"/>
            <a:ext cx="24384000" cy="1022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894" name="Title Text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895" name="Subtitle"/>
          <p:cNvSpPr txBox="1"/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Subtitle</a:t>
            </a:r>
          </a:p>
        </p:txBody>
      </p:sp>
      <p:sp>
        <p:nvSpPr>
          <p:cNvPr id="2896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8" name="placeholder.png" descr="placeholder.png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21940" t="0" r="21940" b="0"/>
          <a:stretch>
            <a:fillRect/>
          </a:stretch>
        </p:blipFill>
        <p:spPr>
          <a:xfrm>
            <a:off x="0" y="-1"/>
            <a:ext cx="24383416" cy="13717380"/>
          </a:xfrm>
          <a:prstGeom prst="rect">
            <a:avLst/>
          </a:prstGeom>
        </p:spPr>
      </p:pic>
      <p:pic>
        <p:nvPicPr>
          <p:cNvPr id="2899" name="White Corner.png" descr="White Corner.png"/>
          <p:cNvPicPr>
            <a:picLocks noChangeAspect="1"/>
          </p:cNvPicPr>
          <p:nvPr/>
        </p:nvPicPr>
        <p:blipFill>
          <a:blip r:embed="rId3">
            <a:extLst/>
          </a:blip>
          <a:srcRect l="0" t="0" r="0" b="15778"/>
          <a:stretch>
            <a:fillRect/>
          </a:stretch>
        </p:blipFill>
        <p:spPr>
          <a:xfrm flipH="1">
            <a:off x="0" y="3276600"/>
            <a:ext cx="24384000" cy="10439400"/>
          </a:xfrm>
          <a:prstGeom prst="rect">
            <a:avLst/>
          </a:prstGeom>
          <a:ln w="12700">
            <a:miter lim="400000"/>
          </a:ln>
        </p:spPr>
      </p:pic>
      <p:sp>
        <p:nvSpPr>
          <p:cNvPr id="2900" name="Title Text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901" name="Subtitle"/>
          <p:cNvSpPr txBox="1"/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24242"/>
                </a:solidFill>
              </a:defRPr>
            </a:lvl1pPr>
          </a:lstStyle>
          <a:p>
            <a:pPr/>
            <a:r>
              <a:t>Subtitle</a:t>
            </a:r>
          </a:p>
        </p:txBody>
      </p:sp>
      <p:sp>
        <p:nvSpPr>
          <p:cNvPr id="2902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4" name="20250210_AK2_8125.JPG-4000x4000.jpg" descr="20250210_AK2_8125.JPG-4000x4000.jpg"/>
          <p:cNvPicPr>
            <a:picLocks noChangeAspect="1"/>
          </p:cNvPicPr>
          <p:nvPr/>
        </p:nvPicPr>
        <p:blipFill>
          <a:blip r:embed="rId2">
            <a:extLst/>
          </a:blip>
          <a:srcRect l="3953" t="18749" r="9106" b="39264"/>
          <a:stretch>
            <a:fillRect/>
          </a:stretch>
        </p:blipFill>
        <p:spPr>
          <a:xfrm rot="21564091">
            <a:off x="-39145" y="-127141"/>
            <a:ext cx="24462290" cy="78768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530" y="21600"/>
                </a:moveTo>
                <a:lnTo>
                  <a:pt x="0" y="20902"/>
                </a:lnTo>
                <a:lnTo>
                  <a:pt x="70" y="0"/>
                </a:lnTo>
                <a:lnTo>
                  <a:pt x="21600" y="698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905" name="Rectangle 22"/>
          <p:cNvSpPr/>
          <p:nvPr/>
        </p:nvSpPr>
        <p:spPr>
          <a:xfrm>
            <a:off x="-3" y="3811289"/>
            <a:ext cx="24384001" cy="3811291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91000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tIns="91439" bIns="91439" anchor="ctr"/>
          <a:lstStyle/>
          <a:p>
            <a:pPr algn="ctr" defTabSz="1828800">
              <a:defRPr sz="3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906" name="Slide bullet text"/>
          <p:cNvSpPr txBox="1"/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907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9" name="placeholder.png" descr="placeholder.png"/>
          <p:cNvPicPr>
            <a:picLocks noChangeAspect="0"/>
          </p:cNvPicPr>
          <p:nvPr>
            <p:ph type="pic" idx="21"/>
          </p:nvPr>
        </p:nvPicPr>
        <p:blipFill>
          <a:blip r:embed="rId2">
            <a:extLst/>
          </a:blip>
          <a:srcRect l="21940" t="0" r="21940" b="0"/>
          <a:stretch>
            <a:fillRect/>
          </a:stretch>
        </p:blipFill>
        <p:spPr>
          <a:xfrm>
            <a:off x="0" y="-1"/>
            <a:ext cx="24383680" cy="7620001"/>
          </a:xfrm>
          <a:prstGeom prst="rect">
            <a:avLst/>
          </a:prstGeom>
        </p:spPr>
      </p:pic>
      <p:sp>
        <p:nvSpPr>
          <p:cNvPr id="2910" name="Rectangle 22"/>
          <p:cNvSpPr/>
          <p:nvPr/>
        </p:nvSpPr>
        <p:spPr>
          <a:xfrm>
            <a:off x="-3" y="3811289"/>
            <a:ext cx="24384001" cy="3811291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91000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tIns="91439" bIns="91439" anchor="ctr"/>
          <a:lstStyle/>
          <a:p>
            <a:pPr algn="ctr" defTabSz="1828800">
              <a:defRPr sz="3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911" name="Slide bullet text"/>
          <p:cNvSpPr txBox="1"/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912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14" name="placeholder.png" descr="placeholder.png"/>
          <p:cNvPicPr>
            <a:picLocks noChangeAspect="0"/>
          </p:cNvPicPr>
          <p:nvPr>
            <p:ph type="pic" idx="21"/>
          </p:nvPr>
        </p:nvPicPr>
        <p:blipFill>
          <a:blip r:embed="rId2">
            <a:extLst/>
          </a:blip>
          <a:srcRect l="21940" t="0" r="21940" b="0"/>
          <a:stretch>
            <a:fillRect/>
          </a:stretch>
        </p:blipFill>
        <p:spPr>
          <a:xfrm>
            <a:off x="0" y="-1"/>
            <a:ext cx="24383680" cy="7620001"/>
          </a:xfrm>
          <a:prstGeom prst="rect">
            <a:avLst/>
          </a:prstGeom>
        </p:spPr>
      </p:pic>
      <p:sp>
        <p:nvSpPr>
          <p:cNvPr id="2915" name="Rectangle 22"/>
          <p:cNvSpPr/>
          <p:nvPr/>
        </p:nvSpPr>
        <p:spPr>
          <a:xfrm>
            <a:off x="-3" y="3811289"/>
            <a:ext cx="24384001" cy="3811291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91000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tIns="91439" bIns="91439" anchor="ctr"/>
          <a:lstStyle/>
          <a:p>
            <a:pPr algn="ctr" defTabSz="1828800">
              <a:defRPr sz="3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2916" name="Slide bullet text"/>
          <p:cNvSpPr txBox="1"/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917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9" name="One or Two…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920" name="UPPERTEXT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UPPERTEXT</a:t>
            </a:r>
          </a:p>
        </p:txBody>
      </p:sp>
      <p:pic>
        <p:nvPicPr>
          <p:cNvPr id="2921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951" t="0" r="4259" b="11981"/>
          <a:stretch>
            <a:fillRect/>
          </a:stretch>
        </p:blipFill>
        <p:spPr>
          <a:xfrm>
            <a:off x="7036831" y="-1506877"/>
            <a:ext cx="6467104" cy="37952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8" y="49"/>
                </a:moveTo>
                <a:cubicBezTo>
                  <a:pt x="21433" y="120"/>
                  <a:pt x="21524" y="276"/>
                  <a:pt x="21567" y="473"/>
                </a:cubicBezTo>
                <a:cubicBezTo>
                  <a:pt x="21600" y="609"/>
                  <a:pt x="21600" y="814"/>
                  <a:pt x="21600" y="1156"/>
                </a:cubicBezTo>
                <a:lnTo>
                  <a:pt x="21600" y="20435"/>
                </a:lnTo>
                <a:cubicBezTo>
                  <a:pt x="21600" y="20777"/>
                  <a:pt x="21600" y="20982"/>
                  <a:pt x="21567" y="21119"/>
                </a:cubicBezTo>
                <a:cubicBezTo>
                  <a:pt x="21524" y="21316"/>
                  <a:pt x="21433" y="21471"/>
                  <a:pt x="21318" y="21543"/>
                </a:cubicBezTo>
                <a:cubicBezTo>
                  <a:pt x="21237" y="21600"/>
                  <a:pt x="21117" y="21600"/>
                  <a:pt x="20916" y="21600"/>
                </a:cubicBezTo>
                <a:lnTo>
                  <a:pt x="684" y="21600"/>
                </a:lnTo>
                <a:cubicBezTo>
                  <a:pt x="483" y="21600"/>
                  <a:pt x="363" y="21600"/>
                  <a:pt x="282" y="21543"/>
                </a:cubicBezTo>
                <a:cubicBezTo>
                  <a:pt x="167" y="21471"/>
                  <a:pt x="76" y="21316"/>
                  <a:pt x="33" y="21119"/>
                </a:cubicBezTo>
                <a:cubicBezTo>
                  <a:pt x="0" y="20982"/>
                  <a:pt x="0" y="20777"/>
                  <a:pt x="0" y="20435"/>
                </a:cubicBezTo>
                <a:lnTo>
                  <a:pt x="0" y="1156"/>
                </a:lnTo>
                <a:cubicBezTo>
                  <a:pt x="0" y="814"/>
                  <a:pt x="0" y="609"/>
                  <a:pt x="33" y="473"/>
                </a:cubicBezTo>
                <a:cubicBezTo>
                  <a:pt x="76" y="276"/>
                  <a:pt x="167" y="120"/>
                  <a:pt x="282" y="49"/>
                </a:cubicBezTo>
                <a:cubicBezTo>
                  <a:pt x="320" y="22"/>
                  <a:pt x="367" y="7"/>
                  <a:pt x="427" y="0"/>
                </a:cubicBezTo>
                <a:lnTo>
                  <a:pt x="21173" y="0"/>
                </a:lnTo>
                <a:cubicBezTo>
                  <a:pt x="21233" y="7"/>
                  <a:pt x="21280" y="22"/>
                  <a:pt x="21318" y="49"/>
                </a:cubicBezTo>
                <a:close/>
              </a:path>
            </a:pathLst>
          </a:custGeom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</a:schemeClr>
            </a:outerShdw>
          </a:effectLst>
        </p:spPr>
      </p:pic>
      <p:pic>
        <p:nvPicPr>
          <p:cNvPr id="2922" name="placeholder.png" descr="placeholder.png"/>
          <p:cNvPicPr>
            <a:picLocks noChangeAspect="1"/>
          </p:cNvPicPr>
          <p:nvPr>
            <p:ph type="pic" idx="24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-112325" y="-1463933"/>
            <a:ext cx="6414338" cy="37440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</a:schemeClr>
            </a:outerShdw>
          </a:effectLst>
        </p:spPr>
      </p:pic>
      <p:pic>
        <p:nvPicPr>
          <p:cNvPr id="2923" name="placeholder.png" descr="placeholder.png"/>
          <p:cNvPicPr>
            <a:picLocks noChangeAspect="1"/>
          </p:cNvPicPr>
          <p:nvPr>
            <p:ph type="pic" idx="25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14210453" y="-1472862"/>
            <a:ext cx="6445183" cy="37620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</a:schemeClr>
            </a:outerShdw>
          </a:effectLst>
        </p:spPr>
      </p:pic>
      <p:pic>
        <p:nvPicPr>
          <p:cNvPr id="2924" name="placeholder.png" descr="placeholder.png"/>
          <p:cNvPicPr>
            <a:picLocks noChangeAspect="1"/>
          </p:cNvPicPr>
          <p:nvPr>
            <p:ph type="pic" idx="26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21404983" y="-1498262"/>
            <a:ext cx="6445183" cy="37620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</a:schemeClr>
            </a:outerShdw>
          </a:effectLst>
        </p:spPr>
      </p:pic>
      <p:pic>
        <p:nvPicPr>
          <p:cNvPr id="2925" name="placeholder.png" descr="placeholder.png"/>
          <p:cNvPicPr>
            <a:picLocks noChangeAspect="1"/>
          </p:cNvPicPr>
          <p:nvPr>
            <p:ph type="pic" idx="27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3631997" y="11274309"/>
            <a:ext cx="6457370" cy="3769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</a:schemeClr>
            </a:outerShdw>
          </a:effectLst>
        </p:spPr>
      </p:pic>
      <p:pic>
        <p:nvPicPr>
          <p:cNvPr id="2926" name="placeholder.png" descr="placeholder.png"/>
          <p:cNvPicPr>
            <a:picLocks noChangeAspect="1"/>
          </p:cNvPicPr>
          <p:nvPr>
            <p:ph type="pic" idx="28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-3501244" y="11286868"/>
            <a:ext cx="6414338" cy="37440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</a:schemeClr>
            </a:outerShdw>
          </a:effectLst>
        </p:spPr>
      </p:pic>
      <p:pic>
        <p:nvPicPr>
          <p:cNvPr id="2927" name="placeholder.png" descr="placeholder.png"/>
          <p:cNvPicPr>
            <a:picLocks noChangeAspect="1"/>
          </p:cNvPicPr>
          <p:nvPr>
            <p:ph type="pic" idx="29"/>
          </p:nvPr>
        </p:nvPicPr>
        <p:blipFill>
          <a:blip r:embed="rId2">
            <a:extLst/>
          </a:blip>
          <a:srcRect l="2992" t="4578" r="2992" b="8491"/>
          <a:stretch>
            <a:fillRect/>
          </a:stretch>
        </p:blipFill>
        <p:spPr>
          <a:xfrm>
            <a:off x="10789621" y="11274366"/>
            <a:ext cx="6449622" cy="3768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53" y="50"/>
                </a:moveTo>
                <a:cubicBezTo>
                  <a:pt x="21454" y="113"/>
                  <a:pt x="21534" y="249"/>
                  <a:pt x="21571" y="422"/>
                </a:cubicBezTo>
                <a:cubicBezTo>
                  <a:pt x="21600" y="542"/>
                  <a:pt x="21600" y="722"/>
                  <a:pt x="21600" y="1022"/>
                </a:cubicBezTo>
                <a:lnTo>
                  <a:pt x="21600" y="20578"/>
                </a:lnTo>
                <a:cubicBezTo>
                  <a:pt x="21600" y="20878"/>
                  <a:pt x="21600" y="21058"/>
                  <a:pt x="21571" y="21178"/>
                </a:cubicBezTo>
                <a:cubicBezTo>
                  <a:pt x="21534" y="21351"/>
                  <a:pt x="21454" y="21487"/>
                  <a:pt x="21353" y="21550"/>
                </a:cubicBezTo>
                <a:cubicBezTo>
                  <a:pt x="21283" y="21600"/>
                  <a:pt x="21178" y="21600"/>
                  <a:pt x="21003" y="21600"/>
                </a:cubicBezTo>
                <a:lnTo>
                  <a:pt x="597" y="21600"/>
                </a:lnTo>
                <a:cubicBezTo>
                  <a:pt x="422" y="21600"/>
                  <a:pt x="317" y="21600"/>
                  <a:pt x="247" y="21550"/>
                </a:cubicBezTo>
                <a:cubicBezTo>
                  <a:pt x="146" y="21487"/>
                  <a:pt x="66" y="21351"/>
                  <a:pt x="29" y="21178"/>
                </a:cubicBezTo>
                <a:cubicBezTo>
                  <a:pt x="0" y="21058"/>
                  <a:pt x="0" y="20878"/>
                  <a:pt x="0" y="20578"/>
                </a:cubicBezTo>
                <a:lnTo>
                  <a:pt x="0" y="1022"/>
                </a:lnTo>
                <a:cubicBezTo>
                  <a:pt x="0" y="722"/>
                  <a:pt x="0" y="542"/>
                  <a:pt x="29" y="422"/>
                </a:cubicBezTo>
                <a:cubicBezTo>
                  <a:pt x="66" y="249"/>
                  <a:pt x="146" y="113"/>
                  <a:pt x="247" y="50"/>
                </a:cubicBezTo>
                <a:cubicBezTo>
                  <a:pt x="317" y="0"/>
                  <a:pt x="422" y="0"/>
                  <a:pt x="597" y="0"/>
                </a:cubicBezTo>
                <a:lnTo>
                  <a:pt x="21003" y="0"/>
                </a:lnTo>
                <a:cubicBezTo>
                  <a:pt x="21178" y="0"/>
                  <a:pt x="21283" y="0"/>
                  <a:pt x="21353" y="50"/>
                </a:cubicBezTo>
                <a:close/>
              </a:path>
            </a:pathLst>
          </a:custGeom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</a:schemeClr>
            </a:outerShdw>
          </a:effectLst>
        </p:spPr>
      </p:pic>
      <p:pic>
        <p:nvPicPr>
          <p:cNvPr id="2928" name="placeholder.png" descr="placeholder.png"/>
          <p:cNvPicPr>
            <a:picLocks noChangeAspect="1"/>
          </p:cNvPicPr>
          <p:nvPr>
            <p:ph type="pic" idx="30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17982398" y="11277937"/>
            <a:ext cx="6445183" cy="3762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</a:scheme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0" name="One or Two…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931" name="UPPERTEXT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UPPERTEXT</a:t>
            </a:r>
          </a:p>
        </p:txBody>
      </p:sp>
      <p:pic>
        <p:nvPicPr>
          <p:cNvPr id="2932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7078629" y="-1498387"/>
            <a:ext cx="6445361" cy="37621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  <a:alpha val="59886"/>
              </a:schemeClr>
            </a:outerShdw>
          </a:effectLst>
        </p:spPr>
      </p:pic>
      <p:pic>
        <p:nvPicPr>
          <p:cNvPr id="2933" name="placeholder.png" descr="placeholder.png"/>
          <p:cNvPicPr>
            <a:picLocks noChangeAspect="1"/>
          </p:cNvPicPr>
          <p:nvPr>
            <p:ph type="pic" idx="24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-61525" y="-1476633"/>
            <a:ext cx="6414338" cy="37440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  <a:alpha val="59886"/>
              </a:schemeClr>
            </a:outerShdw>
          </a:effectLst>
        </p:spPr>
      </p:pic>
      <p:pic>
        <p:nvPicPr>
          <p:cNvPr id="2934" name="placeholder.png" descr="placeholder.png"/>
          <p:cNvPicPr>
            <a:picLocks noChangeAspect="1"/>
          </p:cNvPicPr>
          <p:nvPr>
            <p:ph type="pic" idx="25"/>
          </p:nvPr>
        </p:nvPicPr>
        <p:blipFill>
          <a:blip r:embed="rId2">
            <a:extLst/>
          </a:blip>
          <a:srcRect l="2992" t="4677" r="2990" b="8489"/>
          <a:stretch>
            <a:fillRect/>
          </a:stretch>
        </p:blipFill>
        <p:spPr>
          <a:xfrm>
            <a:off x="14211640" y="-1476493"/>
            <a:ext cx="6414247" cy="37440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  <a:alpha val="59886"/>
              </a:schemeClr>
            </a:outerShdw>
          </a:effectLst>
        </p:spPr>
      </p:pic>
      <p:pic>
        <p:nvPicPr>
          <p:cNvPr id="2935" name="placeholder.png" descr="placeholder.png"/>
          <p:cNvPicPr>
            <a:picLocks noChangeAspect="1"/>
          </p:cNvPicPr>
          <p:nvPr>
            <p:ph type="pic" idx="26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21398698" y="-1510962"/>
            <a:ext cx="6445183" cy="37620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  <a:alpha val="59886"/>
              </a:schemeClr>
            </a:outerShdw>
          </a:effectLst>
        </p:spPr>
      </p:pic>
      <p:pic>
        <p:nvPicPr>
          <p:cNvPr id="2936" name="placeholder.png" descr="placeholder.png"/>
          <p:cNvPicPr>
            <a:picLocks noChangeAspect="1"/>
          </p:cNvPicPr>
          <p:nvPr>
            <p:ph type="pic" idx="27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3700429" y="11248767"/>
            <a:ext cx="6414338" cy="37440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  <a:alpha val="59886"/>
              </a:schemeClr>
            </a:outerShdw>
          </a:effectLst>
        </p:spPr>
      </p:pic>
      <p:pic>
        <p:nvPicPr>
          <p:cNvPr id="2937" name="placeholder.png" descr="placeholder.png"/>
          <p:cNvPicPr>
            <a:picLocks noChangeAspect="1"/>
          </p:cNvPicPr>
          <p:nvPr>
            <p:ph type="pic" idx="28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-3439725" y="11236067"/>
            <a:ext cx="6414338" cy="37440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  <a:alpha val="59886"/>
              </a:schemeClr>
            </a:outerShdw>
          </a:effectLst>
        </p:spPr>
      </p:pic>
      <p:pic>
        <p:nvPicPr>
          <p:cNvPr id="2938" name="placeholder.png" descr="placeholder.png"/>
          <p:cNvPicPr>
            <a:picLocks noChangeAspect="1"/>
          </p:cNvPicPr>
          <p:nvPr>
            <p:ph type="pic" idx="29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10806853" y="11252537"/>
            <a:ext cx="6445183" cy="3762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  <a:alpha val="59886"/>
              </a:schemeClr>
            </a:outerShdw>
          </a:effectLst>
        </p:spPr>
      </p:pic>
      <p:pic>
        <p:nvPicPr>
          <p:cNvPr id="2939" name="placeholder.png" descr="placeholder.png"/>
          <p:cNvPicPr>
            <a:picLocks noChangeAspect="1"/>
          </p:cNvPicPr>
          <p:nvPr>
            <p:ph type="pic" idx="30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17995098" y="11239837"/>
            <a:ext cx="6445183" cy="3762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sx="100000" sy="100000" kx="0" ky="0" algn="b" rotWithShape="0" blurRad="355600" dist="0" dir="5400000">
              <a:schemeClr val="accent4">
                <a:hueOff val="-93125"/>
                <a:satOff val="2803"/>
                <a:lumOff val="23906"/>
                <a:alpha val="59886"/>
              </a:scheme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1" name="One or two…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942" name="UPPERTEXT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UPPERTEXT</a:t>
            </a:r>
          </a:p>
        </p:txBody>
      </p:sp>
      <p:pic>
        <p:nvPicPr>
          <p:cNvPr id="2943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5503157" y="6237239"/>
            <a:ext cx="4156877" cy="62914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44" name="placeholder.png" descr="placeholder.png"/>
          <p:cNvPicPr>
            <a:picLocks noChangeAspect="1"/>
          </p:cNvPicPr>
          <p:nvPr>
            <p:ph type="pic" idx="24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0024258" y="8574237"/>
            <a:ext cx="4156830" cy="62914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45" name="placeholder.png" descr="placeholder.png"/>
          <p:cNvPicPr>
            <a:picLocks noChangeAspect="1"/>
          </p:cNvPicPr>
          <p:nvPr>
            <p:ph type="pic" idx="25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4553848" y="6249782"/>
            <a:ext cx="4157057" cy="629174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46" name="placeholder.png" descr="placeholder.png"/>
          <p:cNvPicPr>
            <a:picLocks noChangeAspect="1"/>
          </p:cNvPicPr>
          <p:nvPr>
            <p:ph type="pic" idx="26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5499049" y="12871071"/>
            <a:ext cx="4156677" cy="62911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47" name="placeholder.png" descr="placeholder.png"/>
          <p:cNvPicPr>
            <a:picLocks noChangeAspect="1"/>
          </p:cNvPicPr>
          <p:nvPr>
            <p:ph type="pic" idx="27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939500" y="85994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48" name="placeholder.png" descr="placeholder.png"/>
          <p:cNvPicPr>
            <a:picLocks noChangeAspect="1"/>
          </p:cNvPicPr>
          <p:nvPr>
            <p:ph type="pic" idx="28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4553899" y="12845717"/>
            <a:ext cx="4156813" cy="62913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49" name="placeholder.png" descr="placeholder.png"/>
          <p:cNvPicPr>
            <a:picLocks noChangeAspect="1"/>
          </p:cNvPicPr>
          <p:nvPr>
            <p:ph type="pic" idx="29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9125900" y="8586739"/>
            <a:ext cx="4190366" cy="63421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51" name="placeholder.png" descr="placeholder.png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5503157" y="6237239"/>
            <a:ext cx="4156877" cy="62914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52" name="placeholder.png" descr="placeholder.png"/>
          <p:cNvPicPr>
            <a:picLocks noChangeAspect="1"/>
          </p:cNvPicPr>
          <p:nvPr>
            <p:ph type="pic" idx="22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0024258" y="8574237"/>
            <a:ext cx="4156830" cy="62914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53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4553848" y="6249782"/>
            <a:ext cx="4157057" cy="629174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54" name="placeholder.png" descr="placeholder.png"/>
          <p:cNvPicPr>
            <a:picLocks noChangeAspect="1"/>
          </p:cNvPicPr>
          <p:nvPr>
            <p:ph type="pic" idx="24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5499049" y="12871071"/>
            <a:ext cx="4156677" cy="62911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55" name="placeholder.png" descr="placeholder.png"/>
          <p:cNvPicPr>
            <a:picLocks noChangeAspect="1"/>
          </p:cNvPicPr>
          <p:nvPr>
            <p:ph type="pic" idx="25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939500" y="85994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56" name="placeholder.png" descr="placeholder.png"/>
          <p:cNvPicPr>
            <a:picLocks noChangeAspect="1"/>
          </p:cNvPicPr>
          <p:nvPr>
            <p:ph type="pic" idx="26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4553899" y="12845717"/>
            <a:ext cx="4156813" cy="62913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57" name="placeholder.png" descr="placeholder.png"/>
          <p:cNvPicPr>
            <a:picLocks noChangeAspect="1"/>
          </p:cNvPicPr>
          <p:nvPr>
            <p:ph type="pic" idx="27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9125900" y="8586739"/>
            <a:ext cx="4190366" cy="63421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sp>
        <p:nvSpPr>
          <p:cNvPr id="2958" name="One or two…"/>
          <p:cNvSpPr txBox="1"/>
          <p:nvPr>
            <p:ph type="body" idx="28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959" name="UPPERTEXT"/>
          <p:cNvSpPr txBox="1"/>
          <p:nvPr>
            <p:ph type="body" idx="29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UPPERTEXT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1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962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963" name="Slide bullet text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5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966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967" name="Slide bullet text"/>
          <p:cNvSpPr txBox="1"/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970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971" name="Slide bullet text"/>
          <p:cNvSpPr txBox="1"/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3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974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975" name="Slide bullet text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7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978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2979" name="Slide bullet text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1" name="Slides"/>
          <p:cNvSpPr txBox="1"/>
          <p:nvPr>
            <p:ph type="body" idx="21"/>
          </p:nvPr>
        </p:nvSpPr>
        <p:spPr>
          <a:xfrm>
            <a:off x="5771789" y="4495801"/>
            <a:ext cx="15929426" cy="183959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pPr/>
            <a:r>
              <a:t>Slides</a:t>
            </a:r>
          </a:p>
        </p:txBody>
      </p:sp>
      <p:pic>
        <p:nvPicPr>
          <p:cNvPr id="2982" name="Hulu_Logo_Color.png" descr="Hulu_Logo_Color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46745" y="4419601"/>
            <a:ext cx="4402404" cy="146747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4" name="COLOR.png" descr="COLOR.png"/>
          <p:cNvPicPr>
            <a:picLocks noChangeAspect="1"/>
          </p:cNvPicPr>
          <p:nvPr/>
        </p:nvPicPr>
        <p:blipFill>
          <a:blip r:embed="rId2">
            <a:extLst/>
          </a:blip>
          <a:srcRect l="0" t="0" r="0" b="3812"/>
          <a:stretch>
            <a:fillRect/>
          </a:stretch>
        </p:blipFill>
        <p:spPr>
          <a:xfrm>
            <a:off x="5924194" y="5586829"/>
            <a:ext cx="12535612" cy="1271099"/>
          </a:xfrm>
          <a:prstGeom prst="rect">
            <a:avLst/>
          </a:prstGeom>
          <a:ln w="12700">
            <a:miter lim="400000"/>
          </a:ln>
        </p:spPr>
      </p:pic>
      <p:sp>
        <p:nvSpPr>
          <p:cNvPr id="2985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7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pic>
        <p:nvPicPr>
          <p:cNvPr id="2988" name="COLOR.png" descr="COLOR.png"/>
          <p:cNvPicPr>
            <a:picLocks noChangeAspect="1"/>
          </p:cNvPicPr>
          <p:nvPr/>
        </p:nvPicPr>
        <p:blipFill>
          <a:blip r:embed="rId2">
            <a:extLst/>
          </a:blip>
          <a:srcRect l="0" t="0" r="0" b="3812"/>
          <a:stretch>
            <a:fillRect/>
          </a:stretch>
        </p:blipFill>
        <p:spPr>
          <a:xfrm>
            <a:off x="5924194" y="6197259"/>
            <a:ext cx="12535612" cy="127109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  <p:pic>
        <p:nvPicPr>
          <p:cNvPr id="2991" name="COLOR2.png" descr="COLOR2.png"/>
          <p:cNvPicPr>
            <a:picLocks noChangeAspect="1"/>
          </p:cNvPicPr>
          <p:nvPr/>
        </p:nvPicPr>
        <p:blipFill>
          <a:blip r:embed="rId2">
            <a:extLst/>
          </a:blip>
          <a:srcRect l="0" t="0" r="0" b="3812"/>
          <a:stretch>
            <a:fillRect/>
          </a:stretch>
        </p:blipFill>
        <p:spPr>
          <a:xfrm>
            <a:off x="5890234" y="6193775"/>
            <a:ext cx="12603532" cy="12779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3" name="placeholder.png" descr="placeholder.png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48895" t="0" r="21940" b="0"/>
          <a:stretch>
            <a:fillRect/>
          </a:stretch>
        </p:blipFill>
        <p:spPr>
          <a:xfrm>
            <a:off x="10416777" y="-1"/>
            <a:ext cx="13966638" cy="13717380"/>
          </a:xfrm>
          <a:prstGeom prst="rect">
            <a:avLst/>
          </a:prstGeom>
        </p:spPr>
      </p:pic>
      <p:pic>
        <p:nvPicPr>
          <p:cNvPr id="2994" name="Image-Right-Green.png" descr="Image-Right-Green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995" name="One or two…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996" name="Subtitle"/>
          <p:cNvSpPr txBox="1"/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Subtitle</a:t>
            </a:r>
          </a:p>
        </p:txBody>
      </p:sp>
      <p:sp>
        <p:nvSpPr>
          <p:cNvPr id="2997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9" name="placeholder.png" descr="placeholder.png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48895" t="0" r="21940" b="0"/>
          <a:stretch>
            <a:fillRect/>
          </a:stretch>
        </p:blipFill>
        <p:spPr>
          <a:xfrm>
            <a:off x="10416777" y="-1"/>
            <a:ext cx="13966638" cy="13717380"/>
          </a:xfrm>
          <a:prstGeom prst="rect">
            <a:avLst/>
          </a:prstGeom>
        </p:spPr>
      </p:pic>
      <p:pic>
        <p:nvPicPr>
          <p:cNvPr id="3000" name="Image-Right-Green-Light.png" descr="Image-Right-Green-Light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205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001" name="One or two…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rgbClr val="53A66F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pc="-520" sz="13000">
                <a:solidFill>
                  <a:srgbClr val="53A66F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3002" name="Subtitle"/>
          <p:cNvSpPr txBox="1"/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Subtitle</a:t>
            </a:r>
          </a:p>
        </p:txBody>
      </p:sp>
      <p:sp>
        <p:nvSpPr>
          <p:cNvPr id="3003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5" name="MormonWives2.jpg" descr="MormonWives2.jpg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6082" t="3035" r="0" b="3035"/>
          <a:stretch>
            <a:fillRect/>
          </a:stretch>
        </p:blipFill>
        <p:spPr>
          <a:xfrm>
            <a:off x="0" y="0"/>
            <a:ext cx="24383416" cy="13717379"/>
          </a:xfrm>
          <a:prstGeom prst="rect">
            <a:avLst/>
          </a:prstGeom>
        </p:spPr>
      </p:pic>
      <p:pic>
        <p:nvPicPr>
          <p:cNvPr id="3006" name="Green Wedge.png" descr="Green Wedg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 flipH="1">
            <a:off x="0" y="3530600"/>
            <a:ext cx="24384000" cy="10185400"/>
          </a:xfrm>
          <a:prstGeom prst="rect">
            <a:avLst/>
          </a:prstGeom>
          <a:ln w="12700">
            <a:miter lim="400000"/>
          </a:ln>
        </p:spPr>
      </p:pic>
      <p:sp>
        <p:nvSpPr>
          <p:cNvPr id="3007" name="Title Text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008" name="Subtitle"/>
          <p:cNvSpPr txBox="1"/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Subtitle</a:t>
            </a:r>
          </a:p>
        </p:txBody>
      </p:sp>
      <p:sp>
        <p:nvSpPr>
          <p:cNvPr id="3009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1" name="placeholder.png" descr="placeholder.png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21940" t="0" r="21940" b="0"/>
          <a:stretch>
            <a:fillRect/>
          </a:stretch>
        </p:blipFill>
        <p:spPr>
          <a:xfrm>
            <a:off x="0" y="-1"/>
            <a:ext cx="24383416" cy="13717380"/>
          </a:xfrm>
          <a:prstGeom prst="rect">
            <a:avLst/>
          </a:prstGeom>
        </p:spPr>
      </p:pic>
      <p:pic>
        <p:nvPicPr>
          <p:cNvPr id="3012" name="Green Wedge.png" descr="Green Wedg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 flipH="1">
            <a:off x="0" y="3530600"/>
            <a:ext cx="24384000" cy="10185400"/>
          </a:xfrm>
          <a:prstGeom prst="rect">
            <a:avLst/>
          </a:prstGeom>
          <a:ln w="12700">
            <a:miter lim="400000"/>
          </a:ln>
        </p:spPr>
      </p:pic>
      <p:sp>
        <p:nvSpPr>
          <p:cNvPr id="3013" name="Title Text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014" name="Subtitle"/>
          <p:cNvSpPr txBox="1"/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Subtitle</a:t>
            </a:r>
          </a:p>
        </p:txBody>
      </p:sp>
      <p:sp>
        <p:nvSpPr>
          <p:cNvPr id="3015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7" name="placeholder.png" descr="placeholder.png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21940" t="0" r="21940" b="0"/>
          <a:stretch>
            <a:fillRect/>
          </a:stretch>
        </p:blipFill>
        <p:spPr>
          <a:xfrm>
            <a:off x="0" y="-1"/>
            <a:ext cx="24383416" cy="13717380"/>
          </a:xfrm>
          <a:prstGeom prst="rect">
            <a:avLst/>
          </a:prstGeom>
        </p:spPr>
      </p:pic>
      <p:pic>
        <p:nvPicPr>
          <p:cNvPr id="3018" name="White Wedge.png" descr="White Wedge.png"/>
          <p:cNvPicPr>
            <a:picLocks noChangeAspect="1"/>
          </p:cNvPicPr>
          <p:nvPr/>
        </p:nvPicPr>
        <p:blipFill>
          <a:blip r:embed="rId3">
            <a:extLst/>
          </a:blip>
          <a:srcRect l="0" t="0" r="0" b="13513"/>
          <a:stretch>
            <a:fillRect/>
          </a:stretch>
        </p:blipFill>
        <p:spPr>
          <a:xfrm flipH="1">
            <a:off x="0" y="3149600"/>
            <a:ext cx="24384000" cy="10566400"/>
          </a:xfrm>
          <a:prstGeom prst="rect">
            <a:avLst/>
          </a:prstGeom>
          <a:ln w="12700">
            <a:miter lim="400000"/>
          </a:ln>
        </p:spPr>
      </p:pic>
      <p:sp>
        <p:nvSpPr>
          <p:cNvPr id="3019" name="Title Text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3020" name="Subtitle"/>
          <p:cNvSpPr txBox="1"/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24242"/>
                </a:solidFill>
              </a:defRPr>
            </a:lvl1pPr>
          </a:lstStyle>
          <a:p>
            <a:pPr/>
            <a:r>
              <a:t>Subtitle</a:t>
            </a:r>
          </a:p>
        </p:txBody>
      </p:sp>
      <p:sp>
        <p:nvSpPr>
          <p:cNvPr id="3021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pc="-12" sz="1000">
                <a:solidFill>
                  <a:srgbClr val="424242"/>
                </a:solidFill>
              </a:defRPr>
            </a:lvl1pPr>
          </a:lstStyle>
          <a:p>
            <a:pPr/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3" name="PARADISE_Hulu_Core_Asset_Digi_Payoff_Art_9684x6000.jpg" descr="PARADISE_Hulu_Core_Asset_Digi_Payoff_Art_9684x6000.jpg"/>
          <p:cNvPicPr>
            <a:picLocks noChangeAspect="1"/>
          </p:cNvPicPr>
          <p:nvPr/>
        </p:nvPicPr>
        <p:blipFill>
          <a:blip r:embed="rId2">
            <a:extLst/>
          </a:blip>
          <a:srcRect l="1885" t="27814" r="1885" b="23633"/>
          <a:stretch>
            <a:fillRect/>
          </a:stretch>
        </p:blipFill>
        <p:spPr>
          <a:xfrm>
            <a:off x="0" y="0"/>
            <a:ext cx="24384000" cy="7622580"/>
          </a:xfrm>
          <a:prstGeom prst="rect">
            <a:avLst/>
          </a:prstGeom>
          <a:ln w="12700">
            <a:miter lim="400000"/>
          </a:ln>
        </p:spPr>
      </p:pic>
      <p:sp>
        <p:nvSpPr>
          <p:cNvPr id="3024" name="Rectangle 22"/>
          <p:cNvSpPr/>
          <p:nvPr/>
        </p:nvSpPr>
        <p:spPr>
          <a:xfrm>
            <a:off x="-3" y="3811289"/>
            <a:ext cx="24384001" cy="3811291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91000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tIns="91439" bIns="91439" anchor="ctr"/>
          <a:lstStyle/>
          <a:p>
            <a:pPr algn="ctr" defTabSz="1828800">
              <a:defRPr sz="3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3025" name="Slide bullet text"/>
          <p:cNvSpPr txBox="1"/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026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8" name="placeholder.png" descr="placeholder.png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21940" t="0" r="21940" b="0"/>
          <a:stretch>
            <a:fillRect/>
          </a:stretch>
        </p:blipFill>
        <p:spPr>
          <a:xfrm>
            <a:off x="0" y="-1"/>
            <a:ext cx="24383680" cy="7620001"/>
          </a:xfrm>
          <a:prstGeom prst="rect">
            <a:avLst/>
          </a:prstGeom>
        </p:spPr>
      </p:pic>
      <p:sp>
        <p:nvSpPr>
          <p:cNvPr id="3029" name="Rectangle 22"/>
          <p:cNvSpPr/>
          <p:nvPr/>
        </p:nvSpPr>
        <p:spPr>
          <a:xfrm>
            <a:off x="-3" y="3811289"/>
            <a:ext cx="24384001" cy="3811291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91000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tIns="91439" bIns="91439" anchor="ctr"/>
          <a:lstStyle/>
          <a:p>
            <a:pPr algn="ctr" defTabSz="1828800">
              <a:defRPr sz="3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3030" name="Slide bullet text"/>
          <p:cNvSpPr txBox="1"/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031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33" name="placeholder.png" descr="placeholder.png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21940" t="0" r="21940" b="0"/>
          <a:stretch>
            <a:fillRect/>
          </a:stretch>
        </p:blipFill>
        <p:spPr>
          <a:xfrm>
            <a:off x="0" y="-1"/>
            <a:ext cx="24383680" cy="7620001"/>
          </a:xfrm>
          <a:prstGeom prst="rect">
            <a:avLst/>
          </a:prstGeom>
        </p:spPr>
      </p:pic>
      <p:sp>
        <p:nvSpPr>
          <p:cNvPr id="3034" name="Rectangle 22"/>
          <p:cNvSpPr/>
          <p:nvPr/>
        </p:nvSpPr>
        <p:spPr>
          <a:xfrm>
            <a:off x="-3" y="3811289"/>
            <a:ext cx="24384001" cy="3811291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91000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tIns="91439" bIns="91439" anchor="ctr"/>
          <a:lstStyle/>
          <a:p>
            <a:pPr algn="ctr" defTabSz="1828800">
              <a:defRPr sz="3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  <p:sp>
        <p:nvSpPr>
          <p:cNvPr id="3035" name="Slide bullet text"/>
          <p:cNvSpPr txBox="1"/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036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8" name="One or Two…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3039" name="UPPERTEXT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UPPERTEXT</a:t>
            </a:r>
          </a:p>
        </p:txBody>
      </p:sp>
      <p:pic>
        <p:nvPicPr>
          <p:cNvPr id="3040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951" t="0" r="4259" b="11981"/>
          <a:stretch>
            <a:fillRect/>
          </a:stretch>
        </p:blipFill>
        <p:spPr>
          <a:xfrm>
            <a:off x="7036831" y="-1506877"/>
            <a:ext cx="6467104" cy="37952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8" y="49"/>
                </a:moveTo>
                <a:cubicBezTo>
                  <a:pt x="21433" y="120"/>
                  <a:pt x="21524" y="276"/>
                  <a:pt x="21567" y="473"/>
                </a:cubicBezTo>
                <a:cubicBezTo>
                  <a:pt x="21600" y="609"/>
                  <a:pt x="21600" y="814"/>
                  <a:pt x="21600" y="1156"/>
                </a:cubicBezTo>
                <a:lnTo>
                  <a:pt x="21600" y="20435"/>
                </a:lnTo>
                <a:cubicBezTo>
                  <a:pt x="21600" y="20777"/>
                  <a:pt x="21600" y="20982"/>
                  <a:pt x="21567" y="21119"/>
                </a:cubicBezTo>
                <a:cubicBezTo>
                  <a:pt x="21524" y="21316"/>
                  <a:pt x="21433" y="21471"/>
                  <a:pt x="21318" y="21543"/>
                </a:cubicBezTo>
                <a:cubicBezTo>
                  <a:pt x="21237" y="21600"/>
                  <a:pt x="21117" y="21600"/>
                  <a:pt x="20916" y="21600"/>
                </a:cubicBezTo>
                <a:lnTo>
                  <a:pt x="684" y="21600"/>
                </a:lnTo>
                <a:cubicBezTo>
                  <a:pt x="483" y="21600"/>
                  <a:pt x="363" y="21600"/>
                  <a:pt x="282" y="21543"/>
                </a:cubicBezTo>
                <a:cubicBezTo>
                  <a:pt x="167" y="21471"/>
                  <a:pt x="76" y="21316"/>
                  <a:pt x="33" y="21119"/>
                </a:cubicBezTo>
                <a:cubicBezTo>
                  <a:pt x="0" y="20982"/>
                  <a:pt x="0" y="20777"/>
                  <a:pt x="0" y="20435"/>
                </a:cubicBezTo>
                <a:lnTo>
                  <a:pt x="0" y="1156"/>
                </a:lnTo>
                <a:cubicBezTo>
                  <a:pt x="0" y="814"/>
                  <a:pt x="0" y="609"/>
                  <a:pt x="33" y="473"/>
                </a:cubicBezTo>
                <a:cubicBezTo>
                  <a:pt x="76" y="276"/>
                  <a:pt x="167" y="120"/>
                  <a:pt x="282" y="49"/>
                </a:cubicBezTo>
                <a:cubicBezTo>
                  <a:pt x="320" y="22"/>
                  <a:pt x="367" y="7"/>
                  <a:pt x="427" y="0"/>
                </a:cubicBezTo>
                <a:lnTo>
                  <a:pt x="21173" y="0"/>
                </a:lnTo>
                <a:cubicBezTo>
                  <a:pt x="21233" y="7"/>
                  <a:pt x="21280" y="22"/>
                  <a:pt x="21318" y="49"/>
                </a:cubicBezTo>
                <a:close/>
              </a:path>
            </a:pathLst>
          </a:custGeom>
          <a:ln>
            <a:solidFill>
              <a:srgbClr val="6CE38D"/>
            </a:solidFill>
          </a:ln>
          <a:effectLst/>
        </p:spPr>
      </p:pic>
      <p:pic>
        <p:nvPicPr>
          <p:cNvPr id="3041" name="placeholder.png" descr="placeholder.png"/>
          <p:cNvPicPr>
            <a:picLocks noChangeAspect="1"/>
          </p:cNvPicPr>
          <p:nvPr>
            <p:ph type="pic" idx="24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-112325" y="-1463933"/>
            <a:ext cx="6414338" cy="37440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>
            <a:solidFill>
              <a:srgbClr val="6CE38D"/>
            </a:solidFill>
          </a:ln>
          <a:effectLst/>
        </p:spPr>
      </p:pic>
      <p:pic>
        <p:nvPicPr>
          <p:cNvPr id="3042" name="placeholder.png" descr="placeholder.png"/>
          <p:cNvPicPr>
            <a:picLocks noChangeAspect="1"/>
          </p:cNvPicPr>
          <p:nvPr>
            <p:ph type="pic" idx="25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14210453" y="-1472862"/>
            <a:ext cx="6445183" cy="37620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>
            <a:solidFill>
              <a:srgbClr val="6CE38D"/>
            </a:solidFill>
          </a:ln>
          <a:effectLst/>
        </p:spPr>
      </p:pic>
      <p:pic>
        <p:nvPicPr>
          <p:cNvPr id="3043" name="placeholder.png" descr="placeholder.png"/>
          <p:cNvPicPr>
            <a:picLocks noChangeAspect="1"/>
          </p:cNvPicPr>
          <p:nvPr>
            <p:ph type="pic" idx="26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21404983" y="-1498262"/>
            <a:ext cx="6445183" cy="37620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>
            <a:solidFill>
              <a:srgbClr val="6CE38D"/>
            </a:solidFill>
          </a:ln>
          <a:effectLst/>
        </p:spPr>
      </p:pic>
      <p:pic>
        <p:nvPicPr>
          <p:cNvPr id="3044" name="placeholder.png" descr="placeholder.png"/>
          <p:cNvPicPr>
            <a:picLocks noChangeAspect="1"/>
          </p:cNvPicPr>
          <p:nvPr>
            <p:ph type="pic" idx="27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3631997" y="11274309"/>
            <a:ext cx="6457370" cy="3769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>
            <a:solidFill>
              <a:srgbClr val="6CE38D"/>
            </a:solidFill>
          </a:ln>
          <a:effectLst/>
        </p:spPr>
      </p:pic>
      <p:pic>
        <p:nvPicPr>
          <p:cNvPr id="3045" name="placeholder.png" descr="placeholder.png"/>
          <p:cNvPicPr>
            <a:picLocks noChangeAspect="1"/>
          </p:cNvPicPr>
          <p:nvPr>
            <p:ph type="pic" idx="28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-3501244" y="11286868"/>
            <a:ext cx="6414338" cy="37440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>
            <a:solidFill>
              <a:srgbClr val="6CE38D"/>
            </a:solidFill>
          </a:ln>
          <a:effectLst/>
        </p:spPr>
      </p:pic>
      <p:pic>
        <p:nvPicPr>
          <p:cNvPr id="3046" name="placeholder.png" descr="placeholder.png"/>
          <p:cNvPicPr>
            <a:picLocks noChangeAspect="1"/>
          </p:cNvPicPr>
          <p:nvPr>
            <p:ph type="pic" idx="29"/>
          </p:nvPr>
        </p:nvPicPr>
        <p:blipFill>
          <a:blip r:embed="rId2">
            <a:extLst/>
          </a:blip>
          <a:srcRect l="2992" t="4578" r="2992" b="8491"/>
          <a:stretch>
            <a:fillRect/>
          </a:stretch>
        </p:blipFill>
        <p:spPr>
          <a:xfrm>
            <a:off x="10789621" y="11274366"/>
            <a:ext cx="6449622" cy="3768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53" y="50"/>
                </a:moveTo>
                <a:cubicBezTo>
                  <a:pt x="21454" y="113"/>
                  <a:pt x="21534" y="249"/>
                  <a:pt x="21571" y="422"/>
                </a:cubicBezTo>
                <a:cubicBezTo>
                  <a:pt x="21600" y="542"/>
                  <a:pt x="21600" y="722"/>
                  <a:pt x="21600" y="1022"/>
                </a:cubicBezTo>
                <a:lnTo>
                  <a:pt x="21600" y="20578"/>
                </a:lnTo>
                <a:cubicBezTo>
                  <a:pt x="21600" y="20878"/>
                  <a:pt x="21600" y="21058"/>
                  <a:pt x="21571" y="21178"/>
                </a:cubicBezTo>
                <a:cubicBezTo>
                  <a:pt x="21534" y="21351"/>
                  <a:pt x="21454" y="21487"/>
                  <a:pt x="21353" y="21550"/>
                </a:cubicBezTo>
                <a:cubicBezTo>
                  <a:pt x="21283" y="21600"/>
                  <a:pt x="21178" y="21600"/>
                  <a:pt x="21003" y="21600"/>
                </a:cubicBezTo>
                <a:lnTo>
                  <a:pt x="597" y="21600"/>
                </a:lnTo>
                <a:cubicBezTo>
                  <a:pt x="422" y="21600"/>
                  <a:pt x="317" y="21600"/>
                  <a:pt x="247" y="21550"/>
                </a:cubicBezTo>
                <a:cubicBezTo>
                  <a:pt x="146" y="21487"/>
                  <a:pt x="66" y="21351"/>
                  <a:pt x="29" y="21178"/>
                </a:cubicBezTo>
                <a:cubicBezTo>
                  <a:pt x="0" y="21058"/>
                  <a:pt x="0" y="20878"/>
                  <a:pt x="0" y="20578"/>
                </a:cubicBezTo>
                <a:lnTo>
                  <a:pt x="0" y="1022"/>
                </a:lnTo>
                <a:cubicBezTo>
                  <a:pt x="0" y="722"/>
                  <a:pt x="0" y="542"/>
                  <a:pt x="29" y="422"/>
                </a:cubicBezTo>
                <a:cubicBezTo>
                  <a:pt x="66" y="249"/>
                  <a:pt x="146" y="113"/>
                  <a:pt x="247" y="50"/>
                </a:cubicBezTo>
                <a:cubicBezTo>
                  <a:pt x="317" y="0"/>
                  <a:pt x="422" y="0"/>
                  <a:pt x="597" y="0"/>
                </a:cubicBezTo>
                <a:lnTo>
                  <a:pt x="21003" y="0"/>
                </a:lnTo>
                <a:cubicBezTo>
                  <a:pt x="21178" y="0"/>
                  <a:pt x="21283" y="0"/>
                  <a:pt x="21353" y="50"/>
                </a:cubicBezTo>
                <a:close/>
              </a:path>
            </a:pathLst>
          </a:custGeom>
          <a:ln>
            <a:solidFill>
              <a:srgbClr val="6CE38D"/>
            </a:solidFill>
          </a:ln>
          <a:effectLst/>
        </p:spPr>
      </p:pic>
      <p:pic>
        <p:nvPicPr>
          <p:cNvPr id="3047" name="placeholder.png" descr="placeholder.png"/>
          <p:cNvPicPr>
            <a:picLocks noChangeAspect="1"/>
          </p:cNvPicPr>
          <p:nvPr>
            <p:ph type="pic" idx="30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17982398" y="11277937"/>
            <a:ext cx="6445183" cy="3762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>
            <a:solidFill>
              <a:srgbClr val="6CE38D"/>
            </a:solidFill>
          </a:ln>
          <a:effectLst/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9" name="One or Two…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53A66F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53A66F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3050" name="UPPERTEXT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UPPERTEXT</a:t>
            </a:r>
          </a:p>
        </p:txBody>
      </p:sp>
      <p:pic>
        <p:nvPicPr>
          <p:cNvPr id="3051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7078629" y="-1498387"/>
            <a:ext cx="6445361" cy="37621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52" name="placeholder.png" descr="placeholder.png"/>
          <p:cNvPicPr>
            <a:picLocks noChangeAspect="1"/>
          </p:cNvPicPr>
          <p:nvPr>
            <p:ph type="pic" idx="24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-61525" y="-1476633"/>
            <a:ext cx="6414338" cy="37440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53" name="placeholder.png" descr="placeholder.png"/>
          <p:cNvPicPr>
            <a:picLocks noChangeAspect="1"/>
          </p:cNvPicPr>
          <p:nvPr>
            <p:ph type="pic" idx="25"/>
          </p:nvPr>
        </p:nvPicPr>
        <p:blipFill>
          <a:blip r:embed="rId2">
            <a:extLst/>
          </a:blip>
          <a:srcRect l="2992" t="4677" r="2990" b="8489"/>
          <a:stretch>
            <a:fillRect/>
          </a:stretch>
        </p:blipFill>
        <p:spPr>
          <a:xfrm>
            <a:off x="14211640" y="-1476493"/>
            <a:ext cx="6414247" cy="37440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54" name="placeholder.png" descr="placeholder.png"/>
          <p:cNvPicPr>
            <a:picLocks noChangeAspect="1"/>
          </p:cNvPicPr>
          <p:nvPr>
            <p:ph type="pic" idx="26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21398698" y="-1510962"/>
            <a:ext cx="6445183" cy="37620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55" name="placeholder.png" descr="placeholder.png"/>
          <p:cNvPicPr>
            <a:picLocks noChangeAspect="1"/>
          </p:cNvPicPr>
          <p:nvPr>
            <p:ph type="pic" idx="27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3700429" y="11248767"/>
            <a:ext cx="6414338" cy="37440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56" name="placeholder.png" descr="placeholder.png"/>
          <p:cNvPicPr>
            <a:picLocks noChangeAspect="1"/>
          </p:cNvPicPr>
          <p:nvPr>
            <p:ph type="pic" idx="28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-3439725" y="11236067"/>
            <a:ext cx="6414338" cy="37440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57" name="placeholder.png" descr="placeholder.png"/>
          <p:cNvPicPr>
            <a:picLocks noChangeAspect="1"/>
          </p:cNvPicPr>
          <p:nvPr>
            <p:ph type="pic" idx="29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10806853" y="11252537"/>
            <a:ext cx="6445183" cy="3762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58" name="placeholder.png" descr="placeholder.png"/>
          <p:cNvPicPr>
            <a:picLocks noChangeAspect="1"/>
          </p:cNvPicPr>
          <p:nvPr>
            <p:ph type="pic" idx="30"/>
          </p:nvPr>
        </p:nvPicPr>
        <p:blipFill>
          <a:blip r:embed="rId2">
            <a:extLst/>
          </a:blip>
          <a:srcRect l="2992" t="4677" r="2992" b="8491"/>
          <a:stretch>
            <a:fillRect/>
          </a:stretch>
        </p:blipFill>
        <p:spPr>
          <a:xfrm>
            <a:off x="17995098" y="11239837"/>
            <a:ext cx="6445183" cy="3762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0" name="One or two…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3061" name="UPPERTEXT"/>
          <p:cNvSpPr txBox="1"/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UPPERTEXT</a:t>
            </a:r>
          </a:p>
        </p:txBody>
      </p:sp>
      <p:pic>
        <p:nvPicPr>
          <p:cNvPr id="3062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5503157" y="6237239"/>
            <a:ext cx="4156877" cy="62914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3063" name="placeholder.png" descr="placeholder.png"/>
          <p:cNvPicPr>
            <a:picLocks noChangeAspect="1"/>
          </p:cNvPicPr>
          <p:nvPr>
            <p:ph type="pic" idx="24"/>
          </p:nvPr>
        </p:nvPicPr>
        <p:blipFill>
          <a:blip r:embed="rId2">
            <a:extLst/>
          </a:blip>
          <a:srcRect l="29251" t="7781" r="34975" b="6286"/>
          <a:stretch>
            <a:fillRect/>
          </a:stretch>
        </p:blipFill>
        <p:spPr>
          <a:xfrm>
            <a:off x="10040435" y="8596756"/>
            <a:ext cx="4129176" cy="62688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1" y="26"/>
                </a:moveTo>
                <a:cubicBezTo>
                  <a:pt x="21406" y="58"/>
                  <a:pt x="21512" y="128"/>
                  <a:pt x="21561" y="217"/>
                </a:cubicBezTo>
                <a:cubicBezTo>
                  <a:pt x="21600" y="278"/>
                  <a:pt x="21600" y="371"/>
                  <a:pt x="21600" y="524"/>
                </a:cubicBezTo>
                <a:lnTo>
                  <a:pt x="21600" y="21076"/>
                </a:lnTo>
                <a:cubicBezTo>
                  <a:pt x="21600" y="21229"/>
                  <a:pt x="21600" y="21322"/>
                  <a:pt x="21561" y="21383"/>
                </a:cubicBezTo>
                <a:cubicBezTo>
                  <a:pt x="21512" y="21472"/>
                  <a:pt x="21406" y="21542"/>
                  <a:pt x="21271" y="21574"/>
                </a:cubicBezTo>
                <a:cubicBezTo>
                  <a:pt x="21178" y="21600"/>
                  <a:pt x="21037" y="21600"/>
                  <a:pt x="20804" y="21600"/>
                </a:cubicBezTo>
                <a:lnTo>
                  <a:pt x="796" y="21600"/>
                </a:lnTo>
                <a:cubicBezTo>
                  <a:pt x="563" y="21600"/>
                  <a:pt x="422" y="21600"/>
                  <a:pt x="329" y="21574"/>
                </a:cubicBezTo>
                <a:cubicBezTo>
                  <a:pt x="194" y="21542"/>
                  <a:pt x="88" y="21472"/>
                  <a:pt x="39" y="21383"/>
                </a:cubicBezTo>
                <a:cubicBezTo>
                  <a:pt x="0" y="21322"/>
                  <a:pt x="0" y="21229"/>
                  <a:pt x="0" y="21076"/>
                </a:cubicBezTo>
                <a:lnTo>
                  <a:pt x="0" y="524"/>
                </a:lnTo>
                <a:cubicBezTo>
                  <a:pt x="0" y="371"/>
                  <a:pt x="0" y="278"/>
                  <a:pt x="39" y="217"/>
                </a:cubicBezTo>
                <a:cubicBezTo>
                  <a:pt x="88" y="128"/>
                  <a:pt x="194" y="58"/>
                  <a:pt x="329" y="26"/>
                </a:cubicBezTo>
                <a:cubicBezTo>
                  <a:pt x="422" y="0"/>
                  <a:pt x="563" y="0"/>
                  <a:pt x="796" y="0"/>
                </a:cubicBezTo>
                <a:lnTo>
                  <a:pt x="20804" y="0"/>
                </a:lnTo>
                <a:cubicBezTo>
                  <a:pt x="21037" y="0"/>
                  <a:pt x="21178" y="0"/>
                  <a:pt x="21271" y="26"/>
                </a:cubicBezTo>
                <a:close/>
              </a:path>
            </a:pathLst>
          </a:custGeom>
        </p:spPr>
      </p:pic>
      <p:pic>
        <p:nvPicPr>
          <p:cNvPr id="3064" name="placeholder.png" descr="placeholder.png"/>
          <p:cNvPicPr>
            <a:picLocks noChangeAspect="1"/>
          </p:cNvPicPr>
          <p:nvPr>
            <p:ph type="pic" idx="25"/>
          </p:nvPr>
        </p:nvPicPr>
        <p:blipFill>
          <a:blip r:embed="rId2">
            <a:extLst/>
          </a:blip>
          <a:srcRect l="29111" t="7472" r="35054" b="6286"/>
          <a:stretch>
            <a:fillRect/>
          </a:stretch>
        </p:blipFill>
        <p:spPr>
          <a:xfrm>
            <a:off x="14566548" y="6249782"/>
            <a:ext cx="4136483" cy="629174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2" y="26"/>
                </a:moveTo>
                <a:cubicBezTo>
                  <a:pt x="21406" y="58"/>
                  <a:pt x="21512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2" y="21473"/>
                  <a:pt x="21406" y="21542"/>
                  <a:pt x="21272" y="21574"/>
                </a:cubicBezTo>
                <a:cubicBezTo>
                  <a:pt x="21178" y="21600"/>
                  <a:pt x="21038" y="21600"/>
                  <a:pt x="20805" y="21600"/>
                </a:cubicBezTo>
                <a:lnTo>
                  <a:pt x="795" y="21600"/>
                </a:lnTo>
                <a:cubicBezTo>
                  <a:pt x="562" y="21600"/>
                  <a:pt x="422" y="21600"/>
                  <a:pt x="328" y="21574"/>
                </a:cubicBezTo>
                <a:cubicBezTo>
                  <a:pt x="194" y="21542"/>
                  <a:pt x="88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8" y="127"/>
                  <a:pt x="194" y="58"/>
                  <a:pt x="328" y="26"/>
                </a:cubicBezTo>
                <a:cubicBezTo>
                  <a:pt x="422" y="0"/>
                  <a:pt x="562" y="0"/>
                  <a:pt x="795" y="0"/>
                </a:cubicBezTo>
                <a:lnTo>
                  <a:pt x="20805" y="0"/>
                </a:lnTo>
                <a:cubicBezTo>
                  <a:pt x="21038" y="0"/>
                  <a:pt x="21178" y="0"/>
                  <a:pt x="21272" y="26"/>
                </a:cubicBezTo>
                <a:close/>
              </a:path>
            </a:pathLst>
          </a:custGeom>
        </p:spPr>
      </p:pic>
      <p:pic>
        <p:nvPicPr>
          <p:cNvPr id="3065" name="placeholder.png" descr="placeholder.png"/>
          <p:cNvPicPr>
            <a:picLocks noChangeAspect="1"/>
          </p:cNvPicPr>
          <p:nvPr>
            <p:ph type="pic" idx="26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5499049" y="12871071"/>
            <a:ext cx="4156677" cy="62911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3066" name="placeholder.png" descr="placeholder.png"/>
          <p:cNvPicPr>
            <a:picLocks noChangeAspect="1"/>
          </p:cNvPicPr>
          <p:nvPr>
            <p:ph type="pic" idx="27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939500" y="85613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3067" name="placeholder.png" descr="placeholder.png"/>
          <p:cNvPicPr>
            <a:picLocks noChangeAspect="1"/>
          </p:cNvPicPr>
          <p:nvPr>
            <p:ph type="pic" idx="28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4553899" y="12858417"/>
            <a:ext cx="4156813" cy="62913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3068" name="placeholder.png" descr="placeholder.png"/>
          <p:cNvPicPr>
            <a:picLocks noChangeAspect="1"/>
          </p:cNvPicPr>
          <p:nvPr>
            <p:ph type="pic" idx="29"/>
          </p:nvPr>
        </p:nvPicPr>
        <p:blipFill>
          <a:blip r:embed="rId2">
            <a:extLst/>
          </a:blip>
          <a:srcRect l="29299" t="7472" r="35064" b="6286"/>
          <a:stretch>
            <a:fillRect/>
          </a:stretch>
        </p:blipFill>
        <p:spPr>
          <a:xfrm>
            <a:off x="19147738" y="8586739"/>
            <a:ext cx="4146567" cy="63421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0" y="26"/>
                </a:moveTo>
                <a:cubicBezTo>
                  <a:pt x="21405" y="58"/>
                  <a:pt x="21512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2" y="21473"/>
                  <a:pt x="21405" y="21542"/>
                  <a:pt x="21270" y="21574"/>
                </a:cubicBezTo>
                <a:cubicBezTo>
                  <a:pt x="21176" y="21600"/>
                  <a:pt x="21035" y="21600"/>
                  <a:pt x="20801" y="21600"/>
                </a:cubicBezTo>
                <a:lnTo>
                  <a:pt x="799" y="21600"/>
                </a:lnTo>
                <a:cubicBezTo>
                  <a:pt x="565" y="21600"/>
                  <a:pt x="424" y="21600"/>
                  <a:pt x="330" y="21574"/>
                </a:cubicBezTo>
                <a:cubicBezTo>
                  <a:pt x="195" y="21542"/>
                  <a:pt x="88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8" y="127"/>
                  <a:pt x="195" y="58"/>
                  <a:pt x="330" y="26"/>
                </a:cubicBezTo>
                <a:cubicBezTo>
                  <a:pt x="424" y="0"/>
                  <a:pt x="565" y="0"/>
                  <a:pt x="799" y="0"/>
                </a:cubicBezTo>
                <a:lnTo>
                  <a:pt x="20801" y="0"/>
                </a:lnTo>
                <a:cubicBezTo>
                  <a:pt x="21035" y="0"/>
                  <a:pt x="21176" y="0"/>
                  <a:pt x="21270" y="26"/>
                </a:cubicBezTo>
                <a:close/>
              </a:path>
            </a:pathLst>
          </a:cu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0" name="placeholder.png" descr="placeholder.png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29274" t="7761" r="35014" b="6485"/>
          <a:stretch>
            <a:fillRect/>
          </a:stretch>
        </p:blipFill>
        <p:spPr>
          <a:xfrm>
            <a:off x="5521993" y="6258356"/>
            <a:ext cx="4122047" cy="62558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1" y="26"/>
                </a:moveTo>
                <a:cubicBezTo>
                  <a:pt x="21405" y="58"/>
                  <a:pt x="21512" y="128"/>
                  <a:pt x="21561" y="217"/>
                </a:cubicBezTo>
                <a:cubicBezTo>
                  <a:pt x="21600" y="279"/>
                  <a:pt x="21600" y="371"/>
                  <a:pt x="21600" y="526"/>
                </a:cubicBezTo>
                <a:lnTo>
                  <a:pt x="21600" y="21074"/>
                </a:lnTo>
                <a:cubicBezTo>
                  <a:pt x="21600" y="21229"/>
                  <a:pt x="21600" y="21321"/>
                  <a:pt x="21561" y="21383"/>
                </a:cubicBezTo>
                <a:cubicBezTo>
                  <a:pt x="21512" y="21472"/>
                  <a:pt x="21405" y="21542"/>
                  <a:pt x="21271" y="21574"/>
                </a:cubicBezTo>
                <a:cubicBezTo>
                  <a:pt x="21177" y="21600"/>
                  <a:pt x="21036" y="21600"/>
                  <a:pt x="20802" y="21600"/>
                </a:cubicBezTo>
                <a:lnTo>
                  <a:pt x="798" y="21600"/>
                </a:lnTo>
                <a:cubicBezTo>
                  <a:pt x="564" y="21600"/>
                  <a:pt x="423" y="21600"/>
                  <a:pt x="329" y="21574"/>
                </a:cubicBezTo>
                <a:cubicBezTo>
                  <a:pt x="195" y="21542"/>
                  <a:pt x="88" y="21472"/>
                  <a:pt x="39" y="21383"/>
                </a:cubicBezTo>
                <a:cubicBezTo>
                  <a:pt x="0" y="21321"/>
                  <a:pt x="0" y="21229"/>
                  <a:pt x="0" y="21074"/>
                </a:cubicBezTo>
                <a:lnTo>
                  <a:pt x="0" y="526"/>
                </a:lnTo>
                <a:cubicBezTo>
                  <a:pt x="0" y="371"/>
                  <a:pt x="0" y="279"/>
                  <a:pt x="39" y="217"/>
                </a:cubicBezTo>
                <a:cubicBezTo>
                  <a:pt x="88" y="128"/>
                  <a:pt x="195" y="58"/>
                  <a:pt x="329" y="26"/>
                </a:cubicBezTo>
                <a:cubicBezTo>
                  <a:pt x="423" y="0"/>
                  <a:pt x="564" y="0"/>
                  <a:pt x="798" y="0"/>
                </a:cubicBezTo>
                <a:lnTo>
                  <a:pt x="20802" y="0"/>
                </a:lnTo>
                <a:cubicBezTo>
                  <a:pt x="21036" y="0"/>
                  <a:pt x="21177" y="0"/>
                  <a:pt x="21271" y="26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71" name="placeholder.png" descr="placeholder.png"/>
          <p:cNvPicPr>
            <a:picLocks noChangeAspect="1"/>
          </p:cNvPicPr>
          <p:nvPr>
            <p:ph type="pic" idx="22"/>
          </p:nvPr>
        </p:nvPicPr>
        <p:blipFill>
          <a:blip r:embed="rId2">
            <a:extLst/>
          </a:blip>
          <a:srcRect l="29111" t="7743" r="35132" b="6286"/>
          <a:stretch>
            <a:fillRect/>
          </a:stretch>
        </p:blipFill>
        <p:spPr>
          <a:xfrm>
            <a:off x="10036958" y="8593989"/>
            <a:ext cx="4127268" cy="62716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1" y="26"/>
                </a:moveTo>
                <a:cubicBezTo>
                  <a:pt x="21406" y="58"/>
                  <a:pt x="21512" y="128"/>
                  <a:pt x="21561" y="217"/>
                </a:cubicBezTo>
                <a:cubicBezTo>
                  <a:pt x="21600" y="278"/>
                  <a:pt x="21600" y="370"/>
                  <a:pt x="21600" y="524"/>
                </a:cubicBezTo>
                <a:lnTo>
                  <a:pt x="21600" y="21076"/>
                </a:lnTo>
                <a:cubicBezTo>
                  <a:pt x="21600" y="21230"/>
                  <a:pt x="21600" y="21322"/>
                  <a:pt x="21561" y="21383"/>
                </a:cubicBezTo>
                <a:cubicBezTo>
                  <a:pt x="21512" y="21472"/>
                  <a:pt x="21406" y="21542"/>
                  <a:pt x="21271" y="21574"/>
                </a:cubicBezTo>
                <a:cubicBezTo>
                  <a:pt x="21177" y="21600"/>
                  <a:pt x="21037" y="21600"/>
                  <a:pt x="20803" y="21600"/>
                </a:cubicBezTo>
                <a:lnTo>
                  <a:pt x="797" y="21600"/>
                </a:lnTo>
                <a:cubicBezTo>
                  <a:pt x="563" y="21600"/>
                  <a:pt x="423" y="21600"/>
                  <a:pt x="329" y="21574"/>
                </a:cubicBezTo>
                <a:cubicBezTo>
                  <a:pt x="194" y="21542"/>
                  <a:pt x="88" y="21472"/>
                  <a:pt x="39" y="21383"/>
                </a:cubicBezTo>
                <a:cubicBezTo>
                  <a:pt x="0" y="21322"/>
                  <a:pt x="0" y="21230"/>
                  <a:pt x="0" y="21076"/>
                </a:cubicBezTo>
                <a:lnTo>
                  <a:pt x="0" y="524"/>
                </a:lnTo>
                <a:cubicBezTo>
                  <a:pt x="0" y="370"/>
                  <a:pt x="0" y="278"/>
                  <a:pt x="39" y="217"/>
                </a:cubicBezTo>
                <a:cubicBezTo>
                  <a:pt x="88" y="128"/>
                  <a:pt x="194" y="58"/>
                  <a:pt x="329" y="26"/>
                </a:cubicBezTo>
                <a:cubicBezTo>
                  <a:pt x="423" y="0"/>
                  <a:pt x="563" y="0"/>
                  <a:pt x="797" y="0"/>
                </a:cubicBezTo>
                <a:lnTo>
                  <a:pt x="20803" y="0"/>
                </a:lnTo>
                <a:cubicBezTo>
                  <a:pt x="21037" y="0"/>
                  <a:pt x="21177" y="0"/>
                  <a:pt x="21271" y="26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72" name="placeholder.png" descr="placeholder.png"/>
          <p:cNvPicPr>
            <a:picLocks noChangeAspect="1"/>
          </p:cNvPicPr>
          <p:nvPr>
            <p:ph type="pic" idx="23"/>
          </p:nvPr>
        </p:nvPicPr>
        <p:blipFill>
          <a:blip r:embed="rId2">
            <a:extLst/>
          </a:blip>
          <a:srcRect l="29403" t="7593" r="34896" b="6286"/>
          <a:stretch>
            <a:fillRect/>
          </a:stretch>
        </p:blipFill>
        <p:spPr>
          <a:xfrm>
            <a:off x="14574831" y="6258622"/>
            <a:ext cx="4120983" cy="628290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1" y="26"/>
                </a:moveTo>
                <a:cubicBezTo>
                  <a:pt x="21406" y="58"/>
                  <a:pt x="21512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2" y="21473"/>
                  <a:pt x="21406" y="21542"/>
                  <a:pt x="21271" y="21574"/>
                </a:cubicBezTo>
                <a:cubicBezTo>
                  <a:pt x="21177" y="21600"/>
                  <a:pt x="21037" y="21600"/>
                  <a:pt x="20803" y="21600"/>
                </a:cubicBezTo>
                <a:lnTo>
                  <a:pt x="797" y="21600"/>
                </a:lnTo>
                <a:cubicBezTo>
                  <a:pt x="563" y="21600"/>
                  <a:pt x="423" y="21600"/>
                  <a:pt x="329" y="21574"/>
                </a:cubicBezTo>
                <a:cubicBezTo>
                  <a:pt x="194" y="21542"/>
                  <a:pt x="88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8" y="127"/>
                  <a:pt x="194" y="58"/>
                  <a:pt x="329" y="26"/>
                </a:cubicBezTo>
                <a:cubicBezTo>
                  <a:pt x="423" y="0"/>
                  <a:pt x="563" y="0"/>
                  <a:pt x="797" y="0"/>
                </a:cubicBezTo>
                <a:lnTo>
                  <a:pt x="20803" y="0"/>
                </a:lnTo>
                <a:cubicBezTo>
                  <a:pt x="21037" y="0"/>
                  <a:pt x="21177" y="0"/>
                  <a:pt x="21271" y="26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73" name="placeholder.png" descr="placeholder.png"/>
          <p:cNvPicPr>
            <a:picLocks noChangeAspect="1"/>
          </p:cNvPicPr>
          <p:nvPr>
            <p:ph type="pic" idx="24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5499049" y="12871071"/>
            <a:ext cx="4156677" cy="62911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74" name="placeholder.png" descr="placeholder.png"/>
          <p:cNvPicPr>
            <a:picLocks noChangeAspect="1"/>
          </p:cNvPicPr>
          <p:nvPr>
            <p:ph type="pic" idx="25"/>
          </p:nvPr>
        </p:nvPicPr>
        <p:blipFill>
          <a:blip r:embed="rId2">
            <a:extLst/>
          </a:blip>
          <a:srcRect l="29111" t="7472" r="34971" b="6286"/>
          <a:stretch>
            <a:fillRect/>
          </a:stretch>
        </p:blipFill>
        <p:spPr>
          <a:xfrm>
            <a:off x="939500" y="8574039"/>
            <a:ext cx="41292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2" y="26"/>
                </a:moveTo>
                <a:cubicBezTo>
                  <a:pt x="21407" y="58"/>
                  <a:pt x="21512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2" y="21473"/>
                  <a:pt x="21407" y="21542"/>
                  <a:pt x="21272" y="21574"/>
                </a:cubicBezTo>
                <a:cubicBezTo>
                  <a:pt x="21179" y="21600"/>
                  <a:pt x="21040" y="21600"/>
                  <a:pt x="20807" y="21600"/>
                </a:cubicBezTo>
                <a:lnTo>
                  <a:pt x="793" y="21600"/>
                </a:lnTo>
                <a:cubicBezTo>
                  <a:pt x="560" y="21600"/>
                  <a:pt x="421" y="21600"/>
                  <a:pt x="328" y="21574"/>
                </a:cubicBezTo>
                <a:cubicBezTo>
                  <a:pt x="193" y="21542"/>
                  <a:pt x="88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8" y="127"/>
                  <a:pt x="193" y="58"/>
                  <a:pt x="328" y="26"/>
                </a:cubicBezTo>
                <a:cubicBezTo>
                  <a:pt x="421" y="0"/>
                  <a:pt x="560" y="0"/>
                  <a:pt x="793" y="0"/>
                </a:cubicBezTo>
                <a:lnTo>
                  <a:pt x="20807" y="0"/>
                </a:lnTo>
                <a:cubicBezTo>
                  <a:pt x="21040" y="0"/>
                  <a:pt x="21179" y="0"/>
                  <a:pt x="21272" y="26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75" name="placeholder.png" descr="placeholder.png"/>
          <p:cNvPicPr>
            <a:picLocks noChangeAspect="1"/>
          </p:cNvPicPr>
          <p:nvPr>
            <p:ph type="pic" idx="26"/>
          </p:nvPr>
        </p:nvPicPr>
        <p:blipFill>
          <a:blip r:embed="rId2">
            <a:extLst/>
          </a:blip>
          <a:srcRect l="29111" t="7618" r="35054" b="6286"/>
          <a:stretch>
            <a:fillRect/>
          </a:stretch>
        </p:blipFill>
        <p:spPr>
          <a:xfrm>
            <a:off x="14566599" y="12869052"/>
            <a:ext cx="4136194" cy="62807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1" y="26"/>
                </a:moveTo>
                <a:cubicBezTo>
                  <a:pt x="21406" y="58"/>
                  <a:pt x="21512" y="128"/>
                  <a:pt x="21561" y="216"/>
                </a:cubicBezTo>
                <a:cubicBezTo>
                  <a:pt x="21600" y="278"/>
                  <a:pt x="21600" y="370"/>
                  <a:pt x="21600" y="524"/>
                </a:cubicBezTo>
                <a:lnTo>
                  <a:pt x="21600" y="21076"/>
                </a:lnTo>
                <a:cubicBezTo>
                  <a:pt x="21600" y="21230"/>
                  <a:pt x="21600" y="21322"/>
                  <a:pt x="21561" y="21384"/>
                </a:cubicBezTo>
                <a:cubicBezTo>
                  <a:pt x="21512" y="21472"/>
                  <a:pt x="21406" y="21542"/>
                  <a:pt x="21271" y="21574"/>
                </a:cubicBezTo>
                <a:cubicBezTo>
                  <a:pt x="21178" y="21600"/>
                  <a:pt x="21038" y="21600"/>
                  <a:pt x="20804" y="21600"/>
                </a:cubicBezTo>
                <a:lnTo>
                  <a:pt x="796" y="21600"/>
                </a:lnTo>
                <a:cubicBezTo>
                  <a:pt x="562" y="21600"/>
                  <a:pt x="422" y="21600"/>
                  <a:pt x="329" y="21574"/>
                </a:cubicBezTo>
                <a:cubicBezTo>
                  <a:pt x="194" y="21542"/>
                  <a:pt x="88" y="21472"/>
                  <a:pt x="39" y="21384"/>
                </a:cubicBezTo>
                <a:cubicBezTo>
                  <a:pt x="0" y="21322"/>
                  <a:pt x="0" y="21230"/>
                  <a:pt x="0" y="21076"/>
                </a:cubicBezTo>
                <a:lnTo>
                  <a:pt x="0" y="524"/>
                </a:lnTo>
                <a:cubicBezTo>
                  <a:pt x="0" y="370"/>
                  <a:pt x="0" y="278"/>
                  <a:pt x="39" y="216"/>
                </a:cubicBezTo>
                <a:cubicBezTo>
                  <a:pt x="88" y="128"/>
                  <a:pt x="194" y="58"/>
                  <a:pt x="329" y="26"/>
                </a:cubicBezTo>
                <a:cubicBezTo>
                  <a:pt x="422" y="0"/>
                  <a:pt x="562" y="0"/>
                  <a:pt x="796" y="0"/>
                </a:cubicBezTo>
                <a:lnTo>
                  <a:pt x="20804" y="0"/>
                </a:lnTo>
                <a:cubicBezTo>
                  <a:pt x="21038" y="0"/>
                  <a:pt x="21178" y="0"/>
                  <a:pt x="21271" y="26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76" name="placeholder.png" descr="placeholder.png"/>
          <p:cNvPicPr>
            <a:picLocks noChangeAspect="1"/>
          </p:cNvPicPr>
          <p:nvPr>
            <p:ph type="pic" idx="27"/>
          </p:nvPr>
        </p:nvPicPr>
        <p:blipFill>
          <a:blip r:embed="rId2">
            <a:extLst/>
          </a:blip>
          <a:srcRect l="29111" t="7472" r="34876" b="6286"/>
          <a:stretch>
            <a:fillRect/>
          </a:stretch>
        </p:blipFill>
        <p:spPr>
          <a:xfrm>
            <a:off x="19159592" y="8586836"/>
            <a:ext cx="4156675" cy="629116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sp>
        <p:nvSpPr>
          <p:cNvPr id="3077" name="One or two…"/>
          <p:cNvSpPr txBox="1"/>
          <p:nvPr>
            <p:ph type="body" idx="28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pc="-400" sz="10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3078" name="UPPERTEXT"/>
          <p:cNvSpPr txBox="1"/>
          <p:nvPr>
            <p:ph type="body" idx="29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UPPERTEXT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3081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3082" name="Slide bullet text"/>
          <p:cNvSpPr txBox="1"/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4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3085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3086" name="Slide bullet text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8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3089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3090" name="Slide bullet text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2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3093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3094" name="Slide bullet text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6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3097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3098" name="Slide bullet text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0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3101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3102" name="Slide bullet text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4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3105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3106" name="Slide bullet text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8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3109" name="Slide Subtit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Slide Subtitle</a:t>
            </a:r>
          </a:p>
        </p:txBody>
      </p:sp>
      <p:sp>
        <p:nvSpPr>
          <p:cNvPr id="3110" name="Slide bullet text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2" name="Graphs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Graphs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4" name="Graphs on Dark Background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Graphs on Dark Background</a:t>
            </a:r>
          </a:p>
        </p:txBody>
      </p:sp>
      <p:graphicFrame>
        <p:nvGraphicFramePr>
          <p:cNvPr id="3115" name="2D Donut Chart"/>
          <p:cNvGraphicFramePr/>
          <p:nvPr/>
        </p:nvGraphicFramePr>
        <p:xfrm>
          <a:off x="1142999" y="3039096"/>
          <a:ext cx="8269180" cy="82691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116" name="2D Stacked Bar Chart"/>
          <p:cNvGraphicFramePr/>
          <p:nvPr/>
        </p:nvGraphicFramePr>
        <p:xfrm>
          <a:off x="10214857" y="3289409"/>
          <a:ext cx="13969059" cy="4589991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3117" name="Chart 8"/>
          <p:cNvGraphicFramePr/>
          <p:nvPr/>
        </p:nvGraphicFramePr>
        <p:xfrm>
          <a:off x="10489688" y="7894567"/>
          <a:ext cx="12776194" cy="430599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9" name="Graphs on Light Background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Graphs on Light Background</a:t>
            </a:r>
          </a:p>
        </p:txBody>
      </p:sp>
      <p:graphicFrame>
        <p:nvGraphicFramePr>
          <p:cNvPr id="3120" name="2D Donut Chart"/>
          <p:cNvGraphicFramePr/>
          <p:nvPr/>
        </p:nvGraphicFramePr>
        <p:xfrm>
          <a:off x="1142999" y="3039096"/>
          <a:ext cx="8269180" cy="82691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121" name="2D Stacked Bar Chart"/>
          <p:cNvGraphicFramePr/>
          <p:nvPr/>
        </p:nvGraphicFramePr>
        <p:xfrm>
          <a:off x="10214857" y="3289409"/>
          <a:ext cx="13969059" cy="4589991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3122" name="Chart 8"/>
          <p:cNvGraphicFramePr/>
          <p:nvPr/>
        </p:nvGraphicFramePr>
        <p:xfrm>
          <a:off x="10489688" y="7894567"/>
          <a:ext cx="12776194" cy="430599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4" name="Devices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Devices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26" name="CFP_16x9_KeyArt.jpg" descr="CFP_16x9_KeyArt.jpg"/>
          <p:cNvPicPr>
            <a:picLocks noChangeAspect="1"/>
          </p:cNvPicPr>
          <p:nvPr/>
        </p:nvPicPr>
        <p:blipFill>
          <a:blip r:embed="rId2">
            <a:extLst/>
          </a:blip>
          <a:srcRect l="596" t="0" r="596" b="0"/>
          <a:stretch>
            <a:fillRect/>
          </a:stretch>
        </p:blipFill>
        <p:spPr>
          <a:xfrm>
            <a:off x="6443133" y="2599266"/>
            <a:ext cx="11722563" cy="6673587"/>
          </a:xfrm>
          <a:prstGeom prst="rect">
            <a:avLst/>
          </a:prstGeom>
          <a:ln w="12700">
            <a:miter lim="400000"/>
          </a:ln>
        </p:spPr>
      </p:pic>
      <p:pic>
        <p:nvPicPr>
          <p:cNvPr id="3127" name="TV.png" descr="TV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96722" y="2551372"/>
            <a:ext cx="14634478" cy="7965120"/>
          </a:xfrm>
          <a:prstGeom prst="rect">
            <a:avLst/>
          </a:prstGeom>
          <a:ln w="12700">
            <a:miter lim="400000"/>
          </a:ln>
        </p:spPr>
      </p:pic>
      <p:pic>
        <p:nvPicPr>
          <p:cNvPr id="3128" name="Screenshot 2025-11-12 at 7.57.44 AM.png" descr="Screenshot 2025-11-12 at 7.57.44 AM.png"/>
          <p:cNvPicPr>
            <a:picLocks noChangeAspect="1"/>
          </p:cNvPicPr>
          <p:nvPr/>
        </p:nvPicPr>
        <p:blipFill>
          <a:blip r:embed="rId4">
            <a:extLst/>
          </a:blip>
          <a:srcRect l="963" t="0" r="0" b="0"/>
          <a:stretch>
            <a:fillRect/>
          </a:stretch>
        </p:blipFill>
        <p:spPr>
          <a:xfrm>
            <a:off x="14194387" y="4969587"/>
            <a:ext cx="7933922" cy="4520595"/>
          </a:xfrm>
          <a:prstGeom prst="rect">
            <a:avLst/>
          </a:prstGeom>
          <a:ln w="12700">
            <a:miter lim="400000"/>
          </a:ln>
        </p:spPr>
      </p:pic>
      <p:pic>
        <p:nvPicPr>
          <p:cNvPr id="3129" name="Monitor.png" descr="Monitor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4110738" y="4878838"/>
            <a:ext cx="8109783" cy="5945796"/>
          </a:xfrm>
          <a:prstGeom prst="rect">
            <a:avLst/>
          </a:prstGeom>
          <a:ln w="12700">
            <a:miter lim="400000"/>
          </a:ln>
        </p:spPr>
      </p:pic>
      <p:pic>
        <p:nvPicPr>
          <p:cNvPr id="3130" name="Screenshot 2025-11-12 at 8.04.11 AM.png" descr="Screenshot 2025-11-12 at 8.04.11 AM.png"/>
          <p:cNvPicPr>
            <a:picLocks noChangeAspect="1"/>
          </p:cNvPicPr>
          <p:nvPr/>
        </p:nvPicPr>
        <p:blipFill>
          <a:blip r:embed="rId6">
            <a:extLst/>
          </a:blip>
          <a:srcRect l="0" t="658" r="0" b="658"/>
          <a:stretch>
            <a:fillRect/>
          </a:stretch>
        </p:blipFill>
        <p:spPr>
          <a:xfrm>
            <a:off x="4341138" y="6783098"/>
            <a:ext cx="6132199" cy="3811103"/>
          </a:xfrm>
          <a:prstGeom prst="rect">
            <a:avLst/>
          </a:prstGeom>
          <a:ln w="12700">
            <a:miter lim="400000"/>
          </a:ln>
        </p:spPr>
      </p:pic>
      <p:pic>
        <p:nvPicPr>
          <p:cNvPr id="3131" name="Laptop2.png" descr="Laptop2.pn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3446989" y="6533932"/>
            <a:ext cx="7864607" cy="4589815"/>
          </a:xfrm>
          <a:prstGeom prst="rect">
            <a:avLst/>
          </a:prstGeom>
          <a:ln w="12700">
            <a:miter lim="400000"/>
          </a:ln>
        </p:spPr>
      </p:pic>
      <p:pic>
        <p:nvPicPr>
          <p:cNvPr id="3132" name="Screenshot 2025-11-12 at 8.05.29 AM.png" descr="Screenshot 2025-11-12 at 8.05.29 AM.png"/>
          <p:cNvPicPr>
            <a:picLocks noChangeAspect="1"/>
          </p:cNvPicPr>
          <p:nvPr/>
        </p:nvPicPr>
        <p:blipFill>
          <a:blip r:embed="rId8">
            <a:extLst/>
          </a:blip>
          <a:srcRect l="0" t="4628" r="0" b="4628"/>
          <a:stretch>
            <a:fillRect/>
          </a:stretch>
        </p:blipFill>
        <p:spPr>
          <a:xfrm>
            <a:off x="2488644" y="7893062"/>
            <a:ext cx="1809599" cy="3567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8900" y="162"/>
                </a:moveTo>
                <a:cubicBezTo>
                  <a:pt x="20006" y="367"/>
                  <a:pt x="20877" y="809"/>
                  <a:pt x="21280" y="1370"/>
                </a:cubicBezTo>
                <a:cubicBezTo>
                  <a:pt x="21600" y="1759"/>
                  <a:pt x="21600" y="2342"/>
                  <a:pt x="21600" y="3315"/>
                </a:cubicBezTo>
                <a:lnTo>
                  <a:pt x="21600" y="18285"/>
                </a:lnTo>
                <a:cubicBezTo>
                  <a:pt x="21600" y="19258"/>
                  <a:pt x="21600" y="19841"/>
                  <a:pt x="21280" y="20230"/>
                </a:cubicBezTo>
                <a:cubicBezTo>
                  <a:pt x="20877" y="20791"/>
                  <a:pt x="20006" y="21233"/>
                  <a:pt x="18900" y="21438"/>
                </a:cubicBezTo>
                <a:cubicBezTo>
                  <a:pt x="18133" y="21600"/>
                  <a:pt x="16982" y="21600"/>
                  <a:pt x="15064" y="21600"/>
                </a:cubicBezTo>
                <a:lnTo>
                  <a:pt x="6536" y="21600"/>
                </a:lnTo>
                <a:cubicBezTo>
                  <a:pt x="4618" y="21600"/>
                  <a:pt x="3467" y="21600"/>
                  <a:pt x="2700" y="21438"/>
                </a:cubicBezTo>
                <a:cubicBezTo>
                  <a:pt x="1594" y="21233"/>
                  <a:pt x="723" y="20791"/>
                  <a:pt x="320" y="20230"/>
                </a:cubicBezTo>
                <a:cubicBezTo>
                  <a:pt x="0" y="19841"/>
                  <a:pt x="0" y="19258"/>
                  <a:pt x="0" y="18285"/>
                </a:cubicBezTo>
                <a:lnTo>
                  <a:pt x="0" y="3315"/>
                </a:lnTo>
                <a:cubicBezTo>
                  <a:pt x="0" y="2342"/>
                  <a:pt x="0" y="1759"/>
                  <a:pt x="320" y="1370"/>
                </a:cubicBezTo>
                <a:cubicBezTo>
                  <a:pt x="723" y="809"/>
                  <a:pt x="1594" y="367"/>
                  <a:pt x="2700" y="162"/>
                </a:cubicBezTo>
                <a:cubicBezTo>
                  <a:pt x="3467" y="0"/>
                  <a:pt x="4618" y="0"/>
                  <a:pt x="6536" y="0"/>
                </a:cubicBezTo>
                <a:lnTo>
                  <a:pt x="15064" y="0"/>
                </a:lnTo>
                <a:cubicBezTo>
                  <a:pt x="16982" y="0"/>
                  <a:pt x="18133" y="0"/>
                  <a:pt x="18900" y="162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3133" name="Picture 21" descr="Picture 21"/>
          <p:cNvPicPr>
            <a:picLocks noChangeAspect="1"/>
          </p:cNvPicPr>
          <p:nvPr/>
        </p:nvPicPr>
        <p:blipFill>
          <a:blip r:embed="rId9">
            <a:extLst/>
          </a:blip>
          <a:srcRect l="0" t="0" r="0" b="825"/>
          <a:stretch>
            <a:fillRect/>
          </a:stretch>
        </p:blipFill>
        <p:spPr>
          <a:xfrm>
            <a:off x="2445662" y="7851735"/>
            <a:ext cx="1895642" cy="3650580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355600" dist="0" dir="0">
              <a:schemeClr val="accent4">
                <a:hueOff val="-203031"/>
                <a:satOff val="-71423"/>
                <a:lumOff val="-30171"/>
              </a:schemeClr>
            </a:outerShdw>
          </a:effectLst>
        </p:spPr>
      </p:pic>
      <p:pic>
        <p:nvPicPr>
          <p:cNvPr id="3134" name="Screenshot 2025-11-12 at 7.59.49 AM.jpeg" descr="Screenshot 2025-11-12 at 7.59.49 AM.jpeg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10405232" y="8367136"/>
            <a:ext cx="4718052" cy="3538539"/>
          </a:xfrm>
          <a:prstGeom prst="rect">
            <a:avLst/>
          </a:prstGeom>
          <a:ln w="12700">
            <a:miter lim="400000"/>
          </a:ln>
        </p:spPr>
      </p:pic>
      <p:pic>
        <p:nvPicPr>
          <p:cNvPr id="3135" name="Tablet.png" descr="Tablet.png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10222569" y="8214831"/>
            <a:ext cx="5124196" cy="3843149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355600" dist="0" dir="0">
              <a:schemeClr val="accent4">
                <a:hueOff val="-203031"/>
                <a:satOff val="-71423"/>
                <a:lumOff val="-30171"/>
              </a:scheme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7" name="Backgrounds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Backgrounds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9" name="BG #01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BG #01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1" name="BG #02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BG #02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3" name="BG #03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BG #03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5" name="BG #04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BG #04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7" name="BG #05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BG #05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9" name="BG #06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BG #06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1" name="BG #07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BG #07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3" name="BG #08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BG #08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5" name="BG #09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BG #09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7" name="BG #10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BG #10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9" name="BG #11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BG #11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1" name="BG #12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pPr/>
            <a:r>
              <a:t>BG #12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3" name="Disney Advertising"/>
          <p:cNvSpPr/>
          <p:nvPr/>
        </p:nvSpPr>
        <p:spPr>
          <a:xfrm>
            <a:off x="7925121" y="6113007"/>
            <a:ext cx="8533758" cy="1489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1" h="21491" fill="norm" stroke="1" extrusionOk="0">
                <a:moveTo>
                  <a:pt x="760" y="10"/>
                </a:moveTo>
                <a:cubicBezTo>
                  <a:pt x="617" y="41"/>
                  <a:pt x="425" y="204"/>
                  <a:pt x="272" y="443"/>
                </a:cubicBezTo>
                <a:cubicBezTo>
                  <a:pt x="165" y="610"/>
                  <a:pt x="91" y="883"/>
                  <a:pt x="40" y="1395"/>
                </a:cubicBezTo>
                <a:cubicBezTo>
                  <a:pt x="14" y="1652"/>
                  <a:pt x="-9" y="1932"/>
                  <a:pt x="4" y="2214"/>
                </a:cubicBezTo>
                <a:cubicBezTo>
                  <a:pt x="15" y="2455"/>
                  <a:pt x="76" y="2532"/>
                  <a:pt x="124" y="2576"/>
                </a:cubicBezTo>
                <a:cubicBezTo>
                  <a:pt x="171" y="2618"/>
                  <a:pt x="276" y="2651"/>
                  <a:pt x="304" y="2455"/>
                </a:cubicBezTo>
                <a:cubicBezTo>
                  <a:pt x="316" y="2371"/>
                  <a:pt x="316" y="2292"/>
                  <a:pt x="306" y="2190"/>
                </a:cubicBezTo>
                <a:cubicBezTo>
                  <a:pt x="296" y="2084"/>
                  <a:pt x="268" y="2013"/>
                  <a:pt x="243" y="1986"/>
                </a:cubicBezTo>
                <a:cubicBezTo>
                  <a:pt x="214" y="1956"/>
                  <a:pt x="159" y="1934"/>
                  <a:pt x="146" y="1901"/>
                </a:cubicBezTo>
                <a:cubicBezTo>
                  <a:pt x="138" y="1884"/>
                  <a:pt x="131" y="1854"/>
                  <a:pt x="131" y="1853"/>
                </a:cubicBezTo>
                <a:cubicBezTo>
                  <a:pt x="131" y="1848"/>
                  <a:pt x="134" y="1829"/>
                  <a:pt x="137" y="1817"/>
                </a:cubicBezTo>
                <a:cubicBezTo>
                  <a:pt x="143" y="1791"/>
                  <a:pt x="162" y="1750"/>
                  <a:pt x="175" y="1733"/>
                </a:cubicBezTo>
                <a:cubicBezTo>
                  <a:pt x="192" y="1711"/>
                  <a:pt x="210" y="1677"/>
                  <a:pt x="228" y="1648"/>
                </a:cubicBezTo>
                <a:cubicBezTo>
                  <a:pt x="352" y="1453"/>
                  <a:pt x="597" y="1419"/>
                  <a:pt x="710" y="1443"/>
                </a:cubicBezTo>
                <a:cubicBezTo>
                  <a:pt x="1146" y="1536"/>
                  <a:pt x="1552" y="2083"/>
                  <a:pt x="1963" y="3046"/>
                </a:cubicBezTo>
                <a:cubicBezTo>
                  <a:pt x="2365" y="3990"/>
                  <a:pt x="2822" y="5607"/>
                  <a:pt x="3089" y="7564"/>
                </a:cubicBezTo>
                <a:cubicBezTo>
                  <a:pt x="3190" y="8304"/>
                  <a:pt x="3317" y="9514"/>
                  <a:pt x="3332" y="10539"/>
                </a:cubicBezTo>
                <a:cubicBezTo>
                  <a:pt x="3346" y="11477"/>
                  <a:pt x="3293" y="12377"/>
                  <a:pt x="3193" y="13033"/>
                </a:cubicBezTo>
                <a:cubicBezTo>
                  <a:pt x="3117" y="13529"/>
                  <a:pt x="3015" y="13895"/>
                  <a:pt x="2905" y="14190"/>
                </a:cubicBezTo>
                <a:cubicBezTo>
                  <a:pt x="2656" y="14862"/>
                  <a:pt x="2353" y="15002"/>
                  <a:pt x="2081" y="14961"/>
                </a:cubicBezTo>
                <a:cubicBezTo>
                  <a:pt x="2045" y="14956"/>
                  <a:pt x="1910" y="14892"/>
                  <a:pt x="1878" y="14864"/>
                </a:cubicBezTo>
                <a:cubicBezTo>
                  <a:pt x="1871" y="14858"/>
                  <a:pt x="1863" y="14848"/>
                  <a:pt x="1855" y="14840"/>
                </a:cubicBezTo>
                <a:lnTo>
                  <a:pt x="1851" y="14840"/>
                </a:lnTo>
                <a:cubicBezTo>
                  <a:pt x="1827" y="14817"/>
                  <a:pt x="1802" y="14789"/>
                  <a:pt x="1784" y="14768"/>
                </a:cubicBezTo>
                <a:cubicBezTo>
                  <a:pt x="1766" y="14747"/>
                  <a:pt x="1754" y="14732"/>
                  <a:pt x="1754" y="14732"/>
                </a:cubicBezTo>
                <a:lnTo>
                  <a:pt x="1735" y="9925"/>
                </a:lnTo>
                <a:cubicBezTo>
                  <a:pt x="1736" y="9925"/>
                  <a:pt x="1747" y="9928"/>
                  <a:pt x="1764" y="9933"/>
                </a:cubicBezTo>
                <a:cubicBezTo>
                  <a:pt x="1781" y="9937"/>
                  <a:pt x="1803" y="9943"/>
                  <a:pt x="1826" y="9949"/>
                </a:cubicBezTo>
                <a:lnTo>
                  <a:pt x="1832" y="9949"/>
                </a:lnTo>
                <a:cubicBezTo>
                  <a:pt x="1833" y="9949"/>
                  <a:pt x="1833" y="9949"/>
                  <a:pt x="1834" y="9949"/>
                </a:cubicBezTo>
                <a:cubicBezTo>
                  <a:pt x="1835" y="9949"/>
                  <a:pt x="1835" y="9949"/>
                  <a:pt x="1836" y="9949"/>
                </a:cubicBezTo>
                <a:lnTo>
                  <a:pt x="1840" y="9961"/>
                </a:lnTo>
                <a:cubicBezTo>
                  <a:pt x="1841" y="9961"/>
                  <a:pt x="1842" y="9961"/>
                  <a:pt x="1842" y="9961"/>
                </a:cubicBezTo>
                <a:cubicBezTo>
                  <a:pt x="1843" y="9961"/>
                  <a:pt x="1844" y="9961"/>
                  <a:pt x="1845" y="9961"/>
                </a:cubicBezTo>
                <a:lnTo>
                  <a:pt x="1849" y="9961"/>
                </a:lnTo>
                <a:cubicBezTo>
                  <a:pt x="1859" y="9964"/>
                  <a:pt x="1869" y="9958"/>
                  <a:pt x="1878" y="9961"/>
                </a:cubicBezTo>
                <a:cubicBezTo>
                  <a:pt x="2031" y="10013"/>
                  <a:pt x="2348" y="10314"/>
                  <a:pt x="2506" y="10672"/>
                </a:cubicBezTo>
                <a:cubicBezTo>
                  <a:pt x="2540" y="10747"/>
                  <a:pt x="2575" y="10867"/>
                  <a:pt x="2578" y="11057"/>
                </a:cubicBezTo>
                <a:cubicBezTo>
                  <a:pt x="2580" y="11204"/>
                  <a:pt x="2560" y="11329"/>
                  <a:pt x="2538" y="11443"/>
                </a:cubicBezTo>
                <a:cubicBezTo>
                  <a:pt x="2527" y="11498"/>
                  <a:pt x="2516" y="11545"/>
                  <a:pt x="2502" y="11587"/>
                </a:cubicBezTo>
                <a:cubicBezTo>
                  <a:pt x="2475" y="11670"/>
                  <a:pt x="2429" y="11805"/>
                  <a:pt x="2426" y="11828"/>
                </a:cubicBezTo>
                <a:cubicBezTo>
                  <a:pt x="2421" y="11861"/>
                  <a:pt x="2419" y="11901"/>
                  <a:pt x="2419" y="11941"/>
                </a:cubicBezTo>
                <a:cubicBezTo>
                  <a:pt x="2419" y="11980"/>
                  <a:pt x="2422" y="12018"/>
                  <a:pt x="2428" y="12045"/>
                </a:cubicBezTo>
                <a:cubicBezTo>
                  <a:pt x="2458" y="12179"/>
                  <a:pt x="2556" y="12259"/>
                  <a:pt x="2582" y="12250"/>
                </a:cubicBezTo>
                <a:cubicBezTo>
                  <a:pt x="2670" y="12222"/>
                  <a:pt x="2758" y="11878"/>
                  <a:pt x="2804" y="11419"/>
                </a:cubicBezTo>
                <a:cubicBezTo>
                  <a:pt x="2845" y="11012"/>
                  <a:pt x="2850" y="10701"/>
                  <a:pt x="2823" y="10250"/>
                </a:cubicBezTo>
                <a:cubicBezTo>
                  <a:pt x="2794" y="9759"/>
                  <a:pt x="2705" y="9297"/>
                  <a:pt x="2610" y="9021"/>
                </a:cubicBezTo>
                <a:cubicBezTo>
                  <a:pt x="2494" y="8687"/>
                  <a:pt x="2290" y="8429"/>
                  <a:pt x="2187" y="8335"/>
                </a:cubicBezTo>
                <a:cubicBezTo>
                  <a:pt x="2106" y="8261"/>
                  <a:pt x="2020" y="8189"/>
                  <a:pt x="1942" y="8178"/>
                </a:cubicBezTo>
                <a:cubicBezTo>
                  <a:pt x="1925" y="8175"/>
                  <a:pt x="1906" y="8178"/>
                  <a:pt x="1887" y="8178"/>
                </a:cubicBezTo>
                <a:lnTo>
                  <a:pt x="1878" y="8178"/>
                </a:lnTo>
                <a:cubicBezTo>
                  <a:pt x="1875" y="8178"/>
                  <a:pt x="1872" y="8178"/>
                  <a:pt x="1869" y="8178"/>
                </a:cubicBezTo>
                <a:cubicBezTo>
                  <a:pt x="1866" y="8178"/>
                  <a:pt x="1863" y="8178"/>
                  <a:pt x="1859" y="8178"/>
                </a:cubicBezTo>
                <a:lnTo>
                  <a:pt x="1853" y="8178"/>
                </a:lnTo>
                <a:cubicBezTo>
                  <a:pt x="1823" y="8179"/>
                  <a:pt x="1793" y="8182"/>
                  <a:pt x="1771" y="8185"/>
                </a:cubicBezTo>
                <a:cubicBezTo>
                  <a:pt x="1749" y="8187"/>
                  <a:pt x="1734" y="8190"/>
                  <a:pt x="1733" y="8190"/>
                </a:cubicBezTo>
                <a:cubicBezTo>
                  <a:pt x="1733" y="8190"/>
                  <a:pt x="1732" y="8114"/>
                  <a:pt x="1731" y="7996"/>
                </a:cubicBezTo>
                <a:cubicBezTo>
                  <a:pt x="1731" y="7878"/>
                  <a:pt x="1730" y="7719"/>
                  <a:pt x="1728" y="7552"/>
                </a:cubicBezTo>
                <a:lnTo>
                  <a:pt x="1728" y="7515"/>
                </a:lnTo>
                <a:cubicBezTo>
                  <a:pt x="1728" y="7501"/>
                  <a:pt x="1728" y="7487"/>
                  <a:pt x="1728" y="7473"/>
                </a:cubicBezTo>
                <a:cubicBezTo>
                  <a:pt x="1728" y="7459"/>
                  <a:pt x="1728" y="7446"/>
                  <a:pt x="1728" y="7431"/>
                </a:cubicBezTo>
                <a:lnTo>
                  <a:pt x="1728" y="7407"/>
                </a:lnTo>
                <a:cubicBezTo>
                  <a:pt x="1728" y="7304"/>
                  <a:pt x="1725" y="7197"/>
                  <a:pt x="1724" y="7106"/>
                </a:cubicBezTo>
                <a:cubicBezTo>
                  <a:pt x="1716" y="6394"/>
                  <a:pt x="1681" y="5003"/>
                  <a:pt x="1568" y="4600"/>
                </a:cubicBezTo>
                <a:cubicBezTo>
                  <a:pt x="1547" y="4527"/>
                  <a:pt x="1521" y="4513"/>
                  <a:pt x="1506" y="4624"/>
                </a:cubicBezTo>
                <a:cubicBezTo>
                  <a:pt x="1484" y="4788"/>
                  <a:pt x="1463" y="5414"/>
                  <a:pt x="1458" y="5576"/>
                </a:cubicBezTo>
                <a:cubicBezTo>
                  <a:pt x="1454" y="5714"/>
                  <a:pt x="1447" y="6093"/>
                  <a:pt x="1439" y="6479"/>
                </a:cubicBezTo>
                <a:lnTo>
                  <a:pt x="1437" y="6527"/>
                </a:lnTo>
                <a:cubicBezTo>
                  <a:pt x="1437" y="6536"/>
                  <a:pt x="1437" y="6544"/>
                  <a:pt x="1437" y="6551"/>
                </a:cubicBezTo>
                <a:cubicBezTo>
                  <a:pt x="1437" y="6559"/>
                  <a:pt x="1437" y="6567"/>
                  <a:pt x="1437" y="6576"/>
                </a:cubicBezTo>
                <a:lnTo>
                  <a:pt x="1435" y="6624"/>
                </a:lnTo>
                <a:cubicBezTo>
                  <a:pt x="1431" y="6825"/>
                  <a:pt x="1427" y="7022"/>
                  <a:pt x="1425" y="7181"/>
                </a:cubicBezTo>
                <a:cubicBezTo>
                  <a:pt x="1423" y="7341"/>
                  <a:pt x="1422" y="7463"/>
                  <a:pt x="1422" y="7515"/>
                </a:cubicBezTo>
                <a:cubicBezTo>
                  <a:pt x="1422" y="7523"/>
                  <a:pt x="1422" y="7531"/>
                  <a:pt x="1422" y="7538"/>
                </a:cubicBezTo>
                <a:cubicBezTo>
                  <a:pt x="1422" y="7546"/>
                  <a:pt x="1422" y="7554"/>
                  <a:pt x="1422" y="7564"/>
                </a:cubicBezTo>
                <a:lnTo>
                  <a:pt x="1422" y="7600"/>
                </a:lnTo>
                <a:cubicBezTo>
                  <a:pt x="1422" y="7638"/>
                  <a:pt x="1422" y="7680"/>
                  <a:pt x="1421" y="7725"/>
                </a:cubicBezTo>
                <a:cubicBezTo>
                  <a:pt x="1421" y="7770"/>
                  <a:pt x="1420" y="7817"/>
                  <a:pt x="1420" y="7865"/>
                </a:cubicBezTo>
                <a:lnTo>
                  <a:pt x="1420" y="7913"/>
                </a:lnTo>
                <a:lnTo>
                  <a:pt x="1420" y="7919"/>
                </a:lnTo>
                <a:lnTo>
                  <a:pt x="1420" y="7925"/>
                </a:lnTo>
                <a:lnTo>
                  <a:pt x="1420" y="7949"/>
                </a:lnTo>
                <a:cubicBezTo>
                  <a:pt x="1419" y="8051"/>
                  <a:pt x="1418" y="8151"/>
                  <a:pt x="1418" y="8227"/>
                </a:cubicBezTo>
                <a:cubicBezTo>
                  <a:pt x="1417" y="8302"/>
                  <a:pt x="1416" y="8354"/>
                  <a:pt x="1416" y="8359"/>
                </a:cubicBezTo>
                <a:cubicBezTo>
                  <a:pt x="1415" y="8363"/>
                  <a:pt x="1414" y="8367"/>
                  <a:pt x="1414" y="8371"/>
                </a:cubicBezTo>
                <a:cubicBezTo>
                  <a:pt x="1413" y="8375"/>
                  <a:pt x="1412" y="8379"/>
                  <a:pt x="1411" y="8383"/>
                </a:cubicBezTo>
                <a:cubicBezTo>
                  <a:pt x="1410" y="8388"/>
                  <a:pt x="1400" y="8401"/>
                  <a:pt x="1386" y="8416"/>
                </a:cubicBezTo>
                <a:cubicBezTo>
                  <a:pt x="1372" y="8431"/>
                  <a:pt x="1354" y="8449"/>
                  <a:pt x="1335" y="8467"/>
                </a:cubicBezTo>
                <a:lnTo>
                  <a:pt x="1329" y="8467"/>
                </a:lnTo>
                <a:lnTo>
                  <a:pt x="1327" y="8467"/>
                </a:lnTo>
                <a:lnTo>
                  <a:pt x="1320" y="8479"/>
                </a:lnTo>
                <a:cubicBezTo>
                  <a:pt x="1309" y="8490"/>
                  <a:pt x="1297" y="8495"/>
                  <a:pt x="1287" y="8503"/>
                </a:cubicBezTo>
                <a:cubicBezTo>
                  <a:pt x="1242" y="8540"/>
                  <a:pt x="1170" y="8652"/>
                  <a:pt x="1096" y="8780"/>
                </a:cubicBezTo>
                <a:lnTo>
                  <a:pt x="1086" y="8792"/>
                </a:lnTo>
                <a:cubicBezTo>
                  <a:pt x="1085" y="8794"/>
                  <a:pt x="1084" y="8796"/>
                  <a:pt x="1084" y="8798"/>
                </a:cubicBezTo>
                <a:cubicBezTo>
                  <a:pt x="1083" y="8801"/>
                  <a:pt x="1083" y="8803"/>
                  <a:pt x="1082" y="8804"/>
                </a:cubicBezTo>
                <a:lnTo>
                  <a:pt x="1071" y="8829"/>
                </a:lnTo>
                <a:cubicBezTo>
                  <a:pt x="989" y="8974"/>
                  <a:pt x="911" y="9129"/>
                  <a:pt x="872" y="9226"/>
                </a:cubicBezTo>
                <a:cubicBezTo>
                  <a:pt x="768" y="9487"/>
                  <a:pt x="615" y="9945"/>
                  <a:pt x="572" y="10551"/>
                </a:cubicBezTo>
                <a:cubicBezTo>
                  <a:pt x="542" y="10987"/>
                  <a:pt x="555" y="11357"/>
                  <a:pt x="596" y="11768"/>
                </a:cubicBezTo>
                <a:cubicBezTo>
                  <a:pt x="648" y="12294"/>
                  <a:pt x="716" y="12705"/>
                  <a:pt x="792" y="13118"/>
                </a:cubicBezTo>
                <a:cubicBezTo>
                  <a:pt x="819" y="13264"/>
                  <a:pt x="941" y="13851"/>
                  <a:pt x="970" y="13973"/>
                </a:cubicBezTo>
                <a:cubicBezTo>
                  <a:pt x="1073" y="14409"/>
                  <a:pt x="1192" y="14827"/>
                  <a:pt x="1316" y="15178"/>
                </a:cubicBezTo>
                <a:cubicBezTo>
                  <a:pt x="1319" y="15185"/>
                  <a:pt x="1322" y="15194"/>
                  <a:pt x="1325" y="15202"/>
                </a:cubicBezTo>
                <a:lnTo>
                  <a:pt x="1329" y="15214"/>
                </a:lnTo>
                <a:lnTo>
                  <a:pt x="1337" y="15238"/>
                </a:lnTo>
                <a:lnTo>
                  <a:pt x="1338" y="15244"/>
                </a:lnTo>
                <a:lnTo>
                  <a:pt x="1340" y="15250"/>
                </a:lnTo>
                <a:lnTo>
                  <a:pt x="1344" y="15250"/>
                </a:lnTo>
                <a:cubicBezTo>
                  <a:pt x="1360" y="15294"/>
                  <a:pt x="1375" y="15337"/>
                  <a:pt x="1386" y="15368"/>
                </a:cubicBezTo>
                <a:cubicBezTo>
                  <a:pt x="1398" y="15399"/>
                  <a:pt x="1405" y="15419"/>
                  <a:pt x="1405" y="15419"/>
                </a:cubicBezTo>
                <a:cubicBezTo>
                  <a:pt x="1405" y="15419"/>
                  <a:pt x="1406" y="15479"/>
                  <a:pt x="1408" y="15571"/>
                </a:cubicBezTo>
                <a:cubicBezTo>
                  <a:pt x="1410" y="15663"/>
                  <a:pt x="1413" y="15787"/>
                  <a:pt x="1416" y="15913"/>
                </a:cubicBezTo>
                <a:lnTo>
                  <a:pt x="1416" y="15937"/>
                </a:lnTo>
                <a:cubicBezTo>
                  <a:pt x="1416" y="15946"/>
                  <a:pt x="1416" y="15953"/>
                  <a:pt x="1417" y="15961"/>
                </a:cubicBezTo>
                <a:cubicBezTo>
                  <a:pt x="1417" y="15968"/>
                  <a:pt x="1417" y="15976"/>
                  <a:pt x="1418" y="15985"/>
                </a:cubicBezTo>
                <a:lnTo>
                  <a:pt x="1418" y="16009"/>
                </a:lnTo>
                <a:cubicBezTo>
                  <a:pt x="1420" y="16111"/>
                  <a:pt x="1422" y="16214"/>
                  <a:pt x="1424" y="16298"/>
                </a:cubicBezTo>
                <a:cubicBezTo>
                  <a:pt x="1435" y="16697"/>
                  <a:pt x="1458" y="17045"/>
                  <a:pt x="1523" y="17202"/>
                </a:cubicBezTo>
                <a:cubicBezTo>
                  <a:pt x="1563" y="17298"/>
                  <a:pt x="1610" y="17283"/>
                  <a:pt x="1652" y="17238"/>
                </a:cubicBezTo>
                <a:cubicBezTo>
                  <a:pt x="1688" y="17199"/>
                  <a:pt x="1711" y="17112"/>
                  <a:pt x="1726" y="16937"/>
                </a:cubicBezTo>
                <a:cubicBezTo>
                  <a:pt x="1732" y="16871"/>
                  <a:pt x="1744" y="16664"/>
                  <a:pt x="1745" y="16587"/>
                </a:cubicBezTo>
                <a:cubicBezTo>
                  <a:pt x="1746" y="16553"/>
                  <a:pt x="1745" y="16516"/>
                  <a:pt x="1745" y="16479"/>
                </a:cubicBezTo>
                <a:lnTo>
                  <a:pt x="1745" y="16455"/>
                </a:lnTo>
                <a:lnTo>
                  <a:pt x="1745" y="16443"/>
                </a:lnTo>
                <a:cubicBezTo>
                  <a:pt x="1746" y="16395"/>
                  <a:pt x="1746" y="16349"/>
                  <a:pt x="1747" y="16309"/>
                </a:cubicBezTo>
                <a:cubicBezTo>
                  <a:pt x="1747" y="16269"/>
                  <a:pt x="1747" y="16236"/>
                  <a:pt x="1747" y="16214"/>
                </a:cubicBezTo>
                <a:lnTo>
                  <a:pt x="1747" y="16190"/>
                </a:lnTo>
                <a:lnTo>
                  <a:pt x="1747" y="16178"/>
                </a:lnTo>
                <a:cubicBezTo>
                  <a:pt x="1747" y="16178"/>
                  <a:pt x="1761" y="16197"/>
                  <a:pt x="1782" y="16224"/>
                </a:cubicBezTo>
                <a:cubicBezTo>
                  <a:pt x="1803" y="16252"/>
                  <a:pt x="1831" y="16288"/>
                  <a:pt x="1859" y="16322"/>
                </a:cubicBezTo>
                <a:lnTo>
                  <a:pt x="1868" y="16334"/>
                </a:lnTo>
                <a:lnTo>
                  <a:pt x="1869" y="16334"/>
                </a:lnTo>
                <a:lnTo>
                  <a:pt x="1870" y="16334"/>
                </a:lnTo>
                <a:lnTo>
                  <a:pt x="1874" y="16346"/>
                </a:lnTo>
                <a:cubicBezTo>
                  <a:pt x="1891" y="16365"/>
                  <a:pt x="1908" y="16379"/>
                  <a:pt x="1923" y="16394"/>
                </a:cubicBezTo>
                <a:cubicBezTo>
                  <a:pt x="2127" y="16610"/>
                  <a:pt x="2349" y="16623"/>
                  <a:pt x="2542" y="16491"/>
                </a:cubicBezTo>
                <a:cubicBezTo>
                  <a:pt x="2826" y="16293"/>
                  <a:pt x="3156" y="15702"/>
                  <a:pt x="3370" y="14648"/>
                </a:cubicBezTo>
                <a:cubicBezTo>
                  <a:pt x="3428" y="14364"/>
                  <a:pt x="3526" y="13693"/>
                  <a:pt x="3567" y="13274"/>
                </a:cubicBezTo>
                <a:cubicBezTo>
                  <a:pt x="3591" y="13030"/>
                  <a:pt x="3612" y="12790"/>
                  <a:pt x="3635" y="12491"/>
                </a:cubicBezTo>
                <a:cubicBezTo>
                  <a:pt x="3637" y="12461"/>
                  <a:pt x="3646" y="12322"/>
                  <a:pt x="3654" y="12163"/>
                </a:cubicBezTo>
                <a:cubicBezTo>
                  <a:pt x="3663" y="12005"/>
                  <a:pt x="3672" y="11827"/>
                  <a:pt x="3675" y="11720"/>
                </a:cubicBezTo>
                <a:cubicBezTo>
                  <a:pt x="3676" y="11692"/>
                  <a:pt x="3677" y="11606"/>
                  <a:pt x="3679" y="11491"/>
                </a:cubicBezTo>
                <a:cubicBezTo>
                  <a:pt x="3681" y="11376"/>
                  <a:pt x="3683" y="11230"/>
                  <a:pt x="3685" y="11081"/>
                </a:cubicBezTo>
                <a:lnTo>
                  <a:pt x="3685" y="11057"/>
                </a:lnTo>
                <a:cubicBezTo>
                  <a:pt x="3686" y="10968"/>
                  <a:pt x="3687" y="10879"/>
                  <a:pt x="3687" y="10795"/>
                </a:cubicBezTo>
                <a:cubicBezTo>
                  <a:pt x="3687" y="10710"/>
                  <a:pt x="3687" y="10631"/>
                  <a:pt x="3685" y="10563"/>
                </a:cubicBezTo>
                <a:cubicBezTo>
                  <a:pt x="3686" y="10530"/>
                  <a:pt x="3685" y="10483"/>
                  <a:pt x="3685" y="10430"/>
                </a:cubicBezTo>
                <a:cubicBezTo>
                  <a:pt x="3684" y="10378"/>
                  <a:pt x="3683" y="10319"/>
                  <a:pt x="3681" y="10262"/>
                </a:cubicBezTo>
                <a:lnTo>
                  <a:pt x="3679" y="10226"/>
                </a:lnTo>
                <a:cubicBezTo>
                  <a:pt x="3677" y="10157"/>
                  <a:pt x="3675" y="10091"/>
                  <a:pt x="3674" y="10038"/>
                </a:cubicBezTo>
                <a:cubicBezTo>
                  <a:pt x="3672" y="9985"/>
                  <a:pt x="3671" y="9944"/>
                  <a:pt x="3670" y="9925"/>
                </a:cubicBezTo>
                <a:cubicBezTo>
                  <a:pt x="3669" y="9917"/>
                  <a:pt x="3661" y="9722"/>
                  <a:pt x="3656" y="9588"/>
                </a:cubicBezTo>
                <a:cubicBezTo>
                  <a:pt x="3653" y="9529"/>
                  <a:pt x="3645" y="9411"/>
                  <a:pt x="3637" y="9286"/>
                </a:cubicBezTo>
                <a:lnTo>
                  <a:pt x="3635" y="9250"/>
                </a:lnTo>
                <a:cubicBezTo>
                  <a:pt x="3624" y="9095"/>
                  <a:pt x="3613" y="8943"/>
                  <a:pt x="3609" y="8901"/>
                </a:cubicBezTo>
                <a:cubicBezTo>
                  <a:pt x="3587" y="8671"/>
                  <a:pt x="3574" y="8473"/>
                  <a:pt x="3556" y="8274"/>
                </a:cubicBezTo>
                <a:cubicBezTo>
                  <a:pt x="3484" y="7446"/>
                  <a:pt x="3332" y="6401"/>
                  <a:pt x="3212" y="5720"/>
                </a:cubicBezTo>
                <a:cubicBezTo>
                  <a:pt x="3150" y="5368"/>
                  <a:pt x="3064" y="4930"/>
                  <a:pt x="2998" y="4624"/>
                </a:cubicBezTo>
                <a:cubicBezTo>
                  <a:pt x="2983" y="4551"/>
                  <a:pt x="2927" y="4312"/>
                  <a:pt x="2870" y="4070"/>
                </a:cubicBezTo>
                <a:lnTo>
                  <a:pt x="2861" y="4046"/>
                </a:lnTo>
                <a:cubicBezTo>
                  <a:pt x="2860" y="4043"/>
                  <a:pt x="2860" y="4038"/>
                  <a:pt x="2860" y="4034"/>
                </a:cubicBezTo>
                <a:cubicBezTo>
                  <a:pt x="2860" y="4029"/>
                  <a:pt x="2860" y="4024"/>
                  <a:pt x="2859" y="4022"/>
                </a:cubicBezTo>
                <a:lnTo>
                  <a:pt x="2850" y="3998"/>
                </a:lnTo>
                <a:cubicBezTo>
                  <a:pt x="2796" y="3772"/>
                  <a:pt x="2746" y="3551"/>
                  <a:pt x="2730" y="3492"/>
                </a:cubicBezTo>
                <a:cubicBezTo>
                  <a:pt x="2620" y="3081"/>
                  <a:pt x="2423" y="2460"/>
                  <a:pt x="2299" y="2118"/>
                </a:cubicBezTo>
                <a:cubicBezTo>
                  <a:pt x="2126" y="1643"/>
                  <a:pt x="1890" y="1116"/>
                  <a:pt x="1709" y="805"/>
                </a:cubicBezTo>
                <a:cubicBezTo>
                  <a:pt x="1394" y="259"/>
                  <a:pt x="1086" y="-60"/>
                  <a:pt x="760" y="10"/>
                </a:cubicBezTo>
                <a:close/>
                <a:moveTo>
                  <a:pt x="4165" y="1395"/>
                </a:moveTo>
                <a:cubicBezTo>
                  <a:pt x="4093" y="1445"/>
                  <a:pt x="4023" y="1560"/>
                  <a:pt x="3966" y="1696"/>
                </a:cubicBezTo>
                <a:cubicBezTo>
                  <a:pt x="3846" y="1987"/>
                  <a:pt x="3736" y="2412"/>
                  <a:pt x="3651" y="2925"/>
                </a:cubicBezTo>
                <a:cubicBezTo>
                  <a:pt x="3567" y="3433"/>
                  <a:pt x="3503" y="4082"/>
                  <a:pt x="3510" y="4781"/>
                </a:cubicBezTo>
                <a:cubicBezTo>
                  <a:pt x="3512" y="5005"/>
                  <a:pt x="3528" y="5352"/>
                  <a:pt x="3548" y="5552"/>
                </a:cubicBezTo>
                <a:cubicBezTo>
                  <a:pt x="3565" y="5720"/>
                  <a:pt x="3594" y="5893"/>
                  <a:pt x="3601" y="6070"/>
                </a:cubicBezTo>
                <a:cubicBezTo>
                  <a:pt x="3605" y="6175"/>
                  <a:pt x="3602" y="6319"/>
                  <a:pt x="3603" y="6443"/>
                </a:cubicBezTo>
                <a:cubicBezTo>
                  <a:pt x="3604" y="6728"/>
                  <a:pt x="3627" y="7013"/>
                  <a:pt x="3664" y="7202"/>
                </a:cubicBezTo>
                <a:cubicBezTo>
                  <a:pt x="3691" y="7337"/>
                  <a:pt x="3715" y="7331"/>
                  <a:pt x="3742" y="7214"/>
                </a:cubicBezTo>
                <a:cubicBezTo>
                  <a:pt x="3750" y="7183"/>
                  <a:pt x="3761" y="7108"/>
                  <a:pt x="3768" y="7046"/>
                </a:cubicBezTo>
                <a:cubicBezTo>
                  <a:pt x="3780" y="6930"/>
                  <a:pt x="3791" y="6775"/>
                  <a:pt x="3801" y="6708"/>
                </a:cubicBezTo>
                <a:cubicBezTo>
                  <a:pt x="3802" y="6704"/>
                  <a:pt x="3805" y="6706"/>
                  <a:pt x="3808" y="6713"/>
                </a:cubicBezTo>
                <a:cubicBezTo>
                  <a:pt x="3811" y="6720"/>
                  <a:pt x="3815" y="6731"/>
                  <a:pt x="3818" y="6744"/>
                </a:cubicBezTo>
                <a:cubicBezTo>
                  <a:pt x="3820" y="6749"/>
                  <a:pt x="3823" y="6756"/>
                  <a:pt x="3828" y="6765"/>
                </a:cubicBezTo>
                <a:cubicBezTo>
                  <a:pt x="3833" y="6773"/>
                  <a:pt x="3839" y="6783"/>
                  <a:pt x="3846" y="6793"/>
                </a:cubicBezTo>
                <a:lnTo>
                  <a:pt x="3850" y="6805"/>
                </a:lnTo>
                <a:cubicBezTo>
                  <a:pt x="3856" y="6813"/>
                  <a:pt x="3863" y="6822"/>
                  <a:pt x="3868" y="6828"/>
                </a:cubicBezTo>
                <a:cubicBezTo>
                  <a:pt x="3874" y="6835"/>
                  <a:pt x="3879" y="6839"/>
                  <a:pt x="3882" y="6841"/>
                </a:cubicBezTo>
                <a:cubicBezTo>
                  <a:pt x="3906" y="6850"/>
                  <a:pt x="3931" y="6889"/>
                  <a:pt x="3956" y="6901"/>
                </a:cubicBezTo>
                <a:cubicBezTo>
                  <a:pt x="4037" y="6943"/>
                  <a:pt x="4148" y="6795"/>
                  <a:pt x="4220" y="6636"/>
                </a:cubicBezTo>
                <a:cubicBezTo>
                  <a:pt x="4383" y="6272"/>
                  <a:pt x="4509" y="5740"/>
                  <a:pt x="4636" y="4997"/>
                </a:cubicBezTo>
                <a:cubicBezTo>
                  <a:pt x="4711" y="4566"/>
                  <a:pt x="4776" y="3860"/>
                  <a:pt x="4752" y="3214"/>
                </a:cubicBezTo>
                <a:cubicBezTo>
                  <a:pt x="4740" y="2893"/>
                  <a:pt x="4715" y="2675"/>
                  <a:pt x="4668" y="2443"/>
                </a:cubicBezTo>
                <a:cubicBezTo>
                  <a:pt x="4645" y="2329"/>
                  <a:pt x="4587" y="2158"/>
                  <a:pt x="4547" y="2118"/>
                </a:cubicBezTo>
                <a:cubicBezTo>
                  <a:pt x="4545" y="2116"/>
                  <a:pt x="4541" y="2108"/>
                  <a:pt x="4539" y="2106"/>
                </a:cubicBezTo>
                <a:lnTo>
                  <a:pt x="4535" y="2106"/>
                </a:lnTo>
                <a:cubicBezTo>
                  <a:pt x="4530" y="2102"/>
                  <a:pt x="4527" y="2100"/>
                  <a:pt x="4523" y="2096"/>
                </a:cubicBezTo>
                <a:cubicBezTo>
                  <a:pt x="4520" y="2093"/>
                  <a:pt x="4518" y="2089"/>
                  <a:pt x="4516" y="2082"/>
                </a:cubicBezTo>
                <a:cubicBezTo>
                  <a:pt x="4510" y="2060"/>
                  <a:pt x="4505" y="2005"/>
                  <a:pt x="4499" y="1961"/>
                </a:cubicBezTo>
                <a:cubicBezTo>
                  <a:pt x="4470" y="1755"/>
                  <a:pt x="4413" y="1559"/>
                  <a:pt x="4372" y="1480"/>
                </a:cubicBezTo>
                <a:cubicBezTo>
                  <a:pt x="4310" y="1356"/>
                  <a:pt x="4236" y="1345"/>
                  <a:pt x="4165" y="1395"/>
                </a:cubicBezTo>
                <a:close/>
                <a:moveTo>
                  <a:pt x="4038" y="2877"/>
                </a:moveTo>
                <a:cubicBezTo>
                  <a:pt x="4038" y="2877"/>
                  <a:pt x="4012" y="2997"/>
                  <a:pt x="3990" y="3106"/>
                </a:cubicBezTo>
                <a:cubicBezTo>
                  <a:pt x="3916" y="3465"/>
                  <a:pt x="3817" y="4050"/>
                  <a:pt x="3763" y="4467"/>
                </a:cubicBezTo>
                <a:cubicBezTo>
                  <a:pt x="3757" y="4521"/>
                  <a:pt x="3749" y="4580"/>
                  <a:pt x="3742" y="4636"/>
                </a:cubicBezTo>
                <a:lnTo>
                  <a:pt x="3740" y="4660"/>
                </a:lnTo>
                <a:cubicBezTo>
                  <a:pt x="3729" y="4750"/>
                  <a:pt x="3719" y="4834"/>
                  <a:pt x="3711" y="4896"/>
                </a:cubicBezTo>
                <a:cubicBezTo>
                  <a:pt x="3703" y="4958"/>
                  <a:pt x="3698" y="4997"/>
                  <a:pt x="3698" y="4997"/>
                </a:cubicBezTo>
                <a:cubicBezTo>
                  <a:pt x="3698" y="4997"/>
                  <a:pt x="3692" y="4908"/>
                  <a:pt x="3687" y="4841"/>
                </a:cubicBezTo>
                <a:cubicBezTo>
                  <a:pt x="3654" y="4366"/>
                  <a:pt x="3728" y="3832"/>
                  <a:pt x="3795" y="3504"/>
                </a:cubicBezTo>
                <a:cubicBezTo>
                  <a:pt x="3836" y="3303"/>
                  <a:pt x="3917" y="2987"/>
                  <a:pt x="3973" y="2925"/>
                </a:cubicBezTo>
                <a:cubicBezTo>
                  <a:pt x="3996" y="2898"/>
                  <a:pt x="4038" y="2877"/>
                  <a:pt x="4038" y="2877"/>
                </a:cubicBezTo>
                <a:close/>
                <a:moveTo>
                  <a:pt x="4410" y="3082"/>
                </a:moveTo>
                <a:cubicBezTo>
                  <a:pt x="4462" y="2994"/>
                  <a:pt x="4484" y="2982"/>
                  <a:pt x="4524" y="3082"/>
                </a:cubicBezTo>
                <a:cubicBezTo>
                  <a:pt x="4556" y="3158"/>
                  <a:pt x="4579" y="3325"/>
                  <a:pt x="4583" y="3540"/>
                </a:cubicBezTo>
                <a:cubicBezTo>
                  <a:pt x="4597" y="4206"/>
                  <a:pt x="4463" y="4767"/>
                  <a:pt x="4372" y="5058"/>
                </a:cubicBezTo>
                <a:cubicBezTo>
                  <a:pt x="4279" y="5351"/>
                  <a:pt x="4181" y="5522"/>
                  <a:pt x="4074" y="5564"/>
                </a:cubicBezTo>
                <a:cubicBezTo>
                  <a:pt x="4059" y="5569"/>
                  <a:pt x="4035" y="5575"/>
                  <a:pt x="4011" y="5576"/>
                </a:cubicBezTo>
                <a:lnTo>
                  <a:pt x="4006" y="5576"/>
                </a:lnTo>
                <a:cubicBezTo>
                  <a:pt x="4005" y="5576"/>
                  <a:pt x="4004" y="5576"/>
                  <a:pt x="4002" y="5576"/>
                </a:cubicBezTo>
                <a:cubicBezTo>
                  <a:pt x="4001" y="5576"/>
                  <a:pt x="3999" y="5576"/>
                  <a:pt x="3998" y="5576"/>
                </a:cubicBezTo>
                <a:lnTo>
                  <a:pt x="3994" y="5576"/>
                </a:lnTo>
                <a:cubicBezTo>
                  <a:pt x="3975" y="5574"/>
                  <a:pt x="3957" y="5572"/>
                  <a:pt x="3943" y="5565"/>
                </a:cubicBezTo>
                <a:cubicBezTo>
                  <a:pt x="3930" y="5558"/>
                  <a:pt x="3921" y="5546"/>
                  <a:pt x="3920" y="5528"/>
                </a:cubicBezTo>
                <a:cubicBezTo>
                  <a:pt x="3919" y="5519"/>
                  <a:pt x="3921" y="5500"/>
                  <a:pt x="3923" y="5474"/>
                </a:cubicBezTo>
                <a:cubicBezTo>
                  <a:pt x="3926" y="5448"/>
                  <a:pt x="3930" y="5416"/>
                  <a:pt x="3935" y="5383"/>
                </a:cubicBezTo>
                <a:cubicBezTo>
                  <a:pt x="3949" y="5276"/>
                  <a:pt x="3969" y="5125"/>
                  <a:pt x="3987" y="4985"/>
                </a:cubicBezTo>
                <a:cubicBezTo>
                  <a:pt x="4068" y="4394"/>
                  <a:pt x="4215" y="3645"/>
                  <a:pt x="4319" y="3299"/>
                </a:cubicBezTo>
                <a:cubicBezTo>
                  <a:pt x="4355" y="3182"/>
                  <a:pt x="4372" y="3146"/>
                  <a:pt x="4410" y="3082"/>
                </a:cubicBezTo>
                <a:close/>
                <a:moveTo>
                  <a:pt x="17009" y="5660"/>
                </a:moveTo>
                <a:cubicBezTo>
                  <a:pt x="16888" y="5660"/>
                  <a:pt x="16807" y="6111"/>
                  <a:pt x="16807" y="6793"/>
                </a:cubicBezTo>
                <a:cubicBezTo>
                  <a:pt x="16807" y="7474"/>
                  <a:pt x="16888" y="7937"/>
                  <a:pt x="17009" y="7937"/>
                </a:cubicBezTo>
                <a:cubicBezTo>
                  <a:pt x="17131" y="7937"/>
                  <a:pt x="17214" y="7474"/>
                  <a:pt x="17214" y="6793"/>
                </a:cubicBezTo>
                <a:cubicBezTo>
                  <a:pt x="17214" y="6111"/>
                  <a:pt x="17131" y="5660"/>
                  <a:pt x="17009" y="5660"/>
                </a:cubicBezTo>
                <a:close/>
                <a:moveTo>
                  <a:pt x="18647" y="5660"/>
                </a:moveTo>
                <a:cubicBezTo>
                  <a:pt x="18525" y="5660"/>
                  <a:pt x="18444" y="6111"/>
                  <a:pt x="18444" y="6793"/>
                </a:cubicBezTo>
                <a:cubicBezTo>
                  <a:pt x="18444" y="7474"/>
                  <a:pt x="18525" y="7937"/>
                  <a:pt x="18647" y="7937"/>
                </a:cubicBezTo>
                <a:cubicBezTo>
                  <a:pt x="18769" y="7937"/>
                  <a:pt x="18852" y="7474"/>
                  <a:pt x="18852" y="6793"/>
                </a:cubicBezTo>
                <a:cubicBezTo>
                  <a:pt x="18852" y="6111"/>
                  <a:pt x="18769" y="5660"/>
                  <a:pt x="18647" y="5660"/>
                </a:cubicBezTo>
                <a:close/>
                <a:moveTo>
                  <a:pt x="11893" y="5817"/>
                </a:moveTo>
                <a:lnTo>
                  <a:pt x="11893" y="9527"/>
                </a:lnTo>
                <a:cubicBezTo>
                  <a:pt x="11796" y="8923"/>
                  <a:pt x="11660" y="8576"/>
                  <a:pt x="11502" y="8576"/>
                </a:cubicBezTo>
                <a:cubicBezTo>
                  <a:pt x="11180" y="8576"/>
                  <a:pt x="10949" y="10003"/>
                  <a:pt x="10949" y="12021"/>
                </a:cubicBezTo>
                <a:cubicBezTo>
                  <a:pt x="10949" y="14053"/>
                  <a:pt x="11180" y="15479"/>
                  <a:pt x="11502" y="15479"/>
                </a:cubicBezTo>
                <a:cubicBezTo>
                  <a:pt x="11671" y="15479"/>
                  <a:pt x="11815" y="15111"/>
                  <a:pt x="11910" y="14455"/>
                </a:cubicBezTo>
                <a:lnTo>
                  <a:pt x="11912" y="15322"/>
                </a:lnTo>
                <a:lnTo>
                  <a:pt x="12208" y="15322"/>
                </a:lnTo>
                <a:lnTo>
                  <a:pt x="12208" y="5817"/>
                </a:lnTo>
                <a:lnTo>
                  <a:pt x="11893" y="5817"/>
                </a:lnTo>
                <a:close/>
                <a:moveTo>
                  <a:pt x="9981" y="6323"/>
                </a:moveTo>
                <a:lnTo>
                  <a:pt x="9368" y="15322"/>
                </a:lnTo>
                <a:lnTo>
                  <a:pt x="9712" y="15322"/>
                </a:lnTo>
                <a:lnTo>
                  <a:pt x="9824" y="13611"/>
                </a:lnTo>
                <a:lnTo>
                  <a:pt x="10501" y="13611"/>
                </a:lnTo>
                <a:lnTo>
                  <a:pt x="10613" y="15322"/>
                </a:lnTo>
                <a:lnTo>
                  <a:pt x="10955" y="15322"/>
                </a:lnTo>
                <a:lnTo>
                  <a:pt x="10348" y="6323"/>
                </a:lnTo>
                <a:lnTo>
                  <a:pt x="9981" y="6323"/>
                </a:lnTo>
                <a:close/>
                <a:moveTo>
                  <a:pt x="6251" y="6877"/>
                </a:moveTo>
                <a:cubicBezTo>
                  <a:pt x="6235" y="6879"/>
                  <a:pt x="6218" y="6923"/>
                  <a:pt x="6211" y="7082"/>
                </a:cubicBezTo>
                <a:cubicBezTo>
                  <a:pt x="6198" y="7367"/>
                  <a:pt x="6214" y="7666"/>
                  <a:pt x="6217" y="7720"/>
                </a:cubicBezTo>
                <a:lnTo>
                  <a:pt x="6217" y="7732"/>
                </a:lnTo>
                <a:cubicBezTo>
                  <a:pt x="6286" y="9077"/>
                  <a:pt x="6329" y="10146"/>
                  <a:pt x="6355" y="10879"/>
                </a:cubicBezTo>
                <a:cubicBezTo>
                  <a:pt x="6380" y="11612"/>
                  <a:pt x="6388" y="12009"/>
                  <a:pt x="6388" y="12009"/>
                </a:cubicBezTo>
                <a:cubicBezTo>
                  <a:pt x="6388" y="12009"/>
                  <a:pt x="6389" y="12123"/>
                  <a:pt x="6389" y="12240"/>
                </a:cubicBezTo>
                <a:cubicBezTo>
                  <a:pt x="6388" y="12358"/>
                  <a:pt x="6386" y="12478"/>
                  <a:pt x="6378" y="12491"/>
                </a:cubicBezTo>
                <a:cubicBezTo>
                  <a:pt x="6372" y="12515"/>
                  <a:pt x="6366" y="12512"/>
                  <a:pt x="6362" y="12503"/>
                </a:cubicBezTo>
                <a:cubicBezTo>
                  <a:pt x="6357" y="12494"/>
                  <a:pt x="6354" y="12479"/>
                  <a:pt x="6354" y="12479"/>
                </a:cubicBezTo>
                <a:cubicBezTo>
                  <a:pt x="6350" y="12480"/>
                  <a:pt x="6339" y="12395"/>
                  <a:pt x="6324" y="12267"/>
                </a:cubicBezTo>
                <a:cubicBezTo>
                  <a:pt x="6308" y="12139"/>
                  <a:pt x="6289" y="11967"/>
                  <a:pt x="6270" y="11792"/>
                </a:cubicBezTo>
                <a:lnTo>
                  <a:pt x="6263" y="11756"/>
                </a:lnTo>
                <a:cubicBezTo>
                  <a:pt x="6247" y="11611"/>
                  <a:pt x="6232" y="11465"/>
                  <a:pt x="6219" y="11343"/>
                </a:cubicBezTo>
                <a:cubicBezTo>
                  <a:pt x="6205" y="11221"/>
                  <a:pt x="6195" y="11122"/>
                  <a:pt x="6189" y="11069"/>
                </a:cubicBezTo>
                <a:lnTo>
                  <a:pt x="6189" y="11045"/>
                </a:lnTo>
                <a:cubicBezTo>
                  <a:pt x="6189" y="11037"/>
                  <a:pt x="6188" y="11031"/>
                  <a:pt x="6187" y="11027"/>
                </a:cubicBezTo>
                <a:cubicBezTo>
                  <a:pt x="6186" y="11023"/>
                  <a:pt x="6185" y="11021"/>
                  <a:pt x="6185" y="11021"/>
                </a:cubicBezTo>
                <a:lnTo>
                  <a:pt x="6156" y="10744"/>
                </a:lnTo>
                <a:cubicBezTo>
                  <a:pt x="6072" y="9973"/>
                  <a:pt x="6005" y="9454"/>
                  <a:pt x="5959" y="9129"/>
                </a:cubicBezTo>
                <a:cubicBezTo>
                  <a:pt x="5912" y="8804"/>
                  <a:pt x="5887" y="8672"/>
                  <a:pt x="5887" y="8672"/>
                </a:cubicBezTo>
                <a:cubicBezTo>
                  <a:pt x="5864" y="8546"/>
                  <a:pt x="5803" y="8190"/>
                  <a:pt x="5727" y="8672"/>
                </a:cubicBezTo>
                <a:cubicBezTo>
                  <a:pt x="5651" y="9156"/>
                  <a:pt x="5590" y="10716"/>
                  <a:pt x="5566" y="12178"/>
                </a:cubicBezTo>
                <a:cubicBezTo>
                  <a:pt x="5556" y="12907"/>
                  <a:pt x="5555" y="13479"/>
                  <a:pt x="5561" y="13913"/>
                </a:cubicBezTo>
                <a:cubicBezTo>
                  <a:pt x="5568" y="14346"/>
                  <a:pt x="5581" y="14641"/>
                  <a:pt x="5600" y="14816"/>
                </a:cubicBezTo>
                <a:cubicBezTo>
                  <a:pt x="5620" y="14994"/>
                  <a:pt x="5651" y="15112"/>
                  <a:pt x="5684" y="15148"/>
                </a:cubicBezTo>
                <a:cubicBezTo>
                  <a:pt x="5717" y="15183"/>
                  <a:pt x="5753" y="15137"/>
                  <a:pt x="5786" y="14985"/>
                </a:cubicBezTo>
                <a:cubicBezTo>
                  <a:pt x="5855" y="14682"/>
                  <a:pt x="5840" y="12767"/>
                  <a:pt x="5851" y="11780"/>
                </a:cubicBezTo>
                <a:cubicBezTo>
                  <a:pt x="5862" y="10789"/>
                  <a:pt x="5879" y="10961"/>
                  <a:pt x="5879" y="10961"/>
                </a:cubicBezTo>
                <a:cubicBezTo>
                  <a:pt x="5882" y="10956"/>
                  <a:pt x="5889" y="10995"/>
                  <a:pt x="5897" y="11059"/>
                </a:cubicBezTo>
                <a:cubicBezTo>
                  <a:pt x="5906" y="11124"/>
                  <a:pt x="5916" y="11214"/>
                  <a:pt x="5925" y="11310"/>
                </a:cubicBezTo>
                <a:lnTo>
                  <a:pt x="5927" y="11334"/>
                </a:lnTo>
                <a:lnTo>
                  <a:pt x="5930" y="11371"/>
                </a:lnTo>
                <a:cubicBezTo>
                  <a:pt x="5931" y="11382"/>
                  <a:pt x="5932" y="11391"/>
                  <a:pt x="5933" y="11401"/>
                </a:cubicBezTo>
                <a:cubicBezTo>
                  <a:pt x="5934" y="11410"/>
                  <a:pt x="5935" y="11420"/>
                  <a:pt x="5936" y="11431"/>
                </a:cubicBezTo>
                <a:lnTo>
                  <a:pt x="5938" y="11455"/>
                </a:lnTo>
                <a:cubicBezTo>
                  <a:pt x="5947" y="11551"/>
                  <a:pt x="5956" y="11643"/>
                  <a:pt x="5962" y="11713"/>
                </a:cubicBezTo>
                <a:cubicBezTo>
                  <a:pt x="5969" y="11784"/>
                  <a:pt x="5973" y="11832"/>
                  <a:pt x="5974" y="11840"/>
                </a:cubicBezTo>
                <a:cubicBezTo>
                  <a:pt x="5974" y="11840"/>
                  <a:pt x="6183" y="14275"/>
                  <a:pt x="6314" y="14635"/>
                </a:cubicBezTo>
                <a:cubicBezTo>
                  <a:pt x="6447" y="14995"/>
                  <a:pt x="6553" y="14419"/>
                  <a:pt x="6593" y="13877"/>
                </a:cubicBezTo>
                <a:cubicBezTo>
                  <a:pt x="6634" y="13331"/>
                  <a:pt x="6703" y="11528"/>
                  <a:pt x="6599" y="9527"/>
                </a:cubicBezTo>
                <a:cubicBezTo>
                  <a:pt x="6495" y="7528"/>
                  <a:pt x="6280" y="6913"/>
                  <a:pt x="6280" y="6913"/>
                </a:cubicBezTo>
                <a:cubicBezTo>
                  <a:pt x="6280" y="6913"/>
                  <a:pt x="6266" y="6874"/>
                  <a:pt x="6251" y="6877"/>
                </a:cubicBezTo>
                <a:close/>
                <a:moveTo>
                  <a:pt x="15995" y="7166"/>
                </a:moveTo>
                <a:lnTo>
                  <a:pt x="15995" y="12925"/>
                </a:lnTo>
                <a:cubicBezTo>
                  <a:pt x="15995" y="13690"/>
                  <a:pt x="16031" y="14295"/>
                  <a:pt x="16099" y="14709"/>
                </a:cubicBezTo>
                <a:cubicBezTo>
                  <a:pt x="16167" y="15123"/>
                  <a:pt x="16268" y="15346"/>
                  <a:pt x="16399" y="15346"/>
                </a:cubicBezTo>
                <a:lnTo>
                  <a:pt x="16673" y="15346"/>
                </a:lnTo>
                <a:lnTo>
                  <a:pt x="16673" y="13708"/>
                </a:lnTo>
                <a:lnTo>
                  <a:pt x="16452" y="13708"/>
                </a:lnTo>
                <a:cubicBezTo>
                  <a:pt x="16404" y="13708"/>
                  <a:pt x="16369" y="13627"/>
                  <a:pt x="16346" y="13471"/>
                </a:cubicBezTo>
                <a:cubicBezTo>
                  <a:pt x="16323" y="13314"/>
                  <a:pt x="16312" y="13082"/>
                  <a:pt x="16312" y="12780"/>
                </a:cubicBezTo>
                <a:lnTo>
                  <a:pt x="16312" y="10359"/>
                </a:lnTo>
                <a:lnTo>
                  <a:pt x="16614" y="10359"/>
                </a:lnTo>
                <a:lnTo>
                  <a:pt x="16614" y="8732"/>
                </a:lnTo>
                <a:lnTo>
                  <a:pt x="16312" y="8732"/>
                </a:lnTo>
                <a:lnTo>
                  <a:pt x="16312" y="7166"/>
                </a:lnTo>
                <a:lnTo>
                  <a:pt x="15995" y="7166"/>
                </a:lnTo>
                <a:close/>
                <a:moveTo>
                  <a:pt x="8263" y="7696"/>
                </a:moveTo>
                <a:cubicBezTo>
                  <a:pt x="8250" y="7664"/>
                  <a:pt x="8233" y="7697"/>
                  <a:pt x="8220" y="7738"/>
                </a:cubicBezTo>
                <a:cubicBezTo>
                  <a:pt x="8206" y="7779"/>
                  <a:pt x="8195" y="7829"/>
                  <a:pt x="8195" y="7829"/>
                </a:cubicBezTo>
                <a:cubicBezTo>
                  <a:pt x="8018" y="8732"/>
                  <a:pt x="7918" y="9686"/>
                  <a:pt x="7862" y="10415"/>
                </a:cubicBezTo>
                <a:cubicBezTo>
                  <a:pt x="7806" y="11144"/>
                  <a:pt x="7793" y="11648"/>
                  <a:pt x="7793" y="11648"/>
                </a:cubicBezTo>
                <a:cubicBezTo>
                  <a:pt x="7777" y="12187"/>
                  <a:pt x="7778" y="12645"/>
                  <a:pt x="7791" y="13034"/>
                </a:cubicBezTo>
                <a:cubicBezTo>
                  <a:pt x="7804" y="13423"/>
                  <a:pt x="7828" y="13744"/>
                  <a:pt x="7857" y="14009"/>
                </a:cubicBezTo>
                <a:cubicBezTo>
                  <a:pt x="7759" y="15201"/>
                  <a:pt x="7685" y="16318"/>
                  <a:pt x="7639" y="17291"/>
                </a:cubicBezTo>
                <a:cubicBezTo>
                  <a:pt x="7594" y="18264"/>
                  <a:pt x="7576" y="19093"/>
                  <a:pt x="7588" y="19708"/>
                </a:cubicBezTo>
                <a:cubicBezTo>
                  <a:pt x="7600" y="20175"/>
                  <a:pt x="7636" y="20576"/>
                  <a:pt x="7677" y="20878"/>
                </a:cubicBezTo>
                <a:cubicBezTo>
                  <a:pt x="7719" y="21180"/>
                  <a:pt x="7766" y="21383"/>
                  <a:pt x="7802" y="21454"/>
                </a:cubicBezTo>
                <a:cubicBezTo>
                  <a:pt x="7838" y="21540"/>
                  <a:pt x="7859" y="21462"/>
                  <a:pt x="7871" y="21362"/>
                </a:cubicBezTo>
                <a:cubicBezTo>
                  <a:pt x="7883" y="21262"/>
                  <a:pt x="7886" y="21141"/>
                  <a:pt x="7886" y="21141"/>
                </a:cubicBezTo>
                <a:cubicBezTo>
                  <a:pt x="7916" y="19870"/>
                  <a:pt x="7956" y="18808"/>
                  <a:pt x="8004" y="17854"/>
                </a:cubicBezTo>
                <a:cubicBezTo>
                  <a:pt x="8053" y="16900"/>
                  <a:pt x="8109" y="16054"/>
                  <a:pt x="8170" y="15214"/>
                </a:cubicBezTo>
                <a:cubicBezTo>
                  <a:pt x="8538" y="15696"/>
                  <a:pt x="8813" y="13660"/>
                  <a:pt x="8911" y="12684"/>
                </a:cubicBezTo>
                <a:cubicBezTo>
                  <a:pt x="8969" y="12098"/>
                  <a:pt x="9000" y="11311"/>
                  <a:pt x="9000" y="10575"/>
                </a:cubicBezTo>
                <a:cubicBezTo>
                  <a:pt x="9000" y="9737"/>
                  <a:pt x="8961" y="8957"/>
                  <a:pt x="8873" y="8600"/>
                </a:cubicBezTo>
                <a:cubicBezTo>
                  <a:pt x="8743" y="8083"/>
                  <a:pt x="8572" y="8645"/>
                  <a:pt x="8411" y="9538"/>
                </a:cubicBezTo>
                <a:cubicBezTo>
                  <a:pt x="8249" y="10430"/>
                  <a:pt x="8097" y="11655"/>
                  <a:pt x="8005" y="12467"/>
                </a:cubicBezTo>
                <a:cubicBezTo>
                  <a:pt x="7991" y="12054"/>
                  <a:pt x="8009" y="11584"/>
                  <a:pt x="8030" y="11217"/>
                </a:cubicBezTo>
                <a:cubicBezTo>
                  <a:pt x="8052" y="10851"/>
                  <a:pt x="8077" y="10588"/>
                  <a:pt x="8077" y="10588"/>
                </a:cubicBezTo>
                <a:cubicBezTo>
                  <a:pt x="8077" y="10588"/>
                  <a:pt x="8088" y="10475"/>
                  <a:pt x="8105" y="10304"/>
                </a:cubicBezTo>
                <a:cubicBezTo>
                  <a:pt x="8122" y="10134"/>
                  <a:pt x="8145" y="9905"/>
                  <a:pt x="8167" y="9672"/>
                </a:cubicBezTo>
                <a:lnTo>
                  <a:pt x="8172" y="9624"/>
                </a:lnTo>
                <a:lnTo>
                  <a:pt x="8178" y="9563"/>
                </a:lnTo>
                <a:cubicBezTo>
                  <a:pt x="8196" y="9382"/>
                  <a:pt x="8213" y="9205"/>
                  <a:pt x="8227" y="9056"/>
                </a:cubicBezTo>
                <a:cubicBezTo>
                  <a:pt x="8241" y="8907"/>
                  <a:pt x="8252" y="8786"/>
                  <a:pt x="8256" y="8720"/>
                </a:cubicBezTo>
                <a:cubicBezTo>
                  <a:pt x="8267" y="8562"/>
                  <a:pt x="8275" y="8322"/>
                  <a:pt x="8278" y="8114"/>
                </a:cubicBezTo>
                <a:cubicBezTo>
                  <a:pt x="8280" y="7905"/>
                  <a:pt x="8276" y="7728"/>
                  <a:pt x="8263" y="7696"/>
                </a:cubicBezTo>
                <a:close/>
                <a:moveTo>
                  <a:pt x="5133" y="7877"/>
                </a:moveTo>
                <a:cubicBezTo>
                  <a:pt x="5013" y="7824"/>
                  <a:pt x="4893" y="7860"/>
                  <a:pt x="4801" y="7925"/>
                </a:cubicBezTo>
                <a:cubicBezTo>
                  <a:pt x="4611" y="8059"/>
                  <a:pt x="4358" y="8398"/>
                  <a:pt x="4249" y="9286"/>
                </a:cubicBezTo>
                <a:cubicBezTo>
                  <a:pt x="4208" y="9625"/>
                  <a:pt x="4184" y="10139"/>
                  <a:pt x="4203" y="10563"/>
                </a:cubicBezTo>
                <a:cubicBezTo>
                  <a:pt x="4214" y="10799"/>
                  <a:pt x="4251" y="11011"/>
                  <a:pt x="4288" y="11106"/>
                </a:cubicBezTo>
                <a:cubicBezTo>
                  <a:pt x="4324" y="11200"/>
                  <a:pt x="4370" y="11252"/>
                  <a:pt x="4412" y="11286"/>
                </a:cubicBezTo>
                <a:cubicBezTo>
                  <a:pt x="4439" y="11309"/>
                  <a:pt x="4518" y="11354"/>
                  <a:pt x="4600" y="11395"/>
                </a:cubicBezTo>
                <a:lnTo>
                  <a:pt x="4609" y="11395"/>
                </a:lnTo>
                <a:cubicBezTo>
                  <a:pt x="4610" y="11395"/>
                  <a:pt x="4611" y="11395"/>
                  <a:pt x="4613" y="11395"/>
                </a:cubicBezTo>
                <a:cubicBezTo>
                  <a:pt x="4614" y="11395"/>
                  <a:pt x="4616" y="11394"/>
                  <a:pt x="4617" y="11395"/>
                </a:cubicBezTo>
                <a:lnTo>
                  <a:pt x="4628" y="11407"/>
                </a:lnTo>
                <a:cubicBezTo>
                  <a:pt x="4665" y="11425"/>
                  <a:pt x="4702" y="11440"/>
                  <a:pt x="4733" y="11455"/>
                </a:cubicBezTo>
                <a:cubicBezTo>
                  <a:pt x="4837" y="11504"/>
                  <a:pt x="5041" y="11629"/>
                  <a:pt x="5150" y="11889"/>
                </a:cubicBezTo>
                <a:cubicBezTo>
                  <a:pt x="5150" y="11889"/>
                  <a:pt x="5252" y="12094"/>
                  <a:pt x="5251" y="12431"/>
                </a:cubicBezTo>
                <a:cubicBezTo>
                  <a:pt x="5251" y="12597"/>
                  <a:pt x="5229" y="12726"/>
                  <a:pt x="5207" y="12816"/>
                </a:cubicBezTo>
                <a:cubicBezTo>
                  <a:pt x="5045" y="13471"/>
                  <a:pt x="4822" y="13666"/>
                  <a:pt x="4624" y="13648"/>
                </a:cubicBezTo>
                <a:cubicBezTo>
                  <a:pt x="4556" y="13642"/>
                  <a:pt x="4502" y="13573"/>
                  <a:pt x="4433" y="13407"/>
                </a:cubicBezTo>
                <a:cubicBezTo>
                  <a:pt x="4404" y="13334"/>
                  <a:pt x="4367" y="13170"/>
                  <a:pt x="4372" y="12985"/>
                </a:cubicBezTo>
                <a:cubicBezTo>
                  <a:pt x="4383" y="12625"/>
                  <a:pt x="4454" y="12532"/>
                  <a:pt x="4512" y="12563"/>
                </a:cubicBezTo>
                <a:cubicBezTo>
                  <a:pt x="4544" y="12580"/>
                  <a:pt x="4586" y="12649"/>
                  <a:pt x="4617" y="12720"/>
                </a:cubicBezTo>
                <a:cubicBezTo>
                  <a:pt x="4744" y="13006"/>
                  <a:pt x="4801" y="13251"/>
                  <a:pt x="4913" y="13154"/>
                </a:cubicBezTo>
                <a:cubicBezTo>
                  <a:pt x="4955" y="13117"/>
                  <a:pt x="5099" y="12939"/>
                  <a:pt x="5118" y="12599"/>
                </a:cubicBezTo>
                <a:cubicBezTo>
                  <a:pt x="5123" y="12517"/>
                  <a:pt x="5116" y="12432"/>
                  <a:pt x="5105" y="12371"/>
                </a:cubicBezTo>
                <a:cubicBezTo>
                  <a:pt x="5090" y="12282"/>
                  <a:pt x="5004" y="12082"/>
                  <a:pt x="4981" y="12033"/>
                </a:cubicBezTo>
                <a:cubicBezTo>
                  <a:pt x="4896" y="11861"/>
                  <a:pt x="4734" y="11704"/>
                  <a:pt x="4645" y="11684"/>
                </a:cubicBezTo>
                <a:cubicBezTo>
                  <a:pt x="4527" y="11660"/>
                  <a:pt x="4371" y="11789"/>
                  <a:pt x="4298" y="12359"/>
                </a:cubicBezTo>
                <a:cubicBezTo>
                  <a:pt x="4252" y="12716"/>
                  <a:pt x="4250" y="13200"/>
                  <a:pt x="4288" y="13575"/>
                </a:cubicBezTo>
                <a:cubicBezTo>
                  <a:pt x="4339" y="14088"/>
                  <a:pt x="4441" y="14489"/>
                  <a:pt x="4524" y="14720"/>
                </a:cubicBezTo>
                <a:cubicBezTo>
                  <a:pt x="4665" y="15107"/>
                  <a:pt x="4833" y="15287"/>
                  <a:pt x="4989" y="15190"/>
                </a:cubicBezTo>
                <a:cubicBezTo>
                  <a:pt x="5078" y="15131"/>
                  <a:pt x="5155" y="15034"/>
                  <a:pt x="5234" y="14816"/>
                </a:cubicBezTo>
                <a:cubicBezTo>
                  <a:pt x="5310" y="14607"/>
                  <a:pt x="5393" y="14213"/>
                  <a:pt x="5431" y="13744"/>
                </a:cubicBezTo>
                <a:cubicBezTo>
                  <a:pt x="5482" y="13114"/>
                  <a:pt x="5479" y="12278"/>
                  <a:pt x="5422" y="11684"/>
                </a:cubicBezTo>
                <a:cubicBezTo>
                  <a:pt x="5385" y="11292"/>
                  <a:pt x="5346" y="11075"/>
                  <a:pt x="5277" y="10901"/>
                </a:cubicBezTo>
                <a:cubicBezTo>
                  <a:pt x="5202" y="10711"/>
                  <a:pt x="5103" y="10604"/>
                  <a:pt x="5004" y="10527"/>
                </a:cubicBezTo>
                <a:cubicBezTo>
                  <a:pt x="4998" y="10523"/>
                  <a:pt x="4997" y="10532"/>
                  <a:pt x="4991" y="10527"/>
                </a:cubicBezTo>
                <a:lnTo>
                  <a:pt x="4535" y="10214"/>
                </a:lnTo>
                <a:cubicBezTo>
                  <a:pt x="4532" y="10212"/>
                  <a:pt x="4529" y="10211"/>
                  <a:pt x="4527" y="10209"/>
                </a:cubicBezTo>
                <a:cubicBezTo>
                  <a:pt x="4525" y="10208"/>
                  <a:pt x="4523" y="10206"/>
                  <a:pt x="4520" y="10202"/>
                </a:cubicBezTo>
                <a:cubicBezTo>
                  <a:pt x="4510" y="10190"/>
                  <a:pt x="4482" y="10171"/>
                  <a:pt x="4461" y="10130"/>
                </a:cubicBezTo>
                <a:cubicBezTo>
                  <a:pt x="4440" y="10089"/>
                  <a:pt x="4426" y="10025"/>
                  <a:pt x="4442" y="9925"/>
                </a:cubicBezTo>
                <a:cubicBezTo>
                  <a:pt x="4446" y="9896"/>
                  <a:pt x="4455" y="9869"/>
                  <a:pt x="4466" y="9847"/>
                </a:cubicBezTo>
                <a:cubicBezTo>
                  <a:pt x="4476" y="9824"/>
                  <a:pt x="4487" y="9805"/>
                  <a:pt x="4495" y="9792"/>
                </a:cubicBezTo>
                <a:cubicBezTo>
                  <a:pt x="4702" y="9471"/>
                  <a:pt x="4964" y="9513"/>
                  <a:pt x="5181" y="9443"/>
                </a:cubicBezTo>
                <a:cubicBezTo>
                  <a:pt x="5230" y="9426"/>
                  <a:pt x="5339" y="9383"/>
                  <a:pt x="5393" y="9286"/>
                </a:cubicBezTo>
                <a:cubicBezTo>
                  <a:pt x="5444" y="9196"/>
                  <a:pt x="5487" y="8990"/>
                  <a:pt x="5498" y="8672"/>
                </a:cubicBezTo>
                <a:cubicBezTo>
                  <a:pt x="5504" y="8503"/>
                  <a:pt x="5490" y="8419"/>
                  <a:pt x="5463" y="8335"/>
                </a:cubicBezTo>
                <a:cubicBezTo>
                  <a:pt x="5372" y="8061"/>
                  <a:pt x="5252" y="7929"/>
                  <a:pt x="5133" y="7877"/>
                </a:cubicBezTo>
                <a:close/>
                <a:moveTo>
                  <a:pt x="7607" y="7925"/>
                </a:moveTo>
                <a:cubicBezTo>
                  <a:pt x="7450" y="7895"/>
                  <a:pt x="7256" y="8001"/>
                  <a:pt x="7096" y="8133"/>
                </a:cubicBezTo>
                <a:cubicBezTo>
                  <a:pt x="6935" y="8264"/>
                  <a:pt x="6808" y="8421"/>
                  <a:pt x="6783" y="8491"/>
                </a:cubicBezTo>
                <a:cubicBezTo>
                  <a:pt x="6736" y="8612"/>
                  <a:pt x="6741" y="8812"/>
                  <a:pt x="6802" y="9250"/>
                </a:cubicBezTo>
                <a:cubicBezTo>
                  <a:pt x="6868" y="9712"/>
                  <a:pt x="6978" y="9660"/>
                  <a:pt x="6978" y="9660"/>
                </a:cubicBezTo>
                <a:lnTo>
                  <a:pt x="6881" y="10804"/>
                </a:lnTo>
                <a:cubicBezTo>
                  <a:pt x="6842" y="10820"/>
                  <a:pt x="6816" y="10860"/>
                  <a:pt x="6799" y="10898"/>
                </a:cubicBezTo>
                <a:cubicBezTo>
                  <a:pt x="6783" y="10935"/>
                  <a:pt x="6776" y="10970"/>
                  <a:pt x="6775" y="10973"/>
                </a:cubicBezTo>
                <a:cubicBezTo>
                  <a:pt x="6754" y="11098"/>
                  <a:pt x="6756" y="11332"/>
                  <a:pt x="6764" y="11552"/>
                </a:cubicBezTo>
                <a:cubicBezTo>
                  <a:pt x="6772" y="11772"/>
                  <a:pt x="6787" y="11978"/>
                  <a:pt x="6792" y="12045"/>
                </a:cubicBezTo>
                <a:lnTo>
                  <a:pt x="6792" y="12057"/>
                </a:lnTo>
                <a:lnTo>
                  <a:pt x="6792" y="12069"/>
                </a:lnTo>
                <a:cubicBezTo>
                  <a:pt x="6792" y="12069"/>
                  <a:pt x="6657" y="13819"/>
                  <a:pt x="6756" y="14744"/>
                </a:cubicBezTo>
                <a:cubicBezTo>
                  <a:pt x="6852" y="15618"/>
                  <a:pt x="6963" y="15670"/>
                  <a:pt x="6984" y="15672"/>
                </a:cubicBezTo>
                <a:lnTo>
                  <a:pt x="6986" y="15672"/>
                </a:lnTo>
                <a:cubicBezTo>
                  <a:pt x="6987" y="15672"/>
                  <a:pt x="6987" y="15672"/>
                  <a:pt x="6988" y="15672"/>
                </a:cubicBezTo>
                <a:lnTo>
                  <a:pt x="6988" y="15672"/>
                </a:lnTo>
                <a:cubicBezTo>
                  <a:pt x="7228" y="15771"/>
                  <a:pt x="7622" y="14338"/>
                  <a:pt x="7643" y="13864"/>
                </a:cubicBezTo>
                <a:cubicBezTo>
                  <a:pt x="7661" y="13483"/>
                  <a:pt x="7599" y="13063"/>
                  <a:pt x="7544" y="12985"/>
                </a:cubicBezTo>
                <a:cubicBezTo>
                  <a:pt x="7493" y="12924"/>
                  <a:pt x="7099" y="13347"/>
                  <a:pt x="7052" y="13419"/>
                </a:cubicBezTo>
                <a:cubicBezTo>
                  <a:pt x="7001" y="13497"/>
                  <a:pt x="7022" y="13226"/>
                  <a:pt x="7022" y="13226"/>
                </a:cubicBezTo>
                <a:lnTo>
                  <a:pt x="7083" y="12045"/>
                </a:lnTo>
                <a:cubicBezTo>
                  <a:pt x="7083" y="12045"/>
                  <a:pt x="7177" y="12025"/>
                  <a:pt x="7278" y="11999"/>
                </a:cubicBezTo>
                <a:cubicBezTo>
                  <a:pt x="7379" y="11972"/>
                  <a:pt x="7487" y="11939"/>
                  <a:pt x="7514" y="11913"/>
                </a:cubicBezTo>
                <a:cubicBezTo>
                  <a:pt x="7540" y="11887"/>
                  <a:pt x="7554" y="11823"/>
                  <a:pt x="7561" y="11767"/>
                </a:cubicBezTo>
                <a:cubicBezTo>
                  <a:pt x="7568" y="11710"/>
                  <a:pt x="7569" y="11660"/>
                  <a:pt x="7569" y="11660"/>
                </a:cubicBezTo>
                <a:cubicBezTo>
                  <a:pt x="7569" y="11660"/>
                  <a:pt x="7571" y="11576"/>
                  <a:pt x="7572" y="11452"/>
                </a:cubicBezTo>
                <a:cubicBezTo>
                  <a:pt x="7574" y="11329"/>
                  <a:pt x="7575" y="11166"/>
                  <a:pt x="7574" y="11009"/>
                </a:cubicBezTo>
                <a:cubicBezTo>
                  <a:pt x="7571" y="10841"/>
                  <a:pt x="7558" y="10762"/>
                  <a:pt x="7545" y="10726"/>
                </a:cubicBezTo>
                <a:cubicBezTo>
                  <a:pt x="7533" y="10690"/>
                  <a:pt x="7521" y="10696"/>
                  <a:pt x="7521" y="10696"/>
                </a:cubicBezTo>
                <a:cubicBezTo>
                  <a:pt x="7448" y="10653"/>
                  <a:pt x="7361" y="10656"/>
                  <a:pt x="7293" y="10669"/>
                </a:cubicBezTo>
                <a:cubicBezTo>
                  <a:pt x="7224" y="10683"/>
                  <a:pt x="7174" y="10708"/>
                  <a:pt x="7174" y="10708"/>
                </a:cubicBezTo>
                <a:lnTo>
                  <a:pt x="7227" y="9804"/>
                </a:lnTo>
                <a:cubicBezTo>
                  <a:pt x="7243" y="9800"/>
                  <a:pt x="7629" y="9687"/>
                  <a:pt x="7779" y="9491"/>
                </a:cubicBezTo>
                <a:cubicBezTo>
                  <a:pt x="7857" y="9386"/>
                  <a:pt x="7810" y="8949"/>
                  <a:pt x="7810" y="8949"/>
                </a:cubicBezTo>
                <a:cubicBezTo>
                  <a:pt x="7763" y="8407"/>
                  <a:pt x="7712" y="8151"/>
                  <a:pt x="7673" y="8031"/>
                </a:cubicBezTo>
                <a:cubicBezTo>
                  <a:pt x="7634" y="7910"/>
                  <a:pt x="7607" y="7925"/>
                  <a:pt x="7607" y="7925"/>
                </a:cubicBezTo>
                <a:close/>
                <a:moveTo>
                  <a:pt x="3947" y="8142"/>
                </a:moveTo>
                <a:cubicBezTo>
                  <a:pt x="3912" y="8103"/>
                  <a:pt x="3891" y="8376"/>
                  <a:pt x="3882" y="8515"/>
                </a:cubicBezTo>
                <a:cubicBezTo>
                  <a:pt x="3854" y="8928"/>
                  <a:pt x="3834" y="9919"/>
                  <a:pt x="3829" y="10226"/>
                </a:cubicBezTo>
                <a:cubicBezTo>
                  <a:pt x="3812" y="11157"/>
                  <a:pt x="3798" y="13367"/>
                  <a:pt x="3827" y="14491"/>
                </a:cubicBezTo>
                <a:cubicBezTo>
                  <a:pt x="3839" y="14962"/>
                  <a:pt x="3866" y="15260"/>
                  <a:pt x="3949" y="15358"/>
                </a:cubicBezTo>
                <a:cubicBezTo>
                  <a:pt x="3983" y="15399"/>
                  <a:pt x="4045" y="15397"/>
                  <a:pt x="4072" y="15298"/>
                </a:cubicBezTo>
                <a:cubicBezTo>
                  <a:pt x="4096" y="15214"/>
                  <a:pt x="4111" y="15041"/>
                  <a:pt x="4116" y="14901"/>
                </a:cubicBezTo>
                <a:cubicBezTo>
                  <a:pt x="4132" y="14509"/>
                  <a:pt x="4126" y="13957"/>
                  <a:pt x="4123" y="13539"/>
                </a:cubicBezTo>
                <a:cubicBezTo>
                  <a:pt x="4119" y="13046"/>
                  <a:pt x="4118" y="12556"/>
                  <a:pt x="4114" y="12057"/>
                </a:cubicBezTo>
                <a:cubicBezTo>
                  <a:pt x="4109" y="11392"/>
                  <a:pt x="4094" y="9693"/>
                  <a:pt x="4061" y="8925"/>
                </a:cubicBezTo>
                <a:cubicBezTo>
                  <a:pt x="4047" y="8594"/>
                  <a:pt x="4023" y="8290"/>
                  <a:pt x="3966" y="8166"/>
                </a:cubicBezTo>
                <a:cubicBezTo>
                  <a:pt x="3960" y="8152"/>
                  <a:pt x="3952" y="8147"/>
                  <a:pt x="3947" y="8142"/>
                </a:cubicBezTo>
                <a:close/>
                <a:moveTo>
                  <a:pt x="10165" y="8250"/>
                </a:moveTo>
                <a:lnTo>
                  <a:pt x="10418" y="12154"/>
                </a:lnTo>
                <a:lnTo>
                  <a:pt x="9909" y="12154"/>
                </a:lnTo>
                <a:lnTo>
                  <a:pt x="10165" y="8250"/>
                </a:lnTo>
                <a:close/>
                <a:moveTo>
                  <a:pt x="14220" y="8564"/>
                </a:moveTo>
                <a:cubicBezTo>
                  <a:pt x="13864" y="8564"/>
                  <a:pt x="13613" y="10002"/>
                  <a:pt x="13613" y="12033"/>
                </a:cubicBezTo>
                <a:cubicBezTo>
                  <a:pt x="13613" y="14078"/>
                  <a:pt x="13864" y="15491"/>
                  <a:pt x="14247" y="15491"/>
                </a:cubicBezTo>
                <a:cubicBezTo>
                  <a:pt x="14461" y="15491"/>
                  <a:pt x="14639" y="15084"/>
                  <a:pt x="14761" y="14443"/>
                </a:cubicBezTo>
                <a:lnTo>
                  <a:pt x="14579" y="13467"/>
                </a:lnTo>
                <a:cubicBezTo>
                  <a:pt x="14490" y="13825"/>
                  <a:pt x="14386" y="14033"/>
                  <a:pt x="14264" y="14033"/>
                </a:cubicBezTo>
                <a:cubicBezTo>
                  <a:pt x="14088" y="14033"/>
                  <a:pt x="13960" y="13515"/>
                  <a:pt x="13922" y="12756"/>
                </a:cubicBezTo>
                <a:lnTo>
                  <a:pt x="14807" y="12756"/>
                </a:lnTo>
                <a:cubicBezTo>
                  <a:pt x="14875" y="10429"/>
                  <a:pt x="14621" y="8564"/>
                  <a:pt x="14220" y="8564"/>
                </a:cubicBezTo>
                <a:close/>
                <a:moveTo>
                  <a:pt x="20892" y="8576"/>
                </a:moveTo>
                <a:cubicBezTo>
                  <a:pt x="20567" y="8576"/>
                  <a:pt x="20340" y="9993"/>
                  <a:pt x="20340" y="11973"/>
                </a:cubicBezTo>
                <a:cubicBezTo>
                  <a:pt x="20340" y="13953"/>
                  <a:pt x="20567" y="15370"/>
                  <a:pt x="20892" y="15370"/>
                </a:cubicBezTo>
                <a:cubicBezTo>
                  <a:pt x="21054" y="15370"/>
                  <a:pt x="21192" y="15000"/>
                  <a:pt x="21289" y="14370"/>
                </a:cubicBezTo>
                <a:lnTo>
                  <a:pt x="21289" y="15033"/>
                </a:lnTo>
                <a:cubicBezTo>
                  <a:pt x="21289" y="16177"/>
                  <a:pt x="21153" y="16888"/>
                  <a:pt x="20923" y="16888"/>
                </a:cubicBezTo>
                <a:cubicBezTo>
                  <a:pt x="20788" y="16888"/>
                  <a:pt x="20639" y="16652"/>
                  <a:pt x="20520" y="16202"/>
                </a:cubicBezTo>
                <a:lnTo>
                  <a:pt x="20395" y="17539"/>
                </a:lnTo>
                <a:cubicBezTo>
                  <a:pt x="20551" y="18117"/>
                  <a:pt x="20744" y="18443"/>
                  <a:pt x="20940" y="18443"/>
                </a:cubicBezTo>
                <a:cubicBezTo>
                  <a:pt x="21339" y="18443"/>
                  <a:pt x="21591" y="17137"/>
                  <a:pt x="21591" y="15105"/>
                </a:cubicBezTo>
                <a:lnTo>
                  <a:pt x="21591" y="8732"/>
                </a:lnTo>
                <a:lnTo>
                  <a:pt x="21295" y="8732"/>
                </a:lnTo>
                <a:lnTo>
                  <a:pt x="21293" y="9576"/>
                </a:lnTo>
                <a:cubicBezTo>
                  <a:pt x="21196" y="8946"/>
                  <a:pt x="21056" y="8576"/>
                  <a:pt x="20892" y="8576"/>
                </a:cubicBezTo>
                <a:close/>
                <a:moveTo>
                  <a:pt x="17815" y="8612"/>
                </a:moveTo>
                <a:cubicBezTo>
                  <a:pt x="17533" y="8612"/>
                  <a:pt x="17375" y="9370"/>
                  <a:pt x="17375" y="10527"/>
                </a:cubicBezTo>
                <a:cubicBezTo>
                  <a:pt x="17375" y="11607"/>
                  <a:pt x="17502" y="12249"/>
                  <a:pt x="17793" y="12648"/>
                </a:cubicBezTo>
                <a:cubicBezTo>
                  <a:pt x="17951" y="12879"/>
                  <a:pt x="18005" y="13085"/>
                  <a:pt x="18005" y="13407"/>
                </a:cubicBezTo>
                <a:cubicBezTo>
                  <a:pt x="18005" y="13754"/>
                  <a:pt x="17940" y="13949"/>
                  <a:pt x="17827" y="13949"/>
                </a:cubicBezTo>
                <a:cubicBezTo>
                  <a:pt x="17703" y="13949"/>
                  <a:pt x="17580" y="13738"/>
                  <a:pt x="17445" y="13262"/>
                </a:cubicBezTo>
                <a:lnTo>
                  <a:pt x="17324" y="14551"/>
                </a:lnTo>
                <a:cubicBezTo>
                  <a:pt x="17473" y="15129"/>
                  <a:pt x="17647" y="15443"/>
                  <a:pt x="17829" y="15443"/>
                </a:cubicBezTo>
                <a:cubicBezTo>
                  <a:pt x="18120" y="15443"/>
                  <a:pt x="18311" y="14642"/>
                  <a:pt x="18311" y="13383"/>
                </a:cubicBezTo>
                <a:cubicBezTo>
                  <a:pt x="18311" y="12367"/>
                  <a:pt x="18182" y="11672"/>
                  <a:pt x="17891" y="11286"/>
                </a:cubicBezTo>
                <a:cubicBezTo>
                  <a:pt x="17724" y="11055"/>
                  <a:pt x="17673" y="10873"/>
                  <a:pt x="17673" y="10551"/>
                </a:cubicBezTo>
                <a:cubicBezTo>
                  <a:pt x="17673" y="10230"/>
                  <a:pt x="17726" y="10069"/>
                  <a:pt x="17825" y="10069"/>
                </a:cubicBezTo>
                <a:cubicBezTo>
                  <a:pt x="17940" y="10069"/>
                  <a:pt x="18082" y="10323"/>
                  <a:pt x="18165" y="10696"/>
                </a:cubicBezTo>
                <a:lnTo>
                  <a:pt x="18290" y="9455"/>
                </a:lnTo>
                <a:cubicBezTo>
                  <a:pt x="18152" y="8915"/>
                  <a:pt x="17986" y="8612"/>
                  <a:pt x="17815" y="8612"/>
                </a:cubicBezTo>
                <a:close/>
                <a:moveTo>
                  <a:pt x="19708" y="8624"/>
                </a:moveTo>
                <a:cubicBezTo>
                  <a:pt x="19550" y="8624"/>
                  <a:pt x="19436" y="8932"/>
                  <a:pt x="19332" y="9588"/>
                </a:cubicBezTo>
                <a:lnTo>
                  <a:pt x="19330" y="8732"/>
                </a:lnTo>
                <a:lnTo>
                  <a:pt x="19032" y="8732"/>
                </a:lnTo>
                <a:lnTo>
                  <a:pt x="19032" y="15322"/>
                </a:lnTo>
                <a:lnTo>
                  <a:pt x="19349" y="15322"/>
                </a:lnTo>
                <a:lnTo>
                  <a:pt x="19349" y="11865"/>
                </a:lnTo>
                <a:cubicBezTo>
                  <a:pt x="19349" y="10875"/>
                  <a:pt x="19448" y="10250"/>
                  <a:pt x="19615" y="10250"/>
                </a:cubicBezTo>
                <a:cubicBezTo>
                  <a:pt x="19764" y="10250"/>
                  <a:pt x="19839" y="10758"/>
                  <a:pt x="19839" y="11696"/>
                </a:cubicBezTo>
                <a:lnTo>
                  <a:pt x="19839" y="15322"/>
                </a:lnTo>
                <a:lnTo>
                  <a:pt x="20156" y="15322"/>
                </a:lnTo>
                <a:lnTo>
                  <a:pt x="20156" y="11274"/>
                </a:lnTo>
                <a:cubicBezTo>
                  <a:pt x="20156" y="9706"/>
                  <a:pt x="19981" y="8624"/>
                  <a:pt x="19708" y="8624"/>
                </a:cubicBezTo>
                <a:close/>
                <a:moveTo>
                  <a:pt x="12341" y="8732"/>
                </a:moveTo>
                <a:lnTo>
                  <a:pt x="12806" y="15322"/>
                </a:lnTo>
                <a:lnTo>
                  <a:pt x="13138" y="15322"/>
                </a:lnTo>
                <a:lnTo>
                  <a:pt x="13601" y="8732"/>
                </a:lnTo>
                <a:lnTo>
                  <a:pt x="13265" y="8732"/>
                </a:lnTo>
                <a:lnTo>
                  <a:pt x="13070" y="11780"/>
                </a:lnTo>
                <a:lnTo>
                  <a:pt x="12975" y="13298"/>
                </a:lnTo>
                <a:lnTo>
                  <a:pt x="12878" y="11780"/>
                </a:lnTo>
                <a:lnTo>
                  <a:pt x="12681" y="8732"/>
                </a:lnTo>
                <a:lnTo>
                  <a:pt x="12341" y="8732"/>
                </a:lnTo>
                <a:close/>
                <a:moveTo>
                  <a:pt x="15002" y="8732"/>
                </a:moveTo>
                <a:lnTo>
                  <a:pt x="15002" y="15322"/>
                </a:lnTo>
                <a:lnTo>
                  <a:pt x="15317" y="15322"/>
                </a:lnTo>
                <a:lnTo>
                  <a:pt x="15317" y="12334"/>
                </a:lnTo>
                <a:cubicBezTo>
                  <a:pt x="15317" y="11762"/>
                  <a:pt x="15338" y="11268"/>
                  <a:pt x="15384" y="10917"/>
                </a:cubicBezTo>
                <a:cubicBezTo>
                  <a:pt x="15430" y="10567"/>
                  <a:pt x="15501" y="10359"/>
                  <a:pt x="15600" y="10359"/>
                </a:cubicBezTo>
                <a:lnTo>
                  <a:pt x="15815" y="10359"/>
                </a:lnTo>
                <a:lnTo>
                  <a:pt x="15815" y="8732"/>
                </a:lnTo>
                <a:lnTo>
                  <a:pt x="15655" y="8732"/>
                </a:lnTo>
                <a:cubicBezTo>
                  <a:pt x="15575" y="8732"/>
                  <a:pt x="15506" y="8817"/>
                  <a:pt x="15447" y="8969"/>
                </a:cubicBezTo>
                <a:cubicBezTo>
                  <a:pt x="15388" y="9122"/>
                  <a:pt x="15340" y="9342"/>
                  <a:pt x="15302" y="9612"/>
                </a:cubicBezTo>
                <a:lnTo>
                  <a:pt x="15300" y="8732"/>
                </a:lnTo>
                <a:lnTo>
                  <a:pt x="15002" y="8732"/>
                </a:lnTo>
                <a:close/>
                <a:moveTo>
                  <a:pt x="16851" y="8732"/>
                </a:moveTo>
                <a:lnTo>
                  <a:pt x="16851" y="15322"/>
                </a:lnTo>
                <a:lnTo>
                  <a:pt x="17168" y="15322"/>
                </a:lnTo>
                <a:lnTo>
                  <a:pt x="17168" y="8732"/>
                </a:lnTo>
                <a:lnTo>
                  <a:pt x="16851" y="8732"/>
                </a:lnTo>
                <a:close/>
                <a:moveTo>
                  <a:pt x="18489" y="8732"/>
                </a:moveTo>
                <a:lnTo>
                  <a:pt x="18489" y="15322"/>
                </a:lnTo>
                <a:lnTo>
                  <a:pt x="18804" y="15322"/>
                </a:lnTo>
                <a:lnTo>
                  <a:pt x="18804" y="8732"/>
                </a:lnTo>
                <a:lnTo>
                  <a:pt x="18489" y="8732"/>
                </a:lnTo>
                <a:close/>
                <a:moveTo>
                  <a:pt x="8776" y="9865"/>
                </a:moveTo>
                <a:cubicBezTo>
                  <a:pt x="8827" y="9746"/>
                  <a:pt x="8835" y="10106"/>
                  <a:pt x="8835" y="10106"/>
                </a:cubicBezTo>
                <a:cubicBezTo>
                  <a:pt x="8848" y="10733"/>
                  <a:pt x="8815" y="11284"/>
                  <a:pt x="8769" y="11723"/>
                </a:cubicBezTo>
                <a:cubicBezTo>
                  <a:pt x="8724" y="12161"/>
                  <a:pt x="8667" y="12486"/>
                  <a:pt x="8632" y="12660"/>
                </a:cubicBezTo>
                <a:cubicBezTo>
                  <a:pt x="8611" y="12774"/>
                  <a:pt x="8566" y="12940"/>
                  <a:pt x="8507" y="13090"/>
                </a:cubicBezTo>
                <a:cubicBezTo>
                  <a:pt x="8449" y="13240"/>
                  <a:pt x="8377" y="13372"/>
                  <a:pt x="8305" y="13419"/>
                </a:cubicBezTo>
                <a:cubicBezTo>
                  <a:pt x="8443" y="11892"/>
                  <a:pt x="8615" y="10778"/>
                  <a:pt x="8711" y="10178"/>
                </a:cubicBezTo>
                <a:cubicBezTo>
                  <a:pt x="8738" y="10000"/>
                  <a:pt x="8759" y="9904"/>
                  <a:pt x="8776" y="9865"/>
                </a:cubicBezTo>
                <a:close/>
                <a:moveTo>
                  <a:pt x="1405" y="10009"/>
                </a:moveTo>
                <a:cubicBezTo>
                  <a:pt x="1405" y="10009"/>
                  <a:pt x="1405" y="10171"/>
                  <a:pt x="1404" y="10417"/>
                </a:cubicBezTo>
                <a:cubicBezTo>
                  <a:pt x="1404" y="10663"/>
                  <a:pt x="1403" y="10994"/>
                  <a:pt x="1403" y="11334"/>
                </a:cubicBezTo>
                <a:lnTo>
                  <a:pt x="1403" y="11371"/>
                </a:lnTo>
                <a:cubicBezTo>
                  <a:pt x="1403" y="11381"/>
                  <a:pt x="1403" y="11391"/>
                  <a:pt x="1403" y="11401"/>
                </a:cubicBezTo>
                <a:cubicBezTo>
                  <a:pt x="1403" y="11410"/>
                  <a:pt x="1403" y="11420"/>
                  <a:pt x="1403" y="11431"/>
                </a:cubicBezTo>
                <a:lnTo>
                  <a:pt x="1403" y="11479"/>
                </a:lnTo>
                <a:lnTo>
                  <a:pt x="1403" y="11563"/>
                </a:lnTo>
                <a:cubicBezTo>
                  <a:pt x="1403" y="11591"/>
                  <a:pt x="1403" y="11616"/>
                  <a:pt x="1403" y="11642"/>
                </a:cubicBezTo>
                <a:cubicBezTo>
                  <a:pt x="1403" y="11667"/>
                  <a:pt x="1403" y="11693"/>
                  <a:pt x="1403" y="11720"/>
                </a:cubicBezTo>
                <a:lnTo>
                  <a:pt x="1403" y="11804"/>
                </a:lnTo>
                <a:cubicBezTo>
                  <a:pt x="1403" y="12420"/>
                  <a:pt x="1404" y="13013"/>
                  <a:pt x="1405" y="13453"/>
                </a:cubicBezTo>
                <a:cubicBezTo>
                  <a:pt x="1406" y="13892"/>
                  <a:pt x="1407" y="14178"/>
                  <a:pt x="1407" y="14178"/>
                </a:cubicBezTo>
                <a:cubicBezTo>
                  <a:pt x="1407" y="14178"/>
                  <a:pt x="1399" y="14159"/>
                  <a:pt x="1386" y="14130"/>
                </a:cubicBezTo>
                <a:cubicBezTo>
                  <a:pt x="1372" y="14101"/>
                  <a:pt x="1354" y="14062"/>
                  <a:pt x="1335" y="14021"/>
                </a:cubicBezTo>
                <a:lnTo>
                  <a:pt x="1331" y="14021"/>
                </a:lnTo>
                <a:cubicBezTo>
                  <a:pt x="1330" y="14020"/>
                  <a:pt x="1330" y="14017"/>
                  <a:pt x="1329" y="14015"/>
                </a:cubicBezTo>
                <a:cubicBezTo>
                  <a:pt x="1328" y="14013"/>
                  <a:pt x="1328" y="14011"/>
                  <a:pt x="1327" y="14009"/>
                </a:cubicBezTo>
                <a:lnTo>
                  <a:pt x="1323" y="13997"/>
                </a:lnTo>
                <a:cubicBezTo>
                  <a:pt x="1305" y="13958"/>
                  <a:pt x="1287" y="13924"/>
                  <a:pt x="1272" y="13889"/>
                </a:cubicBezTo>
                <a:cubicBezTo>
                  <a:pt x="1122" y="13531"/>
                  <a:pt x="918" y="12788"/>
                  <a:pt x="818" y="12310"/>
                </a:cubicBezTo>
                <a:cubicBezTo>
                  <a:pt x="794" y="12197"/>
                  <a:pt x="708" y="11737"/>
                  <a:pt x="693" y="11636"/>
                </a:cubicBezTo>
                <a:cubicBezTo>
                  <a:pt x="692" y="11632"/>
                  <a:pt x="692" y="11628"/>
                  <a:pt x="692" y="11624"/>
                </a:cubicBezTo>
                <a:cubicBezTo>
                  <a:pt x="692" y="11619"/>
                  <a:pt x="691" y="11615"/>
                  <a:pt x="691" y="11612"/>
                </a:cubicBezTo>
                <a:lnTo>
                  <a:pt x="687" y="11587"/>
                </a:lnTo>
                <a:cubicBezTo>
                  <a:pt x="663" y="11428"/>
                  <a:pt x="645" y="11268"/>
                  <a:pt x="651" y="11069"/>
                </a:cubicBezTo>
                <a:cubicBezTo>
                  <a:pt x="657" y="10862"/>
                  <a:pt x="729" y="10696"/>
                  <a:pt x="765" y="10624"/>
                </a:cubicBezTo>
                <a:cubicBezTo>
                  <a:pt x="883" y="10383"/>
                  <a:pt x="1087" y="10184"/>
                  <a:pt x="1196" y="10118"/>
                </a:cubicBezTo>
                <a:cubicBezTo>
                  <a:pt x="1209" y="10110"/>
                  <a:pt x="1222" y="10101"/>
                  <a:pt x="1236" y="10094"/>
                </a:cubicBezTo>
                <a:lnTo>
                  <a:pt x="1242" y="10082"/>
                </a:lnTo>
                <a:lnTo>
                  <a:pt x="1249" y="10082"/>
                </a:lnTo>
                <a:cubicBezTo>
                  <a:pt x="1250" y="10081"/>
                  <a:pt x="1250" y="10081"/>
                  <a:pt x="1251" y="10081"/>
                </a:cubicBezTo>
                <a:cubicBezTo>
                  <a:pt x="1251" y="10082"/>
                  <a:pt x="1252" y="10082"/>
                  <a:pt x="1253" y="10082"/>
                </a:cubicBezTo>
                <a:lnTo>
                  <a:pt x="1259" y="10082"/>
                </a:lnTo>
                <a:lnTo>
                  <a:pt x="1266" y="10069"/>
                </a:lnTo>
                <a:cubicBezTo>
                  <a:pt x="1301" y="10051"/>
                  <a:pt x="1336" y="10036"/>
                  <a:pt x="1362" y="10026"/>
                </a:cubicBezTo>
                <a:cubicBezTo>
                  <a:pt x="1388" y="10015"/>
                  <a:pt x="1405" y="10009"/>
                  <a:pt x="1405" y="10009"/>
                </a:cubicBezTo>
                <a:close/>
                <a:moveTo>
                  <a:pt x="14222" y="10021"/>
                </a:moveTo>
                <a:cubicBezTo>
                  <a:pt x="14384" y="10021"/>
                  <a:pt x="14493" y="10618"/>
                  <a:pt x="14524" y="11479"/>
                </a:cubicBezTo>
                <a:lnTo>
                  <a:pt x="13920" y="11479"/>
                </a:lnTo>
                <a:cubicBezTo>
                  <a:pt x="13949" y="10592"/>
                  <a:pt x="14066" y="10021"/>
                  <a:pt x="14222" y="10021"/>
                </a:cubicBezTo>
                <a:close/>
                <a:moveTo>
                  <a:pt x="20970" y="10142"/>
                </a:moveTo>
                <a:cubicBezTo>
                  <a:pt x="21155" y="10142"/>
                  <a:pt x="21285" y="10904"/>
                  <a:pt x="21285" y="11997"/>
                </a:cubicBezTo>
                <a:cubicBezTo>
                  <a:pt x="21285" y="13064"/>
                  <a:pt x="21155" y="13840"/>
                  <a:pt x="20970" y="13840"/>
                </a:cubicBezTo>
                <a:cubicBezTo>
                  <a:pt x="20785" y="13840"/>
                  <a:pt x="20653" y="13090"/>
                  <a:pt x="20653" y="11997"/>
                </a:cubicBezTo>
                <a:cubicBezTo>
                  <a:pt x="20653" y="10891"/>
                  <a:pt x="20785" y="10142"/>
                  <a:pt x="20970" y="10142"/>
                </a:cubicBezTo>
                <a:close/>
                <a:moveTo>
                  <a:pt x="11580" y="10154"/>
                </a:moveTo>
                <a:cubicBezTo>
                  <a:pt x="11768" y="10154"/>
                  <a:pt x="11897" y="10916"/>
                  <a:pt x="11897" y="12021"/>
                </a:cubicBezTo>
                <a:cubicBezTo>
                  <a:pt x="11897" y="13140"/>
                  <a:pt x="11765" y="13901"/>
                  <a:pt x="11580" y="13901"/>
                </a:cubicBezTo>
                <a:cubicBezTo>
                  <a:pt x="11393" y="13901"/>
                  <a:pt x="11261" y="13140"/>
                  <a:pt x="11261" y="12021"/>
                </a:cubicBezTo>
                <a:cubicBezTo>
                  <a:pt x="11261" y="10916"/>
                  <a:pt x="11393" y="10154"/>
                  <a:pt x="11580" y="10154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5" name="Disney Advertising"/>
          <p:cNvSpPr/>
          <p:nvPr/>
        </p:nvSpPr>
        <p:spPr>
          <a:xfrm>
            <a:off x="7925121" y="6113007"/>
            <a:ext cx="8533758" cy="1489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1" h="21491" fill="norm" stroke="1" extrusionOk="0">
                <a:moveTo>
                  <a:pt x="760" y="10"/>
                </a:moveTo>
                <a:cubicBezTo>
                  <a:pt x="617" y="41"/>
                  <a:pt x="425" y="204"/>
                  <a:pt x="272" y="443"/>
                </a:cubicBezTo>
                <a:cubicBezTo>
                  <a:pt x="165" y="610"/>
                  <a:pt x="91" y="883"/>
                  <a:pt x="40" y="1395"/>
                </a:cubicBezTo>
                <a:cubicBezTo>
                  <a:pt x="14" y="1652"/>
                  <a:pt x="-9" y="1932"/>
                  <a:pt x="4" y="2214"/>
                </a:cubicBezTo>
                <a:cubicBezTo>
                  <a:pt x="15" y="2455"/>
                  <a:pt x="76" y="2532"/>
                  <a:pt x="124" y="2576"/>
                </a:cubicBezTo>
                <a:cubicBezTo>
                  <a:pt x="171" y="2618"/>
                  <a:pt x="276" y="2651"/>
                  <a:pt x="304" y="2455"/>
                </a:cubicBezTo>
                <a:cubicBezTo>
                  <a:pt x="316" y="2371"/>
                  <a:pt x="316" y="2292"/>
                  <a:pt x="306" y="2190"/>
                </a:cubicBezTo>
                <a:cubicBezTo>
                  <a:pt x="296" y="2084"/>
                  <a:pt x="268" y="2013"/>
                  <a:pt x="243" y="1986"/>
                </a:cubicBezTo>
                <a:cubicBezTo>
                  <a:pt x="214" y="1956"/>
                  <a:pt x="159" y="1934"/>
                  <a:pt x="146" y="1901"/>
                </a:cubicBezTo>
                <a:cubicBezTo>
                  <a:pt x="138" y="1884"/>
                  <a:pt x="131" y="1854"/>
                  <a:pt x="131" y="1853"/>
                </a:cubicBezTo>
                <a:cubicBezTo>
                  <a:pt x="131" y="1848"/>
                  <a:pt x="134" y="1829"/>
                  <a:pt x="137" y="1817"/>
                </a:cubicBezTo>
                <a:cubicBezTo>
                  <a:pt x="143" y="1791"/>
                  <a:pt x="162" y="1750"/>
                  <a:pt x="175" y="1733"/>
                </a:cubicBezTo>
                <a:cubicBezTo>
                  <a:pt x="192" y="1711"/>
                  <a:pt x="210" y="1677"/>
                  <a:pt x="228" y="1648"/>
                </a:cubicBezTo>
                <a:cubicBezTo>
                  <a:pt x="352" y="1453"/>
                  <a:pt x="597" y="1419"/>
                  <a:pt x="710" y="1443"/>
                </a:cubicBezTo>
                <a:cubicBezTo>
                  <a:pt x="1146" y="1536"/>
                  <a:pt x="1552" y="2083"/>
                  <a:pt x="1963" y="3046"/>
                </a:cubicBezTo>
                <a:cubicBezTo>
                  <a:pt x="2365" y="3990"/>
                  <a:pt x="2822" y="5607"/>
                  <a:pt x="3089" y="7564"/>
                </a:cubicBezTo>
                <a:cubicBezTo>
                  <a:pt x="3190" y="8304"/>
                  <a:pt x="3317" y="9514"/>
                  <a:pt x="3332" y="10539"/>
                </a:cubicBezTo>
                <a:cubicBezTo>
                  <a:pt x="3346" y="11477"/>
                  <a:pt x="3293" y="12377"/>
                  <a:pt x="3193" y="13033"/>
                </a:cubicBezTo>
                <a:cubicBezTo>
                  <a:pt x="3117" y="13529"/>
                  <a:pt x="3015" y="13895"/>
                  <a:pt x="2905" y="14190"/>
                </a:cubicBezTo>
                <a:cubicBezTo>
                  <a:pt x="2656" y="14862"/>
                  <a:pt x="2353" y="15002"/>
                  <a:pt x="2081" y="14961"/>
                </a:cubicBezTo>
                <a:cubicBezTo>
                  <a:pt x="2045" y="14956"/>
                  <a:pt x="1910" y="14892"/>
                  <a:pt x="1878" y="14864"/>
                </a:cubicBezTo>
                <a:cubicBezTo>
                  <a:pt x="1871" y="14858"/>
                  <a:pt x="1863" y="14848"/>
                  <a:pt x="1855" y="14840"/>
                </a:cubicBezTo>
                <a:lnTo>
                  <a:pt x="1851" y="14840"/>
                </a:lnTo>
                <a:cubicBezTo>
                  <a:pt x="1827" y="14817"/>
                  <a:pt x="1802" y="14789"/>
                  <a:pt x="1784" y="14768"/>
                </a:cubicBezTo>
                <a:cubicBezTo>
                  <a:pt x="1766" y="14747"/>
                  <a:pt x="1754" y="14732"/>
                  <a:pt x="1754" y="14732"/>
                </a:cubicBezTo>
                <a:lnTo>
                  <a:pt x="1735" y="9925"/>
                </a:lnTo>
                <a:cubicBezTo>
                  <a:pt x="1736" y="9925"/>
                  <a:pt x="1747" y="9928"/>
                  <a:pt x="1764" y="9933"/>
                </a:cubicBezTo>
                <a:cubicBezTo>
                  <a:pt x="1781" y="9937"/>
                  <a:pt x="1803" y="9943"/>
                  <a:pt x="1826" y="9949"/>
                </a:cubicBezTo>
                <a:lnTo>
                  <a:pt x="1832" y="9949"/>
                </a:lnTo>
                <a:cubicBezTo>
                  <a:pt x="1833" y="9949"/>
                  <a:pt x="1833" y="9949"/>
                  <a:pt x="1834" y="9949"/>
                </a:cubicBezTo>
                <a:cubicBezTo>
                  <a:pt x="1835" y="9949"/>
                  <a:pt x="1835" y="9949"/>
                  <a:pt x="1836" y="9949"/>
                </a:cubicBezTo>
                <a:lnTo>
                  <a:pt x="1840" y="9961"/>
                </a:lnTo>
                <a:cubicBezTo>
                  <a:pt x="1841" y="9961"/>
                  <a:pt x="1842" y="9961"/>
                  <a:pt x="1842" y="9961"/>
                </a:cubicBezTo>
                <a:cubicBezTo>
                  <a:pt x="1843" y="9961"/>
                  <a:pt x="1844" y="9961"/>
                  <a:pt x="1845" y="9961"/>
                </a:cubicBezTo>
                <a:lnTo>
                  <a:pt x="1849" y="9961"/>
                </a:lnTo>
                <a:cubicBezTo>
                  <a:pt x="1859" y="9964"/>
                  <a:pt x="1869" y="9958"/>
                  <a:pt x="1878" y="9961"/>
                </a:cubicBezTo>
                <a:cubicBezTo>
                  <a:pt x="2031" y="10013"/>
                  <a:pt x="2348" y="10314"/>
                  <a:pt x="2506" y="10672"/>
                </a:cubicBezTo>
                <a:cubicBezTo>
                  <a:pt x="2540" y="10747"/>
                  <a:pt x="2575" y="10867"/>
                  <a:pt x="2578" y="11057"/>
                </a:cubicBezTo>
                <a:cubicBezTo>
                  <a:pt x="2580" y="11204"/>
                  <a:pt x="2560" y="11329"/>
                  <a:pt x="2538" y="11443"/>
                </a:cubicBezTo>
                <a:cubicBezTo>
                  <a:pt x="2527" y="11498"/>
                  <a:pt x="2516" y="11545"/>
                  <a:pt x="2502" y="11587"/>
                </a:cubicBezTo>
                <a:cubicBezTo>
                  <a:pt x="2475" y="11670"/>
                  <a:pt x="2429" y="11805"/>
                  <a:pt x="2426" y="11828"/>
                </a:cubicBezTo>
                <a:cubicBezTo>
                  <a:pt x="2421" y="11861"/>
                  <a:pt x="2419" y="11901"/>
                  <a:pt x="2419" y="11941"/>
                </a:cubicBezTo>
                <a:cubicBezTo>
                  <a:pt x="2419" y="11980"/>
                  <a:pt x="2422" y="12018"/>
                  <a:pt x="2428" y="12045"/>
                </a:cubicBezTo>
                <a:cubicBezTo>
                  <a:pt x="2458" y="12179"/>
                  <a:pt x="2556" y="12259"/>
                  <a:pt x="2582" y="12250"/>
                </a:cubicBezTo>
                <a:cubicBezTo>
                  <a:pt x="2670" y="12222"/>
                  <a:pt x="2758" y="11878"/>
                  <a:pt x="2804" y="11419"/>
                </a:cubicBezTo>
                <a:cubicBezTo>
                  <a:pt x="2845" y="11012"/>
                  <a:pt x="2850" y="10701"/>
                  <a:pt x="2823" y="10250"/>
                </a:cubicBezTo>
                <a:cubicBezTo>
                  <a:pt x="2794" y="9759"/>
                  <a:pt x="2705" y="9297"/>
                  <a:pt x="2610" y="9021"/>
                </a:cubicBezTo>
                <a:cubicBezTo>
                  <a:pt x="2494" y="8687"/>
                  <a:pt x="2290" y="8429"/>
                  <a:pt x="2187" y="8335"/>
                </a:cubicBezTo>
                <a:cubicBezTo>
                  <a:pt x="2106" y="8261"/>
                  <a:pt x="2020" y="8189"/>
                  <a:pt x="1942" y="8178"/>
                </a:cubicBezTo>
                <a:cubicBezTo>
                  <a:pt x="1925" y="8175"/>
                  <a:pt x="1906" y="8178"/>
                  <a:pt x="1887" y="8178"/>
                </a:cubicBezTo>
                <a:lnTo>
                  <a:pt x="1878" y="8178"/>
                </a:lnTo>
                <a:cubicBezTo>
                  <a:pt x="1875" y="8178"/>
                  <a:pt x="1872" y="8178"/>
                  <a:pt x="1869" y="8178"/>
                </a:cubicBezTo>
                <a:cubicBezTo>
                  <a:pt x="1866" y="8178"/>
                  <a:pt x="1863" y="8178"/>
                  <a:pt x="1859" y="8178"/>
                </a:cubicBezTo>
                <a:lnTo>
                  <a:pt x="1853" y="8178"/>
                </a:lnTo>
                <a:cubicBezTo>
                  <a:pt x="1823" y="8179"/>
                  <a:pt x="1793" y="8182"/>
                  <a:pt x="1771" y="8185"/>
                </a:cubicBezTo>
                <a:cubicBezTo>
                  <a:pt x="1749" y="8187"/>
                  <a:pt x="1734" y="8190"/>
                  <a:pt x="1733" y="8190"/>
                </a:cubicBezTo>
                <a:cubicBezTo>
                  <a:pt x="1733" y="8190"/>
                  <a:pt x="1732" y="8114"/>
                  <a:pt x="1731" y="7996"/>
                </a:cubicBezTo>
                <a:cubicBezTo>
                  <a:pt x="1731" y="7878"/>
                  <a:pt x="1730" y="7719"/>
                  <a:pt x="1728" y="7552"/>
                </a:cubicBezTo>
                <a:lnTo>
                  <a:pt x="1728" y="7515"/>
                </a:lnTo>
                <a:cubicBezTo>
                  <a:pt x="1728" y="7501"/>
                  <a:pt x="1728" y="7487"/>
                  <a:pt x="1728" y="7473"/>
                </a:cubicBezTo>
                <a:cubicBezTo>
                  <a:pt x="1728" y="7459"/>
                  <a:pt x="1728" y="7446"/>
                  <a:pt x="1728" y="7431"/>
                </a:cubicBezTo>
                <a:lnTo>
                  <a:pt x="1728" y="7407"/>
                </a:lnTo>
                <a:cubicBezTo>
                  <a:pt x="1728" y="7304"/>
                  <a:pt x="1725" y="7197"/>
                  <a:pt x="1724" y="7106"/>
                </a:cubicBezTo>
                <a:cubicBezTo>
                  <a:pt x="1716" y="6394"/>
                  <a:pt x="1681" y="5003"/>
                  <a:pt x="1568" y="4600"/>
                </a:cubicBezTo>
                <a:cubicBezTo>
                  <a:pt x="1547" y="4527"/>
                  <a:pt x="1521" y="4513"/>
                  <a:pt x="1506" y="4624"/>
                </a:cubicBezTo>
                <a:cubicBezTo>
                  <a:pt x="1484" y="4788"/>
                  <a:pt x="1463" y="5414"/>
                  <a:pt x="1458" y="5576"/>
                </a:cubicBezTo>
                <a:cubicBezTo>
                  <a:pt x="1454" y="5714"/>
                  <a:pt x="1447" y="6093"/>
                  <a:pt x="1439" y="6479"/>
                </a:cubicBezTo>
                <a:lnTo>
                  <a:pt x="1437" y="6527"/>
                </a:lnTo>
                <a:cubicBezTo>
                  <a:pt x="1437" y="6536"/>
                  <a:pt x="1437" y="6544"/>
                  <a:pt x="1437" y="6551"/>
                </a:cubicBezTo>
                <a:cubicBezTo>
                  <a:pt x="1437" y="6559"/>
                  <a:pt x="1437" y="6567"/>
                  <a:pt x="1437" y="6576"/>
                </a:cubicBezTo>
                <a:lnTo>
                  <a:pt x="1435" y="6624"/>
                </a:lnTo>
                <a:cubicBezTo>
                  <a:pt x="1431" y="6825"/>
                  <a:pt x="1427" y="7022"/>
                  <a:pt x="1425" y="7181"/>
                </a:cubicBezTo>
                <a:cubicBezTo>
                  <a:pt x="1423" y="7341"/>
                  <a:pt x="1422" y="7463"/>
                  <a:pt x="1422" y="7515"/>
                </a:cubicBezTo>
                <a:cubicBezTo>
                  <a:pt x="1422" y="7523"/>
                  <a:pt x="1422" y="7531"/>
                  <a:pt x="1422" y="7538"/>
                </a:cubicBezTo>
                <a:cubicBezTo>
                  <a:pt x="1422" y="7546"/>
                  <a:pt x="1422" y="7554"/>
                  <a:pt x="1422" y="7564"/>
                </a:cubicBezTo>
                <a:lnTo>
                  <a:pt x="1422" y="7600"/>
                </a:lnTo>
                <a:cubicBezTo>
                  <a:pt x="1422" y="7638"/>
                  <a:pt x="1422" y="7680"/>
                  <a:pt x="1421" y="7725"/>
                </a:cubicBezTo>
                <a:cubicBezTo>
                  <a:pt x="1421" y="7770"/>
                  <a:pt x="1420" y="7817"/>
                  <a:pt x="1420" y="7865"/>
                </a:cubicBezTo>
                <a:lnTo>
                  <a:pt x="1420" y="7913"/>
                </a:lnTo>
                <a:lnTo>
                  <a:pt x="1420" y="7919"/>
                </a:lnTo>
                <a:lnTo>
                  <a:pt x="1420" y="7925"/>
                </a:lnTo>
                <a:lnTo>
                  <a:pt x="1420" y="7949"/>
                </a:lnTo>
                <a:cubicBezTo>
                  <a:pt x="1419" y="8051"/>
                  <a:pt x="1418" y="8151"/>
                  <a:pt x="1418" y="8227"/>
                </a:cubicBezTo>
                <a:cubicBezTo>
                  <a:pt x="1417" y="8302"/>
                  <a:pt x="1416" y="8354"/>
                  <a:pt x="1416" y="8359"/>
                </a:cubicBezTo>
                <a:cubicBezTo>
                  <a:pt x="1415" y="8363"/>
                  <a:pt x="1414" y="8367"/>
                  <a:pt x="1414" y="8371"/>
                </a:cubicBezTo>
                <a:cubicBezTo>
                  <a:pt x="1413" y="8375"/>
                  <a:pt x="1412" y="8379"/>
                  <a:pt x="1411" y="8383"/>
                </a:cubicBezTo>
                <a:cubicBezTo>
                  <a:pt x="1410" y="8388"/>
                  <a:pt x="1400" y="8401"/>
                  <a:pt x="1386" y="8416"/>
                </a:cubicBezTo>
                <a:cubicBezTo>
                  <a:pt x="1372" y="8431"/>
                  <a:pt x="1354" y="8449"/>
                  <a:pt x="1335" y="8467"/>
                </a:cubicBezTo>
                <a:lnTo>
                  <a:pt x="1329" y="8467"/>
                </a:lnTo>
                <a:lnTo>
                  <a:pt x="1327" y="8467"/>
                </a:lnTo>
                <a:lnTo>
                  <a:pt x="1320" y="8479"/>
                </a:lnTo>
                <a:cubicBezTo>
                  <a:pt x="1309" y="8490"/>
                  <a:pt x="1297" y="8495"/>
                  <a:pt x="1287" y="8503"/>
                </a:cubicBezTo>
                <a:cubicBezTo>
                  <a:pt x="1242" y="8540"/>
                  <a:pt x="1170" y="8652"/>
                  <a:pt x="1096" y="8780"/>
                </a:cubicBezTo>
                <a:lnTo>
                  <a:pt x="1086" y="8792"/>
                </a:lnTo>
                <a:cubicBezTo>
                  <a:pt x="1085" y="8794"/>
                  <a:pt x="1084" y="8796"/>
                  <a:pt x="1084" y="8798"/>
                </a:cubicBezTo>
                <a:cubicBezTo>
                  <a:pt x="1083" y="8801"/>
                  <a:pt x="1083" y="8803"/>
                  <a:pt x="1082" y="8804"/>
                </a:cubicBezTo>
                <a:lnTo>
                  <a:pt x="1071" y="8829"/>
                </a:lnTo>
                <a:cubicBezTo>
                  <a:pt x="989" y="8974"/>
                  <a:pt x="911" y="9129"/>
                  <a:pt x="872" y="9226"/>
                </a:cubicBezTo>
                <a:cubicBezTo>
                  <a:pt x="768" y="9487"/>
                  <a:pt x="615" y="9945"/>
                  <a:pt x="572" y="10551"/>
                </a:cubicBezTo>
                <a:cubicBezTo>
                  <a:pt x="542" y="10987"/>
                  <a:pt x="555" y="11357"/>
                  <a:pt x="596" y="11768"/>
                </a:cubicBezTo>
                <a:cubicBezTo>
                  <a:pt x="648" y="12294"/>
                  <a:pt x="716" y="12705"/>
                  <a:pt x="792" y="13118"/>
                </a:cubicBezTo>
                <a:cubicBezTo>
                  <a:pt x="819" y="13264"/>
                  <a:pt x="941" y="13851"/>
                  <a:pt x="970" y="13973"/>
                </a:cubicBezTo>
                <a:cubicBezTo>
                  <a:pt x="1073" y="14409"/>
                  <a:pt x="1192" y="14827"/>
                  <a:pt x="1316" y="15178"/>
                </a:cubicBezTo>
                <a:cubicBezTo>
                  <a:pt x="1319" y="15185"/>
                  <a:pt x="1322" y="15194"/>
                  <a:pt x="1325" y="15202"/>
                </a:cubicBezTo>
                <a:lnTo>
                  <a:pt x="1329" y="15214"/>
                </a:lnTo>
                <a:lnTo>
                  <a:pt x="1337" y="15238"/>
                </a:lnTo>
                <a:lnTo>
                  <a:pt x="1338" y="15244"/>
                </a:lnTo>
                <a:lnTo>
                  <a:pt x="1340" y="15250"/>
                </a:lnTo>
                <a:lnTo>
                  <a:pt x="1344" y="15250"/>
                </a:lnTo>
                <a:cubicBezTo>
                  <a:pt x="1360" y="15294"/>
                  <a:pt x="1375" y="15337"/>
                  <a:pt x="1386" y="15368"/>
                </a:cubicBezTo>
                <a:cubicBezTo>
                  <a:pt x="1398" y="15399"/>
                  <a:pt x="1405" y="15419"/>
                  <a:pt x="1405" y="15419"/>
                </a:cubicBezTo>
                <a:cubicBezTo>
                  <a:pt x="1405" y="15419"/>
                  <a:pt x="1406" y="15479"/>
                  <a:pt x="1408" y="15571"/>
                </a:cubicBezTo>
                <a:cubicBezTo>
                  <a:pt x="1410" y="15663"/>
                  <a:pt x="1413" y="15787"/>
                  <a:pt x="1416" y="15913"/>
                </a:cubicBezTo>
                <a:lnTo>
                  <a:pt x="1416" y="15937"/>
                </a:lnTo>
                <a:cubicBezTo>
                  <a:pt x="1416" y="15946"/>
                  <a:pt x="1416" y="15953"/>
                  <a:pt x="1417" y="15961"/>
                </a:cubicBezTo>
                <a:cubicBezTo>
                  <a:pt x="1417" y="15968"/>
                  <a:pt x="1417" y="15976"/>
                  <a:pt x="1418" y="15985"/>
                </a:cubicBezTo>
                <a:lnTo>
                  <a:pt x="1418" y="16009"/>
                </a:lnTo>
                <a:cubicBezTo>
                  <a:pt x="1420" y="16111"/>
                  <a:pt x="1422" y="16214"/>
                  <a:pt x="1424" y="16298"/>
                </a:cubicBezTo>
                <a:cubicBezTo>
                  <a:pt x="1435" y="16697"/>
                  <a:pt x="1458" y="17045"/>
                  <a:pt x="1523" y="17202"/>
                </a:cubicBezTo>
                <a:cubicBezTo>
                  <a:pt x="1563" y="17298"/>
                  <a:pt x="1610" y="17283"/>
                  <a:pt x="1652" y="17238"/>
                </a:cubicBezTo>
                <a:cubicBezTo>
                  <a:pt x="1688" y="17199"/>
                  <a:pt x="1711" y="17112"/>
                  <a:pt x="1726" y="16937"/>
                </a:cubicBezTo>
                <a:cubicBezTo>
                  <a:pt x="1732" y="16871"/>
                  <a:pt x="1744" y="16664"/>
                  <a:pt x="1745" y="16587"/>
                </a:cubicBezTo>
                <a:cubicBezTo>
                  <a:pt x="1746" y="16553"/>
                  <a:pt x="1745" y="16516"/>
                  <a:pt x="1745" y="16479"/>
                </a:cubicBezTo>
                <a:lnTo>
                  <a:pt x="1745" y="16455"/>
                </a:lnTo>
                <a:lnTo>
                  <a:pt x="1745" y="16443"/>
                </a:lnTo>
                <a:cubicBezTo>
                  <a:pt x="1746" y="16395"/>
                  <a:pt x="1746" y="16349"/>
                  <a:pt x="1747" y="16309"/>
                </a:cubicBezTo>
                <a:cubicBezTo>
                  <a:pt x="1747" y="16269"/>
                  <a:pt x="1747" y="16236"/>
                  <a:pt x="1747" y="16214"/>
                </a:cubicBezTo>
                <a:lnTo>
                  <a:pt x="1747" y="16190"/>
                </a:lnTo>
                <a:lnTo>
                  <a:pt x="1747" y="16178"/>
                </a:lnTo>
                <a:cubicBezTo>
                  <a:pt x="1747" y="16178"/>
                  <a:pt x="1761" y="16197"/>
                  <a:pt x="1782" y="16224"/>
                </a:cubicBezTo>
                <a:cubicBezTo>
                  <a:pt x="1803" y="16252"/>
                  <a:pt x="1831" y="16288"/>
                  <a:pt x="1859" y="16322"/>
                </a:cubicBezTo>
                <a:lnTo>
                  <a:pt x="1868" y="16334"/>
                </a:lnTo>
                <a:lnTo>
                  <a:pt x="1869" y="16334"/>
                </a:lnTo>
                <a:lnTo>
                  <a:pt x="1870" y="16334"/>
                </a:lnTo>
                <a:lnTo>
                  <a:pt x="1874" y="16346"/>
                </a:lnTo>
                <a:cubicBezTo>
                  <a:pt x="1891" y="16365"/>
                  <a:pt x="1908" y="16379"/>
                  <a:pt x="1923" y="16394"/>
                </a:cubicBezTo>
                <a:cubicBezTo>
                  <a:pt x="2127" y="16610"/>
                  <a:pt x="2349" y="16623"/>
                  <a:pt x="2542" y="16491"/>
                </a:cubicBezTo>
                <a:cubicBezTo>
                  <a:pt x="2826" y="16293"/>
                  <a:pt x="3156" y="15702"/>
                  <a:pt x="3370" y="14648"/>
                </a:cubicBezTo>
                <a:cubicBezTo>
                  <a:pt x="3428" y="14364"/>
                  <a:pt x="3526" y="13693"/>
                  <a:pt x="3567" y="13274"/>
                </a:cubicBezTo>
                <a:cubicBezTo>
                  <a:pt x="3591" y="13030"/>
                  <a:pt x="3612" y="12790"/>
                  <a:pt x="3635" y="12491"/>
                </a:cubicBezTo>
                <a:cubicBezTo>
                  <a:pt x="3637" y="12461"/>
                  <a:pt x="3646" y="12322"/>
                  <a:pt x="3654" y="12163"/>
                </a:cubicBezTo>
                <a:cubicBezTo>
                  <a:pt x="3663" y="12005"/>
                  <a:pt x="3672" y="11827"/>
                  <a:pt x="3675" y="11720"/>
                </a:cubicBezTo>
                <a:cubicBezTo>
                  <a:pt x="3676" y="11692"/>
                  <a:pt x="3677" y="11606"/>
                  <a:pt x="3679" y="11491"/>
                </a:cubicBezTo>
                <a:cubicBezTo>
                  <a:pt x="3681" y="11376"/>
                  <a:pt x="3683" y="11230"/>
                  <a:pt x="3685" y="11081"/>
                </a:cubicBezTo>
                <a:lnTo>
                  <a:pt x="3685" y="11057"/>
                </a:lnTo>
                <a:cubicBezTo>
                  <a:pt x="3686" y="10968"/>
                  <a:pt x="3687" y="10879"/>
                  <a:pt x="3687" y="10795"/>
                </a:cubicBezTo>
                <a:cubicBezTo>
                  <a:pt x="3687" y="10710"/>
                  <a:pt x="3687" y="10631"/>
                  <a:pt x="3685" y="10563"/>
                </a:cubicBezTo>
                <a:cubicBezTo>
                  <a:pt x="3686" y="10530"/>
                  <a:pt x="3685" y="10483"/>
                  <a:pt x="3685" y="10430"/>
                </a:cubicBezTo>
                <a:cubicBezTo>
                  <a:pt x="3684" y="10378"/>
                  <a:pt x="3683" y="10319"/>
                  <a:pt x="3681" y="10262"/>
                </a:cubicBezTo>
                <a:lnTo>
                  <a:pt x="3679" y="10226"/>
                </a:lnTo>
                <a:cubicBezTo>
                  <a:pt x="3677" y="10157"/>
                  <a:pt x="3675" y="10091"/>
                  <a:pt x="3674" y="10038"/>
                </a:cubicBezTo>
                <a:cubicBezTo>
                  <a:pt x="3672" y="9985"/>
                  <a:pt x="3671" y="9944"/>
                  <a:pt x="3670" y="9925"/>
                </a:cubicBezTo>
                <a:cubicBezTo>
                  <a:pt x="3669" y="9917"/>
                  <a:pt x="3661" y="9722"/>
                  <a:pt x="3656" y="9588"/>
                </a:cubicBezTo>
                <a:cubicBezTo>
                  <a:pt x="3653" y="9529"/>
                  <a:pt x="3645" y="9411"/>
                  <a:pt x="3637" y="9286"/>
                </a:cubicBezTo>
                <a:lnTo>
                  <a:pt x="3635" y="9250"/>
                </a:lnTo>
                <a:cubicBezTo>
                  <a:pt x="3624" y="9095"/>
                  <a:pt x="3613" y="8943"/>
                  <a:pt x="3609" y="8901"/>
                </a:cubicBezTo>
                <a:cubicBezTo>
                  <a:pt x="3587" y="8671"/>
                  <a:pt x="3574" y="8473"/>
                  <a:pt x="3556" y="8274"/>
                </a:cubicBezTo>
                <a:cubicBezTo>
                  <a:pt x="3484" y="7446"/>
                  <a:pt x="3332" y="6401"/>
                  <a:pt x="3212" y="5720"/>
                </a:cubicBezTo>
                <a:cubicBezTo>
                  <a:pt x="3150" y="5368"/>
                  <a:pt x="3064" y="4930"/>
                  <a:pt x="2998" y="4624"/>
                </a:cubicBezTo>
                <a:cubicBezTo>
                  <a:pt x="2983" y="4551"/>
                  <a:pt x="2927" y="4312"/>
                  <a:pt x="2870" y="4070"/>
                </a:cubicBezTo>
                <a:lnTo>
                  <a:pt x="2861" y="4046"/>
                </a:lnTo>
                <a:cubicBezTo>
                  <a:pt x="2860" y="4043"/>
                  <a:pt x="2860" y="4038"/>
                  <a:pt x="2860" y="4034"/>
                </a:cubicBezTo>
                <a:cubicBezTo>
                  <a:pt x="2860" y="4029"/>
                  <a:pt x="2860" y="4024"/>
                  <a:pt x="2859" y="4022"/>
                </a:cubicBezTo>
                <a:lnTo>
                  <a:pt x="2850" y="3998"/>
                </a:lnTo>
                <a:cubicBezTo>
                  <a:pt x="2796" y="3772"/>
                  <a:pt x="2746" y="3551"/>
                  <a:pt x="2730" y="3492"/>
                </a:cubicBezTo>
                <a:cubicBezTo>
                  <a:pt x="2620" y="3081"/>
                  <a:pt x="2423" y="2460"/>
                  <a:pt x="2299" y="2118"/>
                </a:cubicBezTo>
                <a:cubicBezTo>
                  <a:pt x="2126" y="1643"/>
                  <a:pt x="1890" y="1116"/>
                  <a:pt x="1709" y="805"/>
                </a:cubicBezTo>
                <a:cubicBezTo>
                  <a:pt x="1394" y="259"/>
                  <a:pt x="1086" y="-60"/>
                  <a:pt x="760" y="10"/>
                </a:cubicBezTo>
                <a:close/>
                <a:moveTo>
                  <a:pt x="4165" y="1395"/>
                </a:moveTo>
                <a:cubicBezTo>
                  <a:pt x="4093" y="1445"/>
                  <a:pt x="4023" y="1560"/>
                  <a:pt x="3966" y="1696"/>
                </a:cubicBezTo>
                <a:cubicBezTo>
                  <a:pt x="3846" y="1987"/>
                  <a:pt x="3736" y="2412"/>
                  <a:pt x="3651" y="2925"/>
                </a:cubicBezTo>
                <a:cubicBezTo>
                  <a:pt x="3567" y="3433"/>
                  <a:pt x="3503" y="4082"/>
                  <a:pt x="3510" y="4781"/>
                </a:cubicBezTo>
                <a:cubicBezTo>
                  <a:pt x="3512" y="5005"/>
                  <a:pt x="3528" y="5352"/>
                  <a:pt x="3548" y="5552"/>
                </a:cubicBezTo>
                <a:cubicBezTo>
                  <a:pt x="3565" y="5720"/>
                  <a:pt x="3594" y="5893"/>
                  <a:pt x="3601" y="6070"/>
                </a:cubicBezTo>
                <a:cubicBezTo>
                  <a:pt x="3605" y="6175"/>
                  <a:pt x="3602" y="6319"/>
                  <a:pt x="3603" y="6443"/>
                </a:cubicBezTo>
                <a:cubicBezTo>
                  <a:pt x="3604" y="6728"/>
                  <a:pt x="3627" y="7013"/>
                  <a:pt x="3664" y="7202"/>
                </a:cubicBezTo>
                <a:cubicBezTo>
                  <a:pt x="3691" y="7337"/>
                  <a:pt x="3715" y="7331"/>
                  <a:pt x="3742" y="7214"/>
                </a:cubicBezTo>
                <a:cubicBezTo>
                  <a:pt x="3750" y="7183"/>
                  <a:pt x="3761" y="7108"/>
                  <a:pt x="3768" y="7046"/>
                </a:cubicBezTo>
                <a:cubicBezTo>
                  <a:pt x="3780" y="6930"/>
                  <a:pt x="3791" y="6775"/>
                  <a:pt x="3801" y="6708"/>
                </a:cubicBezTo>
                <a:cubicBezTo>
                  <a:pt x="3802" y="6704"/>
                  <a:pt x="3805" y="6706"/>
                  <a:pt x="3808" y="6713"/>
                </a:cubicBezTo>
                <a:cubicBezTo>
                  <a:pt x="3811" y="6720"/>
                  <a:pt x="3815" y="6731"/>
                  <a:pt x="3818" y="6744"/>
                </a:cubicBezTo>
                <a:cubicBezTo>
                  <a:pt x="3820" y="6749"/>
                  <a:pt x="3823" y="6756"/>
                  <a:pt x="3828" y="6765"/>
                </a:cubicBezTo>
                <a:cubicBezTo>
                  <a:pt x="3833" y="6773"/>
                  <a:pt x="3839" y="6783"/>
                  <a:pt x="3846" y="6793"/>
                </a:cubicBezTo>
                <a:lnTo>
                  <a:pt x="3850" y="6805"/>
                </a:lnTo>
                <a:cubicBezTo>
                  <a:pt x="3856" y="6813"/>
                  <a:pt x="3863" y="6822"/>
                  <a:pt x="3868" y="6828"/>
                </a:cubicBezTo>
                <a:cubicBezTo>
                  <a:pt x="3874" y="6835"/>
                  <a:pt x="3879" y="6839"/>
                  <a:pt x="3882" y="6841"/>
                </a:cubicBezTo>
                <a:cubicBezTo>
                  <a:pt x="3906" y="6850"/>
                  <a:pt x="3931" y="6889"/>
                  <a:pt x="3956" y="6901"/>
                </a:cubicBezTo>
                <a:cubicBezTo>
                  <a:pt x="4037" y="6943"/>
                  <a:pt x="4148" y="6795"/>
                  <a:pt x="4220" y="6636"/>
                </a:cubicBezTo>
                <a:cubicBezTo>
                  <a:pt x="4383" y="6272"/>
                  <a:pt x="4509" y="5740"/>
                  <a:pt x="4636" y="4997"/>
                </a:cubicBezTo>
                <a:cubicBezTo>
                  <a:pt x="4711" y="4566"/>
                  <a:pt x="4776" y="3860"/>
                  <a:pt x="4752" y="3214"/>
                </a:cubicBezTo>
                <a:cubicBezTo>
                  <a:pt x="4740" y="2893"/>
                  <a:pt x="4715" y="2675"/>
                  <a:pt x="4668" y="2443"/>
                </a:cubicBezTo>
                <a:cubicBezTo>
                  <a:pt x="4645" y="2329"/>
                  <a:pt x="4587" y="2158"/>
                  <a:pt x="4547" y="2118"/>
                </a:cubicBezTo>
                <a:cubicBezTo>
                  <a:pt x="4545" y="2116"/>
                  <a:pt x="4541" y="2108"/>
                  <a:pt x="4539" y="2106"/>
                </a:cubicBezTo>
                <a:lnTo>
                  <a:pt x="4535" y="2106"/>
                </a:lnTo>
                <a:cubicBezTo>
                  <a:pt x="4530" y="2102"/>
                  <a:pt x="4527" y="2100"/>
                  <a:pt x="4523" y="2096"/>
                </a:cubicBezTo>
                <a:cubicBezTo>
                  <a:pt x="4520" y="2093"/>
                  <a:pt x="4518" y="2089"/>
                  <a:pt x="4516" y="2082"/>
                </a:cubicBezTo>
                <a:cubicBezTo>
                  <a:pt x="4510" y="2060"/>
                  <a:pt x="4505" y="2005"/>
                  <a:pt x="4499" y="1961"/>
                </a:cubicBezTo>
                <a:cubicBezTo>
                  <a:pt x="4470" y="1755"/>
                  <a:pt x="4413" y="1559"/>
                  <a:pt x="4372" y="1480"/>
                </a:cubicBezTo>
                <a:cubicBezTo>
                  <a:pt x="4310" y="1356"/>
                  <a:pt x="4236" y="1345"/>
                  <a:pt x="4165" y="1395"/>
                </a:cubicBezTo>
                <a:close/>
                <a:moveTo>
                  <a:pt x="4038" y="2877"/>
                </a:moveTo>
                <a:cubicBezTo>
                  <a:pt x="4038" y="2877"/>
                  <a:pt x="4012" y="2997"/>
                  <a:pt x="3990" y="3106"/>
                </a:cubicBezTo>
                <a:cubicBezTo>
                  <a:pt x="3916" y="3465"/>
                  <a:pt x="3817" y="4050"/>
                  <a:pt x="3763" y="4467"/>
                </a:cubicBezTo>
                <a:cubicBezTo>
                  <a:pt x="3757" y="4521"/>
                  <a:pt x="3749" y="4580"/>
                  <a:pt x="3742" y="4636"/>
                </a:cubicBezTo>
                <a:lnTo>
                  <a:pt x="3740" y="4660"/>
                </a:lnTo>
                <a:cubicBezTo>
                  <a:pt x="3729" y="4750"/>
                  <a:pt x="3719" y="4834"/>
                  <a:pt x="3711" y="4896"/>
                </a:cubicBezTo>
                <a:cubicBezTo>
                  <a:pt x="3703" y="4958"/>
                  <a:pt x="3698" y="4997"/>
                  <a:pt x="3698" y="4997"/>
                </a:cubicBezTo>
                <a:cubicBezTo>
                  <a:pt x="3698" y="4997"/>
                  <a:pt x="3692" y="4908"/>
                  <a:pt x="3687" y="4841"/>
                </a:cubicBezTo>
                <a:cubicBezTo>
                  <a:pt x="3654" y="4366"/>
                  <a:pt x="3728" y="3832"/>
                  <a:pt x="3795" y="3504"/>
                </a:cubicBezTo>
                <a:cubicBezTo>
                  <a:pt x="3836" y="3303"/>
                  <a:pt x="3917" y="2987"/>
                  <a:pt x="3973" y="2925"/>
                </a:cubicBezTo>
                <a:cubicBezTo>
                  <a:pt x="3996" y="2898"/>
                  <a:pt x="4038" y="2877"/>
                  <a:pt x="4038" y="2877"/>
                </a:cubicBezTo>
                <a:close/>
                <a:moveTo>
                  <a:pt x="4410" y="3082"/>
                </a:moveTo>
                <a:cubicBezTo>
                  <a:pt x="4462" y="2994"/>
                  <a:pt x="4484" y="2982"/>
                  <a:pt x="4524" y="3082"/>
                </a:cubicBezTo>
                <a:cubicBezTo>
                  <a:pt x="4556" y="3158"/>
                  <a:pt x="4579" y="3325"/>
                  <a:pt x="4583" y="3540"/>
                </a:cubicBezTo>
                <a:cubicBezTo>
                  <a:pt x="4597" y="4206"/>
                  <a:pt x="4463" y="4767"/>
                  <a:pt x="4372" y="5058"/>
                </a:cubicBezTo>
                <a:cubicBezTo>
                  <a:pt x="4279" y="5351"/>
                  <a:pt x="4181" y="5522"/>
                  <a:pt x="4074" y="5564"/>
                </a:cubicBezTo>
                <a:cubicBezTo>
                  <a:pt x="4059" y="5569"/>
                  <a:pt x="4035" y="5575"/>
                  <a:pt x="4011" y="5576"/>
                </a:cubicBezTo>
                <a:lnTo>
                  <a:pt x="4006" y="5576"/>
                </a:lnTo>
                <a:cubicBezTo>
                  <a:pt x="4005" y="5576"/>
                  <a:pt x="4004" y="5576"/>
                  <a:pt x="4002" y="5576"/>
                </a:cubicBezTo>
                <a:cubicBezTo>
                  <a:pt x="4001" y="5576"/>
                  <a:pt x="3999" y="5576"/>
                  <a:pt x="3998" y="5576"/>
                </a:cubicBezTo>
                <a:lnTo>
                  <a:pt x="3994" y="5576"/>
                </a:lnTo>
                <a:cubicBezTo>
                  <a:pt x="3975" y="5574"/>
                  <a:pt x="3957" y="5572"/>
                  <a:pt x="3943" y="5565"/>
                </a:cubicBezTo>
                <a:cubicBezTo>
                  <a:pt x="3930" y="5558"/>
                  <a:pt x="3921" y="5546"/>
                  <a:pt x="3920" y="5528"/>
                </a:cubicBezTo>
                <a:cubicBezTo>
                  <a:pt x="3919" y="5519"/>
                  <a:pt x="3921" y="5500"/>
                  <a:pt x="3923" y="5474"/>
                </a:cubicBezTo>
                <a:cubicBezTo>
                  <a:pt x="3926" y="5448"/>
                  <a:pt x="3930" y="5416"/>
                  <a:pt x="3935" y="5383"/>
                </a:cubicBezTo>
                <a:cubicBezTo>
                  <a:pt x="3949" y="5276"/>
                  <a:pt x="3969" y="5125"/>
                  <a:pt x="3987" y="4985"/>
                </a:cubicBezTo>
                <a:cubicBezTo>
                  <a:pt x="4068" y="4394"/>
                  <a:pt x="4215" y="3645"/>
                  <a:pt x="4319" y="3299"/>
                </a:cubicBezTo>
                <a:cubicBezTo>
                  <a:pt x="4355" y="3182"/>
                  <a:pt x="4372" y="3146"/>
                  <a:pt x="4410" y="3082"/>
                </a:cubicBezTo>
                <a:close/>
                <a:moveTo>
                  <a:pt x="17009" y="5660"/>
                </a:moveTo>
                <a:cubicBezTo>
                  <a:pt x="16888" y="5660"/>
                  <a:pt x="16807" y="6111"/>
                  <a:pt x="16807" y="6793"/>
                </a:cubicBezTo>
                <a:cubicBezTo>
                  <a:pt x="16807" y="7474"/>
                  <a:pt x="16888" y="7937"/>
                  <a:pt x="17009" y="7937"/>
                </a:cubicBezTo>
                <a:cubicBezTo>
                  <a:pt x="17131" y="7937"/>
                  <a:pt x="17214" y="7474"/>
                  <a:pt x="17214" y="6793"/>
                </a:cubicBezTo>
                <a:cubicBezTo>
                  <a:pt x="17214" y="6111"/>
                  <a:pt x="17131" y="5660"/>
                  <a:pt x="17009" y="5660"/>
                </a:cubicBezTo>
                <a:close/>
                <a:moveTo>
                  <a:pt x="18647" y="5660"/>
                </a:moveTo>
                <a:cubicBezTo>
                  <a:pt x="18525" y="5660"/>
                  <a:pt x="18444" y="6111"/>
                  <a:pt x="18444" y="6793"/>
                </a:cubicBezTo>
                <a:cubicBezTo>
                  <a:pt x="18444" y="7474"/>
                  <a:pt x="18525" y="7937"/>
                  <a:pt x="18647" y="7937"/>
                </a:cubicBezTo>
                <a:cubicBezTo>
                  <a:pt x="18769" y="7937"/>
                  <a:pt x="18852" y="7474"/>
                  <a:pt x="18852" y="6793"/>
                </a:cubicBezTo>
                <a:cubicBezTo>
                  <a:pt x="18852" y="6111"/>
                  <a:pt x="18769" y="5660"/>
                  <a:pt x="18647" y="5660"/>
                </a:cubicBezTo>
                <a:close/>
                <a:moveTo>
                  <a:pt x="11893" y="5817"/>
                </a:moveTo>
                <a:lnTo>
                  <a:pt x="11893" y="9527"/>
                </a:lnTo>
                <a:cubicBezTo>
                  <a:pt x="11796" y="8923"/>
                  <a:pt x="11660" y="8576"/>
                  <a:pt x="11502" y="8576"/>
                </a:cubicBezTo>
                <a:cubicBezTo>
                  <a:pt x="11180" y="8576"/>
                  <a:pt x="10949" y="10003"/>
                  <a:pt x="10949" y="12021"/>
                </a:cubicBezTo>
                <a:cubicBezTo>
                  <a:pt x="10949" y="14053"/>
                  <a:pt x="11180" y="15479"/>
                  <a:pt x="11502" y="15479"/>
                </a:cubicBezTo>
                <a:cubicBezTo>
                  <a:pt x="11671" y="15479"/>
                  <a:pt x="11815" y="15111"/>
                  <a:pt x="11910" y="14455"/>
                </a:cubicBezTo>
                <a:lnTo>
                  <a:pt x="11912" y="15322"/>
                </a:lnTo>
                <a:lnTo>
                  <a:pt x="12208" y="15322"/>
                </a:lnTo>
                <a:lnTo>
                  <a:pt x="12208" y="5817"/>
                </a:lnTo>
                <a:lnTo>
                  <a:pt x="11893" y="5817"/>
                </a:lnTo>
                <a:close/>
                <a:moveTo>
                  <a:pt x="9981" y="6323"/>
                </a:moveTo>
                <a:lnTo>
                  <a:pt x="9368" y="15322"/>
                </a:lnTo>
                <a:lnTo>
                  <a:pt x="9712" y="15322"/>
                </a:lnTo>
                <a:lnTo>
                  <a:pt x="9824" y="13611"/>
                </a:lnTo>
                <a:lnTo>
                  <a:pt x="10501" y="13611"/>
                </a:lnTo>
                <a:lnTo>
                  <a:pt x="10613" y="15322"/>
                </a:lnTo>
                <a:lnTo>
                  <a:pt x="10955" y="15322"/>
                </a:lnTo>
                <a:lnTo>
                  <a:pt x="10348" y="6323"/>
                </a:lnTo>
                <a:lnTo>
                  <a:pt x="9981" y="6323"/>
                </a:lnTo>
                <a:close/>
                <a:moveTo>
                  <a:pt x="6251" y="6877"/>
                </a:moveTo>
                <a:cubicBezTo>
                  <a:pt x="6235" y="6879"/>
                  <a:pt x="6218" y="6923"/>
                  <a:pt x="6211" y="7082"/>
                </a:cubicBezTo>
                <a:cubicBezTo>
                  <a:pt x="6198" y="7367"/>
                  <a:pt x="6214" y="7666"/>
                  <a:pt x="6217" y="7720"/>
                </a:cubicBezTo>
                <a:lnTo>
                  <a:pt x="6217" y="7732"/>
                </a:lnTo>
                <a:cubicBezTo>
                  <a:pt x="6286" y="9077"/>
                  <a:pt x="6329" y="10146"/>
                  <a:pt x="6355" y="10879"/>
                </a:cubicBezTo>
                <a:cubicBezTo>
                  <a:pt x="6380" y="11612"/>
                  <a:pt x="6388" y="12009"/>
                  <a:pt x="6388" y="12009"/>
                </a:cubicBezTo>
                <a:cubicBezTo>
                  <a:pt x="6388" y="12009"/>
                  <a:pt x="6389" y="12123"/>
                  <a:pt x="6389" y="12240"/>
                </a:cubicBezTo>
                <a:cubicBezTo>
                  <a:pt x="6388" y="12358"/>
                  <a:pt x="6386" y="12478"/>
                  <a:pt x="6378" y="12491"/>
                </a:cubicBezTo>
                <a:cubicBezTo>
                  <a:pt x="6372" y="12515"/>
                  <a:pt x="6366" y="12512"/>
                  <a:pt x="6362" y="12503"/>
                </a:cubicBezTo>
                <a:cubicBezTo>
                  <a:pt x="6357" y="12494"/>
                  <a:pt x="6354" y="12479"/>
                  <a:pt x="6354" y="12479"/>
                </a:cubicBezTo>
                <a:cubicBezTo>
                  <a:pt x="6350" y="12480"/>
                  <a:pt x="6339" y="12395"/>
                  <a:pt x="6324" y="12267"/>
                </a:cubicBezTo>
                <a:cubicBezTo>
                  <a:pt x="6308" y="12139"/>
                  <a:pt x="6289" y="11967"/>
                  <a:pt x="6270" y="11792"/>
                </a:cubicBezTo>
                <a:lnTo>
                  <a:pt x="6263" y="11756"/>
                </a:lnTo>
                <a:cubicBezTo>
                  <a:pt x="6247" y="11611"/>
                  <a:pt x="6232" y="11465"/>
                  <a:pt x="6219" y="11343"/>
                </a:cubicBezTo>
                <a:cubicBezTo>
                  <a:pt x="6205" y="11221"/>
                  <a:pt x="6195" y="11122"/>
                  <a:pt x="6189" y="11069"/>
                </a:cubicBezTo>
                <a:lnTo>
                  <a:pt x="6189" y="11045"/>
                </a:lnTo>
                <a:cubicBezTo>
                  <a:pt x="6189" y="11037"/>
                  <a:pt x="6188" y="11031"/>
                  <a:pt x="6187" y="11027"/>
                </a:cubicBezTo>
                <a:cubicBezTo>
                  <a:pt x="6186" y="11023"/>
                  <a:pt x="6185" y="11021"/>
                  <a:pt x="6185" y="11021"/>
                </a:cubicBezTo>
                <a:lnTo>
                  <a:pt x="6156" y="10744"/>
                </a:lnTo>
                <a:cubicBezTo>
                  <a:pt x="6072" y="9973"/>
                  <a:pt x="6005" y="9454"/>
                  <a:pt x="5959" y="9129"/>
                </a:cubicBezTo>
                <a:cubicBezTo>
                  <a:pt x="5912" y="8804"/>
                  <a:pt x="5887" y="8672"/>
                  <a:pt x="5887" y="8672"/>
                </a:cubicBezTo>
                <a:cubicBezTo>
                  <a:pt x="5864" y="8546"/>
                  <a:pt x="5803" y="8190"/>
                  <a:pt x="5727" y="8672"/>
                </a:cubicBezTo>
                <a:cubicBezTo>
                  <a:pt x="5651" y="9156"/>
                  <a:pt x="5590" y="10716"/>
                  <a:pt x="5566" y="12178"/>
                </a:cubicBezTo>
                <a:cubicBezTo>
                  <a:pt x="5556" y="12907"/>
                  <a:pt x="5555" y="13479"/>
                  <a:pt x="5561" y="13913"/>
                </a:cubicBezTo>
                <a:cubicBezTo>
                  <a:pt x="5568" y="14346"/>
                  <a:pt x="5581" y="14641"/>
                  <a:pt x="5600" y="14816"/>
                </a:cubicBezTo>
                <a:cubicBezTo>
                  <a:pt x="5620" y="14994"/>
                  <a:pt x="5651" y="15112"/>
                  <a:pt x="5684" y="15148"/>
                </a:cubicBezTo>
                <a:cubicBezTo>
                  <a:pt x="5717" y="15183"/>
                  <a:pt x="5753" y="15137"/>
                  <a:pt x="5786" y="14985"/>
                </a:cubicBezTo>
                <a:cubicBezTo>
                  <a:pt x="5855" y="14682"/>
                  <a:pt x="5840" y="12767"/>
                  <a:pt x="5851" y="11780"/>
                </a:cubicBezTo>
                <a:cubicBezTo>
                  <a:pt x="5862" y="10789"/>
                  <a:pt x="5879" y="10961"/>
                  <a:pt x="5879" y="10961"/>
                </a:cubicBezTo>
                <a:cubicBezTo>
                  <a:pt x="5882" y="10956"/>
                  <a:pt x="5889" y="10995"/>
                  <a:pt x="5897" y="11059"/>
                </a:cubicBezTo>
                <a:cubicBezTo>
                  <a:pt x="5906" y="11124"/>
                  <a:pt x="5916" y="11214"/>
                  <a:pt x="5925" y="11310"/>
                </a:cubicBezTo>
                <a:lnTo>
                  <a:pt x="5927" y="11334"/>
                </a:lnTo>
                <a:lnTo>
                  <a:pt x="5930" y="11371"/>
                </a:lnTo>
                <a:cubicBezTo>
                  <a:pt x="5931" y="11382"/>
                  <a:pt x="5932" y="11391"/>
                  <a:pt x="5933" y="11401"/>
                </a:cubicBezTo>
                <a:cubicBezTo>
                  <a:pt x="5934" y="11410"/>
                  <a:pt x="5935" y="11420"/>
                  <a:pt x="5936" y="11431"/>
                </a:cubicBezTo>
                <a:lnTo>
                  <a:pt x="5938" y="11455"/>
                </a:lnTo>
                <a:cubicBezTo>
                  <a:pt x="5947" y="11551"/>
                  <a:pt x="5956" y="11643"/>
                  <a:pt x="5962" y="11713"/>
                </a:cubicBezTo>
                <a:cubicBezTo>
                  <a:pt x="5969" y="11784"/>
                  <a:pt x="5973" y="11832"/>
                  <a:pt x="5974" y="11840"/>
                </a:cubicBezTo>
                <a:cubicBezTo>
                  <a:pt x="5974" y="11840"/>
                  <a:pt x="6183" y="14275"/>
                  <a:pt x="6314" y="14635"/>
                </a:cubicBezTo>
                <a:cubicBezTo>
                  <a:pt x="6447" y="14995"/>
                  <a:pt x="6553" y="14419"/>
                  <a:pt x="6593" y="13877"/>
                </a:cubicBezTo>
                <a:cubicBezTo>
                  <a:pt x="6634" y="13331"/>
                  <a:pt x="6703" y="11528"/>
                  <a:pt x="6599" y="9527"/>
                </a:cubicBezTo>
                <a:cubicBezTo>
                  <a:pt x="6495" y="7528"/>
                  <a:pt x="6280" y="6913"/>
                  <a:pt x="6280" y="6913"/>
                </a:cubicBezTo>
                <a:cubicBezTo>
                  <a:pt x="6280" y="6913"/>
                  <a:pt x="6266" y="6874"/>
                  <a:pt x="6251" y="6877"/>
                </a:cubicBezTo>
                <a:close/>
                <a:moveTo>
                  <a:pt x="15995" y="7166"/>
                </a:moveTo>
                <a:lnTo>
                  <a:pt x="15995" y="12925"/>
                </a:lnTo>
                <a:cubicBezTo>
                  <a:pt x="15995" y="13690"/>
                  <a:pt x="16031" y="14295"/>
                  <a:pt x="16099" y="14709"/>
                </a:cubicBezTo>
                <a:cubicBezTo>
                  <a:pt x="16167" y="15123"/>
                  <a:pt x="16268" y="15346"/>
                  <a:pt x="16399" y="15346"/>
                </a:cubicBezTo>
                <a:lnTo>
                  <a:pt x="16673" y="15346"/>
                </a:lnTo>
                <a:lnTo>
                  <a:pt x="16673" y="13708"/>
                </a:lnTo>
                <a:lnTo>
                  <a:pt x="16452" y="13708"/>
                </a:lnTo>
                <a:cubicBezTo>
                  <a:pt x="16404" y="13708"/>
                  <a:pt x="16369" y="13627"/>
                  <a:pt x="16346" y="13471"/>
                </a:cubicBezTo>
                <a:cubicBezTo>
                  <a:pt x="16323" y="13314"/>
                  <a:pt x="16312" y="13082"/>
                  <a:pt x="16312" y="12780"/>
                </a:cubicBezTo>
                <a:lnTo>
                  <a:pt x="16312" y="10359"/>
                </a:lnTo>
                <a:lnTo>
                  <a:pt x="16614" y="10359"/>
                </a:lnTo>
                <a:lnTo>
                  <a:pt x="16614" y="8732"/>
                </a:lnTo>
                <a:lnTo>
                  <a:pt x="16312" y="8732"/>
                </a:lnTo>
                <a:lnTo>
                  <a:pt x="16312" y="7166"/>
                </a:lnTo>
                <a:lnTo>
                  <a:pt x="15995" y="7166"/>
                </a:lnTo>
                <a:close/>
                <a:moveTo>
                  <a:pt x="8263" y="7696"/>
                </a:moveTo>
                <a:cubicBezTo>
                  <a:pt x="8250" y="7664"/>
                  <a:pt x="8233" y="7697"/>
                  <a:pt x="8220" y="7738"/>
                </a:cubicBezTo>
                <a:cubicBezTo>
                  <a:pt x="8206" y="7779"/>
                  <a:pt x="8195" y="7829"/>
                  <a:pt x="8195" y="7829"/>
                </a:cubicBezTo>
                <a:cubicBezTo>
                  <a:pt x="8018" y="8732"/>
                  <a:pt x="7918" y="9686"/>
                  <a:pt x="7862" y="10415"/>
                </a:cubicBezTo>
                <a:cubicBezTo>
                  <a:pt x="7806" y="11144"/>
                  <a:pt x="7793" y="11648"/>
                  <a:pt x="7793" y="11648"/>
                </a:cubicBezTo>
                <a:cubicBezTo>
                  <a:pt x="7777" y="12187"/>
                  <a:pt x="7778" y="12645"/>
                  <a:pt x="7791" y="13034"/>
                </a:cubicBezTo>
                <a:cubicBezTo>
                  <a:pt x="7804" y="13423"/>
                  <a:pt x="7828" y="13744"/>
                  <a:pt x="7857" y="14009"/>
                </a:cubicBezTo>
                <a:cubicBezTo>
                  <a:pt x="7759" y="15201"/>
                  <a:pt x="7685" y="16318"/>
                  <a:pt x="7639" y="17291"/>
                </a:cubicBezTo>
                <a:cubicBezTo>
                  <a:pt x="7594" y="18264"/>
                  <a:pt x="7576" y="19093"/>
                  <a:pt x="7588" y="19708"/>
                </a:cubicBezTo>
                <a:cubicBezTo>
                  <a:pt x="7600" y="20175"/>
                  <a:pt x="7636" y="20576"/>
                  <a:pt x="7677" y="20878"/>
                </a:cubicBezTo>
                <a:cubicBezTo>
                  <a:pt x="7719" y="21180"/>
                  <a:pt x="7766" y="21383"/>
                  <a:pt x="7802" y="21454"/>
                </a:cubicBezTo>
                <a:cubicBezTo>
                  <a:pt x="7838" y="21540"/>
                  <a:pt x="7859" y="21462"/>
                  <a:pt x="7871" y="21362"/>
                </a:cubicBezTo>
                <a:cubicBezTo>
                  <a:pt x="7883" y="21262"/>
                  <a:pt x="7886" y="21141"/>
                  <a:pt x="7886" y="21141"/>
                </a:cubicBezTo>
                <a:cubicBezTo>
                  <a:pt x="7916" y="19870"/>
                  <a:pt x="7956" y="18808"/>
                  <a:pt x="8004" y="17854"/>
                </a:cubicBezTo>
                <a:cubicBezTo>
                  <a:pt x="8053" y="16900"/>
                  <a:pt x="8109" y="16054"/>
                  <a:pt x="8170" y="15214"/>
                </a:cubicBezTo>
                <a:cubicBezTo>
                  <a:pt x="8538" y="15696"/>
                  <a:pt x="8813" y="13660"/>
                  <a:pt x="8911" y="12684"/>
                </a:cubicBezTo>
                <a:cubicBezTo>
                  <a:pt x="8969" y="12098"/>
                  <a:pt x="9000" y="11311"/>
                  <a:pt x="9000" y="10575"/>
                </a:cubicBezTo>
                <a:cubicBezTo>
                  <a:pt x="9000" y="9737"/>
                  <a:pt x="8961" y="8957"/>
                  <a:pt x="8873" y="8600"/>
                </a:cubicBezTo>
                <a:cubicBezTo>
                  <a:pt x="8743" y="8083"/>
                  <a:pt x="8572" y="8645"/>
                  <a:pt x="8411" y="9538"/>
                </a:cubicBezTo>
                <a:cubicBezTo>
                  <a:pt x="8249" y="10430"/>
                  <a:pt x="8097" y="11655"/>
                  <a:pt x="8005" y="12467"/>
                </a:cubicBezTo>
                <a:cubicBezTo>
                  <a:pt x="7991" y="12054"/>
                  <a:pt x="8009" y="11584"/>
                  <a:pt x="8030" y="11217"/>
                </a:cubicBezTo>
                <a:cubicBezTo>
                  <a:pt x="8052" y="10851"/>
                  <a:pt x="8077" y="10588"/>
                  <a:pt x="8077" y="10588"/>
                </a:cubicBezTo>
                <a:cubicBezTo>
                  <a:pt x="8077" y="10588"/>
                  <a:pt x="8088" y="10475"/>
                  <a:pt x="8105" y="10304"/>
                </a:cubicBezTo>
                <a:cubicBezTo>
                  <a:pt x="8122" y="10134"/>
                  <a:pt x="8145" y="9905"/>
                  <a:pt x="8167" y="9672"/>
                </a:cubicBezTo>
                <a:lnTo>
                  <a:pt x="8172" y="9624"/>
                </a:lnTo>
                <a:lnTo>
                  <a:pt x="8178" y="9563"/>
                </a:lnTo>
                <a:cubicBezTo>
                  <a:pt x="8196" y="9382"/>
                  <a:pt x="8213" y="9205"/>
                  <a:pt x="8227" y="9056"/>
                </a:cubicBezTo>
                <a:cubicBezTo>
                  <a:pt x="8241" y="8907"/>
                  <a:pt x="8252" y="8786"/>
                  <a:pt x="8256" y="8720"/>
                </a:cubicBezTo>
                <a:cubicBezTo>
                  <a:pt x="8267" y="8562"/>
                  <a:pt x="8275" y="8322"/>
                  <a:pt x="8278" y="8114"/>
                </a:cubicBezTo>
                <a:cubicBezTo>
                  <a:pt x="8280" y="7905"/>
                  <a:pt x="8276" y="7728"/>
                  <a:pt x="8263" y="7696"/>
                </a:cubicBezTo>
                <a:close/>
                <a:moveTo>
                  <a:pt x="5133" y="7877"/>
                </a:moveTo>
                <a:cubicBezTo>
                  <a:pt x="5013" y="7824"/>
                  <a:pt x="4893" y="7860"/>
                  <a:pt x="4801" y="7925"/>
                </a:cubicBezTo>
                <a:cubicBezTo>
                  <a:pt x="4611" y="8059"/>
                  <a:pt x="4358" y="8398"/>
                  <a:pt x="4249" y="9286"/>
                </a:cubicBezTo>
                <a:cubicBezTo>
                  <a:pt x="4208" y="9625"/>
                  <a:pt x="4184" y="10139"/>
                  <a:pt x="4203" y="10563"/>
                </a:cubicBezTo>
                <a:cubicBezTo>
                  <a:pt x="4214" y="10799"/>
                  <a:pt x="4251" y="11011"/>
                  <a:pt x="4288" y="11106"/>
                </a:cubicBezTo>
                <a:cubicBezTo>
                  <a:pt x="4324" y="11200"/>
                  <a:pt x="4370" y="11252"/>
                  <a:pt x="4412" y="11286"/>
                </a:cubicBezTo>
                <a:cubicBezTo>
                  <a:pt x="4439" y="11309"/>
                  <a:pt x="4518" y="11354"/>
                  <a:pt x="4600" y="11395"/>
                </a:cubicBezTo>
                <a:lnTo>
                  <a:pt x="4609" y="11395"/>
                </a:lnTo>
                <a:cubicBezTo>
                  <a:pt x="4610" y="11395"/>
                  <a:pt x="4611" y="11395"/>
                  <a:pt x="4613" y="11395"/>
                </a:cubicBezTo>
                <a:cubicBezTo>
                  <a:pt x="4614" y="11395"/>
                  <a:pt x="4616" y="11394"/>
                  <a:pt x="4617" y="11395"/>
                </a:cubicBezTo>
                <a:lnTo>
                  <a:pt x="4628" y="11407"/>
                </a:lnTo>
                <a:cubicBezTo>
                  <a:pt x="4665" y="11425"/>
                  <a:pt x="4702" y="11440"/>
                  <a:pt x="4733" y="11455"/>
                </a:cubicBezTo>
                <a:cubicBezTo>
                  <a:pt x="4837" y="11504"/>
                  <a:pt x="5041" y="11629"/>
                  <a:pt x="5150" y="11889"/>
                </a:cubicBezTo>
                <a:cubicBezTo>
                  <a:pt x="5150" y="11889"/>
                  <a:pt x="5252" y="12094"/>
                  <a:pt x="5251" y="12431"/>
                </a:cubicBezTo>
                <a:cubicBezTo>
                  <a:pt x="5251" y="12597"/>
                  <a:pt x="5229" y="12726"/>
                  <a:pt x="5207" y="12816"/>
                </a:cubicBezTo>
                <a:cubicBezTo>
                  <a:pt x="5045" y="13471"/>
                  <a:pt x="4822" y="13666"/>
                  <a:pt x="4624" y="13648"/>
                </a:cubicBezTo>
                <a:cubicBezTo>
                  <a:pt x="4556" y="13642"/>
                  <a:pt x="4502" y="13573"/>
                  <a:pt x="4433" y="13407"/>
                </a:cubicBezTo>
                <a:cubicBezTo>
                  <a:pt x="4404" y="13334"/>
                  <a:pt x="4367" y="13170"/>
                  <a:pt x="4372" y="12985"/>
                </a:cubicBezTo>
                <a:cubicBezTo>
                  <a:pt x="4383" y="12625"/>
                  <a:pt x="4454" y="12532"/>
                  <a:pt x="4512" y="12563"/>
                </a:cubicBezTo>
                <a:cubicBezTo>
                  <a:pt x="4544" y="12580"/>
                  <a:pt x="4586" y="12649"/>
                  <a:pt x="4617" y="12720"/>
                </a:cubicBezTo>
                <a:cubicBezTo>
                  <a:pt x="4744" y="13006"/>
                  <a:pt x="4801" y="13251"/>
                  <a:pt x="4913" y="13154"/>
                </a:cubicBezTo>
                <a:cubicBezTo>
                  <a:pt x="4955" y="13117"/>
                  <a:pt x="5099" y="12939"/>
                  <a:pt x="5118" y="12599"/>
                </a:cubicBezTo>
                <a:cubicBezTo>
                  <a:pt x="5123" y="12517"/>
                  <a:pt x="5116" y="12432"/>
                  <a:pt x="5105" y="12371"/>
                </a:cubicBezTo>
                <a:cubicBezTo>
                  <a:pt x="5090" y="12282"/>
                  <a:pt x="5004" y="12082"/>
                  <a:pt x="4981" y="12033"/>
                </a:cubicBezTo>
                <a:cubicBezTo>
                  <a:pt x="4896" y="11861"/>
                  <a:pt x="4734" y="11704"/>
                  <a:pt x="4645" y="11684"/>
                </a:cubicBezTo>
                <a:cubicBezTo>
                  <a:pt x="4527" y="11660"/>
                  <a:pt x="4371" y="11789"/>
                  <a:pt x="4298" y="12359"/>
                </a:cubicBezTo>
                <a:cubicBezTo>
                  <a:pt x="4252" y="12716"/>
                  <a:pt x="4250" y="13200"/>
                  <a:pt x="4288" y="13575"/>
                </a:cubicBezTo>
                <a:cubicBezTo>
                  <a:pt x="4339" y="14088"/>
                  <a:pt x="4441" y="14489"/>
                  <a:pt x="4524" y="14720"/>
                </a:cubicBezTo>
                <a:cubicBezTo>
                  <a:pt x="4665" y="15107"/>
                  <a:pt x="4833" y="15287"/>
                  <a:pt x="4989" y="15190"/>
                </a:cubicBezTo>
                <a:cubicBezTo>
                  <a:pt x="5078" y="15131"/>
                  <a:pt x="5155" y="15034"/>
                  <a:pt x="5234" y="14816"/>
                </a:cubicBezTo>
                <a:cubicBezTo>
                  <a:pt x="5310" y="14607"/>
                  <a:pt x="5393" y="14213"/>
                  <a:pt x="5431" y="13744"/>
                </a:cubicBezTo>
                <a:cubicBezTo>
                  <a:pt x="5482" y="13114"/>
                  <a:pt x="5479" y="12278"/>
                  <a:pt x="5422" y="11684"/>
                </a:cubicBezTo>
                <a:cubicBezTo>
                  <a:pt x="5385" y="11292"/>
                  <a:pt x="5346" y="11075"/>
                  <a:pt x="5277" y="10901"/>
                </a:cubicBezTo>
                <a:cubicBezTo>
                  <a:pt x="5202" y="10711"/>
                  <a:pt x="5103" y="10604"/>
                  <a:pt x="5004" y="10527"/>
                </a:cubicBezTo>
                <a:cubicBezTo>
                  <a:pt x="4998" y="10523"/>
                  <a:pt x="4997" y="10532"/>
                  <a:pt x="4991" y="10527"/>
                </a:cubicBezTo>
                <a:lnTo>
                  <a:pt x="4535" y="10214"/>
                </a:lnTo>
                <a:cubicBezTo>
                  <a:pt x="4532" y="10212"/>
                  <a:pt x="4529" y="10211"/>
                  <a:pt x="4527" y="10209"/>
                </a:cubicBezTo>
                <a:cubicBezTo>
                  <a:pt x="4525" y="10208"/>
                  <a:pt x="4523" y="10206"/>
                  <a:pt x="4520" y="10202"/>
                </a:cubicBezTo>
                <a:cubicBezTo>
                  <a:pt x="4510" y="10190"/>
                  <a:pt x="4482" y="10171"/>
                  <a:pt x="4461" y="10130"/>
                </a:cubicBezTo>
                <a:cubicBezTo>
                  <a:pt x="4440" y="10089"/>
                  <a:pt x="4426" y="10025"/>
                  <a:pt x="4442" y="9925"/>
                </a:cubicBezTo>
                <a:cubicBezTo>
                  <a:pt x="4446" y="9896"/>
                  <a:pt x="4455" y="9869"/>
                  <a:pt x="4466" y="9847"/>
                </a:cubicBezTo>
                <a:cubicBezTo>
                  <a:pt x="4476" y="9824"/>
                  <a:pt x="4487" y="9805"/>
                  <a:pt x="4495" y="9792"/>
                </a:cubicBezTo>
                <a:cubicBezTo>
                  <a:pt x="4702" y="9471"/>
                  <a:pt x="4964" y="9513"/>
                  <a:pt x="5181" y="9443"/>
                </a:cubicBezTo>
                <a:cubicBezTo>
                  <a:pt x="5230" y="9426"/>
                  <a:pt x="5339" y="9383"/>
                  <a:pt x="5393" y="9286"/>
                </a:cubicBezTo>
                <a:cubicBezTo>
                  <a:pt x="5444" y="9196"/>
                  <a:pt x="5487" y="8990"/>
                  <a:pt x="5498" y="8672"/>
                </a:cubicBezTo>
                <a:cubicBezTo>
                  <a:pt x="5504" y="8503"/>
                  <a:pt x="5490" y="8419"/>
                  <a:pt x="5463" y="8335"/>
                </a:cubicBezTo>
                <a:cubicBezTo>
                  <a:pt x="5372" y="8061"/>
                  <a:pt x="5252" y="7929"/>
                  <a:pt x="5133" y="7877"/>
                </a:cubicBezTo>
                <a:close/>
                <a:moveTo>
                  <a:pt x="7607" y="7925"/>
                </a:moveTo>
                <a:cubicBezTo>
                  <a:pt x="7450" y="7895"/>
                  <a:pt x="7256" y="8001"/>
                  <a:pt x="7096" y="8133"/>
                </a:cubicBezTo>
                <a:cubicBezTo>
                  <a:pt x="6935" y="8264"/>
                  <a:pt x="6808" y="8421"/>
                  <a:pt x="6783" y="8491"/>
                </a:cubicBezTo>
                <a:cubicBezTo>
                  <a:pt x="6736" y="8612"/>
                  <a:pt x="6741" y="8812"/>
                  <a:pt x="6802" y="9250"/>
                </a:cubicBezTo>
                <a:cubicBezTo>
                  <a:pt x="6868" y="9712"/>
                  <a:pt x="6978" y="9660"/>
                  <a:pt x="6978" y="9660"/>
                </a:cubicBezTo>
                <a:lnTo>
                  <a:pt x="6881" y="10804"/>
                </a:lnTo>
                <a:cubicBezTo>
                  <a:pt x="6842" y="10820"/>
                  <a:pt x="6816" y="10860"/>
                  <a:pt x="6799" y="10898"/>
                </a:cubicBezTo>
                <a:cubicBezTo>
                  <a:pt x="6783" y="10935"/>
                  <a:pt x="6776" y="10970"/>
                  <a:pt x="6775" y="10973"/>
                </a:cubicBezTo>
                <a:cubicBezTo>
                  <a:pt x="6754" y="11098"/>
                  <a:pt x="6756" y="11332"/>
                  <a:pt x="6764" y="11552"/>
                </a:cubicBezTo>
                <a:cubicBezTo>
                  <a:pt x="6772" y="11772"/>
                  <a:pt x="6787" y="11978"/>
                  <a:pt x="6792" y="12045"/>
                </a:cubicBezTo>
                <a:lnTo>
                  <a:pt x="6792" y="12057"/>
                </a:lnTo>
                <a:lnTo>
                  <a:pt x="6792" y="12069"/>
                </a:lnTo>
                <a:cubicBezTo>
                  <a:pt x="6792" y="12069"/>
                  <a:pt x="6657" y="13819"/>
                  <a:pt x="6756" y="14744"/>
                </a:cubicBezTo>
                <a:cubicBezTo>
                  <a:pt x="6852" y="15618"/>
                  <a:pt x="6963" y="15670"/>
                  <a:pt x="6984" y="15672"/>
                </a:cubicBezTo>
                <a:lnTo>
                  <a:pt x="6986" y="15672"/>
                </a:lnTo>
                <a:cubicBezTo>
                  <a:pt x="6987" y="15672"/>
                  <a:pt x="6987" y="15672"/>
                  <a:pt x="6988" y="15672"/>
                </a:cubicBezTo>
                <a:lnTo>
                  <a:pt x="6988" y="15672"/>
                </a:lnTo>
                <a:cubicBezTo>
                  <a:pt x="7228" y="15771"/>
                  <a:pt x="7622" y="14338"/>
                  <a:pt x="7643" y="13864"/>
                </a:cubicBezTo>
                <a:cubicBezTo>
                  <a:pt x="7661" y="13483"/>
                  <a:pt x="7599" y="13063"/>
                  <a:pt x="7544" y="12985"/>
                </a:cubicBezTo>
                <a:cubicBezTo>
                  <a:pt x="7493" y="12924"/>
                  <a:pt x="7099" y="13347"/>
                  <a:pt x="7052" y="13419"/>
                </a:cubicBezTo>
                <a:cubicBezTo>
                  <a:pt x="7001" y="13497"/>
                  <a:pt x="7022" y="13226"/>
                  <a:pt x="7022" y="13226"/>
                </a:cubicBezTo>
                <a:lnTo>
                  <a:pt x="7083" y="12045"/>
                </a:lnTo>
                <a:cubicBezTo>
                  <a:pt x="7083" y="12045"/>
                  <a:pt x="7177" y="12025"/>
                  <a:pt x="7278" y="11999"/>
                </a:cubicBezTo>
                <a:cubicBezTo>
                  <a:pt x="7379" y="11972"/>
                  <a:pt x="7487" y="11939"/>
                  <a:pt x="7514" y="11913"/>
                </a:cubicBezTo>
                <a:cubicBezTo>
                  <a:pt x="7540" y="11887"/>
                  <a:pt x="7554" y="11823"/>
                  <a:pt x="7561" y="11767"/>
                </a:cubicBezTo>
                <a:cubicBezTo>
                  <a:pt x="7568" y="11710"/>
                  <a:pt x="7569" y="11660"/>
                  <a:pt x="7569" y="11660"/>
                </a:cubicBezTo>
                <a:cubicBezTo>
                  <a:pt x="7569" y="11660"/>
                  <a:pt x="7571" y="11576"/>
                  <a:pt x="7572" y="11452"/>
                </a:cubicBezTo>
                <a:cubicBezTo>
                  <a:pt x="7574" y="11329"/>
                  <a:pt x="7575" y="11166"/>
                  <a:pt x="7574" y="11009"/>
                </a:cubicBezTo>
                <a:cubicBezTo>
                  <a:pt x="7571" y="10841"/>
                  <a:pt x="7558" y="10762"/>
                  <a:pt x="7545" y="10726"/>
                </a:cubicBezTo>
                <a:cubicBezTo>
                  <a:pt x="7533" y="10690"/>
                  <a:pt x="7521" y="10696"/>
                  <a:pt x="7521" y="10696"/>
                </a:cubicBezTo>
                <a:cubicBezTo>
                  <a:pt x="7448" y="10653"/>
                  <a:pt x="7361" y="10656"/>
                  <a:pt x="7293" y="10669"/>
                </a:cubicBezTo>
                <a:cubicBezTo>
                  <a:pt x="7224" y="10683"/>
                  <a:pt x="7174" y="10708"/>
                  <a:pt x="7174" y="10708"/>
                </a:cubicBezTo>
                <a:lnTo>
                  <a:pt x="7227" y="9804"/>
                </a:lnTo>
                <a:cubicBezTo>
                  <a:pt x="7243" y="9800"/>
                  <a:pt x="7629" y="9687"/>
                  <a:pt x="7779" y="9491"/>
                </a:cubicBezTo>
                <a:cubicBezTo>
                  <a:pt x="7857" y="9386"/>
                  <a:pt x="7810" y="8949"/>
                  <a:pt x="7810" y="8949"/>
                </a:cubicBezTo>
                <a:cubicBezTo>
                  <a:pt x="7763" y="8407"/>
                  <a:pt x="7712" y="8151"/>
                  <a:pt x="7673" y="8031"/>
                </a:cubicBezTo>
                <a:cubicBezTo>
                  <a:pt x="7634" y="7910"/>
                  <a:pt x="7607" y="7925"/>
                  <a:pt x="7607" y="7925"/>
                </a:cubicBezTo>
                <a:close/>
                <a:moveTo>
                  <a:pt x="3947" y="8142"/>
                </a:moveTo>
                <a:cubicBezTo>
                  <a:pt x="3912" y="8103"/>
                  <a:pt x="3891" y="8376"/>
                  <a:pt x="3882" y="8515"/>
                </a:cubicBezTo>
                <a:cubicBezTo>
                  <a:pt x="3854" y="8928"/>
                  <a:pt x="3834" y="9919"/>
                  <a:pt x="3829" y="10226"/>
                </a:cubicBezTo>
                <a:cubicBezTo>
                  <a:pt x="3812" y="11157"/>
                  <a:pt x="3798" y="13367"/>
                  <a:pt x="3827" y="14491"/>
                </a:cubicBezTo>
                <a:cubicBezTo>
                  <a:pt x="3839" y="14962"/>
                  <a:pt x="3866" y="15260"/>
                  <a:pt x="3949" y="15358"/>
                </a:cubicBezTo>
                <a:cubicBezTo>
                  <a:pt x="3983" y="15399"/>
                  <a:pt x="4045" y="15397"/>
                  <a:pt x="4072" y="15298"/>
                </a:cubicBezTo>
                <a:cubicBezTo>
                  <a:pt x="4096" y="15214"/>
                  <a:pt x="4111" y="15041"/>
                  <a:pt x="4116" y="14901"/>
                </a:cubicBezTo>
                <a:cubicBezTo>
                  <a:pt x="4132" y="14509"/>
                  <a:pt x="4126" y="13957"/>
                  <a:pt x="4123" y="13539"/>
                </a:cubicBezTo>
                <a:cubicBezTo>
                  <a:pt x="4119" y="13046"/>
                  <a:pt x="4118" y="12556"/>
                  <a:pt x="4114" y="12057"/>
                </a:cubicBezTo>
                <a:cubicBezTo>
                  <a:pt x="4109" y="11392"/>
                  <a:pt x="4094" y="9693"/>
                  <a:pt x="4061" y="8925"/>
                </a:cubicBezTo>
                <a:cubicBezTo>
                  <a:pt x="4047" y="8594"/>
                  <a:pt x="4023" y="8290"/>
                  <a:pt x="3966" y="8166"/>
                </a:cubicBezTo>
                <a:cubicBezTo>
                  <a:pt x="3960" y="8152"/>
                  <a:pt x="3952" y="8147"/>
                  <a:pt x="3947" y="8142"/>
                </a:cubicBezTo>
                <a:close/>
                <a:moveTo>
                  <a:pt x="10165" y="8250"/>
                </a:moveTo>
                <a:lnTo>
                  <a:pt x="10418" y="12154"/>
                </a:lnTo>
                <a:lnTo>
                  <a:pt x="9909" y="12154"/>
                </a:lnTo>
                <a:lnTo>
                  <a:pt x="10165" y="8250"/>
                </a:lnTo>
                <a:close/>
                <a:moveTo>
                  <a:pt x="14220" y="8564"/>
                </a:moveTo>
                <a:cubicBezTo>
                  <a:pt x="13864" y="8564"/>
                  <a:pt x="13613" y="10002"/>
                  <a:pt x="13613" y="12033"/>
                </a:cubicBezTo>
                <a:cubicBezTo>
                  <a:pt x="13613" y="14078"/>
                  <a:pt x="13864" y="15491"/>
                  <a:pt x="14247" y="15491"/>
                </a:cubicBezTo>
                <a:cubicBezTo>
                  <a:pt x="14461" y="15491"/>
                  <a:pt x="14639" y="15084"/>
                  <a:pt x="14761" y="14443"/>
                </a:cubicBezTo>
                <a:lnTo>
                  <a:pt x="14579" y="13467"/>
                </a:lnTo>
                <a:cubicBezTo>
                  <a:pt x="14490" y="13825"/>
                  <a:pt x="14386" y="14033"/>
                  <a:pt x="14264" y="14033"/>
                </a:cubicBezTo>
                <a:cubicBezTo>
                  <a:pt x="14088" y="14033"/>
                  <a:pt x="13960" y="13515"/>
                  <a:pt x="13922" y="12756"/>
                </a:cubicBezTo>
                <a:lnTo>
                  <a:pt x="14807" y="12756"/>
                </a:lnTo>
                <a:cubicBezTo>
                  <a:pt x="14875" y="10429"/>
                  <a:pt x="14621" y="8564"/>
                  <a:pt x="14220" y="8564"/>
                </a:cubicBezTo>
                <a:close/>
                <a:moveTo>
                  <a:pt x="20892" y="8576"/>
                </a:moveTo>
                <a:cubicBezTo>
                  <a:pt x="20567" y="8576"/>
                  <a:pt x="20340" y="9993"/>
                  <a:pt x="20340" y="11973"/>
                </a:cubicBezTo>
                <a:cubicBezTo>
                  <a:pt x="20340" y="13953"/>
                  <a:pt x="20567" y="15370"/>
                  <a:pt x="20892" y="15370"/>
                </a:cubicBezTo>
                <a:cubicBezTo>
                  <a:pt x="21054" y="15370"/>
                  <a:pt x="21192" y="15000"/>
                  <a:pt x="21289" y="14370"/>
                </a:cubicBezTo>
                <a:lnTo>
                  <a:pt x="21289" y="15033"/>
                </a:lnTo>
                <a:cubicBezTo>
                  <a:pt x="21289" y="16177"/>
                  <a:pt x="21153" y="16888"/>
                  <a:pt x="20923" y="16888"/>
                </a:cubicBezTo>
                <a:cubicBezTo>
                  <a:pt x="20788" y="16888"/>
                  <a:pt x="20639" y="16652"/>
                  <a:pt x="20520" y="16202"/>
                </a:cubicBezTo>
                <a:lnTo>
                  <a:pt x="20395" y="17539"/>
                </a:lnTo>
                <a:cubicBezTo>
                  <a:pt x="20551" y="18117"/>
                  <a:pt x="20744" y="18443"/>
                  <a:pt x="20940" y="18443"/>
                </a:cubicBezTo>
                <a:cubicBezTo>
                  <a:pt x="21339" y="18443"/>
                  <a:pt x="21591" y="17137"/>
                  <a:pt x="21591" y="15105"/>
                </a:cubicBezTo>
                <a:lnTo>
                  <a:pt x="21591" y="8732"/>
                </a:lnTo>
                <a:lnTo>
                  <a:pt x="21295" y="8732"/>
                </a:lnTo>
                <a:lnTo>
                  <a:pt x="21293" y="9576"/>
                </a:lnTo>
                <a:cubicBezTo>
                  <a:pt x="21196" y="8946"/>
                  <a:pt x="21056" y="8576"/>
                  <a:pt x="20892" y="8576"/>
                </a:cubicBezTo>
                <a:close/>
                <a:moveTo>
                  <a:pt x="17815" y="8612"/>
                </a:moveTo>
                <a:cubicBezTo>
                  <a:pt x="17533" y="8612"/>
                  <a:pt x="17375" y="9370"/>
                  <a:pt x="17375" y="10527"/>
                </a:cubicBezTo>
                <a:cubicBezTo>
                  <a:pt x="17375" y="11607"/>
                  <a:pt x="17502" y="12249"/>
                  <a:pt x="17793" y="12648"/>
                </a:cubicBezTo>
                <a:cubicBezTo>
                  <a:pt x="17951" y="12879"/>
                  <a:pt x="18005" y="13085"/>
                  <a:pt x="18005" y="13407"/>
                </a:cubicBezTo>
                <a:cubicBezTo>
                  <a:pt x="18005" y="13754"/>
                  <a:pt x="17940" y="13949"/>
                  <a:pt x="17827" y="13949"/>
                </a:cubicBezTo>
                <a:cubicBezTo>
                  <a:pt x="17703" y="13949"/>
                  <a:pt x="17580" y="13738"/>
                  <a:pt x="17445" y="13262"/>
                </a:cubicBezTo>
                <a:lnTo>
                  <a:pt x="17324" y="14551"/>
                </a:lnTo>
                <a:cubicBezTo>
                  <a:pt x="17473" y="15129"/>
                  <a:pt x="17647" y="15443"/>
                  <a:pt x="17829" y="15443"/>
                </a:cubicBezTo>
                <a:cubicBezTo>
                  <a:pt x="18120" y="15443"/>
                  <a:pt x="18311" y="14642"/>
                  <a:pt x="18311" y="13383"/>
                </a:cubicBezTo>
                <a:cubicBezTo>
                  <a:pt x="18311" y="12367"/>
                  <a:pt x="18182" y="11672"/>
                  <a:pt x="17891" y="11286"/>
                </a:cubicBezTo>
                <a:cubicBezTo>
                  <a:pt x="17724" y="11055"/>
                  <a:pt x="17673" y="10873"/>
                  <a:pt x="17673" y="10551"/>
                </a:cubicBezTo>
                <a:cubicBezTo>
                  <a:pt x="17673" y="10230"/>
                  <a:pt x="17726" y="10069"/>
                  <a:pt x="17825" y="10069"/>
                </a:cubicBezTo>
                <a:cubicBezTo>
                  <a:pt x="17940" y="10069"/>
                  <a:pt x="18082" y="10323"/>
                  <a:pt x="18165" y="10696"/>
                </a:cubicBezTo>
                <a:lnTo>
                  <a:pt x="18290" y="9455"/>
                </a:lnTo>
                <a:cubicBezTo>
                  <a:pt x="18152" y="8915"/>
                  <a:pt x="17986" y="8612"/>
                  <a:pt x="17815" y="8612"/>
                </a:cubicBezTo>
                <a:close/>
                <a:moveTo>
                  <a:pt x="19708" y="8624"/>
                </a:moveTo>
                <a:cubicBezTo>
                  <a:pt x="19550" y="8624"/>
                  <a:pt x="19436" y="8932"/>
                  <a:pt x="19332" y="9588"/>
                </a:cubicBezTo>
                <a:lnTo>
                  <a:pt x="19330" y="8732"/>
                </a:lnTo>
                <a:lnTo>
                  <a:pt x="19032" y="8732"/>
                </a:lnTo>
                <a:lnTo>
                  <a:pt x="19032" y="15322"/>
                </a:lnTo>
                <a:lnTo>
                  <a:pt x="19349" y="15322"/>
                </a:lnTo>
                <a:lnTo>
                  <a:pt x="19349" y="11865"/>
                </a:lnTo>
                <a:cubicBezTo>
                  <a:pt x="19349" y="10875"/>
                  <a:pt x="19448" y="10250"/>
                  <a:pt x="19615" y="10250"/>
                </a:cubicBezTo>
                <a:cubicBezTo>
                  <a:pt x="19764" y="10250"/>
                  <a:pt x="19839" y="10758"/>
                  <a:pt x="19839" y="11696"/>
                </a:cubicBezTo>
                <a:lnTo>
                  <a:pt x="19839" y="15322"/>
                </a:lnTo>
                <a:lnTo>
                  <a:pt x="20156" y="15322"/>
                </a:lnTo>
                <a:lnTo>
                  <a:pt x="20156" y="11274"/>
                </a:lnTo>
                <a:cubicBezTo>
                  <a:pt x="20156" y="9706"/>
                  <a:pt x="19981" y="8624"/>
                  <a:pt x="19708" y="8624"/>
                </a:cubicBezTo>
                <a:close/>
                <a:moveTo>
                  <a:pt x="12341" y="8732"/>
                </a:moveTo>
                <a:lnTo>
                  <a:pt x="12806" y="15322"/>
                </a:lnTo>
                <a:lnTo>
                  <a:pt x="13138" y="15322"/>
                </a:lnTo>
                <a:lnTo>
                  <a:pt x="13601" y="8732"/>
                </a:lnTo>
                <a:lnTo>
                  <a:pt x="13265" y="8732"/>
                </a:lnTo>
                <a:lnTo>
                  <a:pt x="13070" y="11780"/>
                </a:lnTo>
                <a:lnTo>
                  <a:pt x="12975" y="13298"/>
                </a:lnTo>
                <a:lnTo>
                  <a:pt x="12878" y="11780"/>
                </a:lnTo>
                <a:lnTo>
                  <a:pt x="12681" y="8732"/>
                </a:lnTo>
                <a:lnTo>
                  <a:pt x="12341" y="8732"/>
                </a:lnTo>
                <a:close/>
                <a:moveTo>
                  <a:pt x="15002" y="8732"/>
                </a:moveTo>
                <a:lnTo>
                  <a:pt x="15002" y="15322"/>
                </a:lnTo>
                <a:lnTo>
                  <a:pt x="15317" y="15322"/>
                </a:lnTo>
                <a:lnTo>
                  <a:pt x="15317" y="12334"/>
                </a:lnTo>
                <a:cubicBezTo>
                  <a:pt x="15317" y="11762"/>
                  <a:pt x="15338" y="11268"/>
                  <a:pt x="15384" y="10917"/>
                </a:cubicBezTo>
                <a:cubicBezTo>
                  <a:pt x="15430" y="10567"/>
                  <a:pt x="15501" y="10359"/>
                  <a:pt x="15600" y="10359"/>
                </a:cubicBezTo>
                <a:lnTo>
                  <a:pt x="15815" y="10359"/>
                </a:lnTo>
                <a:lnTo>
                  <a:pt x="15815" y="8732"/>
                </a:lnTo>
                <a:lnTo>
                  <a:pt x="15655" y="8732"/>
                </a:lnTo>
                <a:cubicBezTo>
                  <a:pt x="15575" y="8732"/>
                  <a:pt x="15506" y="8817"/>
                  <a:pt x="15447" y="8969"/>
                </a:cubicBezTo>
                <a:cubicBezTo>
                  <a:pt x="15388" y="9122"/>
                  <a:pt x="15340" y="9342"/>
                  <a:pt x="15302" y="9612"/>
                </a:cubicBezTo>
                <a:lnTo>
                  <a:pt x="15300" y="8732"/>
                </a:lnTo>
                <a:lnTo>
                  <a:pt x="15002" y="8732"/>
                </a:lnTo>
                <a:close/>
                <a:moveTo>
                  <a:pt x="16851" y="8732"/>
                </a:moveTo>
                <a:lnTo>
                  <a:pt x="16851" y="15322"/>
                </a:lnTo>
                <a:lnTo>
                  <a:pt x="17168" y="15322"/>
                </a:lnTo>
                <a:lnTo>
                  <a:pt x="17168" y="8732"/>
                </a:lnTo>
                <a:lnTo>
                  <a:pt x="16851" y="8732"/>
                </a:lnTo>
                <a:close/>
                <a:moveTo>
                  <a:pt x="18489" y="8732"/>
                </a:moveTo>
                <a:lnTo>
                  <a:pt x="18489" y="15322"/>
                </a:lnTo>
                <a:lnTo>
                  <a:pt x="18804" y="15322"/>
                </a:lnTo>
                <a:lnTo>
                  <a:pt x="18804" y="8732"/>
                </a:lnTo>
                <a:lnTo>
                  <a:pt x="18489" y="8732"/>
                </a:lnTo>
                <a:close/>
                <a:moveTo>
                  <a:pt x="8776" y="9865"/>
                </a:moveTo>
                <a:cubicBezTo>
                  <a:pt x="8827" y="9746"/>
                  <a:pt x="8835" y="10106"/>
                  <a:pt x="8835" y="10106"/>
                </a:cubicBezTo>
                <a:cubicBezTo>
                  <a:pt x="8848" y="10733"/>
                  <a:pt x="8815" y="11284"/>
                  <a:pt x="8769" y="11723"/>
                </a:cubicBezTo>
                <a:cubicBezTo>
                  <a:pt x="8724" y="12161"/>
                  <a:pt x="8667" y="12486"/>
                  <a:pt x="8632" y="12660"/>
                </a:cubicBezTo>
                <a:cubicBezTo>
                  <a:pt x="8611" y="12774"/>
                  <a:pt x="8566" y="12940"/>
                  <a:pt x="8507" y="13090"/>
                </a:cubicBezTo>
                <a:cubicBezTo>
                  <a:pt x="8449" y="13240"/>
                  <a:pt x="8377" y="13372"/>
                  <a:pt x="8305" y="13419"/>
                </a:cubicBezTo>
                <a:cubicBezTo>
                  <a:pt x="8443" y="11892"/>
                  <a:pt x="8615" y="10778"/>
                  <a:pt x="8711" y="10178"/>
                </a:cubicBezTo>
                <a:cubicBezTo>
                  <a:pt x="8738" y="10000"/>
                  <a:pt x="8759" y="9904"/>
                  <a:pt x="8776" y="9865"/>
                </a:cubicBezTo>
                <a:close/>
                <a:moveTo>
                  <a:pt x="1405" y="10009"/>
                </a:moveTo>
                <a:cubicBezTo>
                  <a:pt x="1405" y="10009"/>
                  <a:pt x="1405" y="10171"/>
                  <a:pt x="1404" y="10417"/>
                </a:cubicBezTo>
                <a:cubicBezTo>
                  <a:pt x="1404" y="10663"/>
                  <a:pt x="1403" y="10994"/>
                  <a:pt x="1403" y="11334"/>
                </a:cubicBezTo>
                <a:lnTo>
                  <a:pt x="1403" y="11371"/>
                </a:lnTo>
                <a:cubicBezTo>
                  <a:pt x="1403" y="11381"/>
                  <a:pt x="1403" y="11391"/>
                  <a:pt x="1403" y="11401"/>
                </a:cubicBezTo>
                <a:cubicBezTo>
                  <a:pt x="1403" y="11410"/>
                  <a:pt x="1403" y="11420"/>
                  <a:pt x="1403" y="11431"/>
                </a:cubicBezTo>
                <a:lnTo>
                  <a:pt x="1403" y="11479"/>
                </a:lnTo>
                <a:lnTo>
                  <a:pt x="1403" y="11563"/>
                </a:lnTo>
                <a:cubicBezTo>
                  <a:pt x="1403" y="11591"/>
                  <a:pt x="1403" y="11616"/>
                  <a:pt x="1403" y="11642"/>
                </a:cubicBezTo>
                <a:cubicBezTo>
                  <a:pt x="1403" y="11667"/>
                  <a:pt x="1403" y="11693"/>
                  <a:pt x="1403" y="11720"/>
                </a:cubicBezTo>
                <a:lnTo>
                  <a:pt x="1403" y="11804"/>
                </a:lnTo>
                <a:cubicBezTo>
                  <a:pt x="1403" y="12420"/>
                  <a:pt x="1404" y="13013"/>
                  <a:pt x="1405" y="13453"/>
                </a:cubicBezTo>
                <a:cubicBezTo>
                  <a:pt x="1406" y="13892"/>
                  <a:pt x="1407" y="14178"/>
                  <a:pt x="1407" y="14178"/>
                </a:cubicBezTo>
                <a:cubicBezTo>
                  <a:pt x="1407" y="14178"/>
                  <a:pt x="1399" y="14159"/>
                  <a:pt x="1386" y="14130"/>
                </a:cubicBezTo>
                <a:cubicBezTo>
                  <a:pt x="1372" y="14101"/>
                  <a:pt x="1354" y="14062"/>
                  <a:pt x="1335" y="14021"/>
                </a:cubicBezTo>
                <a:lnTo>
                  <a:pt x="1331" y="14021"/>
                </a:lnTo>
                <a:cubicBezTo>
                  <a:pt x="1330" y="14020"/>
                  <a:pt x="1330" y="14017"/>
                  <a:pt x="1329" y="14015"/>
                </a:cubicBezTo>
                <a:cubicBezTo>
                  <a:pt x="1328" y="14013"/>
                  <a:pt x="1328" y="14011"/>
                  <a:pt x="1327" y="14009"/>
                </a:cubicBezTo>
                <a:lnTo>
                  <a:pt x="1323" y="13997"/>
                </a:lnTo>
                <a:cubicBezTo>
                  <a:pt x="1305" y="13958"/>
                  <a:pt x="1287" y="13924"/>
                  <a:pt x="1272" y="13889"/>
                </a:cubicBezTo>
                <a:cubicBezTo>
                  <a:pt x="1122" y="13531"/>
                  <a:pt x="918" y="12788"/>
                  <a:pt x="818" y="12310"/>
                </a:cubicBezTo>
                <a:cubicBezTo>
                  <a:pt x="794" y="12197"/>
                  <a:pt x="708" y="11737"/>
                  <a:pt x="693" y="11636"/>
                </a:cubicBezTo>
                <a:cubicBezTo>
                  <a:pt x="692" y="11632"/>
                  <a:pt x="692" y="11628"/>
                  <a:pt x="692" y="11624"/>
                </a:cubicBezTo>
                <a:cubicBezTo>
                  <a:pt x="692" y="11619"/>
                  <a:pt x="691" y="11615"/>
                  <a:pt x="691" y="11612"/>
                </a:cubicBezTo>
                <a:lnTo>
                  <a:pt x="687" y="11587"/>
                </a:lnTo>
                <a:cubicBezTo>
                  <a:pt x="663" y="11428"/>
                  <a:pt x="645" y="11268"/>
                  <a:pt x="651" y="11069"/>
                </a:cubicBezTo>
                <a:cubicBezTo>
                  <a:pt x="657" y="10862"/>
                  <a:pt x="729" y="10696"/>
                  <a:pt x="765" y="10624"/>
                </a:cubicBezTo>
                <a:cubicBezTo>
                  <a:pt x="883" y="10383"/>
                  <a:pt x="1087" y="10184"/>
                  <a:pt x="1196" y="10118"/>
                </a:cubicBezTo>
                <a:cubicBezTo>
                  <a:pt x="1209" y="10110"/>
                  <a:pt x="1222" y="10101"/>
                  <a:pt x="1236" y="10094"/>
                </a:cubicBezTo>
                <a:lnTo>
                  <a:pt x="1242" y="10082"/>
                </a:lnTo>
                <a:lnTo>
                  <a:pt x="1249" y="10082"/>
                </a:lnTo>
                <a:cubicBezTo>
                  <a:pt x="1250" y="10081"/>
                  <a:pt x="1250" y="10081"/>
                  <a:pt x="1251" y="10081"/>
                </a:cubicBezTo>
                <a:cubicBezTo>
                  <a:pt x="1251" y="10082"/>
                  <a:pt x="1252" y="10082"/>
                  <a:pt x="1253" y="10082"/>
                </a:cubicBezTo>
                <a:lnTo>
                  <a:pt x="1259" y="10082"/>
                </a:lnTo>
                <a:lnTo>
                  <a:pt x="1266" y="10069"/>
                </a:lnTo>
                <a:cubicBezTo>
                  <a:pt x="1301" y="10051"/>
                  <a:pt x="1336" y="10036"/>
                  <a:pt x="1362" y="10026"/>
                </a:cubicBezTo>
                <a:cubicBezTo>
                  <a:pt x="1388" y="10015"/>
                  <a:pt x="1405" y="10009"/>
                  <a:pt x="1405" y="10009"/>
                </a:cubicBezTo>
                <a:close/>
                <a:moveTo>
                  <a:pt x="14222" y="10021"/>
                </a:moveTo>
                <a:cubicBezTo>
                  <a:pt x="14384" y="10021"/>
                  <a:pt x="14493" y="10618"/>
                  <a:pt x="14524" y="11479"/>
                </a:cubicBezTo>
                <a:lnTo>
                  <a:pt x="13920" y="11479"/>
                </a:lnTo>
                <a:cubicBezTo>
                  <a:pt x="13949" y="10592"/>
                  <a:pt x="14066" y="10021"/>
                  <a:pt x="14222" y="10021"/>
                </a:cubicBezTo>
                <a:close/>
                <a:moveTo>
                  <a:pt x="20970" y="10142"/>
                </a:moveTo>
                <a:cubicBezTo>
                  <a:pt x="21155" y="10142"/>
                  <a:pt x="21285" y="10904"/>
                  <a:pt x="21285" y="11997"/>
                </a:cubicBezTo>
                <a:cubicBezTo>
                  <a:pt x="21285" y="13064"/>
                  <a:pt x="21155" y="13840"/>
                  <a:pt x="20970" y="13840"/>
                </a:cubicBezTo>
                <a:cubicBezTo>
                  <a:pt x="20785" y="13840"/>
                  <a:pt x="20653" y="13090"/>
                  <a:pt x="20653" y="11997"/>
                </a:cubicBezTo>
                <a:cubicBezTo>
                  <a:pt x="20653" y="10891"/>
                  <a:pt x="20785" y="10142"/>
                  <a:pt x="20970" y="10142"/>
                </a:cubicBezTo>
                <a:close/>
                <a:moveTo>
                  <a:pt x="11580" y="10154"/>
                </a:moveTo>
                <a:cubicBezTo>
                  <a:pt x="11768" y="10154"/>
                  <a:pt x="11897" y="10916"/>
                  <a:pt x="11897" y="12021"/>
                </a:cubicBezTo>
                <a:cubicBezTo>
                  <a:pt x="11897" y="13140"/>
                  <a:pt x="11765" y="13901"/>
                  <a:pt x="11580" y="13901"/>
                </a:cubicBezTo>
                <a:cubicBezTo>
                  <a:pt x="11393" y="13901"/>
                  <a:pt x="11261" y="13140"/>
                  <a:pt x="11261" y="12021"/>
                </a:cubicBezTo>
                <a:cubicBezTo>
                  <a:pt x="11261" y="10916"/>
                  <a:pt x="11393" y="10154"/>
                  <a:pt x="11580" y="10154"/>
                </a:cubicBezTo>
                <a:close/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750">
        <p:fade/>
      </p:transition>
    </mc:Choice>
    <mc:Fallback>
      <p:transition spd="fast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363636"/>
      </a:dk1>
      <a:lt1>
        <a:srgbClr val="FFFFFF"/>
      </a:lt1>
      <a:dk2>
        <a:srgbClr val="797979"/>
      </a:dk2>
      <a:lt2>
        <a:srgbClr val="000000"/>
      </a:lt2>
      <a:accent1>
        <a:srgbClr val="004069"/>
      </a:accent1>
      <a:accent2>
        <a:srgbClr val="316777"/>
      </a:accent2>
      <a:accent3>
        <a:srgbClr val="54A66E"/>
      </a:accent3>
      <a:accent4>
        <a:srgbClr val="841C16"/>
      </a:accent4>
      <a:accent5>
        <a:srgbClr val="A6A9AB"/>
      </a:accent5>
      <a:accent6>
        <a:srgbClr val="CB297B"/>
      </a:accent6>
      <a:hlink>
        <a:srgbClr val="0000FF"/>
      </a:hlink>
      <a:folHlink>
        <a:srgbClr val="FF00FF"/>
      </a:folHlink>
    </a:clrScheme>
    <a:fontScheme name="Office Theme">
      <a:majorFont>
        <a:latin typeface="Curiosity-TWDC Light"/>
        <a:ea typeface="Curiosity-TWDC Light"/>
        <a:cs typeface="Curiosity-TWDC Light"/>
      </a:majorFont>
      <a:minorFont>
        <a:latin typeface="Curiosity-TWDC Light"/>
        <a:ea typeface="Curiosity-TWDC Light"/>
        <a:cs typeface="Curiosity-TWDC Light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hueOff val="-12205714"/>
            <a:satOff val="-100000"/>
            <a:lumOff val="79411"/>
          </a:schemeClr>
        </a:solidFill>
        <a:ln w="25400" cap="flat">
          <a:solidFill>
            <a:srgbClr val="49C0EF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121919" tIns="121919" rIns="121919" bIns="121919" numCol="1" spcCol="38100" rtlCol="0" anchor="ctr" upright="0">
        <a:spAutoFit/>
      </a:bodyPr>
      <a:lstStyle>
        <a:defPPr marL="0" marR="0" indent="0" algn="l" defTabSz="1828800" rtl="0" fontAlgn="auto" latinLnBrk="0" hangingPunct="0">
          <a:lnSpc>
            <a:spcPct val="100000"/>
          </a:lnSpc>
          <a:spcBef>
            <a:spcPts val="16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600" u="none" kumimoji="0" normalizeH="0">
            <a:ln>
              <a:noFill/>
            </a:ln>
            <a:solidFill>
              <a:schemeClr val="accent1">
                <a:hueOff val="-12205714"/>
                <a:satOff val="-100000"/>
                <a:lumOff val="79411"/>
              </a:schemeClr>
            </a:solidFill>
            <a:effectLst/>
            <a:uFillTx/>
            <a:latin typeface="Curiosity-TWDC Medium"/>
            <a:ea typeface="Curiosity-TWDC Medium"/>
            <a:cs typeface="Curiosity-TWDC Medium"/>
            <a:sym typeface="Curiosity-TWDC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49C0EF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1219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363636"/>
            </a:solidFill>
            <a:effectLst/>
            <a:uFillTx/>
            <a:latin typeface="Curiosity-TWDC Medium"/>
            <a:ea typeface="Curiosity-TWDC Medium"/>
            <a:cs typeface="Curiosity-TWDC Medium"/>
            <a:sym typeface="Curiosity-TWDC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797979"/>
      </a:dk2>
      <a:lt2>
        <a:srgbClr val="000000"/>
      </a:lt2>
      <a:accent1>
        <a:srgbClr val="004069"/>
      </a:accent1>
      <a:accent2>
        <a:srgbClr val="316777"/>
      </a:accent2>
      <a:accent3>
        <a:srgbClr val="54A66E"/>
      </a:accent3>
      <a:accent4>
        <a:srgbClr val="841C16"/>
      </a:accent4>
      <a:accent5>
        <a:srgbClr val="A6A9AB"/>
      </a:accent5>
      <a:accent6>
        <a:srgbClr val="CB297B"/>
      </a:accent6>
      <a:hlink>
        <a:srgbClr val="0000FF"/>
      </a:hlink>
      <a:folHlink>
        <a:srgbClr val="FF00FF"/>
      </a:folHlink>
    </a:clrScheme>
    <a:fontScheme name="Office Theme">
      <a:majorFont>
        <a:latin typeface="Curiosity-TWDC Light"/>
        <a:ea typeface="Curiosity-TWDC Light"/>
        <a:cs typeface="Curiosity-TWDC Light"/>
      </a:majorFont>
      <a:minorFont>
        <a:latin typeface="Curiosity-TWDC Light"/>
        <a:ea typeface="Curiosity-TWDC Light"/>
        <a:cs typeface="Curiosity-TWDC Light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hueOff val="-12205714"/>
            <a:satOff val="-100000"/>
            <a:lumOff val="79411"/>
          </a:schemeClr>
        </a:solidFill>
        <a:ln w="25400" cap="flat">
          <a:solidFill>
            <a:srgbClr val="49C0EF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121919" tIns="121919" rIns="121919" bIns="121919" numCol="1" spcCol="38100" rtlCol="0" anchor="ctr" upright="0">
        <a:spAutoFit/>
      </a:bodyPr>
      <a:lstStyle>
        <a:defPPr marL="0" marR="0" indent="0" algn="l" defTabSz="1828800" rtl="0" fontAlgn="auto" latinLnBrk="0" hangingPunct="0">
          <a:lnSpc>
            <a:spcPct val="100000"/>
          </a:lnSpc>
          <a:spcBef>
            <a:spcPts val="16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600" u="none" kumimoji="0" normalizeH="0">
            <a:ln>
              <a:noFill/>
            </a:ln>
            <a:solidFill>
              <a:schemeClr val="accent1">
                <a:hueOff val="-12205714"/>
                <a:satOff val="-100000"/>
                <a:lumOff val="79411"/>
              </a:schemeClr>
            </a:solidFill>
            <a:effectLst/>
            <a:uFillTx/>
            <a:latin typeface="Curiosity-TWDC Medium"/>
            <a:ea typeface="Curiosity-TWDC Medium"/>
            <a:cs typeface="Curiosity-TWDC Medium"/>
            <a:sym typeface="Curiosity-TWDC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49C0EF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1219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363636"/>
            </a:solidFill>
            <a:effectLst/>
            <a:uFillTx/>
            <a:latin typeface="Curiosity-TWDC Medium"/>
            <a:ea typeface="Curiosity-TWDC Medium"/>
            <a:cs typeface="Curiosity-TWDC Medium"/>
            <a:sym typeface="Curiosity-TWDC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